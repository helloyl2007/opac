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6"/>
    <p:sldId id="267" r:id="rId5"/>
  </p:sldIdLst>
  <p:sldSz cx="12192000" cy="6858000"/>
  <p:notesSz cx="6858000" cy="9144000"/>
  <p:custDataLst>
    <p:tags r:id="rId20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05" userDrawn="1">
          <p15:clr>
            <a:srgbClr val="A4A3A4"/>
          </p15:clr>
        </p15:guide>
        <p15:guide id="2" pos="286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 showGuides="1">
      <p:cViewPr varScale="1">
        <p:scale>
          <a:sx n="114" d="100"/>
          <a:sy n="114" d="100"/>
        </p:scale>
        <p:origin x="912" y="64"/>
      </p:cViewPr>
      <p:guideLst>
        <p:guide orient="horz" pos="2105"/>
        <p:guide pos="286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2.xml"/><Relationship Id="rId6" Type="http://schemas.openxmlformats.org/officeDocument/2006/relationships/slide" Target="slides/slide1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ableStyles" Target="tableStyles.xml"/><Relationship Id="rId20" Type="http://schemas.openxmlformats.org/officeDocument/2006/relationships/tags" Target="tags/tag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小学四年级语文学习比喻句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一、复习要点</a:t>
            </a:r>
          </a:p>
          <a:p>
            <a:r>
              <a:t>二、错题突破</a:t>
            </a:r>
          </a:p>
          <a:p>
            <a:r>
              <a:t>三、下一节准备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一、复习要点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核心知识点</a:t>
            </a:r>
          </a:p>
          <a:p>
            <a:r>
              <a:t>知识点1：</a:t>
            </a:r>
          </a:p>
          <a:p>
            <a:r>
              <a:t>比喻句就是用相似的事物来描述另一个事物，比如‘她的笑容像阳光一样温暖’。</a:t>
            </a:r>
          </a:p>
          <a:p>
            <a:r>
              <a:t>知识点2：</a:t>
            </a:r>
          </a:p>
          <a:p>
            <a:r>
              <a:t>比喻句通常用‘像’、‘好像’、‘如同’等词语来连接两个事物。</a:t>
            </a:r>
          </a:p>
          <a:p>
            <a:r>
              <a:t>知识点3：</a:t>
            </a:r>
          </a:p>
          <a:p>
            <a:r>
              <a:t>比喻句能使语言更生动形象，帮助读者更好地理解描述的事物。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学习技巧</a:t>
            </a:r>
          </a:p>
          <a:p>
            <a:r>
              <a:t>技巧要点1：</a:t>
            </a:r>
          </a:p>
          <a:p>
            <a:r>
              <a:t>多观察生活中的事物，找到它们的相似之处，比如‘云朵像棉花糖’。</a:t>
            </a:r>
          </a:p>
          <a:p>
            <a:r>
              <a:t>技巧要点2：</a:t>
            </a:r>
          </a:p>
          <a:p>
            <a:r>
              <a:t>练习用不同的比喻词造句，比如‘像’、‘好像’、‘如同’等。</a:t>
            </a:r>
          </a:p>
          <a:p>
            <a:r>
              <a:t>技巧要点3：</a:t>
            </a:r>
          </a:p>
          <a:p>
            <a:r>
              <a:t>多读多写，积累更多的比喻句，提高语言表达能力。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典型例子</a:t>
            </a:r>
          </a:p>
          <a:p>
            <a:r>
              <a:t>例子场景1：</a:t>
            </a:r>
          </a:p>
          <a:p>
            <a:r>
              <a:t>‘他的眼睛像星星一样闪亮’，形容眼睛明亮有神。</a:t>
            </a:r>
          </a:p>
          <a:p>
            <a:r>
              <a:t>例子场景2：</a:t>
            </a:r>
          </a:p>
          <a:p>
            <a:r>
              <a:t>‘她的声音像银铃一样清脆’，形容声音悦耳动听。</a:t>
            </a:r>
          </a:p>
          <a:p>
            <a:r>
              <a:t>例子场景3：</a:t>
            </a:r>
          </a:p>
          <a:p>
            <a:r>
              <a:t>‘他的头发像稻草一样凌乱’，形容头发杂乱无章。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二、错题突破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普遍错误</a:t>
            </a:r>
          </a:p>
          <a:p>
            <a:r>
              <a:t>错误类型1：</a:t>
            </a:r>
          </a:p>
          <a:p>
            <a:r>
              <a:t>用词不恰当，比如‘他的笑容像石头一样硬’，不符合常理。</a:t>
            </a:r>
          </a:p>
          <a:p>
            <a:r>
              <a:t>错误类型2：</a:t>
            </a:r>
          </a:p>
          <a:p>
            <a:r>
              <a:t>比喻不清晰，比如‘她的头发像风一样’，没有明确相似点。</a:t>
            </a:r>
          </a:p>
          <a:p>
            <a:r>
              <a:t>错误类型3：</a:t>
            </a:r>
          </a:p>
          <a:p>
            <a:r>
              <a:t>比喻过于简单，比如‘他的眼睛像眼睛’，没有实际意义。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错题解析</a:t>
            </a:r>
          </a:p>
          <a:p>
            <a:r>
              <a:t>解析要点1：</a:t>
            </a:r>
          </a:p>
          <a:p>
            <a:r>
              <a:t>选择比喻词时要注意合理性，比如‘她的笑容像阳光一样温暖’。</a:t>
            </a:r>
          </a:p>
          <a:p>
            <a:r>
              <a:t>解析要点2：</a:t>
            </a:r>
          </a:p>
          <a:p>
            <a:r>
              <a:t>比喻要明确两个事物的相似点，比如‘她的头发像丝绸一样柔顺’。</a:t>
            </a:r>
          </a:p>
          <a:p>
            <a:r>
              <a:t>解析要点3：</a:t>
            </a:r>
          </a:p>
          <a:p>
            <a:r>
              <a:t>比喻要有创造性，避免重复和简单化，比如‘他的眼睛像夜空中的星星’。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三、下一节准备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下一节准备</a:t>
            </a:r>
          </a:p>
          <a:p>
            <a:r>
              <a:t>学习目标：</a:t>
            </a:r>
          </a:p>
          <a:p>
            <a:r>
              <a:t>你知道夸张手法吗？它能让句子更有趣，比如‘我饿得能吃下一头牛’。</a:t>
            </a:r>
          </a:p>
          <a:p>
            <a:r>
              <a:t>预习重点：</a:t>
            </a:r>
          </a:p>
          <a:p>
            <a:r>
              <a:t>预习时，试着找出生活中的夸张例子，比如‘他跑得比闪电还快’。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小学四年级语文学习比喻句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dt" sz="half" idx="10"/>
          </p:nvPr>
        </p:nvSpPr>
        <p:spPr>
          <a:xfrm>
            <a:off x="4718050" y="6409690"/>
            <a:ext cx="2743200" cy="274320"/>
          </a:xfrm>
        </p:spPr>
        <p:txBody>
          <a:bodyPr vert="horz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3" name="AutoShape 3"/>
          <p:cNvSpPr/>
          <p:nvPr>
            <p:ph type="ftr" sz="quarter" idx="11"/>
          </p:nvPr>
        </p:nvSpPr>
        <p:spPr>
          <a:xfrm>
            <a:off x="660399" y="6409690"/>
            <a:ext cx="3657600" cy="274320"/>
          </a:xfrm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4" name="AutoShape 4"/>
          <p:cNvSpPr/>
          <p:nvPr>
            <p:ph type="sldNum" sz="quarter" idx="12"/>
          </p:nvPr>
        </p:nvSpPr>
        <p:spPr>
          <a:xfrm>
            <a:off x="7861300" y="6409690"/>
            <a:ext cx="3657600" cy="274320"/>
          </a:xfrm>
        </p:spPr>
        <p:txBody>
          <a:bodyPr vert="horz" lIns="91440" tIns="45720" rIns="91440" bIns="45720" anchor="ctr">
            <a:normAutofit/>
          </a:bodyPr>
          <a:p>
            <a:pPr marL="0" algn="r"/>
            <a:fld id="{3386411A-70EE-422D-B97C-F56BEE3FF077}" type="slidenum">
              <a:rPr lang="en-US" sz="1200" b="0" i="0" u="none" baseline="0">
                <a:solidFill>
                  <a:srgbClr val="2F2F2F">
                    <a:tint val="75000"/>
                  </a:srgbClr>
                </a:solidFill>
                <a:latin typeface="Arial" panose="020B0604020202020204"/>
                <a:ea typeface="Arial" panose="020B0604020202020204"/>
              </a:rPr>
            </a:fld>
            <a:endParaRPr lang="en-US" sz="1200" b="0" i="0" u="none" baseline="0">
              <a:solidFill>
                <a:srgbClr val="2F2F2F">
                  <a:tint val="75000"/>
                </a:srgbClr>
              </a:solidFill>
              <a:latin typeface="Arial" panose="020B0604020202020204"/>
              <a:ea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3243263" cy="2366962"/>
              <a:chOff x="266700" y="284162"/>
              <a:chExt cx="3243263" cy="2366962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266700" y="284162"/>
                <a:ext cx="3243263" cy="1692275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542">
                    <a:moveTo>
                      <a:pt x="634" y="438"/>
                    </a:moveTo>
                    <a:cubicBezTo>
                      <a:pt x="505" y="392"/>
                      <a:pt x="505" y="392"/>
                      <a:pt x="505" y="392"/>
                    </a:cubicBezTo>
                    <a:cubicBezTo>
                      <a:pt x="457" y="375"/>
                      <a:pt x="403" y="388"/>
                      <a:pt x="369" y="425"/>
                    </a:cubicBezTo>
                    <a:cubicBezTo>
                      <a:pt x="317" y="463"/>
                      <a:pt x="317" y="463"/>
                      <a:pt x="317" y="463"/>
                    </a:cubicBezTo>
                    <a:cubicBezTo>
                      <a:pt x="246" y="514"/>
                      <a:pt x="161" y="541"/>
                      <a:pt x="74" y="542"/>
                    </a:cubicBezTo>
                    <a:cubicBezTo>
                      <a:pt x="0" y="542"/>
                      <a:pt x="0" y="542"/>
                      <a:pt x="0" y="542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039" y="0"/>
                      <a:pt x="1039" y="0"/>
                      <a:pt x="1039" y="0"/>
                    </a:cubicBezTo>
                    <a:cubicBezTo>
                      <a:pt x="1039" y="132"/>
                      <a:pt x="1039" y="132"/>
                      <a:pt x="1039" y="132"/>
                    </a:cubicBezTo>
                    <a:cubicBezTo>
                      <a:pt x="1039" y="343"/>
                      <a:pt x="837" y="496"/>
                      <a:pt x="634" y="438"/>
                    </a:cubicBezTo>
                    <a:close/>
                  </a:path>
                </a:pathLst>
              </a:custGeom>
              <a:solidFill>
                <a:schemeClr val="accent2"/>
              </a:solidFill>
            </p:spPr>
            <p:txBody>
              <a:bodyPr vert="horz" wrap="square" lIns="91440" tIns="45720" rIns="91440" bIns="45720" anchor="t">
                <a:normAutofit/>
              </a:bodyPr>
              <a:p>
                <a:pPr marL="0" algn="l"/>
              </a:p>
            </p:txBody>
          </p:sp>
          <p:sp>
            <p:nvSpPr>
              <p:cNvPr id="5" name="Freeform 5"/>
              <p:cNvSpPr/>
              <p:nvPr/>
            </p:nvSpPr>
            <p:spPr>
              <a:xfrm>
                <a:off x="935038" y="1704974"/>
                <a:ext cx="1425575" cy="946150"/>
              </a:xfrm>
              <a:custGeom>
                <a:avLst/>
                <a:gdLst/>
                <a:ahLst/>
                <a:cxnLst/>
                <a:rect l="l" t="t" r="r" b="b"/>
                <a:pathLst>
                  <a:path w="457" h="303">
                    <a:moveTo>
                      <a:pt x="60" y="106"/>
                    </a:moveTo>
                    <a:cubicBezTo>
                      <a:pt x="60" y="106"/>
                      <a:pt x="60" y="106"/>
                      <a:pt x="60" y="106"/>
                    </a:cubicBezTo>
                    <a:cubicBezTo>
                      <a:pt x="99" y="59"/>
                      <a:pt x="154" y="27"/>
                      <a:pt x="214" y="17"/>
                    </a:cubicBezTo>
                    <a:cubicBezTo>
                      <a:pt x="262" y="10"/>
                      <a:pt x="262" y="10"/>
                      <a:pt x="262" y="10"/>
                    </a:cubicBezTo>
                    <a:cubicBezTo>
                      <a:pt x="326" y="0"/>
                      <a:pt x="390" y="27"/>
                      <a:pt x="426" y="80"/>
                    </a:cubicBezTo>
                    <a:cubicBezTo>
                      <a:pt x="431" y="87"/>
                      <a:pt x="431" y="87"/>
                      <a:pt x="431" y="87"/>
                    </a:cubicBezTo>
                    <a:cubicBezTo>
                      <a:pt x="457" y="127"/>
                      <a:pt x="452" y="180"/>
                      <a:pt x="418" y="214"/>
                    </a:cubicBezTo>
                    <a:cubicBezTo>
                      <a:pt x="418" y="214"/>
                      <a:pt x="418" y="214"/>
                      <a:pt x="418" y="214"/>
                    </a:cubicBezTo>
                    <a:cubicBezTo>
                      <a:pt x="359" y="272"/>
                      <a:pt x="277" y="303"/>
                      <a:pt x="194" y="298"/>
                    </a:cubicBezTo>
                    <a:cubicBezTo>
                      <a:pt x="142" y="295"/>
                      <a:pt x="142" y="295"/>
                      <a:pt x="142" y="295"/>
                    </a:cubicBezTo>
                    <a:cubicBezTo>
                      <a:pt x="48" y="289"/>
                      <a:pt x="0" y="179"/>
                      <a:pt x="60" y="106"/>
                    </a:cubicBezTo>
                    <a:close/>
                  </a:path>
                </a:pathLst>
              </a:custGeom>
              <a:solidFill>
                <a:schemeClr val="accent2"/>
              </a:solidFill>
            </p:spPr>
            <p:txBody>
              <a:bodyPr vert="horz" wrap="square" lIns="91440" tIns="45720" rIns="91440" bIns="45720" anchor="t">
                <a:normAutofit/>
              </a:bodyPr>
              <a:p>
                <a:pPr marL="0" algn="l"/>
              </a:p>
            </p:txBody>
          </p:sp>
          <p:grpSp>
            <p:nvGrpSpPr>
              <p:cNvPr id="6" name="Group 6"/>
              <p:cNvGrpSpPr/>
              <p:nvPr/>
            </p:nvGrpSpPr>
            <p:grpSpPr>
              <a:xfrm>
                <a:off x="741363" y="555624"/>
                <a:ext cx="1738312" cy="1973263"/>
                <a:chOff x="741363" y="555624"/>
                <a:chExt cx="1738312" cy="1973263"/>
              </a:xfrm>
            </p:grpSpPr>
            <p:sp>
              <p:nvSpPr>
                <p:cNvPr id="7" name="Freeform 7"/>
                <p:cNvSpPr/>
                <p:nvPr/>
              </p:nvSpPr>
              <p:spPr>
                <a:xfrm>
                  <a:off x="741363" y="555624"/>
                  <a:ext cx="1628775" cy="19732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2" h="632">
                      <a:moveTo>
                        <a:pt x="0" y="0"/>
                      </a:moveTo>
                      <a:cubicBezTo>
                        <a:pt x="0" y="0"/>
                        <a:pt x="215" y="177"/>
                        <a:pt x="282" y="359"/>
                      </a:cubicBezTo>
                      <a:cubicBezTo>
                        <a:pt x="282" y="359"/>
                        <a:pt x="388" y="553"/>
                        <a:pt x="522" y="632"/>
                      </a:cubicBezTo>
                    </a:path>
                  </a:pathLst>
                </a:custGeom>
                <a:noFill/>
                <a:ln w="12700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8" name="Freeform 8"/>
                <p:cNvSpPr/>
                <p:nvPr/>
              </p:nvSpPr>
              <p:spPr>
                <a:xfrm>
                  <a:off x="751743" y="696045"/>
                  <a:ext cx="1377134" cy="9748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70" h="10167">
                      <a:moveTo>
                        <a:pt x="143" y="10167"/>
                      </a:moveTo>
                      <a:cubicBezTo>
                        <a:pt x="143" y="10167"/>
                        <a:pt x="-946" y="4718"/>
                        <a:pt x="2866" y="2666"/>
                      </a:cubicBezTo>
                      <a:cubicBezTo>
                        <a:pt x="2866" y="2666"/>
                        <a:pt x="5565" y="-3162"/>
                        <a:pt x="10070" y="2413"/>
                      </a:cubicBezTo>
                    </a:path>
                  </a:pathLst>
                </a:custGeom>
                <a:noFill/>
                <a:ln w="12700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9" name="Freeform 9"/>
                <p:cNvSpPr/>
                <p:nvPr/>
              </p:nvSpPr>
              <p:spPr>
                <a:xfrm>
                  <a:off x="1228725" y="1701799"/>
                  <a:ext cx="404813" cy="4968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0" h="159">
                      <a:moveTo>
                        <a:pt x="0" y="159"/>
                      </a:moveTo>
                      <a:cubicBezTo>
                        <a:pt x="0" y="159"/>
                        <a:pt x="27" y="34"/>
                        <a:pt x="130" y="0"/>
                      </a:cubicBezTo>
                    </a:path>
                  </a:pathLst>
                </a:custGeom>
                <a:noFill/>
                <a:ln w="12700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10" name="Freeform 10"/>
                <p:cNvSpPr/>
                <p:nvPr/>
              </p:nvSpPr>
              <p:spPr>
                <a:xfrm>
                  <a:off x="1574800" y="1401762"/>
                  <a:ext cx="827088" cy="587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5" h="188">
                      <a:moveTo>
                        <a:pt x="0" y="57"/>
                      </a:moveTo>
                      <a:cubicBezTo>
                        <a:pt x="0" y="57"/>
                        <a:pt x="144" y="0"/>
                        <a:pt x="265" y="188"/>
                      </a:cubicBezTo>
                    </a:path>
                  </a:pathLst>
                </a:custGeom>
                <a:noFill/>
                <a:ln w="12700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11" name="Freeform 11"/>
                <p:cNvSpPr/>
                <p:nvPr/>
              </p:nvSpPr>
              <p:spPr>
                <a:xfrm>
                  <a:off x="1731559" y="1959342"/>
                  <a:ext cx="748116" cy="5450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10" h="8859">
                      <a:moveTo>
                        <a:pt x="2034" y="8859"/>
                      </a:moveTo>
                      <a:cubicBezTo>
                        <a:pt x="2034" y="8859"/>
                        <a:pt x="-1790" y="2692"/>
                        <a:pt x="1050" y="149"/>
                      </a:cubicBezTo>
                      <a:cubicBezTo>
                        <a:pt x="1050" y="149"/>
                        <a:pt x="4552" y="-1296"/>
                        <a:pt x="8210" y="4831"/>
                      </a:cubicBezTo>
                    </a:path>
                  </a:pathLst>
                </a:custGeom>
                <a:noFill/>
                <a:ln w="12700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12" name="Freeform 12"/>
                <p:cNvSpPr/>
                <p:nvPr/>
              </p:nvSpPr>
              <p:spPr>
                <a:xfrm>
                  <a:off x="1377950" y="801687"/>
                  <a:ext cx="930275" cy="6746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8" h="216">
                      <a:moveTo>
                        <a:pt x="0" y="139"/>
                      </a:moveTo>
                      <a:cubicBezTo>
                        <a:pt x="0" y="139"/>
                        <a:pt x="136" y="0"/>
                        <a:pt x="298" y="216"/>
                      </a:cubicBezTo>
                    </a:path>
                  </a:pathLst>
                </a:custGeom>
                <a:noFill/>
                <a:ln w="12700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13" name="Freeform 13"/>
                <p:cNvSpPr/>
                <p:nvPr/>
              </p:nvSpPr>
              <p:spPr>
                <a:xfrm>
                  <a:off x="1119188" y="1660524"/>
                  <a:ext cx="255588" cy="2873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" h="92">
                      <a:moveTo>
                        <a:pt x="64" y="64"/>
                      </a:moveTo>
                      <a:cubicBezTo>
                        <a:pt x="48" y="84"/>
                        <a:pt x="25" y="92"/>
                        <a:pt x="13" y="82"/>
                      </a:cubicBezTo>
                      <a:cubicBezTo>
                        <a:pt x="0" y="72"/>
                        <a:pt x="3" y="48"/>
                        <a:pt x="18" y="28"/>
                      </a:cubicBezTo>
                      <a:cubicBezTo>
                        <a:pt x="34" y="8"/>
                        <a:pt x="57" y="0"/>
                        <a:pt x="69" y="9"/>
                      </a:cubicBezTo>
                      <a:cubicBezTo>
                        <a:pt x="82" y="19"/>
                        <a:pt x="80" y="43"/>
                        <a:pt x="64" y="64"/>
                      </a:cubicBezTo>
                      <a:close/>
                    </a:path>
                  </a:pathLst>
                </a:custGeom>
                <a:noFill/>
                <a:ln w="12700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14" name="Freeform 14"/>
                <p:cNvSpPr/>
                <p:nvPr/>
              </p:nvSpPr>
              <p:spPr>
                <a:xfrm>
                  <a:off x="1533525" y="1176337"/>
                  <a:ext cx="374650" cy="244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" h="78">
                      <a:moveTo>
                        <a:pt x="56" y="74"/>
                      </a:moveTo>
                      <a:cubicBezTo>
                        <a:pt x="24" y="71"/>
                        <a:pt x="0" y="52"/>
                        <a:pt x="2" y="32"/>
                      </a:cubicBezTo>
                      <a:cubicBezTo>
                        <a:pt x="5" y="13"/>
                        <a:pt x="32" y="0"/>
                        <a:pt x="64" y="4"/>
                      </a:cubicBezTo>
                      <a:cubicBezTo>
                        <a:pt x="96" y="8"/>
                        <a:pt x="120" y="27"/>
                        <a:pt x="118" y="46"/>
                      </a:cubicBezTo>
                      <a:cubicBezTo>
                        <a:pt x="116" y="66"/>
                        <a:pt x="88" y="78"/>
                        <a:pt x="56" y="74"/>
                      </a:cubicBezTo>
                      <a:close/>
                    </a:path>
                  </a:pathLst>
                </a:custGeom>
                <a:noFill/>
                <a:ln w="15875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</p:grpSp>
        </p:grpSp>
        <p:grpSp>
          <p:nvGrpSpPr>
            <p:cNvPr id="15" name="Group 15"/>
            <p:cNvGrpSpPr/>
            <p:nvPr/>
          </p:nvGrpSpPr>
          <p:grpSpPr>
            <a:xfrm>
              <a:off x="0" y="3749675"/>
              <a:ext cx="2546350" cy="3108325"/>
              <a:chOff x="266700" y="3913187"/>
              <a:chExt cx="2546350" cy="3108325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266700" y="4459287"/>
                <a:ext cx="2546350" cy="2562225"/>
              </a:xfrm>
              <a:custGeom>
                <a:avLst/>
                <a:gdLst/>
                <a:ahLst/>
                <a:cxnLst/>
                <a:rect l="l" t="t" r="r" b="b"/>
                <a:pathLst>
                  <a:path w="816" h="820">
                    <a:moveTo>
                      <a:pt x="816" y="820"/>
                    </a:moveTo>
                    <a:cubicBezTo>
                      <a:pt x="0" y="820"/>
                      <a:pt x="0" y="820"/>
                      <a:pt x="0" y="82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2" y="21"/>
                      <a:pt x="62" y="21"/>
                      <a:pt x="62" y="21"/>
                    </a:cubicBezTo>
                    <a:cubicBezTo>
                      <a:pt x="116" y="40"/>
                      <a:pt x="160" y="79"/>
                      <a:pt x="183" y="131"/>
                    </a:cubicBezTo>
                    <a:cubicBezTo>
                      <a:pt x="290" y="362"/>
                      <a:pt x="290" y="362"/>
                      <a:pt x="290" y="362"/>
                    </a:cubicBezTo>
                    <a:cubicBezTo>
                      <a:pt x="340" y="470"/>
                      <a:pt x="440" y="547"/>
                      <a:pt x="557" y="567"/>
                    </a:cubicBezTo>
                    <a:cubicBezTo>
                      <a:pt x="595" y="574"/>
                      <a:pt x="595" y="574"/>
                      <a:pt x="595" y="574"/>
                    </a:cubicBezTo>
                    <a:cubicBezTo>
                      <a:pt x="715" y="568"/>
                      <a:pt x="816" y="664"/>
                      <a:pt x="816" y="785"/>
                    </a:cubicBezTo>
                    <a:lnTo>
                      <a:pt x="816" y="820"/>
                    </a:lnTo>
                    <a:close/>
                  </a:path>
                </a:pathLst>
              </a:custGeom>
              <a:solidFill>
                <a:schemeClr val="accent1"/>
              </a:solidFill>
            </p:spPr>
            <p:txBody>
              <a:bodyPr vert="horz" wrap="square" lIns="91440" tIns="45720" rIns="91440" bIns="45720" anchor="t">
                <a:normAutofit/>
              </a:bodyPr>
              <a:p>
                <a:pPr marL="0" algn="l"/>
              </a:p>
            </p:txBody>
          </p:sp>
          <p:sp>
            <p:nvSpPr>
              <p:cNvPr id="17" name="Freeform 17"/>
              <p:cNvSpPr/>
              <p:nvPr/>
            </p:nvSpPr>
            <p:spPr>
              <a:xfrm>
                <a:off x="266700" y="3913187"/>
                <a:ext cx="2403475" cy="3108325"/>
              </a:xfrm>
              <a:custGeom>
                <a:avLst/>
                <a:gdLst/>
                <a:ahLst/>
                <a:cxnLst/>
                <a:rect l="l" t="t" r="r" b="b"/>
                <a:pathLst>
                  <a:path w="770" h="995">
                    <a:moveTo>
                      <a:pt x="0" y="0"/>
                    </a:moveTo>
                    <a:cubicBezTo>
                      <a:pt x="13" y="3"/>
                      <a:pt x="13" y="3"/>
                      <a:pt x="13" y="3"/>
                    </a:cubicBezTo>
                    <a:cubicBezTo>
                      <a:pt x="121" y="34"/>
                      <a:pt x="194" y="135"/>
                      <a:pt x="189" y="248"/>
                    </a:cubicBezTo>
                    <a:cubicBezTo>
                      <a:pt x="189" y="248"/>
                      <a:pt x="189" y="248"/>
                      <a:pt x="189" y="248"/>
                    </a:cubicBezTo>
                    <a:cubicBezTo>
                      <a:pt x="183" y="382"/>
                      <a:pt x="273" y="501"/>
                      <a:pt x="403" y="533"/>
                    </a:cubicBezTo>
                    <a:cubicBezTo>
                      <a:pt x="583" y="576"/>
                      <a:pt x="583" y="576"/>
                      <a:pt x="583" y="576"/>
                    </a:cubicBezTo>
                    <a:cubicBezTo>
                      <a:pt x="659" y="594"/>
                      <a:pt x="695" y="682"/>
                      <a:pt x="654" y="749"/>
                    </a:cubicBezTo>
                    <a:cubicBezTo>
                      <a:pt x="648" y="759"/>
                      <a:pt x="648" y="759"/>
                      <a:pt x="648" y="759"/>
                    </a:cubicBezTo>
                    <a:cubicBezTo>
                      <a:pt x="633" y="772"/>
                      <a:pt x="610" y="761"/>
                      <a:pt x="612" y="741"/>
                    </a:cubicBezTo>
                    <a:cubicBezTo>
                      <a:pt x="612" y="741"/>
                      <a:pt x="612" y="741"/>
                      <a:pt x="612" y="741"/>
                    </a:cubicBezTo>
                    <a:cubicBezTo>
                      <a:pt x="614" y="727"/>
                      <a:pt x="628" y="719"/>
                      <a:pt x="641" y="724"/>
                    </a:cubicBezTo>
                    <a:cubicBezTo>
                      <a:pt x="659" y="731"/>
                      <a:pt x="659" y="731"/>
                      <a:pt x="659" y="731"/>
                    </a:cubicBezTo>
                    <a:cubicBezTo>
                      <a:pt x="705" y="750"/>
                      <a:pt x="739" y="789"/>
                      <a:pt x="752" y="837"/>
                    </a:cubicBezTo>
                    <a:cubicBezTo>
                      <a:pt x="762" y="875"/>
                      <a:pt x="770" y="927"/>
                      <a:pt x="770" y="995"/>
                    </a:cubicBezTo>
                  </a:path>
                </a:pathLst>
              </a:custGeom>
              <a:noFill/>
              <a:ln w="12700" cap="flat">
                <a:solidFill>
                  <a:schemeClr val="accent3"/>
                </a:solidFill>
                <a:prstDash val="solid"/>
              </a:ln>
            </p:spPr>
            <p:txBody>
              <a:bodyPr vert="horz" wrap="square" lIns="91440" tIns="45720" rIns="91440" bIns="45720" anchor="t">
                <a:normAutofit/>
              </a:bodyPr>
              <a:p>
                <a:pPr marL="0" algn="l"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7062788" y="4767580"/>
              <a:ext cx="5129212" cy="2090420"/>
              <a:chOff x="7062788" y="4767580"/>
              <a:chExt cx="5129212" cy="209042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7810500" y="5976937"/>
                <a:ext cx="4381500" cy="881063"/>
              </a:xfrm>
              <a:custGeom>
                <a:avLst/>
                <a:gdLst/>
                <a:ahLst/>
                <a:cxnLst/>
                <a:rect l="l" t="t" r="r" b="b"/>
                <a:pathLst>
                  <a:path w="1404" h="282">
                    <a:moveTo>
                      <a:pt x="1404" y="282"/>
                    </a:moveTo>
                    <a:cubicBezTo>
                      <a:pt x="0" y="282"/>
                      <a:pt x="0" y="282"/>
                      <a:pt x="0" y="282"/>
                    </a:cubicBezTo>
                    <a:cubicBezTo>
                      <a:pt x="43" y="258"/>
                      <a:pt x="43" y="258"/>
                      <a:pt x="43" y="258"/>
                    </a:cubicBezTo>
                    <a:cubicBezTo>
                      <a:pt x="143" y="201"/>
                      <a:pt x="256" y="170"/>
                      <a:pt x="371" y="169"/>
                    </a:cubicBezTo>
                    <a:cubicBezTo>
                      <a:pt x="570" y="165"/>
                      <a:pt x="570" y="165"/>
                      <a:pt x="570" y="165"/>
                    </a:cubicBezTo>
                    <a:cubicBezTo>
                      <a:pt x="648" y="164"/>
                      <a:pt x="726" y="149"/>
                      <a:pt x="799" y="121"/>
                    </a:cubicBezTo>
                    <a:cubicBezTo>
                      <a:pt x="950" y="64"/>
                      <a:pt x="950" y="64"/>
                      <a:pt x="950" y="64"/>
                    </a:cubicBezTo>
                    <a:cubicBezTo>
                      <a:pt x="1057" y="23"/>
                      <a:pt x="1171" y="2"/>
                      <a:pt x="1286" y="1"/>
                    </a:cubicBezTo>
                    <a:cubicBezTo>
                      <a:pt x="1404" y="0"/>
                      <a:pt x="1404" y="0"/>
                      <a:pt x="1404" y="0"/>
                    </a:cubicBezTo>
                    <a:lnTo>
                      <a:pt x="1404" y="282"/>
                    </a:lnTo>
                    <a:close/>
                  </a:path>
                </a:pathLst>
              </a:custGeom>
              <a:solidFill>
                <a:schemeClr val="accent3"/>
              </a:solidFill>
            </p:spPr>
            <p:txBody>
              <a:bodyPr vert="horz" wrap="square" lIns="91440" tIns="45720" rIns="91440" bIns="45720" anchor="t">
                <a:normAutofit/>
              </a:bodyPr>
              <a:p>
                <a:pPr marL="0" algn="l"/>
              </a:p>
            </p:txBody>
          </p:sp>
          <p:sp>
            <p:nvSpPr>
              <p:cNvPr id="20" name="Freeform 20"/>
              <p:cNvSpPr/>
              <p:nvPr/>
            </p:nvSpPr>
            <p:spPr>
              <a:xfrm>
                <a:off x="8685213" y="4767580"/>
                <a:ext cx="2200275" cy="1652588"/>
              </a:xfrm>
              <a:custGeom>
                <a:avLst/>
                <a:gdLst/>
                <a:ahLst/>
                <a:cxnLst/>
                <a:rect l="l" t="t" r="r" b="b"/>
                <a:pathLst>
                  <a:path w="705" h="529">
                    <a:moveTo>
                      <a:pt x="668" y="162"/>
                    </a:moveTo>
                    <a:cubicBezTo>
                      <a:pt x="705" y="277"/>
                      <a:pt x="594" y="416"/>
                      <a:pt x="420" y="472"/>
                    </a:cubicBezTo>
                    <a:cubicBezTo>
                      <a:pt x="245" y="529"/>
                      <a:pt x="74" y="482"/>
                      <a:pt x="37" y="367"/>
                    </a:cubicBezTo>
                    <a:cubicBezTo>
                      <a:pt x="0" y="252"/>
                      <a:pt x="111" y="114"/>
                      <a:pt x="285" y="57"/>
                    </a:cubicBezTo>
                    <a:cubicBezTo>
                      <a:pt x="460" y="0"/>
                      <a:pt x="631" y="48"/>
                      <a:pt x="668" y="162"/>
                    </a:cubicBezTo>
                    <a:close/>
                  </a:path>
                </a:pathLst>
              </a:custGeom>
              <a:solidFill>
                <a:schemeClr val="accent2"/>
              </a:solidFill>
            </p:spPr>
            <p:txBody>
              <a:bodyPr vert="horz" wrap="square" lIns="91440" tIns="45720" rIns="91440" bIns="45720" anchor="t">
                <a:normAutofit/>
              </a:bodyPr>
              <a:p>
                <a:pPr marL="0" algn="l"/>
              </a:p>
            </p:txBody>
          </p:sp>
          <p:grpSp>
            <p:nvGrpSpPr>
              <p:cNvPr id="21" name="Group 21"/>
              <p:cNvGrpSpPr/>
              <p:nvPr/>
            </p:nvGrpSpPr>
            <p:grpSpPr>
              <a:xfrm>
                <a:off x="7062788" y="5175250"/>
                <a:ext cx="1754188" cy="1682750"/>
                <a:chOff x="7143750" y="-2366963"/>
                <a:chExt cx="1754188" cy="1682750"/>
              </a:xfrm>
            </p:grpSpPr>
            <p:sp>
              <p:nvSpPr>
                <p:cNvPr id="22" name="Freeform 22"/>
                <p:cNvSpPr/>
                <p:nvPr/>
              </p:nvSpPr>
              <p:spPr>
                <a:xfrm>
                  <a:off x="7143750" y="-2366963"/>
                  <a:ext cx="1754188" cy="1682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2" h="539">
                      <a:moveTo>
                        <a:pt x="2" y="537"/>
                      </a:moveTo>
                      <a:cubicBezTo>
                        <a:pt x="1" y="482"/>
                        <a:pt x="1" y="482"/>
                        <a:pt x="1" y="482"/>
                      </a:cubicBezTo>
                      <a:cubicBezTo>
                        <a:pt x="0" y="468"/>
                        <a:pt x="7" y="455"/>
                        <a:pt x="18" y="447"/>
                      </a:cubicBezTo>
                      <a:cubicBezTo>
                        <a:pt x="18" y="447"/>
                        <a:pt x="18" y="447"/>
                        <a:pt x="18" y="447"/>
                      </a:cubicBezTo>
                      <a:cubicBezTo>
                        <a:pt x="28" y="439"/>
                        <a:pt x="34" y="428"/>
                        <a:pt x="35" y="415"/>
                      </a:cubicBezTo>
                      <a:cubicBezTo>
                        <a:pt x="40" y="349"/>
                        <a:pt x="40" y="349"/>
                        <a:pt x="40" y="349"/>
                      </a:cubicBezTo>
                      <a:cubicBezTo>
                        <a:pt x="42" y="313"/>
                        <a:pt x="64" y="281"/>
                        <a:pt x="97" y="266"/>
                      </a:cubicBezTo>
                      <a:cubicBezTo>
                        <a:pt x="97" y="266"/>
                        <a:pt x="97" y="266"/>
                        <a:pt x="97" y="266"/>
                      </a:cubicBezTo>
                      <a:cubicBezTo>
                        <a:pt x="119" y="255"/>
                        <a:pt x="137" y="236"/>
                        <a:pt x="146" y="213"/>
                      </a:cubicBezTo>
                      <a:cubicBezTo>
                        <a:pt x="159" y="182"/>
                        <a:pt x="159" y="182"/>
                        <a:pt x="159" y="182"/>
                      </a:cubicBezTo>
                      <a:cubicBezTo>
                        <a:pt x="177" y="139"/>
                        <a:pt x="218" y="110"/>
                        <a:pt x="265" y="108"/>
                      </a:cubicBezTo>
                      <a:cubicBezTo>
                        <a:pt x="265" y="108"/>
                        <a:pt x="265" y="108"/>
                        <a:pt x="265" y="108"/>
                      </a:cubicBezTo>
                      <a:cubicBezTo>
                        <a:pt x="281" y="108"/>
                        <a:pt x="297" y="102"/>
                        <a:pt x="310" y="91"/>
                      </a:cubicBezTo>
                      <a:cubicBezTo>
                        <a:pt x="347" y="61"/>
                        <a:pt x="439" y="0"/>
                        <a:pt x="562" y="26"/>
                      </a:cubicBezTo>
                      <a:cubicBezTo>
                        <a:pt x="562" y="26"/>
                        <a:pt x="495" y="39"/>
                        <a:pt x="493" y="116"/>
                      </a:cubicBezTo>
                      <a:cubicBezTo>
                        <a:pt x="492" y="123"/>
                        <a:pt x="492" y="131"/>
                        <a:pt x="491" y="139"/>
                      </a:cubicBezTo>
                      <a:cubicBezTo>
                        <a:pt x="487" y="165"/>
                        <a:pt x="487" y="165"/>
                        <a:pt x="487" y="165"/>
                      </a:cubicBezTo>
                      <a:cubicBezTo>
                        <a:pt x="480" y="210"/>
                        <a:pt x="454" y="251"/>
                        <a:pt x="415" y="276"/>
                      </a:cubicBezTo>
                      <a:cubicBezTo>
                        <a:pt x="356" y="315"/>
                        <a:pt x="356" y="315"/>
                        <a:pt x="356" y="315"/>
                      </a:cubicBezTo>
                      <a:cubicBezTo>
                        <a:pt x="325" y="336"/>
                        <a:pt x="302" y="368"/>
                        <a:pt x="293" y="404"/>
                      </a:cubicBezTo>
                      <a:cubicBezTo>
                        <a:pt x="283" y="447"/>
                        <a:pt x="283" y="447"/>
                        <a:pt x="283" y="447"/>
                      </a:cubicBezTo>
                      <a:cubicBezTo>
                        <a:pt x="274" y="484"/>
                        <a:pt x="253" y="516"/>
                        <a:pt x="224" y="539"/>
                      </a:cubicBezTo>
                      <a:cubicBezTo>
                        <a:pt x="224" y="539"/>
                        <a:pt x="224" y="539"/>
                        <a:pt x="224" y="539"/>
                      </a:cubicBezTo>
                    </a:path>
                  </a:pathLst>
                </a:custGeom>
                <a:noFill/>
                <a:ln w="15875" cap="flat">
                  <a:solidFill>
                    <a:schemeClr val="accent3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23" name="Freeform 23"/>
                <p:cNvSpPr/>
                <p:nvPr/>
              </p:nvSpPr>
              <p:spPr>
                <a:xfrm>
                  <a:off x="7321550" y="-2292351"/>
                  <a:ext cx="1535113" cy="16081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2" h="515">
                      <a:moveTo>
                        <a:pt x="0" y="515"/>
                      </a:moveTo>
                      <a:cubicBezTo>
                        <a:pt x="0" y="515"/>
                        <a:pt x="119" y="117"/>
                        <a:pt x="492" y="0"/>
                      </a:cubicBezTo>
                    </a:path>
                  </a:pathLst>
                </a:custGeom>
                <a:noFill/>
                <a:ln w="15875" cap="flat">
                  <a:solidFill>
                    <a:schemeClr val="accent3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24" name="Freeform 24"/>
                <p:cNvSpPr/>
                <p:nvPr/>
              </p:nvSpPr>
              <p:spPr>
                <a:xfrm>
                  <a:off x="7286625" y="-1381126"/>
                  <a:ext cx="755650" cy="444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2" h="142">
                      <a:moveTo>
                        <a:pt x="0" y="0"/>
                      </a:moveTo>
                      <a:cubicBezTo>
                        <a:pt x="42" y="142"/>
                        <a:pt x="42" y="142"/>
                        <a:pt x="42" y="142"/>
                      </a:cubicBezTo>
                      <a:cubicBezTo>
                        <a:pt x="42" y="142"/>
                        <a:pt x="178" y="108"/>
                        <a:pt x="242" y="108"/>
                      </a:cubicBezTo>
                    </a:path>
                  </a:pathLst>
                </a:custGeom>
                <a:noFill/>
                <a:ln w="15875" cap="flat">
                  <a:solidFill>
                    <a:schemeClr val="accent3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25" name="Freeform 25"/>
                <p:cNvSpPr/>
                <p:nvPr/>
              </p:nvSpPr>
              <p:spPr>
                <a:xfrm>
                  <a:off x="7658100" y="-1817688"/>
                  <a:ext cx="704850" cy="384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" h="242">
                      <a:moveTo>
                        <a:pt x="0" y="0"/>
                      </a:moveTo>
                      <a:lnTo>
                        <a:pt x="29" y="242"/>
                      </a:lnTo>
                      <a:lnTo>
                        <a:pt x="444" y="222"/>
                      </a:lnTo>
                    </a:path>
                  </a:pathLst>
                </a:custGeom>
                <a:noFill/>
                <a:ln w="15875" cap="flat">
                  <a:solidFill>
                    <a:schemeClr val="accent3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26" name="Freeform 26"/>
                <p:cNvSpPr/>
                <p:nvPr/>
              </p:nvSpPr>
              <p:spPr>
                <a:xfrm>
                  <a:off x="8023225" y="-2052638"/>
                  <a:ext cx="617538" cy="2873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9" h="181">
                      <a:moveTo>
                        <a:pt x="12" y="0"/>
                      </a:moveTo>
                      <a:lnTo>
                        <a:pt x="0" y="160"/>
                      </a:lnTo>
                      <a:lnTo>
                        <a:pt x="389" y="181"/>
                      </a:lnTo>
                    </a:path>
                  </a:pathLst>
                </a:custGeom>
                <a:noFill/>
                <a:ln w="15875" cap="flat">
                  <a:solidFill>
                    <a:schemeClr val="accent3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</p:grpSp>
        </p:grpSp>
        <p:grpSp>
          <p:nvGrpSpPr>
            <p:cNvPr id="27" name="Group 27"/>
            <p:cNvGrpSpPr/>
            <p:nvPr/>
          </p:nvGrpSpPr>
          <p:grpSpPr>
            <a:xfrm>
              <a:off x="7766050" y="0"/>
              <a:ext cx="4425950" cy="2933700"/>
              <a:chOff x="7807325" y="255587"/>
              <a:chExt cx="4425950" cy="293370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8281988" y="261937"/>
                <a:ext cx="3948113" cy="2405063"/>
              </a:xfrm>
              <a:custGeom>
                <a:avLst/>
                <a:gdLst/>
                <a:ahLst/>
                <a:cxnLst/>
                <a:rect l="l" t="t" r="r" b="b"/>
                <a:pathLst>
                  <a:path w="1265" h="770">
                    <a:moveTo>
                      <a:pt x="1265" y="770"/>
                    </a:moveTo>
                    <a:cubicBezTo>
                      <a:pt x="1190" y="763"/>
                      <a:pt x="1190" y="763"/>
                      <a:pt x="1190" y="763"/>
                    </a:cubicBezTo>
                    <a:cubicBezTo>
                      <a:pt x="1097" y="756"/>
                      <a:pt x="1014" y="704"/>
                      <a:pt x="965" y="624"/>
                    </a:cubicBezTo>
                    <a:cubicBezTo>
                      <a:pt x="920" y="559"/>
                      <a:pt x="920" y="559"/>
                      <a:pt x="920" y="559"/>
                    </a:cubicBezTo>
                    <a:cubicBezTo>
                      <a:pt x="898" y="527"/>
                      <a:pt x="859" y="512"/>
                      <a:pt x="821" y="519"/>
                    </a:cubicBezTo>
                    <a:cubicBezTo>
                      <a:pt x="711" y="539"/>
                      <a:pt x="711" y="539"/>
                      <a:pt x="711" y="539"/>
                    </a:cubicBezTo>
                    <a:cubicBezTo>
                      <a:pt x="664" y="547"/>
                      <a:pt x="617" y="526"/>
                      <a:pt x="593" y="485"/>
                    </a:cubicBezTo>
                    <a:cubicBezTo>
                      <a:pt x="556" y="424"/>
                      <a:pt x="556" y="424"/>
                      <a:pt x="556" y="424"/>
                    </a:cubicBezTo>
                    <a:cubicBezTo>
                      <a:pt x="526" y="374"/>
                      <a:pt x="473" y="344"/>
                      <a:pt x="416" y="344"/>
                    </a:cubicBezTo>
                    <a:cubicBezTo>
                      <a:pt x="174" y="344"/>
                      <a:pt x="174" y="344"/>
                      <a:pt x="174" y="344"/>
                    </a:cubicBezTo>
                    <a:cubicBezTo>
                      <a:pt x="79" y="344"/>
                      <a:pt x="2" y="268"/>
                      <a:pt x="1" y="174"/>
                    </a:cubicBezTo>
                    <a:cubicBezTo>
                      <a:pt x="1" y="174"/>
                      <a:pt x="1" y="174"/>
                      <a:pt x="1" y="174"/>
                    </a:cubicBezTo>
                    <a:cubicBezTo>
                      <a:pt x="0" y="130"/>
                      <a:pt x="16" y="89"/>
                      <a:pt x="45" y="56"/>
                    </a:cubicBezTo>
                    <a:cubicBezTo>
                      <a:pt x="95" y="0"/>
                      <a:pt x="95" y="0"/>
                      <a:pt x="95" y="0"/>
                    </a:cubicBezTo>
                    <a:cubicBezTo>
                      <a:pt x="1265" y="0"/>
                      <a:pt x="1265" y="0"/>
                      <a:pt x="1265" y="0"/>
                    </a:cubicBezTo>
                    <a:lnTo>
                      <a:pt x="1265" y="770"/>
                    </a:lnTo>
                    <a:close/>
                  </a:path>
                </a:pathLst>
              </a:custGeom>
              <a:solidFill>
                <a:schemeClr val="accent1"/>
              </a:solidFill>
            </p:spPr>
            <p:txBody>
              <a:bodyPr vert="horz" wrap="square" lIns="91440" tIns="45720" rIns="91440" bIns="45720" anchor="t">
                <a:normAutofit/>
              </a:bodyPr>
              <a:p>
                <a:pPr marL="0" algn="l"/>
              </a:p>
            </p:txBody>
          </p:sp>
          <p:grpSp>
            <p:nvGrpSpPr>
              <p:cNvPr id="29" name="Group 29"/>
              <p:cNvGrpSpPr/>
              <p:nvPr/>
            </p:nvGrpSpPr>
            <p:grpSpPr>
              <a:xfrm>
                <a:off x="7807325" y="255587"/>
                <a:ext cx="4425950" cy="2933700"/>
                <a:chOff x="7807325" y="-7437438"/>
                <a:chExt cx="4425950" cy="2933700"/>
              </a:xfrm>
            </p:grpSpPr>
            <p:sp>
              <p:nvSpPr>
                <p:cNvPr id="30" name="Freeform 30"/>
                <p:cNvSpPr/>
                <p:nvPr/>
              </p:nvSpPr>
              <p:spPr>
                <a:xfrm>
                  <a:off x="7807325" y="-7115176"/>
                  <a:ext cx="4425950" cy="2611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8" h="836">
                      <a:moveTo>
                        <a:pt x="0" y="0"/>
                      </a:moveTo>
                      <a:cubicBezTo>
                        <a:pt x="6" y="53"/>
                        <a:pt x="6" y="53"/>
                        <a:pt x="6" y="53"/>
                      </a:cubicBezTo>
                      <a:cubicBezTo>
                        <a:pt x="29" y="273"/>
                        <a:pt x="225" y="432"/>
                        <a:pt x="445" y="409"/>
                      </a:cubicBezTo>
                      <a:cubicBezTo>
                        <a:pt x="528" y="400"/>
                        <a:pt x="528" y="400"/>
                        <a:pt x="528" y="400"/>
                      </a:cubicBezTo>
                      <a:cubicBezTo>
                        <a:pt x="619" y="391"/>
                        <a:pt x="708" y="433"/>
                        <a:pt x="757" y="510"/>
                      </a:cubicBezTo>
                      <a:cubicBezTo>
                        <a:pt x="808" y="588"/>
                        <a:pt x="808" y="588"/>
                        <a:pt x="808" y="588"/>
                      </a:cubicBezTo>
                      <a:cubicBezTo>
                        <a:pt x="864" y="674"/>
                        <a:pt x="969" y="714"/>
                        <a:pt x="1068" y="688"/>
                      </a:cubicBezTo>
                      <a:cubicBezTo>
                        <a:pt x="1068" y="688"/>
                        <a:pt x="1068" y="688"/>
                        <a:pt x="1068" y="688"/>
                      </a:cubicBezTo>
                      <a:cubicBezTo>
                        <a:pt x="1125" y="673"/>
                        <a:pt x="1186" y="687"/>
                        <a:pt x="1230" y="727"/>
                      </a:cubicBezTo>
                      <a:cubicBezTo>
                        <a:pt x="1281" y="773"/>
                        <a:pt x="1355" y="829"/>
                        <a:pt x="1418" y="836"/>
                      </a:cubicBezTo>
                    </a:path>
                  </a:pathLst>
                </a:custGeom>
                <a:noFill/>
                <a:ln w="12700" cap="flat">
                  <a:solidFill>
                    <a:schemeClr val="accent3">
                      <a:lumMod val="50000"/>
                    </a:schemeClr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31" name="Freeform 31"/>
                <p:cNvSpPr/>
                <p:nvPr/>
              </p:nvSpPr>
              <p:spPr>
                <a:xfrm>
                  <a:off x="11037888" y="-7437438"/>
                  <a:ext cx="830263" cy="22018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6" h="705">
                      <a:moveTo>
                        <a:pt x="44" y="1"/>
                      </a:moveTo>
                      <a:cubicBezTo>
                        <a:pt x="15" y="110"/>
                        <a:pt x="15" y="110"/>
                        <a:pt x="15" y="110"/>
                      </a:cubicBezTo>
                      <a:cubicBezTo>
                        <a:pt x="1" y="160"/>
                        <a:pt x="1" y="212"/>
                        <a:pt x="15" y="261"/>
                      </a:cubicBezTo>
                      <a:cubicBezTo>
                        <a:pt x="29" y="310"/>
                        <a:pt x="29" y="310"/>
                        <a:pt x="29" y="310"/>
                      </a:cubicBezTo>
                      <a:cubicBezTo>
                        <a:pt x="37" y="341"/>
                        <a:pt x="37" y="374"/>
                        <a:pt x="27" y="405"/>
                      </a:cubicBezTo>
                      <a:cubicBezTo>
                        <a:pt x="15" y="445"/>
                        <a:pt x="15" y="445"/>
                        <a:pt x="15" y="445"/>
                      </a:cubicBezTo>
                      <a:cubicBezTo>
                        <a:pt x="0" y="489"/>
                        <a:pt x="9" y="538"/>
                        <a:pt x="36" y="576"/>
                      </a:cubicBezTo>
                      <a:cubicBezTo>
                        <a:pt x="62" y="611"/>
                        <a:pt x="84" y="659"/>
                        <a:pt x="56" y="705"/>
                      </a:cubicBezTo>
                      <a:cubicBezTo>
                        <a:pt x="56" y="705"/>
                        <a:pt x="152" y="649"/>
                        <a:pt x="188" y="524"/>
                      </a:cubicBezTo>
                      <a:cubicBezTo>
                        <a:pt x="195" y="501"/>
                        <a:pt x="206" y="479"/>
                        <a:pt x="221" y="460"/>
                      </a:cubicBezTo>
                      <a:cubicBezTo>
                        <a:pt x="221" y="460"/>
                        <a:pt x="221" y="460"/>
                        <a:pt x="221" y="460"/>
                      </a:cubicBezTo>
                      <a:cubicBezTo>
                        <a:pt x="235" y="441"/>
                        <a:pt x="242" y="418"/>
                        <a:pt x="240" y="395"/>
                      </a:cubicBezTo>
                      <a:cubicBezTo>
                        <a:pt x="233" y="322"/>
                        <a:pt x="233" y="322"/>
                        <a:pt x="233" y="322"/>
                      </a:cubicBezTo>
                      <a:cubicBezTo>
                        <a:pt x="232" y="310"/>
                        <a:pt x="235" y="298"/>
                        <a:pt x="240" y="287"/>
                      </a:cubicBezTo>
                      <a:cubicBezTo>
                        <a:pt x="253" y="266"/>
                        <a:pt x="266" y="220"/>
                        <a:pt x="221" y="154"/>
                      </a:cubicBezTo>
                      <a:cubicBezTo>
                        <a:pt x="211" y="141"/>
                        <a:pt x="206" y="125"/>
                        <a:pt x="204" y="109"/>
                      </a:cubicBezTo>
                      <a:cubicBezTo>
                        <a:pt x="203" y="103"/>
                        <a:pt x="203" y="103"/>
                        <a:pt x="203" y="103"/>
                      </a:cubicBezTo>
                      <a:cubicBezTo>
                        <a:pt x="199" y="69"/>
                        <a:pt x="185" y="38"/>
                        <a:pt x="162" y="13"/>
                      </a:cubicBezTo>
                      <a:cubicBezTo>
                        <a:pt x="151" y="0"/>
                        <a:pt x="151" y="0"/>
                        <a:pt x="151" y="0"/>
                      </a:cubicBezTo>
                    </a:path>
                  </a:pathLst>
                </a:custGeom>
                <a:noFill/>
                <a:ln w="15875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32" name="Freeform 32"/>
                <p:cNvSpPr/>
                <p:nvPr/>
              </p:nvSpPr>
              <p:spPr>
                <a:xfrm>
                  <a:off x="11241088" y="-7431088"/>
                  <a:ext cx="661988" cy="21669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" h="694">
                      <a:moveTo>
                        <a:pt x="32" y="0"/>
                      </a:moveTo>
                      <a:cubicBezTo>
                        <a:pt x="32" y="0"/>
                        <a:pt x="212" y="279"/>
                        <a:pt x="0" y="694"/>
                      </a:cubicBezTo>
                    </a:path>
                  </a:pathLst>
                </a:custGeom>
                <a:noFill/>
                <a:ln w="15875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33" name="Freeform 33"/>
                <p:cNvSpPr/>
                <p:nvPr/>
              </p:nvSpPr>
              <p:spPr>
                <a:xfrm>
                  <a:off x="11075988" y="-7381876"/>
                  <a:ext cx="565150" cy="3222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6" h="203">
                      <a:moveTo>
                        <a:pt x="0" y="203"/>
                      </a:moveTo>
                      <a:lnTo>
                        <a:pt x="179" y="0"/>
                      </a:lnTo>
                      <a:lnTo>
                        <a:pt x="356" y="89"/>
                      </a:lnTo>
                    </a:path>
                  </a:pathLst>
                </a:custGeom>
                <a:noFill/>
                <a:ln w="15875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34" name="Freeform 34"/>
                <p:cNvSpPr/>
                <p:nvPr/>
              </p:nvSpPr>
              <p:spPr>
                <a:xfrm>
                  <a:off x="11088688" y="-7021513"/>
                  <a:ext cx="711200" cy="427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8" h="269">
                      <a:moveTo>
                        <a:pt x="0" y="269"/>
                      </a:moveTo>
                      <a:lnTo>
                        <a:pt x="265" y="0"/>
                      </a:lnTo>
                      <a:lnTo>
                        <a:pt x="448" y="128"/>
                      </a:lnTo>
                    </a:path>
                  </a:pathLst>
                </a:custGeom>
                <a:noFill/>
                <a:ln w="15875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35" name="Freeform 35"/>
                <p:cNvSpPr/>
                <p:nvPr/>
              </p:nvSpPr>
              <p:spPr>
                <a:xfrm>
                  <a:off x="11122025" y="-6516688"/>
                  <a:ext cx="649288" cy="3444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9" h="217">
                      <a:moveTo>
                        <a:pt x="0" y="217"/>
                      </a:moveTo>
                      <a:lnTo>
                        <a:pt x="280" y="0"/>
                      </a:lnTo>
                      <a:lnTo>
                        <a:pt x="409" y="107"/>
                      </a:lnTo>
                    </a:path>
                  </a:pathLst>
                </a:custGeom>
                <a:noFill/>
                <a:ln w="15875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36" name="Freeform 36"/>
                <p:cNvSpPr/>
                <p:nvPr/>
              </p:nvSpPr>
              <p:spPr>
                <a:xfrm>
                  <a:off x="11072813" y="-6072188"/>
                  <a:ext cx="577850" cy="2619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4" h="165">
                      <a:moveTo>
                        <a:pt x="0" y="165"/>
                      </a:moveTo>
                      <a:lnTo>
                        <a:pt x="285" y="0"/>
                      </a:lnTo>
                      <a:lnTo>
                        <a:pt x="364" y="114"/>
                      </a:lnTo>
                    </a:path>
                  </a:pathLst>
                </a:custGeom>
                <a:noFill/>
                <a:ln w="15875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37" name="Freeform 37"/>
                <p:cNvSpPr/>
                <p:nvPr/>
              </p:nvSpPr>
              <p:spPr>
                <a:xfrm>
                  <a:off x="10242550" y="-7418388"/>
                  <a:ext cx="736600" cy="130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6" h="418">
                      <a:moveTo>
                        <a:pt x="200" y="1"/>
                      </a:moveTo>
                      <a:cubicBezTo>
                        <a:pt x="0" y="272"/>
                        <a:pt x="45" y="418"/>
                        <a:pt x="45" y="418"/>
                      </a:cubicBezTo>
                      <a:cubicBezTo>
                        <a:pt x="45" y="418"/>
                        <a:pt x="211" y="349"/>
                        <a:pt x="236" y="0"/>
                      </a:cubicBezTo>
                    </a:path>
                  </a:pathLst>
                </a:custGeom>
                <a:noFill/>
                <a:ln w="15875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38" name="Freeform 38"/>
                <p:cNvSpPr/>
                <p:nvPr/>
              </p:nvSpPr>
              <p:spPr>
                <a:xfrm>
                  <a:off x="10382250" y="-7424738"/>
                  <a:ext cx="544513" cy="131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" h="420">
                      <a:moveTo>
                        <a:pt x="174" y="0"/>
                      </a:moveTo>
                      <a:cubicBezTo>
                        <a:pt x="174" y="0"/>
                        <a:pt x="44" y="365"/>
                        <a:pt x="0" y="420"/>
                      </a:cubicBezTo>
                    </a:path>
                  </a:pathLst>
                </a:custGeom>
                <a:noFill/>
                <a:ln w="15875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39" name="Freeform 39"/>
                <p:cNvSpPr/>
                <p:nvPr/>
              </p:nvSpPr>
              <p:spPr>
                <a:xfrm>
                  <a:off x="10183813" y="-7434263"/>
                  <a:ext cx="569913" cy="4683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3" h="150">
                      <a:moveTo>
                        <a:pt x="98" y="3"/>
                      </a:moveTo>
                      <a:cubicBezTo>
                        <a:pt x="98" y="3"/>
                        <a:pt x="0" y="100"/>
                        <a:pt x="34" y="150"/>
                      </a:cubicBezTo>
                      <a:cubicBezTo>
                        <a:pt x="34" y="150"/>
                        <a:pt x="12" y="114"/>
                        <a:pt x="116" y="71"/>
                      </a:cubicBezTo>
                      <a:cubicBezTo>
                        <a:pt x="116" y="71"/>
                        <a:pt x="177" y="50"/>
                        <a:pt x="183" y="0"/>
                      </a:cubicBezTo>
                    </a:path>
                  </a:pathLst>
                </a:custGeom>
                <a:noFill/>
                <a:ln w="15875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40" name="Freeform 40"/>
                <p:cNvSpPr/>
                <p:nvPr/>
              </p:nvSpPr>
              <p:spPr>
                <a:xfrm>
                  <a:off x="10277475" y="-7431088"/>
                  <a:ext cx="358775" cy="41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" h="134">
                      <a:moveTo>
                        <a:pt x="0" y="134"/>
                      </a:moveTo>
                      <a:cubicBezTo>
                        <a:pt x="0" y="134"/>
                        <a:pt x="7" y="70"/>
                        <a:pt x="115" y="0"/>
                      </a:cubicBezTo>
                    </a:path>
                  </a:pathLst>
                </a:custGeom>
                <a:noFill/>
                <a:ln w="15875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</p:grpSp>
        </p:grpSp>
        <p:sp>
          <p:nvSpPr>
            <p:cNvPr id="41" name="Freeform 41"/>
            <p:cNvSpPr/>
            <p:nvPr/>
          </p:nvSpPr>
          <p:spPr>
            <a:xfrm rot="19291168">
              <a:off x="831296" y="743172"/>
              <a:ext cx="1551629" cy="1661226"/>
            </a:xfrm>
            <a:custGeom>
              <a:avLst/>
              <a:gdLst/>
              <a:ahLst/>
              <a:cxnLst/>
              <a:rect l="l" t="t" r="r" b="b"/>
              <a:pathLst>
                <a:path w="1551629" h="1661226">
                  <a:moveTo>
                    <a:pt x="1551629" y="255764"/>
                  </a:moveTo>
                  <a:cubicBezTo>
                    <a:pt x="1551629" y="839413"/>
                    <a:pt x="1003442" y="1702333"/>
                    <a:pt x="750082" y="1659706"/>
                  </a:cubicBezTo>
                  <a:cubicBezTo>
                    <a:pt x="496722" y="1617079"/>
                    <a:pt x="-149305" y="811068"/>
                    <a:pt x="31467" y="0"/>
                  </a:cubicBezTo>
                </a:path>
              </a:pathLst>
            </a:custGeom>
            <a:noFill/>
            <a:ln w="12700" cap="flat" cmpd="sng">
              <a:solidFill>
                <a:srgbClr val="FFFFFF"/>
              </a:solidFill>
              <a:prstDash val="solid"/>
            </a:ln>
          </p:spPr>
          <p:txBody>
            <a:bodyPr vert="horz" lIns="91440" tIns="45720" rIns="91440" bIns="45720" anchor="ctr">
              <a:normAutofit/>
            </a:bodyPr>
            <a:p>
              <a:pPr marL="0" algn="ctr"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>
            <p:ph type="dt" sz="half" idx="10"/>
          </p:nvPr>
        </p:nvSpPr>
        <p:spPr>
          <a:xfrm>
            <a:off x="4718050" y="6409690"/>
            <a:ext cx="2743200" cy="274320"/>
          </a:xfrm>
        </p:spPr>
        <p:txBody>
          <a:bodyPr vert="horz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5" name="AutoShape 5"/>
          <p:cNvSpPr/>
          <p:nvPr>
            <p:ph type="ftr" sz="quarter" idx="11"/>
          </p:nvPr>
        </p:nvSpPr>
        <p:spPr>
          <a:xfrm>
            <a:off x="660399" y="6409690"/>
            <a:ext cx="3657600" cy="274320"/>
          </a:xfrm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6" name="AutoShape 6"/>
          <p:cNvSpPr/>
          <p:nvPr>
            <p:ph type="sldNum" sz="quarter" idx="12"/>
          </p:nvPr>
        </p:nvSpPr>
        <p:spPr>
          <a:xfrm>
            <a:off x="7861300" y="6409690"/>
            <a:ext cx="3657600" cy="274320"/>
          </a:xfrm>
        </p:spPr>
        <p:txBody>
          <a:bodyPr vert="horz" lIns="91440" tIns="45720" rIns="91440" bIns="45720" anchor="ctr">
            <a:normAutofit/>
          </a:bodyPr>
          <a:p>
            <a:pPr marL="0" algn="r"/>
            <a:fld id="{3386411A-70EE-422D-B97C-F56BEE3FF077}" type="slidenum">
              <a:rPr lang="en-US" sz="1200" b="0" i="0" u="none" baseline="0">
                <a:solidFill>
                  <a:srgbClr val="2F2F2F">
                    <a:tint val="75000"/>
                  </a:srgbClr>
                </a:solidFill>
                <a:latin typeface="Arial" panose="020B0604020202020204"/>
                <a:ea typeface="Arial" panose="020B0604020202020204"/>
              </a:rPr>
            </a:fld>
            <a:endParaRPr lang="en-US" sz="1200" b="0" i="0" u="none" baseline="0">
              <a:solidFill>
                <a:srgbClr val="2F2F2F">
                  <a:tint val="75000"/>
                </a:srgbClr>
              </a:solidFill>
              <a:latin typeface="Arial" panose="020B0604020202020204"/>
              <a:ea typeface="Arial" panose="020B0604020202020204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Agenda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628" y="0"/>
            <a:ext cx="12195628" cy="6858000"/>
            <a:chOff x="-3629" y="-12700"/>
            <a:chExt cx="12195628" cy="6858000"/>
          </a:xfrm>
        </p:grpSpPr>
      </p:grpSp>
      <p:sp>
        <p:nvSpPr>
          <p:cNvPr id="5" name="AutoShape 5"/>
          <p:cNvSpPr/>
          <p:nvPr>
            <p:ph type="dt" sz="half" idx="10"/>
          </p:nvPr>
        </p:nvSpPr>
        <p:spPr>
          <a:xfrm>
            <a:off x="4718050" y="6409690"/>
            <a:ext cx="2743200" cy="274320"/>
          </a:xfrm>
        </p:spPr>
        <p:txBody>
          <a:bodyPr vert="horz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6" name="AutoShape 6"/>
          <p:cNvSpPr/>
          <p:nvPr>
            <p:ph type="ftr" sz="quarter" idx="11"/>
          </p:nvPr>
        </p:nvSpPr>
        <p:spPr>
          <a:xfrm>
            <a:off x="660399" y="6409690"/>
            <a:ext cx="3657600" cy="274320"/>
          </a:xfrm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7" name="AutoShape 7"/>
          <p:cNvSpPr/>
          <p:nvPr>
            <p:ph type="sldNum" sz="quarter" idx="12"/>
          </p:nvPr>
        </p:nvSpPr>
        <p:spPr>
          <a:xfrm>
            <a:off x="7861300" y="6409690"/>
            <a:ext cx="3657600" cy="274320"/>
          </a:xfrm>
        </p:spPr>
        <p:txBody>
          <a:bodyPr vert="horz" lIns="91440" tIns="45720" rIns="91440" bIns="45720" anchor="ctr">
            <a:normAutofit/>
          </a:bodyPr>
          <a:p>
            <a:pPr marL="0" algn="r"/>
            <a:fld id="{3386411A-70EE-422D-B97C-F56BEE3FF077}" type="slidenum">
              <a:rPr lang="en-US" sz="1200" b="0" i="0" u="none" baseline="0">
                <a:solidFill>
                  <a:srgbClr val="2F2F2F">
                    <a:tint val="75000"/>
                  </a:srgbClr>
                </a:solidFill>
                <a:latin typeface="Arial" panose="020B0604020202020204"/>
                <a:ea typeface="Arial" panose="020B0604020202020204"/>
              </a:rPr>
            </a:fld>
            <a:endParaRPr lang="en-US" sz="1200" b="0" i="0" u="none" baseline="0">
              <a:solidFill>
                <a:srgbClr val="2F2F2F">
                  <a:tint val="75000"/>
                </a:srgbClr>
              </a:solidFill>
              <a:latin typeface="Arial" panose="020B0604020202020204"/>
              <a:ea typeface="Arial" panose="020B0604020202020204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flipH="1">
            <a:off x="0" y="0"/>
            <a:ext cx="12192000" cy="6858000"/>
            <a:chOff x="0" y="0"/>
            <a:chExt cx="12192000" cy="68580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3243263" cy="2366962"/>
              <a:chOff x="266700" y="284162"/>
              <a:chExt cx="3243263" cy="2366962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266700" y="284162"/>
                <a:ext cx="3243263" cy="1692275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542">
                    <a:moveTo>
                      <a:pt x="634" y="438"/>
                    </a:moveTo>
                    <a:cubicBezTo>
                      <a:pt x="505" y="392"/>
                      <a:pt x="505" y="392"/>
                      <a:pt x="505" y="392"/>
                    </a:cubicBezTo>
                    <a:cubicBezTo>
                      <a:pt x="457" y="375"/>
                      <a:pt x="403" y="388"/>
                      <a:pt x="369" y="425"/>
                    </a:cubicBezTo>
                    <a:cubicBezTo>
                      <a:pt x="317" y="463"/>
                      <a:pt x="317" y="463"/>
                      <a:pt x="317" y="463"/>
                    </a:cubicBezTo>
                    <a:cubicBezTo>
                      <a:pt x="246" y="514"/>
                      <a:pt x="161" y="541"/>
                      <a:pt x="74" y="542"/>
                    </a:cubicBezTo>
                    <a:cubicBezTo>
                      <a:pt x="0" y="542"/>
                      <a:pt x="0" y="542"/>
                      <a:pt x="0" y="542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039" y="0"/>
                      <a:pt x="1039" y="0"/>
                      <a:pt x="1039" y="0"/>
                    </a:cubicBezTo>
                    <a:cubicBezTo>
                      <a:pt x="1039" y="132"/>
                      <a:pt x="1039" y="132"/>
                      <a:pt x="1039" y="132"/>
                    </a:cubicBezTo>
                    <a:cubicBezTo>
                      <a:pt x="1039" y="343"/>
                      <a:pt x="837" y="496"/>
                      <a:pt x="634" y="438"/>
                    </a:cubicBezTo>
                    <a:close/>
                  </a:path>
                </a:pathLst>
              </a:custGeom>
              <a:solidFill>
                <a:schemeClr val="accent2"/>
              </a:solidFill>
            </p:spPr>
            <p:txBody>
              <a:bodyPr vert="horz" wrap="square" lIns="91440" tIns="45720" rIns="91440" bIns="45720" anchor="t">
                <a:normAutofit/>
              </a:bodyPr>
              <a:p>
                <a:pPr marL="0" algn="l"/>
              </a:p>
            </p:txBody>
          </p:sp>
          <p:sp>
            <p:nvSpPr>
              <p:cNvPr id="5" name="Freeform 5"/>
              <p:cNvSpPr/>
              <p:nvPr/>
            </p:nvSpPr>
            <p:spPr>
              <a:xfrm>
                <a:off x="935038" y="1704974"/>
                <a:ext cx="1425575" cy="946150"/>
              </a:xfrm>
              <a:custGeom>
                <a:avLst/>
                <a:gdLst/>
                <a:ahLst/>
                <a:cxnLst/>
                <a:rect l="l" t="t" r="r" b="b"/>
                <a:pathLst>
                  <a:path w="457" h="303">
                    <a:moveTo>
                      <a:pt x="60" y="106"/>
                    </a:moveTo>
                    <a:cubicBezTo>
                      <a:pt x="60" y="106"/>
                      <a:pt x="60" y="106"/>
                      <a:pt x="60" y="106"/>
                    </a:cubicBezTo>
                    <a:cubicBezTo>
                      <a:pt x="99" y="59"/>
                      <a:pt x="154" y="27"/>
                      <a:pt x="214" y="17"/>
                    </a:cubicBezTo>
                    <a:cubicBezTo>
                      <a:pt x="262" y="10"/>
                      <a:pt x="262" y="10"/>
                      <a:pt x="262" y="10"/>
                    </a:cubicBezTo>
                    <a:cubicBezTo>
                      <a:pt x="326" y="0"/>
                      <a:pt x="390" y="27"/>
                      <a:pt x="426" y="80"/>
                    </a:cubicBezTo>
                    <a:cubicBezTo>
                      <a:pt x="431" y="87"/>
                      <a:pt x="431" y="87"/>
                      <a:pt x="431" y="87"/>
                    </a:cubicBezTo>
                    <a:cubicBezTo>
                      <a:pt x="457" y="127"/>
                      <a:pt x="452" y="180"/>
                      <a:pt x="418" y="214"/>
                    </a:cubicBezTo>
                    <a:cubicBezTo>
                      <a:pt x="418" y="214"/>
                      <a:pt x="418" y="214"/>
                      <a:pt x="418" y="214"/>
                    </a:cubicBezTo>
                    <a:cubicBezTo>
                      <a:pt x="359" y="272"/>
                      <a:pt x="277" y="303"/>
                      <a:pt x="194" y="298"/>
                    </a:cubicBezTo>
                    <a:cubicBezTo>
                      <a:pt x="142" y="295"/>
                      <a:pt x="142" y="295"/>
                      <a:pt x="142" y="295"/>
                    </a:cubicBezTo>
                    <a:cubicBezTo>
                      <a:pt x="48" y="289"/>
                      <a:pt x="0" y="179"/>
                      <a:pt x="60" y="106"/>
                    </a:cubicBezTo>
                    <a:close/>
                  </a:path>
                </a:pathLst>
              </a:custGeom>
              <a:solidFill>
                <a:schemeClr val="accent2"/>
              </a:solidFill>
            </p:spPr>
            <p:txBody>
              <a:bodyPr vert="horz" wrap="square" lIns="91440" tIns="45720" rIns="91440" bIns="45720" anchor="t">
                <a:normAutofit/>
              </a:bodyPr>
              <a:p>
                <a:pPr marL="0" algn="l"/>
              </a:p>
            </p:txBody>
          </p:sp>
          <p:grpSp>
            <p:nvGrpSpPr>
              <p:cNvPr id="6" name="Group 6"/>
              <p:cNvGrpSpPr/>
              <p:nvPr/>
            </p:nvGrpSpPr>
            <p:grpSpPr>
              <a:xfrm>
                <a:off x="741363" y="555624"/>
                <a:ext cx="1738312" cy="1973263"/>
                <a:chOff x="741363" y="555624"/>
                <a:chExt cx="1738312" cy="1973263"/>
              </a:xfrm>
            </p:grpSpPr>
            <p:sp>
              <p:nvSpPr>
                <p:cNvPr id="7" name="Freeform 7"/>
                <p:cNvSpPr/>
                <p:nvPr/>
              </p:nvSpPr>
              <p:spPr>
                <a:xfrm>
                  <a:off x="741363" y="555624"/>
                  <a:ext cx="1628775" cy="19732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2" h="632">
                      <a:moveTo>
                        <a:pt x="0" y="0"/>
                      </a:moveTo>
                      <a:cubicBezTo>
                        <a:pt x="0" y="0"/>
                        <a:pt x="215" y="177"/>
                        <a:pt x="282" y="359"/>
                      </a:cubicBezTo>
                      <a:cubicBezTo>
                        <a:pt x="282" y="359"/>
                        <a:pt x="388" y="553"/>
                        <a:pt x="522" y="632"/>
                      </a:cubicBezTo>
                    </a:path>
                  </a:pathLst>
                </a:custGeom>
                <a:noFill/>
                <a:ln w="12700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8" name="Freeform 8"/>
                <p:cNvSpPr/>
                <p:nvPr/>
              </p:nvSpPr>
              <p:spPr>
                <a:xfrm>
                  <a:off x="751743" y="696045"/>
                  <a:ext cx="1377134" cy="9748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70" h="10167">
                      <a:moveTo>
                        <a:pt x="143" y="10167"/>
                      </a:moveTo>
                      <a:cubicBezTo>
                        <a:pt x="143" y="10167"/>
                        <a:pt x="-946" y="4718"/>
                        <a:pt x="2866" y="2666"/>
                      </a:cubicBezTo>
                      <a:cubicBezTo>
                        <a:pt x="2866" y="2666"/>
                        <a:pt x="5565" y="-3162"/>
                        <a:pt x="10070" y="2413"/>
                      </a:cubicBezTo>
                    </a:path>
                  </a:pathLst>
                </a:custGeom>
                <a:noFill/>
                <a:ln w="12700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9" name="Freeform 9"/>
                <p:cNvSpPr/>
                <p:nvPr/>
              </p:nvSpPr>
              <p:spPr>
                <a:xfrm>
                  <a:off x="1228725" y="1701799"/>
                  <a:ext cx="404813" cy="4968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0" h="159">
                      <a:moveTo>
                        <a:pt x="0" y="159"/>
                      </a:moveTo>
                      <a:cubicBezTo>
                        <a:pt x="0" y="159"/>
                        <a:pt x="27" y="34"/>
                        <a:pt x="130" y="0"/>
                      </a:cubicBezTo>
                    </a:path>
                  </a:pathLst>
                </a:custGeom>
                <a:noFill/>
                <a:ln w="12700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10" name="Freeform 10"/>
                <p:cNvSpPr/>
                <p:nvPr/>
              </p:nvSpPr>
              <p:spPr>
                <a:xfrm>
                  <a:off x="1574800" y="1401762"/>
                  <a:ext cx="827088" cy="587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5" h="188">
                      <a:moveTo>
                        <a:pt x="0" y="57"/>
                      </a:moveTo>
                      <a:cubicBezTo>
                        <a:pt x="0" y="57"/>
                        <a:pt x="144" y="0"/>
                        <a:pt x="265" y="188"/>
                      </a:cubicBezTo>
                    </a:path>
                  </a:pathLst>
                </a:custGeom>
                <a:noFill/>
                <a:ln w="12700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11" name="Freeform 11"/>
                <p:cNvSpPr/>
                <p:nvPr/>
              </p:nvSpPr>
              <p:spPr>
                <a:xfrm>
                  <a:off x="1731559" y="1959342"/>
                  <a:ext cx="748116" cy="5450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10" h="8859">
                      <a:moveTo>
                        <a:pt x="2034" y="8859"/>
                      </a:moveTo>
                      <a:cubicBezTo>
                        <a:pt x="2034" y="8859"/>
                        <a:pt x="-1790" y="2692"/>
                        <a:pt x="1050" y="149"/>
                      </a:cubicBezTo>
                      <a:cubicBezTo>
                        <a:pt x="1050" y="149"/>
                        <a:pt x="4552" y="-1296"/>
                        <a:pt x="8210" y="4831"/>
                      </a:cubicBezTo>
                    </a:path>
                  </a:pathLst>
                </a:custGeom>
                <a:noFill/>
                <a:ln w="12700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12" name="Freeform 12"/>
                <p:cNvSpPr/>
                <p:nvPr/>
              </p:nvSpPr>
              <p:spPr>
                <a:xfrm>
                  <a:off x="1377950" y="801687"/>
                  <a:ext cx="930275" cy="6746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8" h="216">
                      <a:moveTo>
                        <a:pt x="0" y="139"/>
                      </a:moveTo>
                      <a:cubicBezTo>
                        <a:pt x="0" y="139"/>
                        <a:pt x="136" y="0"/>
                        <a:pt x="298" y="216"/>
                      </a:cubicBezTo>
                    </a:path>
                  </a:pathLst>
                </a:custGeom>
                <a:noFill/>
                <a:ln w="12700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13" name="Freeform 13"/>
                <p:cNvSpPr/>
                <p:nvPr/>
              </p:nvSpPr>
              <p:spPr>
                <a:xfrm>
                  <a:off x="1119188" y="1660524"/>
                  <a:ext cx="255588" cy="2873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" h="92">
                      <a:moveTo>
                        <a:pt x="64" y="64"/>
                      </a:moveTo>
                      <a:cubicBezTo>
                        <a:pt x="48" y="84"/>
                        <a:pt x="25" y="92"/>
                        <a:pt x="13" y="82"/>
                      </a:cubicBezTo>
                      <a:cubicBezTo>
                        <a:pt x="0" y="72"/>
                        <a:pt x="3" y="48"/>
                        <a:pt x="18" y="28"/>
                      </a:cubicBezTo>
                      <a:cubicBezTo>
                        <a:pt x="34" y="8"/>
                        <a:pt x="57" y="0"/>
                        <a:pt x="69" y="9"/>
                      </a:cubicBezTo>
                      <a:cubicBezTo>
                        <a:pt x="82" y="19"/>
                        <a:pt x="80" y="43"/>
                        <a:pt x="64" y="64"/>
                      </a:cubicBezTo>
                      <a:close/>
                    </a:path>
                  </a:pathLst>
                </a:custGeom>
                <a:noFill/>
                <a:ln w="12700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14" name="Freeform 14"/>
                <p:cNvSpPr/>
                <p:nvPr/>
              </p:nvSpPr>
              <p:spPr>
                <a:xfrm>
                  <a:off x="1533525" y="1176337"/>
                  <a:ext cx="374650" cy="244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" h="78">
                      <a:moveTo>
                        <a:pt x="56" y="74"/>
                      </a:moveTo>
                      <a:cubicBezTo>
                        <a:pt x="24" y="71"/>
                        <a:pt x="0" y="52"/>
                        <a:pt x="2" y="32"/>
                      </a:cubicBezTo>
                      <a:cubicBezTo>
                        <a:pt x="5" y="13"/>
                        <a:pt x="32" y="0"/>
                        <a:pt x="64" y="4"/>
                      </a:cubicBezTo>
                      <a:cubicBezTo>
                        <a:pt x="96" y="8"/>
                        <a:pt x="120" y="27"/>
                        <a:pt x="118" y="46"/>
                      </a:cubicBezTo>
                      <a:cubicBezTo>
                        <a:pt x="116" y="66"/>
                        <a:pt x="88" y="78"/>
                        <a:pt x="56" y="74"/>
                      </a:cubicBezTo>
                      <a:close/>
                    </a:path>
                  </a:pathLst>
                </a:custGeom>
                <a:noFill/>
                <a:ln w="15875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</p:grpSp>
        </p:grpSp>
        <p:grpSp>
          <p:nvGrpSpPr>
            <p:cNvPr id="15" name="Group 15"/>
            <p:cNvGrpSpPr/>
            <p:nvPr/>
          </p:nvGrpSpPr>
          <p:grpSpPr>
            <a:xfrm>
              <a:off x="0" y="3749675"/>
              <a:ext cx="2546350" cy="3108325"/>
              <a:chOff x="266700" y="3913187"/>
              <a:chExt cx="2546350" cy="3108325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266700" y="4459287"/>
                <a:ext cx="2546350" cy="2562225"/>
              </a:xfrm>
              <a:custGeom>
                <a:avLst/>
                <a:gdLst/>
                <a:ahLst/>
                <a:cxnLst/>
                <a:rect l="l" t="t" r="r" b="b"/>
                <a:pathLst>
                  <a:path w="816" h="820">
                    <a:moveTo>
                      <a:pt x="816" y="820"/>
                    </a:moveTo>
                    <a:cubicBezTo>
                      <a:pt x="0" y="820"/>
                      <a:pt x="0" y="820"/>
                      <a:pt x="0" y="82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2" y="21"/>
                      <a:pt x="62" y="21"/>
                      <a:pt x="62" y="21"/>
                    </a:cubicBezTo>
                    <a:cubicBezTo>
                      <a:pt x="116" y="40"/>
                      <a:pt x="160" y="79"/>
                      <a:pt x="183" y="131"/>
                    </a:cubicBezTo>
                    <a:cubicBezTo>
                      <a:pt x="290" y="362"/>
                      <a:pt x="290" y="362"/>
                      <a:pt x="290" y="362"/>
                    </a:cubicBezTo>
                    <a:cubicBezTo>
                      <a:pt x="340" y="470"/>
                      <a:pt x="440" y="547"/>
                      <a:pt x="557" y="567"/>
                    </a:cubicBezTo>
                    <a:cubicBezTo>
                      <a:pt x="595" y="574"/>
                      <a:pt x="595" y="574"/>
                      <a:pt x="595" y="574"/>
                    </a:cubicBezTo>
                    <a:cubicBezTo>
                      <a:pt x="715" y="568"/>
                      <a:pt x="816" y="664"/>
                      <a:pt x="816" y="785"/>
                    </a:cubicBezTo>
                    <a:lnTo>
                      <a:pt x="816" y="820"/>
                    </a:lnTo>
                    <a:close/>
                  </a:path>
                </a:pathLst>
              </a:custGeom>
              <a:solidFill>
                <a:schemeClr val="accent1"/>
              </a:solidFill>
            </p:spPr>
            <p:txBody>
              <a:bodyPr vert="horz" wrap="square" lIns="91440" tIns="45720" rIns="91440" bIns="45720" anchor="t">
                <a:normAutofit/>
              </a:bodyPr>
              <a:p>
                <a:pPr marL="0" algn="l"/>
              </a:p>
            </p:txBody>
          </p:sp>
          <p:sp>
            <p:nvSpPr>
              <p:cNvPr id="17" name="Freeform 17"/>
              <p:cNvSpPr/>
              <p:nvPr/>
            </p:nvSpPr>
            <p:spPr>
              <a:xfrm>
                <a:off x="266700" y="3913187"/>
                <a:ext cx="2403475" cy="3108325"/>
              </a:xfrm>
              <a:custGeom>
                <a:avLst/>
                <a:gdLst/>
                <a:ahLst/>
                <a:cxnLst/>
                <a:rect l="l" t="t" r="r" b="b"/>
                <a:pathLst>
                  <a:path w="770" h="995">
                    <a:moveTo>
                      <a:pt x="0" y="0"/>
                    </a:moveTo>
                    <a:cubicBezTo>
                      <a:pt x="13" y="3"/>
                      <a:pt x="13" y="3"/>
                      <a:pt x="13" y="3"/>
                    </a:cubicBezTo>
                    <a:cubicBezTo>
                      <a:pt x="121" y="34"/>
                      <a:pt x="194" y="135"/>
                      <a:pt x="189" y="248"/>
                    </a:cubicBezTo>
                    <a:cubicBezTo>
                      <a:pt x="189" y="248"/>
                      <a:pt x="189" y="248"/>
                      <a:pt x="189" y="248"/>
                    </a:cubicBezTo>
                    <a:cubicBezTo>
                      <a:pt x="183" y="382"/>
                      <a:pt x="273" y="501"/>
                      <a:pt x="403" y="533"/>
                    </a:cubicBezTo>
                    <a:cubicBezTo>
                      <a:pt x="583" y="576"/>
                      <a:pt x="583" y="576"/>
                      <a:pt x="583" y="576"/>
                    </a:cubicBezTo>
                    <a:cubicBezTo>
                      <a:pt x="659" y="594"/>
                      <a:pt x="695" y="682"/>
                      <a:pt x="654" y="749"/>
                    </a:cubicBezTo>
                    <a:cubicBezTo>
                      <a:pt x="648" y="759"/>
                      <a:pt x="648" y="759"/>
                      <a:pt x="648" y="759"/>
                    </a:cubicBezTo>
                    <a:cubicBezTo>
                      <a:pt x="633" y="772"/>
                      <a:pt x="610" y="761"/>
                      <a:pt x="612" y="741"/>
                    </a:cubicBezTo>
                    <a:cubicBezTo>
                      <a:pt x="612" y="741"/>
                      <a:pt x="612" y="741"/>
                      <a:pt x="612" y="741"/>
                    </a:cubicBezTo>
                    <a:cubicBezTo>
                      <a:pt x="614" y="727"/>
                      <a:pt x="628" y="719"/>
                      <a:pt x="641" y="724"/>
                    </a:cubicBezTo>
                    <a:cubicBezTo>
                      <a:pt x="659" y="731"/>
                      <a:pt x="659" y="731"/>
                      <a:pt x="659" y="731"/>
                    </a:cubicBezTo>
                    <a:cubicBezTo>
                      <a:pt x="705" y="750"/>
                      <a:pt x="739" y="789"/>
                      <a:pt x="752" y="837"/>
                    </a:cubicBezTo>
                    <a:cubicBezTo>
                      <a:pt x="762" y="875"/>
                      <a:pt x="770" y="927"/>
                      <a:pt x="770" y="995"/>
                    </a:cubicBezTo>
                  </a:path>
                </a:pathLst>
              </a:custGeom>
              <a:noFill/>
              <a:ln w="12700" cap="flat">
                <a:solidFill>
                  <a:schemeClr val="accent3"/>
                </a:solidFill>
                <a:prstDash val="solid"/>
              </a:ln>
            </p:spPr>
            <p:txBody>
              <a:bodyPr vert="horz" wrap="square" lIns="91440" tIns="45720" rIns="91440" bIns="45720" anchor="t">
                <a:normAutofit/>
              </a:bodyPr>
              <a:p>
                <a:pPr marL="0" algn="l"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7062788" y="4767580"/>
              <a:ext cx="5129212" cy="2090420"/>
              <a:chOff x="7062788" y="4767580"/>
              <a:chExt cx="5129212" cy="209042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7810500" y="5976937"/>
                <a:ext cx="4381500" cy="881063"/>
              </a:xfrm>
              <a:custGeom>
                <a:avLst/>
                <a:gdLst/>
                <a:ahLst/>
                <a:cxnLst/>
                <a:rect l="l" t="t" r="r" b="b"/>
                <a:pathLst>
                  <a:path w="1404" h="282">
                    <a:moveTo>
                      <a:pt x="1404" y="282"/>
                    </a:moveTo>
                    <a:cubicBezTo>
                      <a:pt x="0" y="282"/>
                      <a:pt x="0" y="282"/>
                      <a:pt x="0" y="282"/>
                    </a:cubicBezTo>
                    <a:cubicBezTo>
                      <a:pt x="43" y="258"/>
                      <a:pt x="43" y="258"/>
                      <a:pt x="43" y="258"/>
                    </a:cubicBezTo>
                    <a:cubicBezTo>
                      <a:pt x="143" y="201"/>
                      <a:pt x="256" y="170"/>
                      <a:pt x="371" y="169"/>
                    </a:cubicBezTo>
                    <a:cubicBezTo>
                      <a:pt x="570" y="165"/>
                      <a:pt x="570" y="165"/>
                      <a:pt x="570" y="165"/>
                    </a:cubicBezTo>
                    <a:cubicBezTo>
                      <a:pt x="648" y="164"/>
                      <a:pt x="726" y="149"/>
                      <a:pt x="799" y="121"/>
                    </a:cubicBezTo>
                    <a:cubicBezTo>
                      <a:pt x="950" y="64"/>
                      <a:pt x="950" y="64"/>
                      <a:pt x="950" y="64"/>
                    </a:cubicBezTo>
                    <a:cubicBezTo>
                      <a:pt x="1057" y="23"/>
                      <a:pt x="1171" y="2"/>
                      <a:pt x="1286" y="1"/>
                    </a:cubicBezTo>
                    <a:cubicBezTo>
                      <a:pt x="1404" y="0"/>
                      <a:pt x="1404" y="0"/>
                      <a:pt x="1404" y="0"/>
                    </a:cubicBezTo>
                    <a:lnTo>
                      <a:pt x="1404" y="282"/>
                    </a:lnTo>
                    <a:close/>
                  </a:path>
                </a:pathLst>
              </a:custGeom>
              <a:solidFill>
                <a:schemeClr val="accent3"/>
              </a:solidFill>
            </p:spPr>
            <p:txBody>
              <a:bodyPr vert="horz" wrap="square" lIns="91440" tIns="45720" rIns="91440" bIns="45720" anchor="t">
                <a:normAutofit/>
              </a:bodyPr>
              <a:p>
                <a:pPr marL="0" algn="l"/>
              </a:p>
            </p:txBody>
          </p:sp>
          <p:sp>
            <p:nvSpPr>
              <p:cNvPr id="20" name="Freeform 20"/>
              <p:cNvSpPr/>
              <p:nvPr/>
            </p:nvSpPr>
            <p:spPr>
              <a:xfrm>
                <a:off x="8685213" y="4767580"/>
                <a:ext cx="2200275" cy="1652588"/>
              </a:xfrm>
              <a:custGeom>
                <a:avLst/>
                <a:gdLst/>
                <a:ahLst/>
                <a:cxnLst/>
                <a:rect l="l" t="t" r="r" b="b"/>
                <a:pathLst>
                  <a:path w="705" h="529">
                    <a:moveTo>
                      <a:pt x="668" y="162"/>
                    </a:moveTo>
                    <a:cubicBezTo>
                      <a:pt x="705" y="277"/>
                      <a:pt x="594" y="416"/>
                      <a:pt x="420" y="472"/>
                    </a:cubicBezTo>
                    <a:cubicBezTo>
                      <a:pt x="245" y="529"/>
                      <a:pt x="74" y="482"/>
                      <a:pt x="37" y="367"/>
                    </a:cubicBezTo>
                    <a:cubicBezTo>
                      <a:pt x="0" y="252"/>
                      <a:pt x="111" y="114"/>
                      <a:pt x="285" y="57"/>
                    </a:cubicBezTo>
                    <a:cubicBezTo>
                      <a:pt x="460" y="0"/>
                      <a:pt x="631" y="48"/>
                      <a:pt x="668" y="162"/>
                    </a:cubicBezTo>
                    <a:close/>
                  </a:path>
                </a:pathLst>
              </a:custGeom>
              <a:solidFill>
                <a:schemeClr val="accent2"/>
              </a:solidFill>
            </p:spPr>
            <p:txBody>
              <a:bodyPr vert="horz" wrap="square" lIns="91440" tIns="45720" rIns="91440" bIns="45720" anchor="t">
                <a:normAutofit/>
              </a:bodyPr>
              <a:p>
                <a:pPr marL="0" algn="l"/>
              </a:p>
            </p:txBody>
          </p:sp>
          <p:grpSp>
            <p:nvGrpSpPr>
              <p:cNvPr id="21" name="Group 21"/>
              <p:cNvGrpSpPr/>
              <p:nvPr/>
            </p:nvGrpSpPr>
            <p:grpSpPr>
              <a:xfrm>
                <a:off x="7062788" y="5175250"/>
                <a:ext cx="1754188" cy="1682750"/>
                <a:chOff x="7143750" y="-2366963"/>
                <a:chExt cx="1754188" cy="1682750"/>
              </a:xfrm>
            </p:grpSpPr>
            <p:sp>
              <p:nvSpPr>
                <p:cNvPr id="22" name="Freeform 22"/>
                <p:cNvSpPr/>
                <p:nvPr/>
              </p:nvSpPr>
              <p:spPr>
                <a:xfrm>
                  <a:off x="7143750" y="-2366963"/>
                  <a:ext cx="1754188" cy="1682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2" h="539">
                      <a:moveTo>
                        <a:pt x="2" y="537"/>
                      </a:moveTo>
                      <a:cubicBezTo>
                        <a:pt x="1" y="482"/>
                        <a:pt x="1" y="482"/>
                        <a:pt x="1" y="482"/>
                      </a:cubicBezTo>
                      <a:cubicBezTo>
                        <a:pt x="0" y="468"/>
                        <a:pt x="7" y="455"/>
                        <a:pt x="18" y="447"/>
                      </a:cubicBezTo>
                      <a:cubicBezTo>
                        <a:pt x="18" y="447"/>
                        <a:pt x="18" y="447"/>
                        <a:pt x="18" y="447"/>
                      </a:cubicBezTo>
                      <a:cubicBezTo>
                        <a:pt x="28" y="439"/>
                        <a:pt x="34" y="428"/>
                        <a:pt x="35" y="415"/>
                      </a:cubicBezTo>
                      <a:cubicBezTo>
                        <a:pt x="40" y="349"/>
                        <a:pt x="40" y="349"/>
                        <a:pt x="40" y="349"/>
                      </a:cubicBezTo>
                      <a:cubicBezTo>
                        <a:pt x="42" y="313"/>
                        <a:pt x="64" y="281"/>
                        <a:pt x="97" y="266"/>
                      </a:cubicBezTo>
                      <a:cubicBezTo>
                        <a:pt x="97" y="266"/>
                        <a:pt x="97" y="266"/>
                        <a:pt x="97" y="266"/>
                      </a:cubicBezTo>
                      <a:cubicBezTo>
                        <a:pt x="119" y="255"/>
                        <a:pt x="137" y="236"/>
                        <a:pt x="146" y="213"/>
                      </a:cubicBezTo>
                      <a:cubicBezTo>
                        <a:pt x="159" y="182"/>
                        <a:pt x="159" y="182"/>
                        <a:pt x="159" y="182"/>
                      </a:cubicBezTo>
                      <a:cubicBezTo>
                        <a:pt x="177" y="139"/>
                        <a:pt x="218" y="110"/>
                        <a:pt x="265" y="108"/>
                      </a:cubicBezTo>
                      <a:cubicBezTo>
                        <a:pt x="265" y="108"/>
                        <a:pt x="265" y="108"/>
                        <a:pt x="265" y="108"/>
                      </a:cubicBezTo>
                      <a:cubicBezTo>
                        <a:pt x="281" y="108"/>
                        <a:pt x="297" y="102"/>
                        <a:pt x="310" y="91"/>
                      </a:cubicBezTo>
                      <a:cubicBezTo>
                        <a:pt x="347" y="61"/>
                        <a:pt x="439" y="0"/>
                        <a:pt x="562" y="26"/>
                      </a:cubicBezTo>
                      <a:cubicBezTo>
                        <a:pt x="562" y="26"/>
                        <a:pt x="495" y="39"/>
                        <a:pt x="493" y="116"/>
                      </a:cubicBezTo>
                      <a:cubicBezTo>
                        <a:pt x="492" y="123"/>
                        <a:pt x="492" y="131"/>
                        <a:pt x="491" y="139"/>
                      </a:cubicBezTo>
                      <a:cubicBezTo>
                        <a:pt x="487" y="165"/>
                        <a:pt x="487" y="165"/>
                        <a:pt x="487" y="165"/>
                      </a:cubicBezTo>
                      <a:cubicBezTo>
                        <a:pt x="480" y="210"/>
                        <a:pt x="454" y="251"/>
                        <a:pt x="415" y="276"/>
                      </a:cubicBezTo>
                      <a:cubicBezTo>
                        <a:pt x="356" y="315"/>
                        <a:pt x="356" y="315"/>
                        <a:pt x="356" y="315"/>
                      </a:cubicBezTo>
                      <a:cubicBezTo>
                        <a:pt x="325" y="336"/>
                        <a:pt x="302" y="368"/>
                        <a:pt x="293" y="404"/>
                      </a:cubicBezTo>
                      <a:cubicBezTo>
                        <a:pt x="283" y="447"/>
                        <a:pt x="283" y="447"/>
                        <a:pt x="283" y="447"/>
                      </a:cubicBezTo>
                      <a:cubicBezTo>
                        <a:pt x="274" y="484"/>
                        <a:pt x="253" y="516"/>
                        <a:pt x="224" y="539"/>
                      </a:cubicBezTo>
                      <a:cubicBezTo>
                        <a:pt x="224" y="539"/>
                        <a:pt x="224" y="539"/>
                        <a:pt x="224" y="539"/>
                      </a:cubicBezTo>
                    </a:path>
                  </a:pathLst>
                </a:custGeom>
                <a:noFill/>
                <a:ln w="15875" cap="flat">
                  <a:solidFill>
                    <a:schemeClr val="accent3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23" name="Freeform 23"/>
                <p:cNvSpPr/>
                <p:nvPr/>
              </p:nvSpPr>
              <p:spPr>
                <a:xfrm>
                  <a:off x="7321550" y="-2292351"/>
                  <a:ext cx="1535113" cy="16081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2" h="515">
                      <a:moveTo>
                        <a:pt x="0" y="515"/>
                      </a:moveTo>
                      <a:cubicBezTo>
                        <a:pt x="0" y="515"/>
                        <a:pt x="119" y="117"/>
                        <a:pt x="492" y="0"/>
                      </a:cubicBezTo>
                    </a:path>
                  </a:pathLst>
                </a:custGeom>
                <a:noFill/>
                <a:ln w="15875" cap="flat">
                  <a:solidFill>
                    <a:schemeClr val="accent3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24" name="Freeform 24"/>
                <p:cNvSpPr/>
                <p:nvPr/>
              </p:nvSpPr>
              <p:spPr>
                <a:xfrm>
                  <a:off x="7286625" y="-1381126"/>
                  <a:ext cx="755650" cy="444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2" h="142">
                      <a:moveTo>
                        <a:pt x="0" y="0"/>
                      </a:moveTo>
                      <a:cubicBezTo>
                        <a:pt x="42" y="142"/>
                        <a:pt x="42" y="142"/>
                        <a:pt x="42" y="142"/>
                      </a:cubicBezTo>
                      <a:cubicBezTo>
                        <a:pt x="42" y="142"/>
                        <a:pt x="178" y="108"/>
                        <a:pt x="242" y="108"/>
                      </a:cubicBezTo>
                    </a:path>
                  </a:pathLst>
                </a:custGeom>
                <a:noFill/>
                <a:ln w="15875" cap="flat">
                  <a:solidFill>
                    <a:schemeClr val="accent3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25" name="Freeform 25"/>
                <p:cNvSpPr/>
                <p:nvPr/>
              </p:nvSpPr>
              <p:spPr>
                <a:xfrm>
                  <a:off x="7658100" y="-1817688"/>
                  <a:ext cx="704850" cy="384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" h="242">
                      <a:moveTo>
                        <a:pt x="0" y="0"/>
                      </a:moveTo>
                      <a:lnTo>
                        <a:pt x="29" y="242"/>
                      </a:lnTo>
                      <a:lnTo>
                        <a:pt x="444" y="222"/>
                      </a:lnTo>
                    </a:path>
                  </a:pathLst>
                </a:custGeom>
                <a:noFill/>
                <a:ln w="15875" cap="flat">
                  <a:solidFill>
                    <a:schemeClr val="accent3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26" name="Freeform 26"/>
                <p:cNvSpPr/>
                <p:nvPr/>
              </p:nvSpPr>
              <p:spPr>
                <a:xfrm>
                  <a:off x="8023225" y="-2052638"/>
                  <a:ext cx="617538" cy="2873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9" h="181">
                      <a:moveTo>
                        <a:pt x="12" y="0"/>
                      </a:moveTo>
                      <a:lnTo>
                        <a:pt x="0" y="160"/>
                      </a:lnTo>
                      <a:lnTo>
                        <a:pt x="389" y="181"/>
                      </a:lnTo>
                    </a:path>
                  </a:pathLst>
                </a:custGeom>
                <a:noFill/>
                <a:ln w="15875" cap="flat">
                  <a:solidFill>
                    <a:schemeClr val="accent3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</p:grpSp>
        </p:grpSp>
        <p:grpSp>
          <p:nvGrpSpPr>
            <p:cNvPr id="27" name="Group 27"/>
            <p:cNvGrpSpPr/>
            <p:nvPr/>
          </p:nvGrpSpPr>
          <p:grpSpPr>
            <a:xfrm>
              <a:off x="7766050" y="0"/>
              <a:ext cx="4425950" cy="2933700"/>
              <a:chOff x="7807325" y="255587"/>
              <a:chExt cx="4425950" cy="293370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8281988" y="261937"/>
                <a:ext cx="3948113" cy="2405063"/>
              </a:xfrm>
              <a:custGeom>
                <a:avLst/>
                <a:gdLst/>
                <a:ahLst/>
                <a:cxnLst/>
                <a:rect l="l" t="t" r="r" b="b"/>
                <a:pathLst>
                  <a:path w="1265" h="770">
                    <a:moveTo>
                      <a:pt x="1265" y="770"/>
                    </a:moveTo>
                    <a:cubicBezTo>
                      <a:pt x="1190" y="763"/>
                      <a:pt x="1190" y="763"/>
                      <a:pt x="1190" y="763"/>
                    </a:cubicBezTo>
                    <a:cubicBezTo>
                      <a:pt x="1097" y="756"/>
                      <a:pt x="1014" y="704"/>
                      <a:pt x="965" y="624"/>
                    </a:cubicBezTo>
                    <a:cubicBezTo>
                      <a:pt x="920" y="559"/>
                      <a:pt x="920" y="559"/>
                      <a:pt x="920" y="559"/>
                    </a:cubicBezTo>
                    <a:cubicBezTo>
                      <a:pt x="898" y="527"/>
                      <a:pt x="859" y="512"/>
                      <a:pt x="821" y="519"/>
                    </a:cubicBezTo>
                    <a:cubicBezTo>
                      <a:pt x="711" y="539"/>
                      <a:pt x="711" y="539"/>
                      <a:pt x="711" y="539"/>
                    </a:cubicBezTo>
                    <a:cubicBezTo>
                      <a:pt x="664" y="547"/>
                      <a:pt x="617" y="526"/>
                      <a:pt x="593" y="485"/>
                    </a:cubicBezTo>
                    <a:cubicBezTo>
                      <a:pt x="556" y="424"/>
                      <a:pt x="556" y="424"/>
                      <a:pt x="556" y="424"/>
                    </a:cubicBezTo>
                    <a:cubicBezTo>
                      <a:pt x="526" y="374"/>
                      <a:pt x="473" y="344"/>
                      <a:pt x="416" y="344"/>
                    </a:cubicBezTo>
                    <a:cubicBezTo>
                      <a:pt x="174" y="344"/>
                      <a:pt x="174" y="344"/>
                      <a:pt x="174" y="344"/>
                    </a:cubicBezTo>
                    <a:cubicBezTo>
                      <a:pt x="79" y="344"/>
                      <a:pt x="2" y="268"/>
                      <a:pt x="1" y="174"/>
                    </a:cubicBezTo>
                    <a:cubicBezTo>
                      <a:pt x="1" y="174"/>
                      <a:pt x="1" y="174"/>
                      <a:pt x="1" y="174"/>
                    </a:cubicBezTo>
                    <a:cubicBezTo>
                      <a:pt x="0" y="130"/>
                      <a:pt x="16" y="89"/>
                      <a:pt x="45" y="56"/>
                    </a:cubicBezTo>
                    <a:cubicBezTo>
                      <a:pt x="95" y="0"/>
                      <a:pt x="95" y="0"/>
                      <a:pt x="95" y="0"/>
                    </a:cubicBezTo>
                    <a:cubicBezTo>
                      <a:pt x="1265" y="0"/>
                      <a:pt x="1265" y="0"/>
                      <a:pt x="1265" y="0"/>
                    </a:cubicBezTo>
                    <a:lnTo>
                      <a:pt x="1265" y="770"/>
                    </a:lnTo>
                    <a:close/>
                  </a:path>
                </a:pathLst>
              </a:custGeom>
              <a:solidFill>
                <a:schemeClr val="accent1"/>
              </a:solidFill>
            </p:spPr>
            <p:txBody>
              <a:bodyPr vert="horz" wrap="square" lIns="91440" tIns="45720" rIns="91440" bIns="45720" anchor="t">
                <a:normAutofit/>
              </a:bodyPr>
              <a:p>
                <a:pPr marL="0" algn="l"/>
              </a:p>
            </p:txBody>
          </p:sp>
          <p:grpSp>
            <p:nvGrpSpPr>
              <p:cNvPr id="29" name="Group 29"/>
              <p:cNvGrpSpPr/>
              <p:nvPr/>
            </p:nvGrpSpPr>
            <p:grpSpPr>
              <a:xfrm>
                <a:off x="7807325" y="255587"/>
                <a:ext cx="4425950" cy="2933700"/>
                <a:chOff x="7807325" y="-7437438"/>
                <a:chExt cx="4425950" cy="2933700"/>
              </a:xfrm>
            </p:grpSpPr>
            <p:sp>
              <p:nvSpPr>
                <p:cNvPr id="30" name="Freeform 30"/>
                <p:cNvSpPr/>
                <p:nvPr/>
              </p:nvSpPr>
              <p:spPr>
                <a:xfrm>
                  <a:off x="7807325" y="-7115176"/>
                  <a:ext cx="4425950" cy="2611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8" h="836">
                      <a:moveTo>
                        <a:pt x="0" y="0"/>
                      </a:moveTo>
                      <a:cubicBezTo>
                        <a:pt x="6" y="53"/>
                        <a:pt x="6" y="53"/>
                        <a:pt x="6" y="53"/>
                      </a:cubicBezTo>
                      <a:cubicBezTo>
                        <a:pt x="29" y="273"/>
                        <a:pt x="225" y="432"/>
                        <a:pt x="445" y="409"/>
                      </a:cubicBezTo>
                      <a:cubicBezTo>
                        <a:pt x="528" y="400"/>
                        <a:pt x="528" y="400"/>
                        <a:pt x="528" y="400"/>
                      </a:cubicBezTo>
                      <a:cubicBezTo>
                        <a:pt x="619" y="391"/>
                        <a:pt x="708" y="433"/>
                        <a:pt x="757" y="510"/>
                      </a:cubicBezTo>
                      <a:cubicBezTo>
                        <a:pt x="808" y="588"/>
                        <a:pt x="808" y="588"/>
                        <a:pt x="808" y="588"/>
                      </a:cubicBezTo>
                      <a:cubicBezTo>
                        <a:pt x="864" y="674"/>
                        <a:pt x="969" y="714"/>
                        <a:pt x="1068" y="688"/>
                      </a:cubicBezTo>
                      <a:cubicBezTo>
                        <a:pt x="1068" y="688"/>
                        <a:pt x="1068" y="688"/>
                        <a:pt x="1068" y="688"/>
                      </a:cubicBezTo>
                      <a:cubicBezTo>
                        <a:pt x="1125" y="673"/>
                        <a:pt x="1186" y="687"/>
                        <a:pt x="1230" y="727"/>
                      </a:cubicBezTo>
                      <a:cubicBezTo>
                        <a:pt x="1281" y="773"/>
                        <a:pt x="1355" y="829"/>
                        <a:pt x="1418" y="836"/>
                      </a:cubicBezTo>
                    </a:path>
                  </a:pathLst>
                </a:custGeom>
                <a:noFill/>
                <a:ln w="12700" cap="flat">
                  <a:solidFill>
                    <a:schemeClr val="accent3">
                      <a:lumMod val="50000"/>
                    </a:schemeClr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31" name="Freeform 31"/>
                <p:cNvSpPr/>
                <p:nvPr/>
              </p:nvSpPr>
              <p:spPr>
                <a:xfrm>
                  <a:off x="11037888" y="-7437438"/>
                  <a:ext cx="830263" cy="22018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6" h="705">
                      <a:moveTo>
                        <a:pt x="44" y="1"/>
                      </a:moveTo>
                      <a:cubicBezTo>
                        <a:pt x="15" y="110"/>
                        <a:pt x="15" y="110"/>
                        <a:pt x="15" y="110"/>
                      </a:cubicBezTo>
                      <a:cubicBezTo>
                        <a:pt x="1" y="160"/>
                        <a:pt x="1" y="212"/>
                        <a:pt x="15" y="261"/>
                      </a:cubicBezTo>
                      <a:cubicBezTo>
                        <a:pt x="29" y="310"/>
                        <a:pt x="29" y="310"/>
                        <a:pt x="29" y="310"/>
                      </a:cubicBezTo>
                      <a:cubicBezTo>
                        <a:pt x="37" y="341"/>
                        <a:pt x="37" y="374"/>
                        <a:pt x="27" y="405"/>
                      </a:cubicBezTo>
                      <a:cubicBezTo>
                        <a:pt x="15" y="445"/>
                        <a:pt x="15" y="445"/>
                        <a:pt x="15" y="445"/>
                      </a:cubicBezTo>
                      <a:cubicBezTo>
                        <a:pt x="0" y="489"/>
                        <a:pt x="9" y="538"/>
                        <a:pt x="36" y="576"/>
                      </a:cubicBezTo>
                      <a:cubicBezTo>
                        <a:pt x="62" y="611"/>
                        <a:pt x="84" y="659"/>
                        <a:pt x="56" y="705"/>
                      </a:cubicBezTo>
                      <a:cubicBezTo>
                        <a:pt x="56" y="705"/>
                        <a:pt x="152" y="649"/>
                        <a:pt x="188" y="524"/>
                      </a:cubicBezTo>
                      <a:cubicBezTo>
                        <a:pt x="195" y="501"/>
                        <a:pt x="206" y="479"/>
                        <a:pt x="221" y="460"/>
                      </a:cubicBezTo>
                      <a:cubicBezTo>
                        <a:pt x="221" y="460"/>
                        <a:pt x="221" y="460"/>
                        <a:pt x="221" y="460"/>
                      </a:cubicBezTo>
                      <a:cubicBezTo>
                        <a:pt x="235" y="441"/>
                        <a:pt x="242" y="418"/>
                        <a:pt x="240" y="395"/>
                      </a:cubicBezTo>
                      <a:cubicBezTo>
                        <a:pt x="233" y="322"/>
                        <a:pt x="233" y="322"/>
                        <a:pt x="233" y="322"/>
                      </a:cubicBezTo>
                      <a:cubicBezTo>
                        <a:pt x="232" y="310"/>
                        <a:pt x="235" y="298"/>
                        <a:pt x="240" y="287"/>
                      </a:cubicBezTo>
                      <a:cubicBezTo>
                        <a:pt x="253" y="266"/>
                        <a:pt x="266" y="220"/>
                        <a:pt x="221" y="154"/>
                      </a:cubicBezTo>
                      <a:cubicBezTo>
                        <a:pt x="211" y="141"/>
                        <a:pt x="206" y="125"/>
                        <a:pt x="204" y="109"/>
                      </a:cubicBezTo>
                      <a:cubicBezTo>
                        <a:pt x="203" y="103"/>
                        <a:pt x="203" y="103"/>
                        <a:pt x="203" y="103"/>
                      </a:cubicBezTo>
                      <a:cubicBezTo>
                        <a:pt x="199" y="69"/>
                        <a:pt x="185" y="38"/>
                        <a:pt x="162" y="13"/>
                      </a:cubicBezTo>
                      <a:cubicBezTo>
                        <a:pt x="151" y="0"/>
                        <a:pt x="151" y="0"/>
                        <a:pt x="151" y="0"/>
                      </a:cubicBezTo>
                    </a:path>
                  </a:pathLst>
                </a:custGeom>
                <a:noFill/>
                <a:ln w="15875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32" name="Freeform 32"/>
                <p:cNvSpPr/>
                <p:nvPr/>
              </p:nvSpPr>
              <p:spPr>
                <a:xfrm>
                  <a:off x="11241088" y="-7431088"/>
                  <a:ext cx="661988" cy="21669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" h="694">
                      <a:moveTo>
                        <a:pt x="32" y="0"/>
                      </a:moveTo>
                      <a:cubicBezTo>
                        <a:pt x="32" y="0"/>
                        <a:pt x="212" y="279"/>
                        <a:pt x="0" y="694"/>
                      </a:cubicBezTo>
                    </a:path>
                  </a:pathLst>
                </a:custGeom>
                <a:noFill/>
                <a:ln w="15875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33" name="Freeform 33"/>
                <p:cNvSpPr/>
                <p:nvPr/>
              </p:nvSpPr>
              <p:spPr>
                <a:xfrm>
                  <a:off x="11075988" y="-7381876"/>
                  <a:ext cx="565150" cy="3222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6" h="203">
                      <a:moveTo>
                        <a:pt x="0" y="203"/>
                      </a:moveTo>
                      <a:lnTo>
                        <a:pt x="179" y="0"/>
                      </a:lnTo>
                      <a:lnTo>
                        <a:pt x="356" y="89"/>
                      </a:lnTo>
                    </a:path>
                  </a:pathLst>
                </a:custGeom>
                <a:noFill/>
                <a:ln w="15875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34" name="Freeform 34"/>
                <p:cNvSpPr/>
                <p:nvPr/>
              </p:nvSpPr>
              <p:spPr>
                <a:xfrm>
                  <a:off x="11088688" y="-7021513"/>
                  <a:ext cx="711200" cy="427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8" h="269">
                      <a:moveTo>
                        <a:pt x="0" y="269"/>
                      </a:moveTo>
                      <a:lnTo>
                        <a:pt x="265" y="0"/>
                      </a:lnTo>
                      <a:lnTo>
                        <a:pt x="448" y="128"/>
                      </a:lnTo>
                    </a:path>
                  </a:pathLst>
                </a:custGeom>
                <a:noFill/>
                <a:ln w="15875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35" name="Freeform 35"/>
                <p:cNvSpPr/>
                <p:nvPr/>
              </p:nvSpPr>
              <p:spPr>
                <a:xfrm>
                  <a:off x="11122025" y="-6516688"/>
                  <a:ext cx="649288" cy="3444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9" h="217">
                      <a:moveTo>
                        <a:pt x="0" y="217"/>
                      </a:moveTo>
                      <a:lnTo>
                        <a:pt x="280" y="0"/>
                      </a:lnTo>
                      <a:lnTo>
                        <a:pt x="409" y="107"/>
                      </a:lnTo>
                    </a:path>
                  </a:pathLst>
                </a:custGeom>
                <a:noFill/>
                <a:ln w="15875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36" name="Freeform 36"/>
                <p:cNvSpPr/>
                <p:nvPr/>
              </p:nvSpPr>
              <p:spPr>
                <a:xfrm>
                  <a:off x="11072813" y="-6072188"/>
                  <a:ext cx="577850" cy="2619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4" h="165">
                      <a:moveTo>
                        <a:pt x="0" y="165"/>
                      </a:moveTo>
                      <a:lnTo>
                        <a:pt x="285" y="0"/>
                      </a:lnTo>
                      <a:lnTo>
                        <a:pt x="364" y="114"/>
                      </a:lnTo>
                    </a:path>
                  </a:pathLst>
                </a:custGeom>
                <a:noFill/>
                <a:ln w="15875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37" name="Freeform 37"/>
                <p:cNvSpPr/>
                <p:nvPr/>
              </p:nvSpPr>
              <p:spPr>
                <a:xfrm>
                  <a:off x="10242550" y="-7418388"/>
                  <a:ext cx="736600" cy="130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6" h="418">
                      <a:moveTo>
                        <a:pt x="200" y="1"/>
                      </a:moveTo>
                      <a:cubicBezTo>
                        <a:pt x="0" y="272"/>
                        <a:pt x="45" y="418"/>
                        <a:pt x="45" y="418"/>
                      </a:cubicBezTo>
                      <a:cubicBezTo>
                        <a:pt x="45" y="418"/>
                        <a:pt x="211" y="349"/>
                        <a:pt x="236" y="0"/>
                      </a:cubicBezTo>
                    </a:path>
                  </a:pathLst>
                </a:custGeom>
                <a:noFill/>
                <a:ln w="15875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38" name="Freeform 38"/>
                <p:cNvSpPr/>
                <p:nvPr/>
              </p:nvSpPr>
              <p:spPr>
                <a:xfrm>
                  <a:off x="10382250" y="-7424738"/>
                  <a:ext cx="544513" cy="131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" h="420">
                      <a:moveTo>
                        <a:pt x="174" y="0"/>
                      </a:moveTo>
                      <a:cubicBezTo>
                        <a:pt x="174" y="0"/>
                        <a:pt x="44" y="365"/>
                        <a:pt x="0" y="420"/>
                      </a:cubicBezTo>
                    </a:path>
                  </a:pathLst>
                </a:custGeom>
                <a:noFill/>
                <a:ln w="15875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39" name="Freeform 39"/>
                <p:cNvSpPr/>
                <p:nvPr/>
              </p:nvSpPr>
              <p:spPr>
                <a:xfrm>
                  <a:off x="10183813" y="-7434263"/>
                  <a:ext cx="569913" cy="4683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3" h="150">
                      <a:moveTo>
                        <a:pt x="98" y="3"/>
                      </a:moveTo>
                      <a:cubicBezTo>
                        <a:pt x="98" y="3"/>
                        <a:pt x="0" y="100"/>
                        <a:pt x="34" y="150"/>
                      </a:cubicBezTo>
                      <a:cubicBezTo>
                        <a:pt x="34" y="150"/>
                        <a:pt x="12" y="114"/>
                        <a:pt x="116" y="71"/>
                      </a:cubicBezTo>
                      <a:cubicBezTo>
                        <a:pt x="116" y="71"/>
                        <a:pt x="177" y="50"/>
                        <a:pt x="183" y="0"/>
                      </a:cubicBezTo>
                    </a:path>
                  </a:pathLst>
                </a:custGeom>
                <a:noFill/>
                <a:ln w="15875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40" name="Freeform 40"/>
                <p:cNvSpPr/>
                <p:nvPr/>
              </p:nvSpPr>
              <p:spPr>
                <a:xfrm>
                  <a:off x="10277475" y="-7431088"/>
                  <a:ext cx="358775" cy="41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" h="134">
                      <a:moveTo>
                        <a:pt x="0" y="134"/>
                      </a:moveTo>
                      <a:cubicBezTo>
                        <a:pt x="0" y="134"/>
                        <a:pt x="7" y="70"/>
                        <a:pt x="115" y="0"/>
                      </a:cubicBezTo>
                    </a:path>
                  </a:pathLst>
                </a:custGeom>
                <a:noFill/>
                <a:ln w="15875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</p:grpSp>
        </p:grpSp>
        <p:sp>
          <p:nvSpPr>
            <p:cNvPr id="41" name="Freeform 41"/>
            <p:cNvSpPr/>
            <p:nvPr/>
          </p:nvSpPr>
          <p:spPr>
            <a:xfrm rot="19291168">
              <a:off x="831296" y="743172"/>
              <a:ext cx="1551629" cy="1661226"/>
            </a:xfrm>
            <a:custGeom>
              <a:avLst/>
              <a:gdLst/>
              <a:ahLst/>
              <a:cxnLst/>
              <a:rect l="l" t="t" r="r" b="b"/>
              <a:pathLst>
                <a:path w="1551629" h="1661226">
                  <a:moveTo>
                    <a:pt x="1551629" y="255764"/>
                  </a:moveTo>
                  <a:cubicBezTo>
                    <a:pt x="1551629" y="839413"/>
                    <a:pt x="1003442" y="1702333"/>
                    <a:pt x="750082" y="1659706"/>
                  </a:cubicBezTo>
                  <a:cubicBezTo>
                    <a:pt x="496722" y="1617079"/>
                    <a:pt x="-149305" y="811068"/>
                    <a:pt x="31467" y="0"/>
                  </a:cubicBezTo>
                </a:path>
              </a:pathLst>
            </a:custGeom>
            <a:noFill/>
            <a:ln w="12700" cap="flat" cmpd="sng">
              <a:solidFill>
                <a:srgbClr val="FFFFFF"/>
              </a:solidFill>
              <a:prstDash val="solid"/>
            </a:ln>
          </p:spPr>
          <p:txBody>
            <a:bodyPr vert="horz" lIns="91440" tIns="45720" rIns="91440" bIns="45720" anchor="ctr">
              <a:normAutofit/>
            </a:bodyPr>
            <a:p>
              <a:pPr marL="0" algn="ctr"/>
            </a:p>
          </p:txBody>
        </p:sp>
      </p:grpSp>
      <p:sp>
        <p:nvSpPr>
          <p:cNvPr id="44" name="AutoShape 44"/>
          <p:cNvSpPr/>
          <p:nvPr>
            <p:ph type="sldNum" sz="quarter" idx="12"/>
          </p:nvPr>
        </p:nvSpPr>
        <p:spPr>
          <a:xfrm>
            <a:off x="7861300" y="6409690"/>
            <a:ext cx="3657600" cy="274320"/>
          </a:xfrm>
        </p:spPr>
        <p:txBody>
          <a:bodyPr vert="horz" lIns="91440" tIns="45720" rIns="91440" bIns="45720" anchor="ctr">
            <a:normAutofit/>
          </a:bodyPr>
          <a:p>
            <a:pPr marL="0" algn="r"/>
            <a:fld id="{3386411A-70EE-422D-B97C-F56BEE3FF077}" type="slidenum">
              <a:rPr lang="en-US" sz="1200" b="0" i="0" u="none" baseline="0">
                <a:solidFill>
                  <a:srgbClr val="2F2F2F">
                    <a:tint val="75000"/>
                  </a:srgbClr>
                </a:solidFill>
                <a:latin typeface="Arial" panose="020B0604020202020204"/>
                <a:ea typeface="Arial" panose="020B0604020202020204"/>
              </a:rPr>
            </a:fld>
            <a:endParaRPr lang="en-US" sz="1200" b="0" i="0" u="none" baseline="0">
              <a:solidFill>
                <a:srgbClr val="2F2F2F">
                  <a:tint val="75000"/>
                </a:srgbClr>
              </a:solidFill>
              <a:latin typeface="Arial" panose="020B0604020202020204"/>
              <a:ea typeface="Arial" panose="020B0604020202020204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>
            <p:ph type="dt" sz="half" idx="10"/>
          </p:nvPr>
        </p:nvSpPr>
        <p:spPr>
          <a:xfrm>
            <a:off x="4718050" y="6409690"/>
            <a:ext cx="2743200" cy="274320"/>
          </a:xfrm>
        </p:spPr>
        <p:txBody>
          <a:bodyPr vert="horz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4" name="AutoShape 4"/>
          <p:cNvSpPr/>
          <p:nvPr>
            <p:ph type="ftr" sz="quarter" idx="11"/>
          </p:nvPr>
        </p:nvSpPr>
        <p:spPr>
          <a:xfrm>
            <a:off x="660399" y="6409690"/>
            <a:ext cx="3657600" cy="274320"/>
          </a:xfrm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5" name="AutoShape 5"/>
          <p:cNvSpPr/>
          <p:nvPr>
            <p:ph type="sldNum" sz="quarter" idx="12"/>
          </p:nvPr>
        </p:nvSpPr>
        <p:spPr>
          <a:xfrm>
            <a:off x="7861300" y="6409690"/>
            <a:ext cx="3657600" cy="274320"/>
          </a:xfrm>
        </p:spPr>
        <p:txBody>
          <a:bodyPr vert="horz" lIns="91440" tIns="45720" rIns="91440" bIns="45720" anchor="ctr">
            <a:normAutofit/>
          </a:bodyPr>
          <a:p>
            <a:pPr marL="0" algn="r"/>
            <a:fld id="{3386411A-70EE-422D-B97C-F56BEE3FF077}" type="slidenum">
              <a:rPr lang="en-US" sz="1200" b="0" i="0" u="none" baseline="0">
                <a:solidFill>
                  <a:srgbClr val="2F2F2F">
                    <a:tint val="75000"/>
                  </a:srgbClr>
                </a:solidFill>
                <a:latin typeface="Arial" panose="020B0604020202020204"/>
                <a:ea typeface="Arial" panose="020B0604020202020204"/>
              </a:rPr>
            </a:fld>
            <a:endParaRPr lang="en-US" sz="1200" b="0" i="0" u="none" baseline="0">
              <a:solidFill>
                <a:srgbClr val="2F2F2F">
                  <a:tint val="75000"/>
                </a:srgbClr>
              </a:solidFill>
              <a:latin typeface="Arial" panose="020B0604020202020204"/>
              <a:ea typeface="Arial" panose="020B0604020202020204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losing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3243263" cy="2366962"/>
              <a:chOff x="266700" y="284162"/>
              <a:chExt cx="3243263" cy="2366962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266700" y="284162"/>
                <a:ext cx="3243263" cy="1692275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542">
                    <a:moveTo>
                      <a:pt x="634" y="438"/>
                    </a:moveTo>
                    <a:cubicBezTo>
                      <a:pt x="505" y="392"/>
                      <a:pt x="505" y="392"/>
                      <a:pt x="505" y="392"/>
                    </a:cubicBezTo>
                    <a:cubicBezTo>
                      <a:pt x="457" y="375"/>
                      <a:pt x="403" y="388"/>
                      <a:pt x="369" y="425"/>
                    </a:cubicBezTo>
                    <a:cubicBezTo>
                      <a:pt x="317" y="463"/>
                      <a:pt x="317" y="463"/>
                      <a:pt x="317" y="463"/>
                    </a:cubicBezTo>
                    <a:cubicBezTo>
                      <a:pt x="246" y="514"/>
                      <a:pt x="161" y="541"/>
                      <a:pt x="74" y="542"/>
                    </a:cubicBezTo>
                    <a:cubicBezTo>
                      <a:pt x="0" y="542"/>
                      <a:pt x="0" y="542"/>
                      <a:pt x="0" y="542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039" y="0"/>
                      <a:pt x="1039" y="0"/>
                      <a:pt x="1039" y="0"/>
                    </a:cubicBezTo>
                    <a:cubicBezTo>
                      <a:pt x="1039" y="132"/>
                      <a:pt x="1039" y="132"/>
                      <a:pt x="1039" y="132"/>
                    </a:cubicBezTo>
                    <a:cubicBezTo>
                      <a:pt x="1039" y="343"/>
                      <a:pt x="837" y="496"/>
                      <a:pt x="634" y="438"/>
                    </a:cubicBezTo>
                    <a:close/>
                  </a:path>
                </a:pathLst>
              </a:custGeom>
              <a:solidFill>
                <a:schemeClr val="accent2"/>
              </a:solidFill>
            </p:spPr>
            <p:txBody>
              <a:bodyPr vert="horz" wrap="square" lIns="91440" tIns="45720" rIns="91440" bIns="45720" anchor="t">
                <a:normAutofit/>
              </a:bodyPr>
              <a:p>
                <a:pPr marL="0" algn="l"/>
              </a:p>
            </p:txBody>
          </p:sp>
          <p:sp>
            <p:nvSpPr>
              <p:cNvPr id="5" name="Freeform 5"/>
              <p:cNvSpPr/>
              <p:nvPr/>
            </p:nvSpPr>
            <p:spPr>
              <a:xfrm>
                <a:off x="935038" y="1704974"/>
                <a:ext cx="1425575" cy="946150"/>
              </a:xfrm>
              <a:custGeom>
                <a:avLst/>
                <a:gdLst/>
                <a:ahLst/>
                <a:cxnLst/>
                <a:rect l="l" t="t" r="r" b="b"/>
                <a:pathLst>
                  <a:path w="457" h="303">
                    <a:moveTo>
                      <a:pt x="60" y="106"/>
                    </a:moveTo>
                    <a:cubicBezTo>
                      <a:pt x="60" y="106"/>
                      <a:pt x="60" y="106"/>
                      <a:pt x="60" y="106"/>
                    </a:cubicBezTo>
                    <a:cubicBezTo>
                      <a:pt x="99" y="59"/>
                      <a:pt x="154" y="27"/>
                      <a:pt x="214" y="17"/>
                    </a:cubicBezTo>
                    <a:cubicBezTo>
                      <a:pt x="262" y="10"/>
                      <a:pt x="262" y="10"/>
                      <a:pt x="262" y="10"/>
                    </a:cubicBezTo>
                    <a:cubicBezTo>
                      <a:pt x="326" y="0"/>
                      <a:pt x="390" y="27"/>
                      <a:pt x="426" y="80"/>
                    </a:cubicBezTo>
                    <a:cubicBezTo>
                      <a:pt x="431" y="87"/>
                      <a:pt x="431" y="87"/>
                      <a:pt x="431" y="87"/>
                    </a:cubicBezTo>
                    <a:cubicBezTo>
                      <a:pt x="457" y="127"/>
                      <a:pt x="452" y="180"/>
                      <a:pt x="418" y="214"/>
                    </a:cubicBezTo>
                    <a:cubicBezTo>
                      <a:pt x="418" y="214"/>
                      <a:pt x="418" y="214"/>
                      <a:pt x="418" y="214"/>
                    </a:cubicBezTo>
                    <a:cubicBezTo>
                      <a:pt x="359" y="272"/>
                      <a:pt x="277" y="303"/>
                      <a:pt x="194" y="298"/>
                    </a:cubicBezTo>
                    <a:cubicBezTo>
                      <a:pt x="142" y="295"/>
                      <a:pt x="142" y="295"/>
                      <a:pt x="142" y="295"/>
                    </a:cubicBezTo>
                    <a:cubicBezTo>
                      <a:pt x="48" y="289"/>
                      <a:pt x="0" y="179"/>
                      <a:pt x="60" y="106"/>
                    </a:cubicBezTo>
                    <a:close/>
                  </a:path>
                </a:pathLst>
              </a:custGeom>
              <a:solidFill>
                <a:schemeClr val="accent2"/>
              </a:solidFill>
            </p:spPr>
            <p:txBody>
              <a:bodyPr vert="horz" wrap="square" lIns="91440" tIns="45720" rIns="91440" bIns="45720" anchor="t">
                <a:normAutofit/>
              </a:bodyPr>
              <a:p>
                <a:pPr marL="0" algn="l"/>
              </a:p>
            </p:txBody>
          </p:sp>
          <p:grpSp>
            <p:nvGrpSpPr>
              <p:cNvPr id="6" name="Group 6"/>
              <p:cNvGrpSpPr/>
              <p:nvPr/>
            </p:nvGrpSpPr>
            <p:grpSpPr>
              <a:xfrm>
                <a:off x="741363" y="555624"/>
                <a:ext cx="1738312" cy="1973263"/>
                <a:chOff x="741363" y="555624"/>
                <a:chExt cx="1738312" cy="1973263"/>
              </a:xfrm>
            </p:grpSpPr>
            <p:sp>
              <p:nvSpPr>
                <p:cNvPr id="7" name="Freeform 7"/>
                <p:cNvSpPr/>
                <p:nvPr/>
              </p:nvSpPr>
              <p:spPr>
                <a:xfrm>
                  <a:off x="741363" y="555624"/>
                  <a:ext cx="1628775" cy="19732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2" h="632">
                      <a:moveTo>
                        <a:pt x="0" y="0"/>
                      </a:moveTo>
                      <a:cubicBezTo>
                        <a:pt x="0" y="0"/>
                        <a:pt x="215" y="177"/>
                        <a:pt x="282" y="359"/>
                      </a:cubicBezTo>
                      <a:cubicBezTo>
                        <a:pt x="282" y="359"/>
                        <a:pt x="388" y="553"/>
                        <a:pt x="522" y="632"/>
                      </a:cubicBezTo>
                    </a:path>
                  </a:pathLst>
                </a:custGeom>
                <a:noFill/>
                <a:ln w="12700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8" name="Freeform 8"/>
                <p:cNvSpPr/>
                <p:nvPr/>
              </p:nvSpPr>
              <p:spPr>
                <a:xfrm>
                  <a:off x="751743" y="696045"/>
                  <a:ext cx="1377134" cy="9748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70" h="10167">
                      <a:moveTo>
                        <a:pt x="143" y="10167"/>
                      </a:moveTo>
                      <a:cubicBezTo>
                        <a:pt x="143" y="10167"/>
                        <a:pt x="-946" y="4718"/>
                        <a:pt x="2866" y="2666"/>
                      </a:cubicBezTo>
                      <a:cubicBezTo>
                        <a:pt x="2866" y="2666"/>
                        <a:pt x="5565" y="-3162"/>
                        <a:pt x="10070" y="2413"/>
                      </a:cubicBezTo>
                    </a:path>
                  </a:pathLst>
                </a:custGeom>
                <a:noFill/>
                <a:ln w="12700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9" name="Freeform 9"/>
                <p:cNvSpPr/>
                <p:nvPr/>
              </p:nvSpPr>
              <p:spPr>
                <a:xfrm>
                  <a:off x="1228725" y="1701799"/>
                  <a:ext cx="404813" cy="4968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0" h="159">
                      <a:moveTo>
                        <a:pt x="0" y="159"/>
                      </a:moveTo>
                      <a:cubicBezTo>
                        <a:pt x="0" y="159"/>
                        <a:pt x="27" y="34"/>
                        <a:pt x="130" y="0"/>
                      </a:cubicBezTo>
                    </a:path>
                  </a:pathLst>
                </a:custGeom>
                <a:noFill/>
                <a:ln w="12700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10" name="Freeform 10"/>
                <p:cNvSpPr/>
                <p:nvPr/>
              </p:nvSpPr>
              <p:spPr>
                <a:xfrm>
                  <a:off x="1574800" y="1401762"/>
                  <a:ext cx="827088" cy="587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5" h="188">
                      <a:moveTo>
                        <a:pt x="0" y="57"/>
                      </a:moveTo>
                      <a:cubicBezTo>
                        <a:pt x="0" y="57"/>
                        <a:pt x="144" y="0"/>
                        <a:pt x="265" y="188"/>
                      </a:cubicBezTo>
                    </a:path>
                  </a:pathLst>
                </a:custGeom>
                <a:noFill/>
                <a:ln w="12700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11" name="Freeform 11"/>
                <p:cNvSpPr/>
                <p:nvPr/>
              </p:nvSpPr>
              <p:spPr>
                <a:xfrm>
                  <a:off x="1731559" y="1959342"/>
                  <a:ext cx="748116" cy="5450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10" h="8859">
                      <a:moveTo>
                        <a:pt x="2034" y="8859"/>
                      </a:moveTo>
                      <a:cubicBezTo>
                        <a:pt x="2034" y="8859"/>
                        <a:pt x="-1790" y="2692"/>
                        <a:pt x="1050" y="149"/>
                      </a:cubicBezTo>
                      <a:cubicBezTo>
                        <a:pt x="1050" y="149"/>
                        <a:pt x="4552" y="-1296"/>
                        <a:pt x="8210" y="4831"/>
                      </a:cubicBezTo>
                    </a:path>
                  </a:pathLst>
                </a:custGeom>
                <a:noFill/>
                <a:ln w="12700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12" name="Freeform 12"/>
                <p:cNvSpPr/>
                <p:nvPr/>
              </p:nvSpPr>
              <p:spPr>
                <a:xfrm>
                  <a:off x="1377950" y="801687"/>
                  <a:ext cx="930275" cy="6746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8" h="216">
                      <a:moveTo>
                        <a:pt x="0" y="139"/>
                      </a:moveTo>
                      <a:cubicBezTo>
                        <a:pt x="0" y="139"/>
                        <a:pt x="136" y="0"/>
                        <a:pt x="298" y="216"/>
                      </a:cubicBezTo>
                    </a:path>
                  </a:pathLst>
                </a:custGeom>
                <a:noFill/>
                <a:ln w="12700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13" name="Freeform 13"/>
                <p:cNvSpPr/>
                <p:nvPr/>
              </p:nvSpPr>
              <p:spPr>
                <a:xfrm>
                  <a:off x="1119188" y="1660524"/>
                  <a:ext cx="255588" cy="2873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" h="92">
                      <a:moveTo>
                        <a:pt x="64" y="64"/>
                      </a:moveTo>
                      <a:cubicBezTo>
                        <a:pt x="48" y="84"/>
                        <a:pt x="25" y="92"/>
                        <a:pt x="13" y="82"/>
                      </a:cubicBezTo>
                      <a:cubicBezTo>
                        <a:pt x="0" y="72"/>
                        <a:pt x="3" y="48"/>
                        <a:pt x="18" y="28"/>
                      </a:cubicBezTo>
                      <a:cubicBezTo>
                        <a:pt x="34" y="8"/>
                        <a:pt x="57" y="0"/>
                        <a:pt x="69" y="9"/>
                      </a:cubicBezTo>
                      <a:cubicBezTo>
                        <a:pt x="82" y="19"/>
                        <a:pt x="80" y="43"/>
                        <a:pt x="64" y="64"/>
                      </a:cubicBezTo>
                      <a:close/>
                    </a:path>
                  </a:pathLst>
                </a:custGeom>
                <a:noFill/>
                <a:ln w="12700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14" name="Freeform 14"/>
                <p:cNvSpPr/>
                <p:nvPr/>
              </p:nvSpPr>
              <p:spPr>
                <a:xfrm>
                  <a:off x="1533525" y="1176337"/>
                  <a:ext cx="374650" cy="244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" h="78">
                      <a:moveTo>
                        <a:pt x="56" y="74"/>
                      </a:moveTo>
                      <a:cubicBezTo>
                        <a:pt x="24" y="71"/>
                        <a:pt x="0" y="52"/>
                        <a:pt x="2" y="32"/>
                      </a:cubicBezTo>
                      <a:cubicBezTo>
                        <a:pt x="5" y="13"/>
                        <a:pt x="32" y="0"/>
                        <a:pt x="64" y="4"/>
                      </a:cubicBezTo>
                      <a:cubicBezTo>
                        <a:pt x="96" y="8"/>
                        <a:pt x="120" y="27"/>
                        <a:pt x="118" y="46"/>
                      </a:cubicBezTo>
                      <a:cubicBezTo>
                        <a:pt x="116" y="66"/>
                        <a:pt x="88" y="78"/>
                        <a:pt x="56" y="74"/>
                      </a:cubicBezTo>
                      <a:close/>
                    </a:path>
                  </a:pathLst>
                </a:custGeom>
                <a:noFill/>
                <a:ln w="15875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</p:grpSp>
        </p:grpSp>
        <p:grpSp>
          <p:nvGrpSpPr>
            <p:cNvPr id="15" name="Group 15"/>
            <p:cNvGrpSpPr/>
            <p:nvPr/>
          </p:nvGrpSpPr>
          <p:grpSpPr>
            <a:xfrm>
              <a:off x="0" y="3749675"/>
              <a:ext cx="2546350" cy="3108325"/>
              <a:chOff x="266700" y="3913187"/>
              <a:chExt cx="2546350" cy="3108325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266700" y="4459287"/>
                <a:ext cx="2546350" cy="2562225"/>
              </a:xfrm>
              <a:custGeom>
                <a:avLst/>
                <a:gdLst/>
                <a:ahLst/>
                <a:cxnLst/>
                <a:rect l="l" t="t" r="r" b="b"/>
                <a:pathLst>
                  <a:path w="816" h="820">
                    <a:moveTo>
                      <a:pt x="816" y="820"/>
                    </a:moveTo>
                    <a:cubicBezTo>
                      <a:pt x="0" y="820"/>
                      <a:pt x="0" y="820"/>
                      <a:pt x="0" y="82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2" y="21"/>
                      <a:pt x="62" y="21"/>
                      <a:pt x="62" y="21"/>
                    </a:cubicBezTo>
                    <a:cubicBezTo>
                      <a:pt x="116" y="40"/>
                      <a:pt x="160" y="79"/>
                      <a:pt x="183" y="131"/>
                    </a:cubicBezTo>
                    <a:cubicBezTo>
                      <a:pt x="290" y="362"/>
                      <a:pt x="290" y="362"/>
                      <a:pt x="290" y="362"/>
                    </a:cubicBezTo>
                    <a:cubicBezTo>
                      <a:pt x="340" y="470"/>
                      <a:pt x="440" y="547"/>
                      <a:pt x="557" y="567"/>
                    </a:cubicBezTo>
                    <a:cubicBezTo>
                      <a:pt x="595" y="574"/>
                      <a:pt x="595" y="574"/>
                      <a:pt x="595" y="574"/>
                    </a:cubicBezTo>
                    <a:cubicBezTo>
                      <a:pt x="715" y="568"/>
                      <a:pt x="816" y="664"/>
                      <a:pt x="816" y="785"/>
                    </a:cubicBezTo>
                    <a:lnTo>
                      <a:pt x="816" y="820"/>
                    </a:lnTo>
                    <a:close/>
                  </a:path>
                </a:pathLst>
              </a:custGeom>
              <a:solidFill>
                <a:schemeClr val="accent1"/>
              </a:solidFill>
            </p:spPr>
            <p:txBody>
              <a:bodyPr vert="horz" wrap="square" lIns="91440" tIns="45720" rIns="91440" bIns="45720" anchor="t">
                <a:normAutofit/>
              </a:bodyPr>
              <a:p>
                <a:pPr marL="0" algn="l"/>
              </a:p>
            </p:txBody>
          </p:sp>
          <p:sp>
            <p:nvSpPr>
              <p:cNvPr id="17" name="Freeform 17"/>
              <p:cNvSpPr/>
              <p:nvPr/>
            </p:nvSpPr>
            <p:spPr>
              <a:xfrm>
                <a:off x="266700" y="3913187"/>
                <a:ext cx="2403475" cy="3108325"/>
              </a:xfrm>
              <a:custGeom>
                <a:avLst/>
                <a:gdLst/>
                <a:ahLst/>
                <a:cxnLst/>
                <a:rect l="l" t="t" r="r" b="b"/>
                <a:pathLst>
                  <a:path w="770" h="995">
                    <a:moveTo>
                      <a:pt x="0" y="0"/>
                    </a:moveTo>
                    <a:cubicBezTo>
                      <a:pt x="13" y="3"/>
                      <a:pt x="13" y="3"/>
                      <a:pt x="13" y="3"/>
                    </a:cubicBezTo>
                    <a:cubicBezTo>
                      <a:pt x="121" y="34"/>
                      <a:pt x="194" y="135"/>
                      <a:pt x="189" y="248"/>
                    </a:cubicBezTo>
                    <a:cubicBezTo>
                      <a:pt x="189" y="248"/>
                      <a:pt x="189" y="248"/>
                      <a:pt x="189" y="248"/>
                    </a:cubicBezTo>
                    <a:cubicBezTo>
                      <a:pt x="183" y="382"/>
                      <a:pt x="273" y="501"/>
                      <a:pt x="403" y="533"/>
                    </a:cubicBezTo>
                    <a:cubicBezTo>
                      <a:pt x="583" y="576"/>
                      <a:pt x="583" y="576"/>
                      <a:pt x="583" y="576"/>
                    </a:cubicBezTo>
                    <a:cubicBezTo>
                      <a:pt x="659" y="594"/>
                      <a:pt x="695" y="682"/>
                      <a:pt x="654" y="749"/>
                    </a:cubicBezTo>
                    <a:cubicBezTo>
                      <a:pt x="648" y="759"/>
                      <a:pt x="648" y="759"/>
                      <a:pt x="648" y="759"/>
                    </a:cubicBezTo>
                    <a:cubicBezTo>
                      <a:pt x="633" y="772"/>
                      <a:pt x="610" y="761"/>
                      <a:pt x="612" y="741"/>
                    </a:cubicBezTo>
                    <a:cubicBezTo>
                      <a:pt x="612" y="741"/>
                      <a:pt x="612" y="741"/>
                      <a:pt x="612" y="741"/>
                    </a:cubicBezTo>
                    <a:cubicBezTo>
                      <a:pt x="614" y="727"/>
                      <a:pt x="628" y="719"/>
                      <a:pt x="641" y="724"/>
                    </a:cubicBezTo>
                    <a:cubicBezTo>
                      <a:pt x="659" y="731"/>
                      <a:pt x="659" y="731"/>
                      <a:pt x="659" y="731"/>
                    </a:cubicBezTo>
                    <a:cubicBezTo>
                      <a:pt x="705" y="750"/>
                      <a:pt x="739" y="789"/>
                      <a:pt x="752" y="837"/>
                    </a:cubicBezTo>
                    <a:cubicBezTo>
                      <a:pt x="762" y="875"/>
                      <a:pt x="770" y="927"/>
                      <a:pt x="770" y="995"/>
                    </a:cubicBezTo>
                  </a:path>
                </a:pathLst>
              </a:custGeom>
              <a:noFill/>
              <a:ln w="12700" cap="flat">
                <a:solidFill>
                  <a:schemeClr val="accent3"/>
                </a:solidFill>
                <a:prstDash val="solid"/>
              </a:ln>
            </p:spPr>
            <p:txBody>
              <a:bodyPr vert="horz" wrap="square" lIns="91440" tIns="45720" rIns="91440" bIns="45720" anchor="t">
                <a:normAutofit/>
              </a:bodyPr>
              <a:p>
                <a:pPr marL="0" algn="l"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7062788" y="4767580"/>
              <a:ext cx="5129212" cy="2090420"/>
              <a:chOff x="7062788" y="4767580"/>
              <a:chExt cx="5129212" cy="209042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7810500" y="5976937"/>
                <a:ext cx="4381500" cy="881063"/>
              </a:xfrm>
              <a:custGeom>
                <a:avLst/>
                <a:gdLst/>
                <a:ahLst/>
                <a:cxnLst/>
                <a:rect l="l" t="t" r="r" b="b"/>
                <a:pathLst>
                  <a:path w="1404" h="282">
                    <a:moveTo>
                      <a:pt x="1404" y="282"/>
                    </a:moveTo>
                    <a:cubicBezTo>
                      <a:pt x="0" y="282"/>
                      <a:pt x="0" y="282"/>
                      <a:pt x="0" y="282"/>
                    </a:cubicBezTo>
                    <a:cubicBezTo>
                      <a:pt x="43" y="258"/>
                      <a:pt x="43" y="258"/>
                      <a:pt x="43" y="258"/>
                    </a:cubicBezTo>
                    <a:cubicBezTo>
                      <a:pt x="143" y="201"/>
                      <a:pt x="256" y="170"/>
                      <a:pt x="371" y="169"/>
                    </a:cubicBezTo>
                    <a:cubicBezTo>
                      <a:pt x="570" y="165"/>
                      <a:pt x="570" y="165"/>
                      <a:pt x="570" y="165"/>
                    </a:cubicBezTo>
                    <a:cubicBezTo>
                      <a:pt x="648" y="164"/>
                      <a:pt x="726" y="149"/>
                      <a:pt x="799" y="121"/>
                    </a:cubicBezTo>
                    <a:cubicBezTo>
                      <a:pt x="950" y="64"/>
                      <a:pt x="950" y="64"/>
                      <a:pt x="950" y="64"/>
                    </a:cubicBezTo>
                    <a:cubicBezTo>
                      <a:pt x="1057" y="23"/>
                      <a:pt x="1171" y="2"/>
                      <a:pt x="1286" y="1"/>
                    </a:cubicBezTo>
                    <a:cubicBezTo>
                      <a:pt x="1404" y="0"/>
                      <a:pt x="1404" y="0"/>
                      <a:pt x="1404" y="0"/>
                    </a:cubicBezTo>
                    <a:lnTo>
                      <a:pt x="1404" y="282"/>
                    </a:lnTo>
                    <a:close/>
                  </a:path>
                </a:pathLst>
              </a:custGeom>
              <a:solidFill>
                <a:schemeClr val="accent3"/>
              </a:solidFill>
            </p:spPr>
            <p:txBody>
              <a:bodyPr vert="horz" wrap="square" lIns="91440" tIns="45720" rIns="91440" bIns="45720" anchor="t">
                <a:normAutofit/>
              </a:bodyPr>
              <a:p>
                <a:pPr marL="0" algn="l"/>
              </a:p>
            </p:txBody>
          </p:sp>
          <p:sp>
            <p:nvSpPr>
              <p:cNvPr id="20" name="Freeform 20"/>
              <p:cNvSpPr/>
              <p:nvPr/>
            </p:nvSpPr>
            <p:spPr>
              <a:xfrm>
                <a:off x="8685213" y="4767580"/>
                <a:ext cx="2200275" cy="1652588"/>
              </a:xfrm>
              <a:custGeom>
                <a:avLst/>
                <a:gdLst/>
                <a:ahLst/>
                <a:cxnLst/>
                <a:rect l="l" t="t" r="r" b="b"/>
                <a:pathLst>
                  <a:path w="705" h="529">
                    <a:moveTo>
                      <a:pt x="668" y="162"/>
                    </a:moveTo>
                    <a:cubicBezTo>
                      <a:pt x="705" y="277"/>
                      <a:pt x="594" y="416"/>
                      <a:pt x="420" y="472"/>
                    </a:cubicBezTo>
                    <a:cubicBezTo>
                      <a:pt x="245" y="529"/>
                      <a:pt x="74" y="482"/>
                      <a:pt x="37" y="367"/>
                    </a:cubicBezTo>
                    <a:cubicBezTo>
                      <a:pt x="0" y="252"/>
                      <a:pt x="111" y="114"/>
                      <a:pt x="285" y="57"/>
                    </a:cubicBezTo>
                    <a:cubicBezTo>
                      <a:pt x="460" y="0"/>
                      <a:pt x="631" y="48"/>
                      <a:pt x="668" y="162"/>
                    </a:cubicBezTo>
                    <a:close/>
                  </a:path>
                </a:pathLst>
              </a:custGeom>
              <a:solidFill>
                <a:schemeClr val="accent2"/>
              </a:solidFill>
            </p:spPr>
            <p:txBody>
              <a:bodyPr vert="horz" wrap="square" lIns="91440" tIns="45720" rIns="91440" bIns="45720" anchor="t">
                <a:normAutofit/>
              </a:bodyPr>
              <a:p>
                <a:pPr marL="0" algn="l"/>
              </a:p>
            </p:txBody>
          </p:sp>
          <p:grpSp>
            <p:nvGrpSpPr>
              <p:cNvPr id="21" name="Group 21"/>
              <p:cNvGrpSpPr/>
              <p:nvPr/>
            </p:nvGrpSpPr>
            <p:grpSpPr>
              <a:xfrm>
                <a:off x="7062788" y="5175250"/>
                <a:ext cx="1754188" cy="1682750"/>
                <a:chOff x="7143750" y="-2366963"/>
                <a:chExt cx="1754188" cy="1682750"/>
              </a:xfrm>
            </p:grpSpPr>
            <p:sp>
              <p:nvSpPr>
                <p:cNvPr id="22" name="Freeform 22"/>
                <p:cNvSpPr/>
                <p:nvPr/>
              </p:nvSpPr>
              <p:spPr>
                <a:xfrm>
                  <a:off x="7143750" y="-2366963"/>
                  <a:ext cx="1754188" cy="1682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2" h="539">
                      <a:moveTo>
                        <a:pt x="2" y="537"/>
                      </a:moveTo>
                      <a:cubicBezTo>
                        <a:pt x="1" y="482"/>
                        <a:pt x="1" y="482"/>
                        <a:pt x="1" y="482"/>
                      </a:cubicBezTo>
                      <a:cubicBezTo>
                        <a:pt x="0" y="468"/>
                        <a:pt x="7" y="455"/>
                        <a:pt x="18" y="447"/>
                      </a:cubicBezTo>
                      <a:cubicBezTo>
                        <a:pt x="18" y="447"/>
                        <a:pt x="18" y="447"/>
                        <a:pt x="18" y="447"/>
                      </a:cubicBezTo>
                      <a:cubicBezTo>
                        <a:pt x="28" y="439"/>
                        <a:pt x="34" y="428"/>
                        <a:pt x="35" y="415"/>
                      </a:cubicBezTo>
                      <a:cubicBezTo>
                        <a:pt x="40" y="349"/>
                        <a:pt x="40" y="349"/>
                        <a:pt x="40" y="349"/>
                      </a:cubicBezTo>
                      <a:cubicBezTo>
                        <a:pt x="42" y="313"/>
                        <a:pt x="64" y="281"/>
                        <a:pt x="97" y="266"/>
                      </a:cubicBezTo>
                      <a:cubicBezTo>
                        <a:pt x="97" y="266"/>
                        <a:pt x="97" y="266"/>
                        <a:pt x="97" y="266"/>
                      </a:cubicBezTo>
                      <a:cubicBezTo>
                        <a:pt x="119" y="255"/>
                        <a:pt x="137" y="236"/>
                        <a:pt x="146" y="213"/>
                      </a:cubicBezTo>
                      <a:cubicBezTo>
                        <a:pt x="159" y="182"/>
                        <a:pt x="159" y="182"/>
                        <a:pt x="159" y="182"/>
                      </a:cubicBezTo>
                      <a:cubicBezTo>
                        <a:pt x="177" y="139"/>
                        <a:pt x="218" y="110"/>
                        <a:pt x="265" y="108"/>
                      </a:cubicBezTo>
                      <a:cubicBezTo>
                        <a:pt x="265" y="108"/>
                        <a:pt x="265" y="108"/>
                        <a:pt x="265" y="108"/>
                      </a:cubicBezTo>
                      <a:cubicBezTo>
                        <a:pt x="281" y="108"/>
                        <a:pt x="297" y="102"/>
                        <a:pt x="310" y="91"/>
                      </a:cubicBezTo>
                      <a:cubicBezTo>
                        <a:pt x="347" y="61"/>
                        <a:pt x="439" y="0"/>
                        <a:pt x="562" y="26"/>
                      </a:cubicBezTo>
                      <a:cubicBezTo>
                        <a:pt x="562" y="26"/>
                        <a:pt x="495" y="39"/>
                        <a:pt x="493" y="116"/>
                      </a:cubicBezTo>
                      <a:cubicBezTo>
                        <a:pt x="492" y="123"/>
                        <a:pt x="492" y="131"/>
                        <a:pt x="491" y="139"/>
                      </a:cubicBezTo>
                      <a:cubicBezTo>
                        <a:pt x="487" y="165"/>
                        <a:pt x="487" y="165"/>
                        <a:pt x="487" y="165"/>
                      </a:cubicBezTo>
                      <a:cubicBezTo>
                        <a:pt x="480" y="210"/>
                        <a:pt x="454" y="251"/>
                        <a:pt x="415" y="276"/>
                      </a:cubicBezTo>
                      <a:cubicBezTo>
                        <a:pt x="356" y="315"/>
                        <a:pt x="356" y="315"/>
                        <a:pt x="356" y="315"/>
                      </a:cubicBezTo>
                      <a:cubicBezTo>
                        <a:pt x="325" y="336"/>
                        <a:pt x="302" y="368"/>
                        <a:pt x="293" y="404"/>
                      </a:cubicBezTo>
                      <a:cubicBezTo>
                        <a:pt x="283" y="447"/>
                        <a:pt x="283" y="447"/>
                        <a:pt x="283" y="447"/>
                      </a:cubicBezTo>
                      <a:cubicBezTo>
                        <a:pt x="274" y="484"/>
                        <a:pt x="253" y="516"/>
                        <a:pt x="224" y="539"/>
                      </a:cubicBezTo>
                      <a:cubicBezTo>
                        <a:pt x="224" y="539"/>
                        <a:pt x="224" y="539"/>
                        <a:pt x="224" y="539"/>
                      </a:cubicBezTo>
                    </a:path>
                  </a:pathLst>
                </a:custGeom>
                <a:noFill/>
                <a:ln w="15875" cap="flat">
                  <a:solidFill>
                    <a:schemeClr val="accent3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23" name="Freeform 23"/>
                <p:cNvSpPr/>
                <p:nvPr/>
              </p:nvSpPr>
              <p:spPr>
                <a:xfrm>
                  <a:off x="7321550" y="-2292351"/>
                  <a:ext cx="1535113" cy="16081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2" h="515">
                      <a:moveTo>
                        <a:pt x="0" y="515"/>
                      </a:moveTo>
                      <a:cubicBezTo>
                        <a:pt x="0" y="515"/>
                        <a:pt x="119" y="117"/>
                        <a:pt x="492" y="0"/>
                      </a:cubicBezTo>
                    </a:path>
                  </a:pathLst>
                </a:custGeom>
                <a:noFill/>
                <a:ln w="15875" cap="flat">
                  <a:solidFill>
                    <a:schemeClr val="accent3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24" name="Freeform 24"/>
                <p:cNvSpPr/>
                <p:nvPr/>
              </p:nvSpPr>
              <p:spPr>
                <a:xfrm>
                  <a:off x="7286625" y="-1381126"/>
                  <a:ext cx="755650" cy="444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2" h="142">
                      <a:moveTo>
                        <a:pt x="0" y="0"/>
                      </a:moveTo>
                      <a:cubicBezTo>
                        <a:pt x="42" y="142"/>
                        <a:pt x="42" y="142"/>
                        <a:pt x="42" y="142"/>
                      </a:cubicBezTo>
                      <a:cubicBezTo>
                        <a:pt x="42" y="142"/>
                        <a:pt x="178" y="108"/>
                        <a:pt x="242" y="108"/>
                      </a:cubicBezTo>
                    </a:path>
                  </a:pathLst>
                </a:custGeom>
                <a:noFill/>
                <a:ln w="15875" cap="flat">
                  <a:solidFill>
                    <a:schemeClr val="accent3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25" name="Freeform 25"/>
                <p:cNvSpPr/>
                <p:nvPr/>
              </p:nvSpPr>
              <p:spPr>
                <a:xfrm>
                  <a:off x="7658100" y="-1817688"/>
                  <a:ext cx="704850" cy="384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" h="242">
                      <a:moveTo>
                        <a:pt x="0" y="0"/>
                      </a:moveTo>
                      <a:lnTo>
                        <a:pt x="29" y="242"/>
                      </a:lnTo>
                      <a:lnTo>
                        <a:pt x="444" y="222"/>
                      </a:lnTo>
                    </a:path>
                  </a:pathLst>
                </a:custGeom>
                <a:noFill/>
                <a:ln w="15875" cap="flat">
                  <a:solidFill>
                    <a:schemeClr val="accent3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26" name="Freeform 26"/>
                <p:cNvSpPr/>
                <p:nvPr/>
              </p:nvSpPr>
              <p:spPr>
                <a:xfrm>
                  <a:off x="8023225" y="-2052638"/>
                  <a:ext cx="617538" cy="2873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9" h="181">
                      <a:moveTo>
                        <a:pt x="12" y="0"/>
                      </a:moveTo>
                      <a:lnTo>
                        <a:pt x="0" y="160"/>
                      </a:lnTo>
                      <a:lnTo>
                        <a:pt x="389" y="181"/>
                      </a:lnTo>
                    </a:path>
                  </a:pathLst>
                </a:custGeom>
                <a:noFill/>
                <a:ln w="15875" cap="flat">
                  <a:solidFill>
                    <a:schemeClr val="accent3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</p:grpSp>
        </p:grpSp>
        <p:grpSp>
          <p:nvGrpSpPr>
            <p:cNvPr id="27" name="Group 27"/>
            <p:cNvGrpSpPr/>
            <p:nvPr/>
          </p:nvGrpSpPr>
          <p:grpSpPr>
            <a:xfrm>
              <a:off x="7766050" y="0"/>
              <a:ext cx="4425950" cy="2933700"/>
              <a:chOff x="7807325" y="255587"/>
              <a:chExt cx="4425950" cy="293370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8281988" y="261937"/>
                <a:ext cx="3948113" cy="2405063"/>
              </a:xfrm>
              <a:custGeom>
                <a:avLst/>
                <a:gdLst/>
                <a:ahLst/>
                <a:cxnLst/>
                <a:rect l="l" t="t" r="r" b="b"/>
                <a:pathLst>
                  <a:path w="1265" h="770">
                    <a:moveTo>
                      <a:pt x="1265" y="770"/>
                    </a:moveTo>
                    <a:cubicBezTo>
                      <a:pt x="1190" y="763"/>
                      <a:pt x="1190" y="763"/>
                      <a:pt x="1190" y="763"/>
                    </a:cubicBezTo>
                    <a:cubicBezTo>
                      <a:pt x="1097" y="756"/>
                      <a:pt x="1014" y="704"/>
                      <a:pt x="965" y="624"/>
                    </a:cubicBezTo>
                    <a:cubicBezTo>
                      <a:pt x="920" y="559"/>
                      <a:pt x="920" y="559"/>
                      <a:pt x="920" y="559"/>
                    </a:cubicBezTo>
                    <a:cubicBezTo>
                      <a:pt x="898" y="527"/>
                      <a:pt x="859" y="512"/>
                      <a:pt x="821" y="519"/>
                    </a:cubicBezTo>
                    <a:cubicBezTo>
                      <a:pt x="711" y="539"/>
                      <a:pt x="711" y="539"/>
                      <a:pt x="711" y="539"/>
                    </a:cubicBezTo>
                    <a:cubicBezTo>
                      <a:pt x="664" y="547"/>
                      <a:pt x="617" y="526"/>
                      <a:pt x="593" y="485"/>
                    </a:cubicBezTo>
                    <a:cubicBezTo>
                      <a:pt x="556" y="424"/>
                      <a:pt x="556" y="424"/>
                      <a:pt x="556" y="424"/>
                    </a:cubicBezTo>
                    <a:cubicBezTo>
                      <a:pt x="526" y="374"/>
                      <a:pt x="473" y="344"/>
                      <a:pt x="416" y="344"/>
                    </a:cubicBezTo>
                    <a:cubicBezTo>
                      <a:pt x="174" y="344"/>
                      <a:pt x="174" y="344"/>
                      <a:pt x="174" y="344"/>
                    </a:cubicBezTo>
                    <a:cubicBezTo>
                      <a:pt x="79" y="344"/>
                      <a:pt x="2" y="268"/>
                      <a:pt x="1" y="174"/>
                    </a:cubicBezTo>
                    <a:cubicBezTo>
                      <a:pt x="1" y="174"/>
                      <a:pt x="1" y="174"/>
                      <a:pt x="1" y="174"/>
                    </a:cubicBezTo>
                    <a:cubicBezTo>
                      <a:pt x="0" y="130"/>
                      <a:pt x="16" y="89"/>
                      <a:pt x="45" y="56"/>
                    </a:cubicBezTo>
                    <a:cubicBezTo>
                      <a:pt x="95" y="0"/>
                      <a:pt x="95" y="0"/>
                      <a:pt x="95" y="0"/>
                    </a:cubicBezTo>
                    <a:cubicBezTo>
                      <a:pt x="1265" y="0"/>
                      <a:pt x="1265" y="0"/>
                      <a:pt x="1265" y="0"/>
                    </a:cubicBezTo>
                    <a:lnTo>
                      <a:pt x="1265" y="770"/>
                    </a:lnTo>
                    <a:close/>
                  </a:path>
                </a:pathLst>
              </a:custGeom>
              <a:solidFill>
                <a:schemeClr val="accent1"/>
              </a:solidFill>
            </p:spPr>
            <p:txBody>
              <a:bodyPr vert="horz" wrap="square" lIns="91440" tIns="45720" rIns="91440" bIns="45720" anchor="t">
                <a:normAutofit/>
              </a:bodyPr>
              <a:p>
                <a:pPr marL="0" algn="l"/>
              </a:p>
            </p:txBody>
          </p:sp>
          <p:grpSp>
            <p:nvGrpSpPr>
              <p:cNvPr id="29" name="Group 29"/>
              <p:cNvGrpSpPr/>
              <p:nvPr/>
            </p:nvGrpSpPr>
            <p:grpSpPr>
              <a:xfrm>
                <a:off x="7807325" y="255587"/>
                <a:ext cx="4425950" cy="2933700"/>
                <a:chOff x="7807325" y="-7437438"/>
                <a:chExt cx="4425950" cy="2933700"/>
              </a:xfrm>
            </p:grpSpPr>
            <p:sp>
              <p:nvSpPr>
                <p:cNvPr id="30" name="Freeform 30"/>
                <p:cNvSpPr/>
                <p:nvPr/>
              </p:nvSpPr>
              <p:spPr>
                <a:xfrm>
                  <a:off x="7807325" y="-7115176"/>
                  <a:ext cx="4425950" cy="2611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8" h="836">
                      <a:moveTo>
                        <a:pt x="0" y="0"/>
                      </a:moveTo>
                      <a:cubicBezTo>
                        <a:pt x="6" y="53"/>
                        <a:pt x="6" y="53"/>
                        <a:pt x="6" y="53"/>
                      </a:cubicBezTo>
                      <a:cubicBezTo>
                        <a:pt x="29" y="273"/>
                        <a:pt x="225" y="432"/>
                        <a:pt x="445" y="409"/>
                      </a:cubicBezTo>
                      <a:cubicBezTo>
                        <a:pt x="528" y="400"/>
                        <a:pt x="528" y="400"/>
                        <a:pt x="528" y="400"/>
                      </a:cubicBezTo>
                      <a:cubicBezTo>
                        <a:pt x="619" y="391"/>
                        <a:pt x="708" y="433"/>
                        <a:pt x="757" y="510"/>
                      </a:cubicBezTo>
                      <a:cubicBezTo>
                        <a:pt x="808" y="588"/>
                        <a:pt x="808" y="588"/>
                        <a:pt x="808" y="588"/>
                      </a:cubicBezTo>
                      <a:cubicBezTo>
                        <a:pt x="864" y="674"/>
                        <a:pt x="969" y="714"/>
                        <a:pt x="1068" y="688"/>
                      </a:cubicBezTo>
                      <a:cubicBezTo>
                        <a:pt x="1068" y="688"/>
                        <a:pt x="1068" y="688"/>
                        <a:pt x="1068" y="688"/>
                      </a:cubicBezTo>
                      <a:cubicBezTo>
                        <a:pt x="1125" y="673"/>
                        <a:pt x="1186" y="687"/>
                        <a:pt x="1230" y="727"/>
                      </a:cubicBezTo>
                      <a:cubicBezTo>
                        <a:pt x="1281" y="773"/>
                        <a:pt x="1355" y="829"/>
                        <a:pt x="1418" y="836"/>
                      </a:cubicBezTo>
                    </a:path>
                  </a:pathLst>
                </a:custGeom>
                <a:noFill/>
                <a:ln w="12700" cap="flat">
                  <a:solidFill>
                    <a:schemeClr val="accent3">
                      <a:lumMod val="50000"/>
                    </a:schemeClr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31" name="Freeform 31"/>
                <p:cNvSpPr/>
                <p:nvPr/>
              </p:nvSpPr>
              <p:spPr>
                <a:xfrm>
                  <a:off x="11037888" y="-7437438"/>
                  <a:ext cx="830263" cy="22018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6" h="705">
                      <a:moveTo>
                        <a:pt x="44" y="1"/>
                      </a:moveTo>
                      <a:cubicBezTo>
                        <a:pt x="15" y="110"/>
                        <a:pt x="15" y="110"/>
                        <a:pt x="15" y="110"/>
                      </a:cubicBezTo>
                      <a:cubicBezTo>
                        <a:pt x="1" y="160"/>
                        <a:pt x="1" y="212"/>
                        <a:pt x="15" y="261"/>
                      </a:cubicBezTo>
                      <a:cubicBezTo>
                        <a:pt x="29" y="310"/>
                        <a:pt x="29" y="310"/>
                        <a:pt x="29" y="310"/>
                      </a:cubicBezTo>
                      <a:cubicBezTo>
                        <a:pt x="37" y="341"/>
                        <a:pt x="37" y="374"/>
                        <a:pt x="27" y="405"/>
                      </a:cubicBezTo>
                      <a:cubicBezTo>
                        <a:pt x="15" y="445"/>
                        <a:pt x="15" y="445"/>
                        <a:pt x="15" y="445"/>
                      </a:cubicBezTo>
                      <a:cubicBezTo>
                        <a:pt x="0" y="489"/>
                        <a:pt x="9" y="538"/>
                        <a:pt x="36" y="576"/>
                      </a:cubicBezTo>
                      <a:cubicBezTo>
                        <a:pt x="62" y="611"/>
                        <a:pt x="84" y="659"/>
                        <a:pt x="56" y="705"/>
                      </a:cubicBezTo>
                      <a:cubicBezTo>
                        <a:pt x="56" y="705"/>
                        <a:pt x="152" y="649"/>
                        <a:pt x="188" y="524"/>
                      </a:cubicBezTo>
                      <a:cubicBezTo>
                        <a:pt x="195" y="501"/>
                        <a:pt x="206" y="479"/>
                        <a:pt x="221" y="460"/>
                      </a:cubicBezTo>
                      <a:cubicBezTo>
                        <a:pt x="221" y="460"/>
                        <a:pt x="221" y="460"/>
                        <a:pt x="221" y="460"/>
                      </a:cubicBezTo>
                      <a:cubicBezTo>
                        <a:pt x="235" y="441"/>
                        <a:pt x="242" y="418"/>
                        <a:pt x="240" y="395"/>
                      </a:cubicBezTo>
                      <a:cubicBezTo>
                        <a:pt x="233" y="322"/>
                        <a:pt x="233" y="322"/>
                        <a:pt x="233" y="322"/>
                      </a:cubicBezTo>
                      <a:cubicBezTo>
                        <a:pt x="232" y="310"/>
                        <a:pt x="235" y="298"/>
                        <a:pt x="240" y="287"/>
                      </a:cubicBezTo>
                      <a:cubicBezTo>
                        <a:pt x="253" y="266"/>
                        <a:pt x="266" y="220"/>
                        <a:pt x="221" y="154"/>
                      </a:cubicBezTo>
                      <a:cubicBezTo>
                        <a:pt x="211" y="141"/>
                        <a:pt x="206" y="125"/>
                        <a:pt x="204" y="109"/>
                      </a:cubicBezTo>
                      <a:cubicBezTo>
                        <a:pt x="203" y="103"/>
                        <a:pt x="203" y="103"/>
                        <a:pt x="203" y="103"/>
                      </a:cubicBezTo>
                      <a:cubicBezTo>
                        <a:pt x="199" y="69"/>
                        <a:pt x="185" y="38"/>
                        <a:pt x="162" y="13"/>
                      </a:cubicBezTo>
                      <a:cubicBezTo>
                        <a:pt x="151" y="0"/>
                        <a:pt x="151" y="0"/>
                        <a:pt x="151" y="0"/>
                      </a:cubicBezTo>
                    </a:path>
                  </a:pathLst>
                </a:custGeom>
                <a:noFill/>
                <a:ln w="15875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32" name="Freeform 32"/>
                <p:cNvSpPr/>
                <p:nvPr/>
              </p:nvSpPr>
              <p:spPr>
                <a:xfrm>
                  <a:off x="11241088" y="-7431088"/>
                  <a:ext cx="661988" cy="21669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" h="694">
                      <a:moveTo>
                        <a:pt x="32" y="0"/>
                      </a:moveTo>
                      <a:cubicBezTo>
                        <a:pt x="32" y="0"/>
                        <a:pt x="212" y="279"/>
                        <a:pt x="0" y="694"/>
                      </a:cubicBezTo>
                    </a:path>
                  </a:pathLst>
                </a:custGeom>
                <a:noFill/>
                <a:ln w="15875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33" name="Freeform 33"/>
                <p:cNvSpPr/>
                <p:nvPr/>
              </p:nvSpPr>
              <p:spPr>
                <a:xfrm>
                  <a:off x="11075988" y="-7381876"/>
                  <a:ext cx="565150" cy="3222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6" h="203">
                      <a:moveTo>
                        <a:pt x="0" y="203"/>
                      </a:moveTo>
                      <a:lnTo>
                        <a:pt x="179" y="0"/>
                      </a:lnTo>
                      <a:lnTo>
                        <a:pt x="356" y="89"/>
                      </a:lnTo>
                    </a:path>
                  </a:pathLst>
                </a:custGeom>
                <a:noFill/>
                <a:ln w="15875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34" name="Freeform 34"/>
                <p:cNvSpPr/>
                <p:nvPr/>
              </p:nvSpPr>
              <p:spPr>
                <a:xfrm>
                  <a:off x="11088688" y="-7021513"/>
                  <a:ext cx="711200" cy="427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8" h="269">
                      <a:moveTo>
                        <a:pt x="0" y="269"/>
                      </a:moveTo>
                      <a:lnTo>
                        <a:pt x="265" y="0"/>
                      </a:lnTo>
                      <a:lnTo>
                        <a:pt x="448" y="128"/>
                      </a:lnTo>
                    </a:path>
                  </a:pathLst>
                </a:custGeom>
                <a:noFill/>
                <a:ln w="15875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35" name="Freeform 35"/>
                <p:cNvSpPr/>
                <p:nvPr/>
              </p:nvSpPr>
              <p:spPr>
                <a:xfrm>
                  <a:off x="11122025" y="-6516688"/>
                  <a:ext cx="649288" cy="3444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9" h="217">
                      <a:moveTo>
                        <a:pt x="0" y="217"/>
                      </a:moveTo>
                      <a:lnTo>
                        <a:pt x="280" y="0"/>
                      </a:lnTo>
                      <a:lnTo>
                        <a:pt x="409" y="107"/>
                      </a:lnTo>
                    </a:path>
                  </a:pathLst>
                </a:custGeom>
                <a:noFill/>
                <a:ln w="15875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36" name="Freeform 36"/>
                <p:cNvSpPr/>
                <p:nvPr/>
              </p:nvSpPr>
              <p:spPr>
                <a:xfrm>
                  <a:off x="11072813" y="-6072188"/>
                  <a:ext cx="577850" cy="2619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4" h="165">
                      <a:moveTo>
                        <a:pt x="0" y="165"/>
                      </a:moveTo>
                      <a:lnTo>
                        <a:pt x="285" y="0"/>
                      </a:lnTo>
                      <a:lnTo>
                        <a:pt x="364" y="114"/>
                      </a:lnTo>
                    </a:path>
                  </a:pathLst>
                </a:custGeom>
                <a:noFill/>
                <a:ln w="15875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37" name="Freeform 37"/>
                <p:cNvSpPr/>
                <p:nvPr/>
              </p:nvSpPr>
              <p:spPr>
                <a:xfrm>
                  <a:off x="10242550" y="-7418388"/>
                  <a:ext cx="736600" cy="130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6" h="418">
                      <a:moveTo>
                        <a:pt x="200" y="1"/>
                      </a:moveTo>
                      <a:cubicBezTo>
                        <a:pt x="0" y="272"/>
                        <a:pt x="45" y="418"/>
                        <a:pt x="45" y="418"/>
                      </a:cubicBezTo>
                      <a:cubicBezTo>
                        <a:pt x="45" y="418"/>
                        <a:pt x="211" y="349"/>
                        <a:pt x="236" y="0"/>
                      </a:cubicBezTo>
                    </a:path>
                  </a:pathLst>
                </a:custGeom>
                <a:noFill/>
                <a:ln w="15875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38" name="Freeform 38"/>
                <p:cNvSpPr/>
                <p:nvPr/>
              </p:nvSpPr>
              <p:spPr>
                <a:xfrm>
                  <a:off x="10382250" y="-7424738"/>
                  <a:ext cx="544513" cy="131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" h="420">
                      <a:moveTo>
                        <a:pt x="174" y="0"/>
                      </a:moveTo>
                      <a:cubicBezTo>
                        <a:pt x="174" y="0"/>
                        <a:pt x="44" y="365"/>
                        <a:pt x="0" y="420"/>
                      </a:cubicBezTo>
                    </a:path>
                  </a:pathLst>
                </a:custGeom>
                <a:noFill/>
                <a:ln w="15875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39" name="Freeform 39"/>
                <p:cNvSpPr/>
                <p:nvPr/>
              </p:nvSpPr>
              <p:spPr>
                <a:xfrm>
                  <a:off x="10183813" y="-7434263"/>
                  <a:ext cx="569913" cy="4683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3" h="150">
                      <a:moveTo>
                        <a:pt x="98" y="3"/>
                      </a:moveTo>
                      <a:cubicBezTo>
                        <a:pt x="98" y="3"/>
                        <a:pt x="0" y="100"/>
                        <a:pt x="34" y="150"/>
                      </a:cubicBezTo>
                      <a:cubicBezTo>
                        <a:pt x="34" y="150"/>
                        <a:pt x="12" y="114"/>
                        <a:pt x="116" y="71"/>
                      </a:cubicBezTo>
                      <a:cubicBezTo>
                        <a:pt x="116" y="71"/>
                        <a:pt x="177" y="50"/>
                        <a:pt x="183" y="0"/>
                      </a:cubicBezTo>
                    </a:path>
                  </a:pathLst>
                </a:custGeom>
                <a:noFill/>
                <a:ln w="15875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40" name="Freeform 40"/>
                <p:cNvSpPr/>
                <p:nvPr/>
              </p:nvSpPr>
              <p:spPr>
                <a:xfrm>
                  <a:off x="10277475" y="-7431088"/>
                  <a:ext cx="358775" cy="41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" h="134">
                      <a:moveTo>
                        <a:pt x="0" y="134"/>
                      </a:moveTo>
                      <a:cubicBezTo>
                        <a:pt x="0" y="134"/>
                        <a:pt x="7" y="70"/>
                        <a:pt x="115" y="0"/>
                      </a:cubicBezTo>
                    </a:path>
                  </a:pathLst>
                </a:custGeom>
                <a:noFill/>
                <a:ln w="15875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</p:grpSp>
        </p:grpSp>
        <p:sp>
          <p:nvSpPr>
            <p:cNvPr id="41" name="Freeform 41"/>
            <p:cNvSpPr/>
            <p:nvPr/>
          </p:nvSpPr>
          <p:spPr>
            <a:xfrm rot="19291168">
              <a:off x="831296" y="743172"/>
              <a:ext cx="1551629" cy="1661226"/>
            </a:xfrm>
            <a:custGeom>
              <a:avLst/>
              <a:gdLst/>
              <a:ahLst/>
              <a:cxnLst/>
              <a:rect l="l" t="t" r="r" b="b"/>
              <a:pathLst>
                <a:path w="1551629" h="1661226">
                  <a:moveTo>
                    <a:pt x="1551629" y="255764"/>
                  </a:moveTo>
                  <a:cubicBezTo>
                    <a:pt x="1551629" y="839413"/>
                    <a:pt x="1003442" y="1702333"/>
                    <a:pt x="750082" y="1659706"/>
                  </a:cubicBezTo>
                  <a:cubicBezTo>
                    <a:pt x="496722" y="1617079"/>
                    <a:pt x="-149305" y="811068"/>
                    <a:pt x="31467" y="0"/>
                  </a:cubicBezTo>
                </a:path>
              </a:pathLst>
            </a:custGeom>
            <a:noFill/>
            <a:ln w="12700" cap="flat" cmpd="sng">
              <a:solidFill>
                <a:srgbClr val="FFFFFF"/>
              </a:solidFill>
              <a:prstDash val="solid"/>
            </a:ln>
          </p:spPr>
          <p:txBody>
            <a:bodyPr vert="horz" lIns="91440" tIns="45720" rIns="91440" bIns="45720" anchor="ctr">
              <a:normAutofit/>
            </a:bodyPr>
            <a:p>
              <a:pPr marL="0" algn="ctr"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5832" y="1"/>
            <a:ext cx="12207832" cy="6858000"/>
            <a:chOff x="-15832" y="1"/>
            <a:chExt cx="12207832" cy="6858000"/>
          </a:xfrm>
        </p:grpSpPr>
        <p:grpSp>
          <p:nvGrpSpPr>
            <p:cNvPr id="3" name="Group 3"/>
            <p:cNvGrpSpPr/>
            <p:nvPr/>
          </p:nvGrpSpPr>
          <p:grpSpPr>
            <a:xfrm>
              <a:off x="6921500" y="6409690"/>
              <a:ext cx="5270500" cy="448311"/>
              <a:chOff x="5820229" y="5994400"/>
              <a:chExt cx="6371771" cy="863602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5820229" y="6235702"/>
                <a:ext cx="6371771" cy="622300"/>
              </a:xfrm>
              <a:custGeom>
                <a:avLst/>
                <a:gdLst/>
                <a:ahLst/>
                <a:cxnLst/>
                <a:rect l="l" t="t" r="r" b="b"/>
                <a:pathLst>
                  <a:path w="4597768" h="724749">
                    <a:moveTo>
                      <a:pt x="1587141" y="197"/>
                    </a:moveTo>
                    <a:cubicBezTo>
                      <a:pt x="1852766" y="3460"/>
                      <a:pt x="2243100" y="47472"/>
                      <a:pt x="2500579" y="150299"/>
                    </a:cubicBezTo>
                    <a:cubicBezTo>
                      <a:pt x="2758058" y="253126"/>
                      <a:pt x="3367780" y="635900"/>
                      <a:pt x="4480314" y="282622"/>
                    </a:cubicBezTo>
                    <a:lnTo>
                      <a:pt x="4597768" y="241241"/>
                    </a:lnTo>
                    <a:lnTo>
                      <a:pt x="4597768" y="724749"/>
                    </a:lnTo>
                    <a:lnTo>
                      <a:pt x="0" y="724749"/>
                    </a:lnTo>
                    <a:lnTo>
                      <a:pt x="2096" y="721436"/>
                    </a:lnTo>
                    <a:cubicBezTo>
                      <a:pt x="66321" y="623464"/>
                      <a:pt x="524645" y="-12852"/>
                      <a:pt x="1587141" y="197"/>
                    </a:cubicBezTo>
                    <a:close/>
                  </a:path>
                </a:pathLst>
              </a:custGeom>
              <a:gradFill>
                <a:gsLst>
                  <a:gs pos="0">
                    <a:srgbClr val="CFB278">
                      <a:alpha val="20000"/>
                    </a:srgbClr>
                  </a:gs>
                  <a:gs pos="100000">
                    <a:srgbClr val="CFB278"/>
                  </a:gs>
                </a:gsLst>
                <a:lin ang="3000000"/>
              </a:gradFill>
              <a:ln cap="flat">
                <a:prstDash val="solid"/>
              </a:ln>
            </p:spPr>
            <p:txBody>
              <a:bodyPr vert="horz" wrap="square" lIns="91440" tIns="45720" rIns="91440" bIns="45720" anchor="ctr">
                <a:noAutofit/>
              </a:bodyPr>
              <a:p>
                <a:pPr marL="0" algn="l"/>
              </a:p>
            </p:txBody>
          </p:sp>
          <p:sp>
            <p:nvSpPr>
              <p:cNvPr id="5" name="Freeform 5"/>
              <p:cNvSpPr/>
              <p:nvPr/>
            </p:nvSpPr>
            <p:spPr>
              <a:xfrm>
                <a:off x="8432473" y="5994400"/>
                <a:ext cx="3759527" cy="863600"/>
              </a:xfrm>
              <a:custGeom>
                <a:avLst/>
                <a:gdLst/>
                <a:ahLst/>
                <a:cxnLst/>
                <a:rect l="l" t="t" r="r" b="b"/>
                <a:pathLst>
                  <a:path w="3759527" h="863600">
                    <a:moveTo>
                      <a:pt x="2494723" y="235"/>
                    </a:moveTo>
                    <a:cubicBezTo>
                      <a:pt x="2807862" y="3151"/>
                      <a:pt x="3154387" y="33270"/>
                      <a:pt x="3536474" y="99921"/>
                    </a:cubicBezTo>
                    <a:lnTo>
                      <a:pt x="3759527" y="144740"/>
                    </a:lnTo>
                    <a:lnTo>
                      <a:pt x="3759527" y="863600"/>
                    </a:lnTo>
                    <a:lnTo>
                      <a:pt x="0" y="863600"/>
                    </a:lnTo>
                    <a:lnTo>
                      <a:pt x="3292" y="859655"/>
                    </a:lnTo>
                    <a:cubicBezTo>
                      <a:pt x="104243" y="742913"/>
                      <a:pt x="824653" y="-15315"/>
                      <a:pt x="2494723" y="235"/>
                    </a:cubicBezTo>
                    <a:close/>
                  </a:path>
                </a:pathLst>
              </a:custGeom>
              <a:gradFill>
                <a:gsLst>
                  <a:gs pos="0">
                    <a:srgbClr val="8AAEA2">
                      <a:alpha val="20000"/>
                    </a:srgbClr>
                  </a:gs>
                  <a:gs pos="85000">
                    <a:srgbClr val="8AAEA2"/>
                  </a:gs>
                </a:gsLst>
              </a:gradFill>
              <a:ln cap="flat">
                <a:prstDash val="solid"/>
              </a:ln>
            </p:spPr>
            <p:txBody>
              <a:bodyPr vert="horz" wrap="square" lIns="91440" tIns="45720" rIns="91440" bIns="45720" anchor="ctr">
                <a:noAutofit/>
              </a:bodyPr>
              <a:p>
                <a:pPr marL="0" algn="l"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-15832" y="1"/>
              <a:ext cx="2835232" cy="1701242"/>
              <a:chOff x="-24145" y="0"/>
              <a:chExt cx="5752317" cy="34516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-24145" y="0"/>
                <a:ext cx="5752317" cy="3451600"/>
              </a:xfrm>
              <a:custGeom>
                <a:avLst/>
                <a:gdLst/>
                <a:ahLst/>
                <a:cxnLst/>
                <a:rect l="l" t="t" r="r" b="b"/>
                <a:pathLst>
                  <a:path w="5752317" h="3451600">
                    <a:moveTo>
                      <a:pt x="-1303" y="3451055"/>
                    </a:moveTo>
                    <a:cubicBezTo>
                      <a:pt x="-1303" y="3451055"/>
                      <a:pt x="523735" y="3278423"/>
                      <a:pt x="483413" y="1749932"/>
                    </a:cubicBezTo>
                    <a:cubicBezTo>
                      <a:pt x="485723" y="1569109"/>
                      <a:pt x="697208" y="821245"/>
                      <a:pt x="2142534" y="1092374"/>
                    </a:cubicBezTo>
                    <a:cubicBezTo>
                      <a:pt x="2940592" y="1273198"/>
                      <a:pt x="3728567" y="1486994"/>
                      <a:pt x="4763943" y="615849"/>
                    </a:cubicBezTo>
                    <a:cubicBezTo>
                      <a:pt x="4910953" y="488371"/>
                      <a:pt x="5751014" y="-545"/>
                      <a:pt x="5751014" y="-545"/>
                    </a:cubicBezTo>
                    <a:lnTo>
                      <a:pt x="38600" y="-545"/>
                    </a:lnTo>
                    <a:close/>
                  </a:path>
                </a:pathLst>
              </a:custGeom>
              <a:solidFill>
                <a:schemeClr val="accent2">
                  <a:alpha val="15000"/>
                </a:schemeClr>
              </a:solidFill>
              <a:ln cap="flat">
                <a:prstDash val="solid"/>
              </a:ln>
            </p:spPr>
            <p:txBody>
              <a:bodyPr vert="horz" lIns="91440" tIns="45720" rIns="91440" bIns="45720" anchor="ctr">
                <a:normAutofit/>
              </a:bodyPr>
              <a:p>
                <a:pPr marL="0" algn="l"/>
              </a:p>
            </p:txBody>
          </p:sp>
          <p:sp>
            <p:nvSpPr>
              <p:cNvPr id="8" name="Freeform 8"/>
              <p:cNvSpPr/>
              <p:nvPr/>
            </p:nvSpPr>
            <p:spPr>
              <a:xfrm>
                <a:off x="-12700" y="0"/>
                <a:ext cx="4000500" cy="967956"/>
              </a:xfrm>
              <a:custGeom>
                <a:avLst/>
                <a:gdLst/>
                <a:ahLst/>
                <a:cxnLst/>
                <a:rect l="l" t="t" r="r" b="b"/>
                <a:pathLst>
                  <a:path w="5103446" h="1234824">
                    <a:moveTo>
                      <a:pt x="0" y="0"/>
                    </a:moveTo>
                    <a:lnTo>
                      <a:pt x="5103446" y="0"/>
                    </a:lnTo>
                    <a:lnTo>
                      <a:pt x="5022213" y="136874"/>
                    </a:lnTo>
                    <a:cubicBezTo>
                      <a:pt x="4515804" y="889860"/>
                      <a:pt x="3412365" y="1156937"/>
                      <a:pt x="2029636" y="965577"/>
                    </a:cubicBezTo>
                    <a:cubicBezTo>
                      <a:pt x="1015636" y="825248"/>
                      <a:pt x="366300" y="1049447"/>
                      <a:pt x="59488" y="1203275"/>
                    </a:cubicBezTo>
                    <a:lnTo>
                      <a:pt x="0" y="1234824"/>
                    </a:lnTo>
                    <a:close/>
                  </a:path>
                </a:pathLst>
              </a:custGeom>
              <a:gradFill>
                <a:gsLst>
                  <a:gs pos="0">
                    <a:srgbClr val="8AAEA2">
                      <a:alpha val="20000"/>
                    </a:srgbClr>
                  </a:gs>
                  <a:gs pos="85000">
                    <a:srgbClr val="8AAEA2"/>
                  </a:gs>
                </a:gsLst>
              </a:gradFill>
              <a:ln cap="flat">
                <a:prstDash val="solid"/>
              </a:ln>
            </p:spPr>
            <p:txBody>
              <a:bodyPr vert="horz" wrap="square" lIns="91440" tIns="45720" rIns="91440" bIns="45720" anchor="ctr">
                <a:noAutofit/>
              </a:bodyPr>
              <a:p>
                <a:pPr marL="0" algn="l"/>
              </a:p>
            </p:txBody>
          </p:sp>
        </p:grpSp>
      </p:grpSp>
      <p:sp>
        <p:nvSpPr>
          <p:cNvPr id="9" name="AutoShape 9"/>
          <p:cNvSpPr/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anchor="b">
            <a:normAutofit/>
          </a:bodyPr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 baseline="0">
                <a:solidFill>
                  <a:srgbClr val="2F2F2F"/>
                </a:solidFill>
                <a:latin typeface="Arial" panose="020B0604020202020204"/>
                <a:ea typeface="Arial" panose="020B0604020202020204"/>
              </a:rPr>
              <a:t>Click to add title</a:t>
            </a:r>
            <a:endParaRPr lang="en-US" sz="2800" b="1" i="0" u="none" baseline="0">
              <a:solidFill>
                <a:srgbClr val="2F2F2F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10" name="AutoShape 10"/>
          <p:cNvSpPr/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anchor="t">
            <a:normAutofit/>
          </a:bodyPr>
          <a:p>
            <a:pPr marL="228600" indent="-228600" algn="l">
              <a:lnSpc>
                <a:spcPct val="120000"/>
              </a:lnSpc>
              <a:spcBef>
                <a:spcPts val="1000"/>
              </a:spcBef>
            </a:pPr>
            <a:r>
              <a:rPr lang="en-US" sz="1800" b="0" i="0" u="none" baseline="0">
                <a:solidFill>
                  <a:srgbClr val="2F2F2F"/>
                </a:solidFill>
                <a:latin typeface="Arial" panose="020B0604020202020204"/>
                <a:ea typeface="Arial" panose="020B0604020202020204"/>
              </a:rPr>
              <a:t>Click to add text</a:t>
            </a:r>
            <a:endParaRPr lang="en-US" sz="1800" b="0" i="0" u="none" baseline="0">
              <a:solidFill>
                <a:srgbClr val="2F2F2F"/>
              </a:solidFill>
              <a:latin typeface="Arial" panose="020B0604020202020204"/>
              <a:ea typeface="Arial" panose="020B0604020202020204"/>
            </a:endParaRPr>
          </a:p>
          <a:p>
            <a:pPr marL="685800" lvl="1" indent="-228600" algn="l">
              <a:lnSpc>
                <a:spcPct val="120000"/>
              </a:lnSpc>
              <a:spcBef>
                <a:spcPts val="500"/>
              </a:spcBef>
            </a:pPr>
            <a:r>
              <a:rPr lang="en-US" sz="1600" b="0" i="0" u="none" baseline="0">
                <a:solidFill>
                  <a:srgbClr val="2F2F2F"/>
                </a:solidFill>
                <a:latin typeface="Arial" panose="020B0604020202020204"/>
                <a:ea typeface="Arial" panose="020B0604020202020204"/>
              </a:rPr>
              <a:t>Second level</a:t>
            </a:r>
            <a:endParaRPr lang="en-US" sz="1600" b="0" i="0" u="none" baseline="0">
              <a:solidFill>
                <a:srgbClr val="2F2F2F"/>
              </a:solidFill>
              <a:latin typeface="Arial" panose="020B0604020202020204"/>
              <a:ea typeface="Arial" panose="020B0604020202020204"/>
            </a:endParaRPr>
          </a:p>
          <a:p>
            <a:pPr marL="1143000" lvl="2" indent="-228600" algn="l">
              <a:lnSpc>
                <a:spcPct val="120000"/>
              </a:lnSpc>
              <a:spcBef>
                <a:spcPts val="500"/>
              </a:spcBef>
            </a:pPr>
            <a:r>
              <a:rPr lang="en-US" sz="1400" b="0" i="0" u="none" baseline="0">
                <a:solidFill>
                  <a:srgbClr val="2F2F2F"/>
                </a:solidFill>
                <a:latin typeface="Arial" panose="020B0604020202020204"/>
                <a:ea typeface="Arial" panose="020B0604020202020204"/>
              </a:rPr>
              <a:t>Third level</a:t>
            </a:r>
            <a:endParaRPr lang="en-US" sz="1400" b="0" i="0" u="none" baseline="0">
              <a:solidFill>
                <a:srgbClr val="2F2F2F"/>
              </a:solidFill>
              <a:latin typeface="Arial" panose="020B0604020202020204"/>
              <a:ea typeface="Arial" panose="020B0604020202020204"/>
            </a:endParaRPr>
          </a:p>
          <a:p>
            <a:pPr marL="1600200" lvl="3" indent="-228600" algn="l">
              <a:lnSpc>
                <a:spcPct val="120000"/>
              </a:lnSpc>
              <a:spcBef>
                <a:spcPts val="500"/>
              </a:spcBef>
            </a:pPr>
            <a:r>
              <a:rPr lang="en-US" sz="1200" b="0" i="0" u="none" baseline="0">
                <a:solidFill>
                  <a:srgbClr val="2F2F2F"/>
                </a:solidFill>
                <a:latin typeface="Arial" panose="020B0604020202020204"/>
                <a:ea typeface="Arial" panose="020B0604020202020204"/>
              </a:rPr>
              <a:t>Fourth level</a:t>
            </a:r>
            <a:endParaRPr lang="en-US" sz="1200" b="0" i="0" u="none" baseline="0">
              <a:solidFill>
                <a:srgbClr val="2F2F2F"/>
              </a:solidFill>
              <a:latin typeface="Arial" panose="020B0604020202020204"/>
              <a:ea typeface="Arial" panose="020B0604020202020204"/>
            </a:endParaRPr>
          </a:p>
          <a:p>
            <a:pPr marL="2057400" lvl="4" indent="-228600" algn="l">
              <a:lnSpc>
                <a:spcPct val="120000"/>
              </a:lnSpc>
              <a:spcBef>
                <a:spcPts val="500"/>
              </a:spcBef>
            </a:pPr>
            <a:r>
              <a:rPr lang="en-US" sz="1200" b="0" i="0" u="none" baseline="0">
                <a:solidFill>
                  <a:srgbClr val="2F2F2F"/>
                </a:solidFill>
                <a:latin typeface="Arial" panose="020B0604020202020204"/>
                <a:ea typeface="Arial" panose="020B0604020202020204"/>
              </a:rPr>
              <a:t>Fifth level</a:t>
            </a:r>
            <a:endParaRPr lang="en-US" sz="1200" b="0" i="0" u="none" baseline="0">
              <a:solidFill>
                <a:srgbClr val="2F2F2F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11" name="AutoShape 11"/>
          <p:cNvSpPr/>
          <p:nvPr>
            <p:ph type="dt" sz="half" idx="2"/>
          </p:nvPr>
        </p:nvSpPr>
        <p:spPr>
          <a:xfrm>
            <a:off x="4718050" y="6409690"/>
            <a:ext cx="2743200" cy="27432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12" name="AutoShape 12"/>
          <p:cNvSpPr/>
          <p:nvPr>
            <p:ph type="ftr" sz="quarter" idx="3"/>
          </p:nvPr>
        </p:nvSpPr>
        <p:spPr>
          <a:xfrm>
            <a:off x="660399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13" name="AutoShape 13"/>
          <p:cNvSpPr/>
          <p:nvPr>
            <p:ph type="sldNum" sz="quarter" idx="4"/>
          </p:nvPr>
        </p:nvSpPr>
        <p:spPr>
          <a:xfrm>
            <a:off x="7861300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p>
            <a:pPr marL="0" algn="l"/>
            <a:fld id="{3386411A-70EE-422D-B97C-F56BEE3FF077}" type="slidenum">
              <a:rPr lang="en-US" sz="1800" b="0" i="0" u="none" baseline="0">
                <a:solidFill>
                  <a:srgbClr val="2F2F2F"/>
                </a:solidFill>
                <a:latin typeface="Arial" panose="020B0604020202020204"/>
                <a:ea typeface="Arial" panose="020B0604020202020204"/>
              </a:rPr>
            </a:fld>
            <a:endParaRPr lang="en-US" sz="1800" b="0" i="0" u="none" baseline="0">
              <a:solidFill>
                <a:srgbClr val="2F2F2F"/>
              </a:solidFill>
              <a:latin typeface="Arial" panose="020B0604020202020204"/>
              <a:ea typeface="Arial" panose="020B060402020202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utoShape 2"/>
          <p:cNvSpPr/>
          <p:nvPr>
            <p:ph type="ctrTitle"/>
          </p:nvPr>
        </p:nvSpPr>
        <p:spPr>
          <a:xfrm>
            <a:off x="1170940" y="2891155"/>
            <a:ext cx="9862185" cy="922020"/>
          </a:xfrm>
          <a:prstGeom prst="rect">
            <a:avLst/>
          </a:prstGeom>
          <a:noFill/>
        </p:spPr>
        <p:txBody>
          <a:bodyPr vert="horz" wrap="square" lIns="91440" tIns="45720" rIns="91440" bIns="45720" anchor="b">
            <a:spAutoFit/>
          </a:bodyPr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altLang="zh-CN" sz="5400" b="1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小学四年级语文学习比喻句</a:t>
            </a:r>
            <a:endParaRPr lang="en-US" altLang="zh-CN" sz="5400" b="1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5160658" y="4201630"/>
            <a:ext cx="1870681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defRPr/>
            </a:pPr>
            <a:r>
              <a:rPr lang="zh-CN" altLang="en-US" sz="1600" b="0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汇报人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 flipH="1">
            <a:off x="-12700" y="530637"/>
            <a:ext cx="5500914" cy="6327363"/>
          </a:xfrm>
          <a:custGeom>
            <a:avLst/>
            <a:gdLst/>
            <a:ahLst/>
            <a:cxnLst/>
            <a:rect l="l" t="t" r="r" b="b"/>
            <a:pathLst>
              <a:path w="4130847" h="4751459">
                <a:moveTo>
                  <a:pt x="4130848" y="427110"/>
                </a:moveTo>
                <a:lnTo>
                  <a:pt x="4130848" y="427110"/>
                </a:lnTo>
                <a:cubicBezTo>
                  <a:pt x="3492768" y="-277"/>
                  <a:pt x="2694859" y="-114006"/>
                  <a:pt x="1962767" y="118023"/>
                </a:cubicBezTo>
                <a:lnTo>
                  <a:pt x="742901" y="504738"/>
                </a:lnTo>
                <a:cubicBezTo>
                  <a:pt x="259888" y="657900"/>
                  <a:pt x="32907" y="1210636"/>
                  <a:pt x="268841" y="1658978"/>
                </a:cubicBezTo>
                <a:lnTo>
                  <a:pt x="572879" y="2236574"/>
                </a:lnTo>
                <a:cubicBezTo>
                  <a:pt x="789002" y="2647197"/>
                  <a:pt x="644222" y="3155165"/>
                  <a:pt x="244076" y="3390052"/>
                </a:cubicBezTo>
                <a:lnTo>
                  <a:pt x="244076" y="3390052"/>
                </a:lnTo>
                <a:cubicBezTo>
                  <a:pt x="-89108" y="3585695"/>
                  <a:pt x="-79202" y="4070708"/>
                  <a:pt x="261698" y="4252540"/>
                </a:cubicBezTo>
                <a:lnTo>
                  <a:pt x="1197148" y="4751460"/>
                </a:lnTo>
                <a:lnTo>
                  <a:pt x="4130848" y="4751460"/>
                </a:lnTo>
                <a:cubicBezTo>
                  <a:pt x="4130848" y="4751460"/>
                  <a:pt x="4098558" y="459399"/>
                  <a:pt x="4130848" y="427110"/>
                </a:cubicBezTo>
                <a:close/>
              </a:path>
            </a:pathLst>
          </a:custGeom>
          <a:solidFill>
            <a:schemeClr val="accent1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3" name="AutoShape 3"/>
          <p:cNvSpPr/>
          <p:nvPr/>
        </p:nvSpPr>
        <p:spPr>
          <a:xfrm>
            <a:off x="5609202" y="923705"/>
            <a:ext cx="459659" cy="461664"/>
          </a:xfrm>
          <a:prstGeom prst="ellipse">
            <a:avLst/>
          </a:prstGeom>
          <a:gradFill>
            <a:gsLst>
              <a:gs pos="0">
                <a:srgbClr val="CFB278">
                  <a:lumMod val="60000"/>
                  <a:lumOff val="40000"/>
                </a:srgbClr>
              </a:gs>
              <a:gs pos="60000">
                <a:srgbClr val="CFB278"/>
              </a:gs>
            </a:gsLst>
            <a:lin ang="2700000"/>
          </a:gradFill>
          <a:ln cap="rnd" cmpd="sng">
            <a:prstDash val="solid"/>
          </a:ln>
          <a:effectLst>
            <a:outerShdw blurRad="76200" dist="50800" dir="5400000" algn="ctr" rotWithShape="0">
              <a:schemeClr val="accent2">
                <a:alpha val="20000"/>
              </a:schemeClr>
            </a:outerShdw>
          </a:effectLst>
        </p:spPr>
        <p:txBody>
          <a:bodyPr rot="0" vert="horz" wrap="square" lIns="91440" tIns="45720" rIns="91440" bIns="45720" anchor="ctr">
            <a:normAutofit/>
          </a:bodyPr>
          <a:p>
            <a:pPr marL="0" algn="ctr"/>
            <a:r>
              <a:rPr lang="en-US" sz="1665" b="1" i="0" u="none" baseline="0">
                <a:solidFill>
                  <a:srgbClr val="FFFFFF"/>
                </a:solidFill>
                <a:latin typeface="Arial" panose="020B0604020202020204"/>
                <a:ea typeface="Arial" panose="020B0604020202020204"/>
              </a:rPr>
              <a:t>1</a:t>
            </a:r>
            <a:endParaRPr lang="en-US" sz="1665" b="1" i="0" u="none" baseline="0">
              <a:solidFill>
                <a:srgbClr val="FFFFFF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149024" y="918097"/>
            <a:ext cx="5369876" cy="46037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/>
          <a:p>
            <a:pPr marL="0" algn="l">
              <a:defRPr/>
            </a:pPr>
            <a:r>
              <a:rPr lang="en-US" altLang="zh-CN" sz="2400" b="1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一、复习要点</a:t>
            </a:r>
            <a:endParaRPr lang="en-US" altLang="zh-CN" sz="2400" b="1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5609202" y="1937343"/>
            <a:ext cx="459659" cy="461664"/>
          </a:xfrm>
          <a:prstGeom prst="ellipse">
            <a:avLst/>
          </a:prstGeom>
          <a:gradFill>
            <a:gsLst>
              <a:gs pos="0">
                <a:srgbClr val="92CCD4">
                  <a:lumMod val="60000"/>
                  <a:lumOff val="40000"/>
                </a:srgbClr>
              </a:gs>
              <a:gs pos="60000">
                <a:srgbClr val="92CCD4"/>
              </a:gs>
            </a:gsLst>
            <a:lin ang="2700000"/>
          </a:gradFill>
          <a:ln cap="rnd" cmpd="sng">
            <a:prstDash val="solid"/>
          </a:ln>
          <a:effectLst>
            <a:outerShdw blurRad="76200" dist="50800" dir="5400000" algn="ctr" rotWithShape="0">
              <a:schemeClr val="accent5">
                <a:alpha val="20000"/>
              </a:schemeClr>
            </a:outerShdw>
          </a:effectLst>
        </p:spPr>
        <p:txBody>
          <a:bodyPr rot="0" vert="horz" wrap="square" lIns="91440" tIns="45720" rIns="91440" bIns="45720" anchor="ctr">
            <a:normAutofit/>
          </a:bodyPr>
          <a:p>
            <a:pPr marL="0" algn="ctr"/>
            <a:r>
              <a:rPr lang="en-US" sz="1665" b="1" i="0" u="none" baseline="0">
                <a:solidFill>
                  <a:srgbClr val="FFFFFF"/>
                </a:solidFill>
                <a:latin typeface="Arial" panose="020B0604020202020204"/>
                <a:ea typeface="Arial" panose="020B0604020202020204"/>
              </a:rPr>
              <a:t>2</a:t>
            </a:r>
            <a:endParaRPr lang="en-US" sz="1665" b="1" i="0" u="none" baseline="0">
              <a:solidFill>
                <a:srgbClr val="FFFFFF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6149024" y="1931735"/>
            <a:ext cx="5369876" cy="46037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/>
          <a:p>
            <a:pPr marL="0" algn="l">
              <a:defRPr/>
            </a:pPr>
            <a:r>
              <a:rPr lang="en-US" altLang="zh-CN" sz="2400" b="1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二、错题突破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609202" y="2950981"/>
            <a:ext cx="459659" cy="461664"/>
          </a:xfrm>
          <a:prstGeom prst="ellipse">
            <a:avLst/>
          </a:prstGeom>
          <a:gradFill>
            <a:gsLst>
              <a:gs pos="0">
                <a:srgbClr val="8AAEA2">
                  <a:lumMod val="60000"/>
                  <a:lumOff val="40000"/>
                </a:srgbClr>
              </a:gs>
              <a:gs pos="60000">
                <a:srgbClr val="8AAEA2"/>
              </a:gs>
            </a:gsLst>
            <a:lin ang="2700000"/>
          </a:gradFill>
          <a:ln cap="rnd" cmpd="sng">
            <a:prstDash val="solid"/>
          </a:ln>
          <a:effectLst>
            <a:outerShdw blurRad="76200" dist="50800" dir="5400000" algn="ctr" rotWithShape="0">
              <a:schemeClr val="accent1">
                <a:alpha val="20000"/>
              </a:schemeClr>
            </a:outerShdw>
          </a:effectLst>
        </p:spPr>
        <p:txBody>
          <a:bodyPr rot="0" vert="horz" wrap="square" lIns="91440" tIns="45720" rIns="91440" bIns="45720" anchor="ctr">
            <a:normAutofit/>
          </a:bodyPr>
          <a:p>
            <a:pPr marL="0" algn="ctr"/>
            <a:r>
              <a:rPr lang="en-US" sz="1665" b="1" i="0" u="none" baseline="0">
                <a:solidFill>
                  <a:srgbClr val="FFFFFF"/>
                </a:solidFill>
                <a:latin typeface="Arial" panose="020B0604020202020204"/>
                <a:ea typeface="Arial" panose="020B0604020202020204"/>
              </a:rPr>
              <a:t>3</a:t>
            </a:r>
            <a:endParaRPr lang="en-US" sz="1665" b="1" i="0" u="none" baseline="0">
              <a:solidFill>
                <a:srgbClr val="FFFFFF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6149024" y="2944728"/>
            <a:ext cx="5369876" cy="46037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en-US" altLang="zh-CN" sz="2400" b="1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三、下一节准备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5609202" y="3993306"/>
            <a:ext cx="459659" cy="461664"/>
          </a:xfrm>
          <a:prstGeom prst="ellipse">
            <a:avLst/>
          </a:prstGeom>
          <a:gradFill>
            <a:gsLst>
              <a:gs pos="0">
                <a:srgbClr val="CFB278">
                  <a:lumMod val="60000"/>
                  <a:lumOff val="40000"/>
                </a:srgbClr>
              </a:gs>
              <a:gs pos="60000">
                <a:srgbClr val="CFB278"/>
              </a:gs>
            </a:gsLst>
            <a:lin ang="2700000"/>
          </a:gradFill>
          <a:ln cap="rnd" cmpd="sng">
            <a:prstDash val="solid"/>
          </a:ln>
          <a:effectLst>
            <a:outerShdw blurRad="76200" dist="50800" dir="5400000" algn="ctr" rotWithShape="0">
              <a:schemeClr val="accent2">
                <a:alpha val="20000"/>
              </a:schemeClr>
            </a:outerShdw>
          </a:effectLst>
        </p:spPr>
        <p:txBody>
          <a:bodyPr rot="0" vert="horz" wrap="square" lIns="91440" tIns="45720" rIns="91440" bIns="45720" anchor="ctr">
            <a:normAutofit/>
          </a:bodyPr>
          <a:p>
            <a:pPr marL="0" algn="ctr"/>
            <a:r>
              <a:rPr lang="en-US" sz="1665" b="1" i="0" u="none" baseline="0">
                <a:solidFill>
                  <a:srgbClr val="FFFFFF"/>
                </a:solidFill>
                <a:latin typeface="Arial" panose="020B0604020202020204"/>
                <a:ea typeface="Arial" panose="020B0604020202020204"/>
              </a:rPr>
              <a:t>4</a:t>
            </a:r>
            <a:endParaRPr lang="en-US" sz="1665" b="1" i="0" u="none" baseline="0">
              <a:solidFill>
                <a:srgbClr val="FFFFFF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6144746" y="3958366"/>
            <a:ext cx="5369876" cy="46037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en-US" altLang="zh-CN" sz="2400" b="1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/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5609202" y="5006944"/>
            <a:ext cx="459659" cy="461664"/>
          </a:xfrm>
          <a:prstGeom prst="ellipse">
            <a:avLst/>
          </a:prstGeom>
          <a:gradFill>
            <a:gsLst>
              <a:gs pos="0">
                <a:srgbClr val="B27640">
                  <a:lumMod val="60000"/>
                  <a:lumOff val="40000"/>
                </a:srgbClr>
              </a:gs>
              <a:gs pos="60000">
                <a:srgbClr val="B27640"/>
              </a:gs>
            </a:gsLst>
            <a:lin ang="2700000"/>
          </a:gradFill>
          <a:ln cap="rnd" cmpd="sng">
            <a:prstDash val="solid"/>
          </a:ln>
          <a:effectLst>
            <a:outerShdw blurRad="76200" dist="50800" dir="5400000" algn="ctr" rotWithShape="0">
              <a:schemeClr val="accent3">
                <a:alpha val="20000"/>
              </a:schemeClr>
            </a:outerShdw>
          </a:effectLst>
        </p:spPr>
        <p:txBody>
          <a:bodyPr rot="0" vert="horz" wrap="square" lIns="91440" tIns="45720" rIns="91440" bIns="45720" anchor="ctr">
            <a:normAutofit/>
          </a:bodyPr>
          <a:p>
            <a:pPr marL="0" algn="ctr"/>
            <a:r>
              <a:rPr lang="en-US" sz="1665" b="1" i="0" u="none" baseline="0">
                <a:solidFill>
                  <a:srgbClr val="FFFFFF"/>
                </a:solidFill>
                <a:latin typeface="Arial" panose="020B0604020202020204"/>
                <a:ea typeface="Arial" panose="020B0604020202020204"/>
              </a:rPr>
              <a:t>5</a:t>
            </a:r>
            <a:endParaRPr lang="en-US" sz="1665" b="1" i="0" u="none" baseline="0">
              <a:solidFill>
                <a:srgbClr val="FFFFFF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6144746" y="4972004"/>
            <a:ext cx="5369876" cy="46037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en-US" altLang="zh-CN" sz="2400" b="1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/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60401" y="1130300"/>
            <a:ext cx="3620197" cy="1015663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wrap="square" lIns="91440" tIns="45720" rIns="91440" bIns="45720" anchor="t">
            <a:spAutoFit/>
          </a:bodyPr>
          <a:p>
            <a:pPr marL="0" algn="l"/>
            <a:r>
              <a:rPr lang="zh-CN" altLang="en-US" sz="6000" b="1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目录</a:t>
            </a:r>
            <a:endParaRPr lang="zh-CN" altLang="en-US" sz="6000" b="1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4" name="Connector 14"/>
          <p:cNvCxnSpPr/>
          <p:nvPr/>
        </p:nvCxnSpPr>
        <p:spPr>
          <a:xfrm>
            <a:off x="795625" y="2219259"/>
            <a:ext cx="1555689" cy="0"/>
          </a:xfrm>
          <a:prstGeom prst="line">
            <a:avLst/>
          </a:prstGeom>
          <a:ln w="25400" cap="flat" cmpd="sng">
            <a:solidFill>
              <a:schemeClr val="accent3"/>
            </a:solidFill>
            <a:prstDash val="solid"/>
          </a:ln>
        </p:spPr>
      </p:cxnSp>
      <p:sp>
        <p:nvSpPr>
          <p:cNvPr id="15" name="AutoShape 15"/>
          <p:cNvSpPr/>
          <p:nvPr/>
        </p:nvSpPr>
        <p:spPr>
          <a:xfrm>
            <a:off x="660401" y="2354571"/>
            <a:ext cx="3620197" cy="523220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wrap="square" lIns="91440" tIns="45720" rIns="91440" bIns="45720" anchor="t">
            <a:spAutoFit/>
          </a:bodyPr>
          <a:p>
            <a:pPr marL="0" algn="l"/>
          </a:p>
        </p:txBody>
      </p:sp>
      <p:sp>
        <p:nvSpPr>
          <p:cNvPr id="16" name="Freeform 16"/>
          <p:cNvSpPr/>
          <p:nvPr/>
        </p:nvSpPr>
        <p:spPr>
          <a:xfrm flipH="1">
            <a:off x="10464800" y="5690185"/>
            <a:ext cx="1727200" cy="1167815"/>
          </a:xfrm>
          <a:custGeom>
            <a:avLst/>
            <a:gdLst/>
            <a:ahLst/>
            <a:cxnLst/>
            <a:rect l="l" t="t" r="r" b="b"/>
            <a:pathLst>
              <a:path w="2714965" h="1835674">
                <a:moveTo>
                  <a:pt x="859270" y="1286"/>
                </a:moveTo>
                <a:cubicBezTo>
                  <a:pt x="756141" y="6439"/>
                  <a:pt x="652717" y="27144"/>
                  <a:pt x="552419" y="64268"/>
                </a:cubicBezTo>
                <a:cubicBezTo>
                  <a:pt x="412187" y="116132"/>
                  <a:pt x="262901" y="136759"/>
                  <a:pt x="114967" y="125428"/>
                </a:cubicBezTo>
                <a:lnTo>
                  <a:pt x="0" y="108224"/>
                </a:lnTo>
                <a:lnTo>
                  <a:pt x="0" y="1835674"/>
                </a:lnTo>
                <a:lnTo>
                  <a:pt x="2714965" y="1835674"/>
                </a:lnTo>
                <a:lnTo>
                  <a:pt x="2709606" y="1765766"/>
                </a:lnTo>
                <a:cubicBezTo>
                  <a:pt x="2680995" y="1572862"/>
                  <a:pt x="2597865" y="1388053"/>
                  <a:pt x="2463801" y="1235462"/>
                </a:cubicBezTo>
                <a:lnTo>
                  <a:pt x="1687132" y="351352"/>
                </a:lnTo>
                <a:cubicBezTo>
                  <a:pt x="1475391" y="110322"/>
                  <a:pt x="1168657" y="-14176"/>
                  <a:pt x="859270" y="1286"/>
                </a:cubicBezTo>
                <a:close/>
              </a:path>
            </a:pathLst>
          </a:custGeom>
          <a:solidFill>
            <a:schemeClr val="accent2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17" name="Freeform 17"/>
          <p:cNvSpPr/>
          <p:nvPr/>
        </p:nvSpPr>
        <p:spPr>
          <a:xfrm>
            <a:off x="1810254" y="5572504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18" name="Freeform 18"/>
          <p:cNvSpPr/>
          <p:nvPr/>
        </p:nvSpPr>
        <p:spPr>
          <a:xfrm>
            <a:off x="1810254" y="5688214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19" name="Freeform 19"/>
          <p:cNvSpPr/>
          <p:nvPr/>
        </p:nvSpPr>
        <p:spPr>
          <a:xfrm>
            <a:off x="1810254" y="5803924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20" name="Freeform 20"/>
          <p:cNvSpPr/>
          <p:nvPr/>
        </p:nvSpPr>
        <p:spPr>
          <a:xfrm>
            <a:off x="1810254" y="5919635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21" name="Freeform 21"/>
          <p:cNvSpPr/>
          <p:nvPr/>
        </p:nvSpPr>
        <p:spPr>
          <a:xfrm>
            <a:off x="1810254" y="6035345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22" name="Freeform 22"/>
          <p:cNvSpPr/>
          <p:nvPr/>
        </p:nvSpPr>
        <p:spPr>
          <a:xfrm>
            <a:off x="1678014" y="5572504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23" name="Freeform 23"/>
          <p:cNvSpPr/>
          <p:nvPr/>
        </p:nvSpPr>
        <p:spPr>
          <a:xfrm>
            <a:off x="1678014" y="5688214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24" name="Freeform 24"/>
          <p:cNvSpPr/>
          <p:nvPr/>
        </p:nvSpPr>
        <p:spPr>
          <a:xfrm>
            <a:off x="1678014" y="5803924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25" name="Freeform 25"/>
          <p:cNvSpPr/>
          <p:nvPr/>
        </p:nvSpPr>
        <p:spPr>
          <a:xfrm>
            <a:off x="1678014" y="5919635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26" name="Freeform 26"/>
          <p:cNvSpPr/>
          <p:nvPr/>
        </p:nvSpPr>
        <p:spPr>
          <a:xfrm>
            <a:off x="1678014" y="6035345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27" name="Freeform 27"/>
          <p:cNvSpPr/>
          <p:nvPr/>
        </p:nvSpPr>
        <p:spPr>
          <a:xfrm>
            <a:off x="1545773" y="5572504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28" name="Freeform 28"/>
          <p:cNvSpPr/>
          <p:nvPr/>
        </p:nvSpPr>
        <p:spPr>
          <a:xfrm>
            <a:off x="1545773" y="5688214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29" name="Freeform 29"/>
          <p:cNvSpPr/>
          <p:nvPr/>
        </p:nvSpPr>
        <p:spPr>
          <a:xfrm>
            <a:off x="1545773" y="5803924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30" name="Freeform 30"/>
          <p:cNvSpPr/>
          <p:nvPr/>
        </p:nvSpPr>
        <p:spPr>
          <a:xfrm>
            <a:off x="1545773" y="5919635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31" name="Freeform 31"/>
          <p:cNvSpPr/>
          <p:nvPr/>
        </p:nvSpPr>
        <p:spPr>
          <a:xfrm>
            <a:off x="1545773" y="6035345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32" name="Freeform 32"/>
          <p:cNvSpPr/>
          <p:nvPr/>
        </p:nvSpPr>
        <p:spPr>
          <a:xfrm>
            <a:off x="1413533" y="5572504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33" name="Freeform 33"/>
          <p:cNvSpPr/>
          <p:nvPr/>
        </p:nvSpPr>
        <p:spPr>
          <a:xfrm>
            <a:off x="1413533" y="5688214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34" name="Freeform 34"/>
          <p:cNvSpPr/>
          <p:nvPr/>
        </p:nvSpPr>
        <p:spPr>
          <a:xfrm>
            <a:off x="1413533" y="5803924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35" name="Freeform 35"/>
          <p:cNvSpPr/>
          <p:nvPr/>
        </p:nvSpPr>
        <p:spPr>
          <a:xfrm>
            <a:off x="1413533" y="5919635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36" name="Freeform 36"/>
          <p:cNvSpPr/>
          <p:nvPr/>
        </p:nvSpPr>
        <p:spPr>
          <a:xfrm>
            <a:off x="1413533" y="6035345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37" name="Freeform 37"/>
          <p:cNvSpPr/>
          <p:nvPr/>
        </p:nvSpPr>
        <p:spPr>
          <a:xfrm>
            <a:off x="1281293" y="5572504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38" name="Freeform 38"/>
          <p:cNvSpPr/>
          <p:nvPr/>
        </p:nvSpPr>
        <p:spPr>
          <a:xfrm>
            <a:off x="1281293" y="5688214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39" name="Freeform 39"/>
          <p:cNvSpPr/>
          <p:nvPr/>
        </p:nvSpPr>
        <p:spPr>
          <a:xfrm>
            <a:off x="1281293" y="5803924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40" name="Freeform 40"/>
          <p:cNvSpPr/>
          <p:nvPr/>
        </p:nvSpPr>
        <p:spPr>
          <a:xfrm>
            <a:off x="1281293" y="5919635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41" name="Freeform 41"/>
          <p:cNvSpPr/>
          <p:nvPr/>
        </p:nvSpPr>
        <p:spPr>
          <a:xfrm>
            <a:off x="1281293" y="6035345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42" name="Freeform 42"/>
          <p:cNvSpPr/>
          <p:nvPr/>
        </p:nvSpPr>
        <p:spPr>
          <a:xfrm>
            <a:off x="1149053" y="5572504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43" name="Freeform 43"/>
          <p:cNvSpPr/>
          <p:nvPr/>
        </p:nvSpPr>
        <p:spPr>
          <a:xfrm>
            <a:off x="1149053" y="5688214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44" name="Freeform 44"/>
          <p:cNvSpPr/>
          <p:nvPr/>
        </p:nvSpPr>
        <p:spPr>
          <a:xfrm>
            <a:off x="1149053" y="5803924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45" name="Freeform 45"/>
          <p:cNvSpPr/>
          <p:nvPr/>
        </p:nvSpPr>
        <p:spPr>
          <a:xfrm>
            <a:off x="1149053" y="5919635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46" name="Freeform 46"/>
          <p:cNvSpPr/>
          <p:nvPr/>
        </p:nvSpPr>
        <p:spPr>
          <a:xfrm>
            <a:off x="1149053" y="6035345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47" name="Freeform 47"/>
          <p:cNvSpPr/>
          <p:nvPr/>
        </p:nvSpPr>
        <p:spPr>
          <a:xfrm>
            <a:off x="1016812" y="5572504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48" name="Freeform 48"/>
          <p:cNvSpPr/>
          <p:nvPr/>
        </p:nvSpPr>
        <p:spPr>
          <a:xfrm>
            <a:off x="1016812" y="5688214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49" name="Freeform 49"/>
          <p:cNvSpPr/>
          <p:nvPr/>
        </p:nvSpPr>
        <p:spPr>
          <a:xfrm>
            <a:off x="1016812" y="5803924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50" name="Freeform 50"/>
          <p:cNvSpPr/>
          <p:nvPr/>
        </p:nvSpPr>
        <p:spPr>
          <a:xfrm>
            <a:off x="1016812" y="5919635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51" name="Freeform 51"/>
          <p:cNvSpPr/>
          <p:nvPr/>
        </p:nvSpPr>
        <p:spPr>
          <a:xfrm>
            <a:off x="1016812" y="6035345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52" name="Freeform 52"/>
          <p:cNvSpPr/>
          <p:nvPr/>
        </p:nvSpPr>
        <p:spPr>
          <a:xfrm>
            <a:off x="884572" y="5572504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53" name="Freeform 53"/>
          <p:cNvSpPr/>
          <p:nvPr/>
        </p:nvSpPr>
        <p:spPr>
          <a:xfrm>
            <a:off x="884572" y="5688214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54" name="Freeform 54"/>
          <p:cNvSpPr/>
          <p:nvPr/>
        </p:nvSpPr>
        <p:spPr>
          <a:xfrm>
            <a:off x="884572" y="5803924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55" name="Freeform 55"/>
          <p:cNvSpPr/>
          <p:nvPr/>
        </p:nvSpPr>
        <p:spPr>
          <a:xfrm>
            <a:off x="884572" y="5919635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56" name="Freeform 56"/>
          <p:cNvSpPr/>
          <p:nvPr/>
        </p:nvSpPr>
        <p:spPr>
          <a:xfrm>
            <a:off x="884572" y="6035345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57" name="Freeform 57"/>
          <p:cNvSpPr/>
          <p:nvPr/>
        </p:nvSpPr>
        <p:spPr>
          <a:xfrm rot="18647177">
            <a:off x="9540345" y="5464629"/>
            <a:ext cx="3039032" cy="541611"/>
          </a:xfrm>
          <a:custGeom>
            <a:avLst/>
            <a:gdLst/>
            <a:ahLst/>
            <a:cxnLst/>
            <a:rect l="l" t="t" r="r" b="b"/>
            <a:pathLst>
              <a:path w="11925395" h="2125322">
                <a:moveTo>
                  <a:pt x="0" y="855302"/>
                </a:moveTo>
                <a:lnTo>
                  <a:pt x="2464117" y="149785"/>
                </a:lnTo>
                <a:cubicBezTo>
                  <a:pt x="3782282" y="-227595"/>
                  <a:pt x="5201698" y="119496"/>
                  <a:pt x="6196965" y="1062661"/>
                </a:cubicBezTo>
                <a:lnTo>
                  <a:pt x="6196965" y="1062661"/>
                </a:lnTo>
                <a:cubicBezTo>
                  <a:pt x="7226808" y="2038593"/>
                  <a:pt x="8707660" y="2373873"/>
                  <a:pt x="10057448" y="1936580"/>
                </a:cubicBezTo>
                <a:lnTo>
                  <a:pt x="11925396" y="1331457"/>
                </a:lnTo>
              </a:path>
            </a:pathLst>
          </a:custGeom>
          <a:noFill/>
          <a:ln w="9525" cap="flat">
            <a:solidFill>
              <a:schemeClr val="accent2"/>
            </a:solidFill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58" name="AutoShape 58"/>
          <p:cNvSpPr/>
          <p:nvPr/>
        </p:nvSpPr>
        <p:spPr>
          <a:xfrm rot="19721968">
            <a:off x="11059861" y="5065486"/>
            <a:ext cx="467460" cy="227262"/>
          </a:xfrm>
          <a:prstGeom prst="ellipse">
            <a:avLst/>
          </a:prstGeom>
          <a:solidFill>
            <a:schemeClr val="accent3"/>
          </a:solidFill>
          <a:ln cap="flat" cmpd="sng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59" name="AutoShape 59"/>
          <p:cNvSpPr/>
          <p:nvPr/>
        </p:nvSpPr>
        <p:spPr>
          <a:xfrm rot="1512453">
            <a:off x="4605638" y="6047692"/>
            <a:ext cx="697802" cy="431351"/>
          </a:xfrm>
          <a:prstGeom prst="ellipse">
            <a:avLst/>
          </a:prstGeom>
          <a:solidFill>
            <a:schemeClr val="accent2"/>
          </a:solidFill>
          <a:ln cap="flat" cmpd="sng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60" name="Freeform 60"/>
          <p:cNvSpPr/>
          <p:nvPr/>
        </p:nvSpPr>
        <p:spPr>
          <a:xfrm flipH="1" flipV="1">
            <a:off x="10136650" y="0"/>
            <a:ext cx="1754188" cy="1682750"/>
          </a:xfrm>
          <a:custGeom>
            <a:avLst/>
            <a:gdLst/>
            <a:ahLst/>
            <a:cxnLst/>
            <a:rect l="l" t="t" r="r" b="b"/>
            <a:pathLst>
              <a:path w="562" h="539">
                <a:moveTo>
                  <a:pt x="2" y="537"/>
                </a:moveTo>
                <a:cubicBezTo>
                  <a:pt x="1" y="482"/>
                  <a:pt x="1" y="482"/>
                  <a:pt x="1" y="482"/>
                </a:cubicBezTo>
                <a:cubicBezTo>
                  <a:pt x="0" y="468"/>
                  <a:pt x="7" y="455"/>
                  <a:pt x="18" y="447"/>
                </a:cubicBezTo>
                <a:cubicBezTo>
                  <a:pt x="18" y="447"/>
                  <a:pt x="18" y="447"/>
                  <a:pt x="18" y="447"/>
                </a:cubicBezTo>
                <a:cubicBezTo>
                  <a:pt x="28" y="439"/>
                  <a:pt x="34" y="428"/>
                  <a:pt x="35" y="415"/>
                </a:cubicBezTo>
                <a:cubicBezTo>
                  <a:pt x="40" y="349"/>
                  <a:pt x="40" y="349"/>
                  <a:pt x="40" y="349"/>
                </a:cubicBezTo>
                <a:cubicBezTo>
                  <a:pt x="42" y="313"/>
                  <a:pt x="64" y="281"/>
                  <a:pt x="97" y="266"/>
                </a:cubicBezTo>
                <a:cubicBezTo>
                  <a:pt x="97" y="266"/>
                  <a:pt x="97" y="266"/>
                  <a:pt x="97" y="266"/>
                </a:cubicBezTo>
                <a:cubicBezTo>
                  <a:pt x="119" y="255"/>
                  <a:pt x="137" y="236"/>
                  <a:pt x="146" y="213"/>
                </a:cubicBezTo>
                <a:cubicBezTo>
                  <a:pt x="159" y="182"/>
                  <a:pt x="159" y="182"/>
                  <a:pt x="159" y="182"/>
                </a:cubicBezTo>
                <a:cubicBezTo>
                  <a:pt x="177" y="139"/>
                  <a:pt x="218" y="110"/>
                  <a:pt x="265" y="108"/>
                </a:cubicBezTo>
                <a:cubicBezTo>
                  <a:pt x="265" y="108"/>
                  <a:pt x="265" y="108"/>
                  <a:pt x="265" y="108"/>
                </a:cubicBezTo>
                <a:cubicBezTo>
                  <a:pt x="281" y="108"/>
                  <a:pt x="297" y="102"/>
                  <a:pt x="310" y="91"/>
                </a:cubicBezTo>
                <a:cubicBezTo>
                  <a:pt x="347" y="61"/>
                  <a:pt x="439" y="0"/>
                  <a:pt x="562" y="26"/>
                </a:cubicBezTo>
                <a:cubicBezTo>
                  <a:pt x="562" y="26"/>
                  <a:pt x="495" y="39"/>
                  <a:pt x="493" y="116"/>
                </a:cubicBezTo>
                <a:cubicBezTo>
                  <a:pt x="492" y="123"/>
                  <a:pt x="492" y="131"/>
                  <a:pt x="491" y="139"/>
                </a:cubicBezTo>
                <a:cubicBezTo>
                  <a:pt x="487" y="165"/>
                  <a:pt x="487" y="165"/>
                  <a:pt x="487" y="165"/>
                </a:cubicBezTo>
                <a:cubicBezTo>
                  <a:pt x="480" y="210"/>
                  <a:pt x="454" y="251"/>
                  <a:pt x="415" y="276"/>
                </a:cubicBezTo>
                <a:cubicBezTo>
                  <a:pt x="356" y="315"/>
                  <a:pt x="356" y="315"/>
                  <a:pt x="356" y="315"/>
                </a:cubicBezTo>
                <a:cubicBezTo>
                  <a:pt x="325" y="336"/>
                  <a:pt x="302" y="368"/>
                  <a:pt x="293" y="404"/>
                </a:cubicBezTo>
                <a:cubicBezTo>
                  <a:pt x="283" y="447"/>
                  <a:pt x="283" y="447"/>
                  <a:pt x="283" y="447"/>
                </a:cubicBezTo>
                <a:cubicBezTo>
                  <a:pt x="274" y="484"/>
                  <a:pt x="253" y="516"/>
                  <a:pt x="224" y="539"/>
                </a:cubicBezTo>
                <a:cubicBezTo>
                  <a:pt x="224" y="539"/>
                  <a:pt x="224" y="539"/>
                  <a:pt x="224" y="539"/>
                </a:cubicBezTo>
              </a:path>
            </a:pathLst>
          </a:custGeom>
          <a:noFill/>
          <a:ln w="15875" cap="flat">
            <a:solidFill>
              <a:schemeClr val="accent3"/>
            </a:solidFill>
            <a:prstDash val="solid"/>
          </a:ln>
        </p:spPr>
        <p:txBody>
          <a:bodyPr vert="horz" wrap="square" lIns="91440" tIns="45720" rIns="91440" bIns="45720" anchor="t">
            <a:normAutofit/>
          </a:bodyPr>
          <a:p>
            <a:pPr marL="0" algn="l"/>
          </a:p>
        </p:txBody>
      </p:sp>
      <p:sp>
        <p:nvSpPr>
          <p:cNvPr id="61" name="Freeform 61"/>
          <p:cNvSpPr/>
          <p:nvPr/>
        </p:nvSpPr>
        <p:spPr>
          <a:xfrm flipH="1" flipV="1">
            <a:off x="10177925" y="0"/>
            <a:ext cx="1535113" cy="1608138"/>
          </a:xfrm>
          <a:custGeom>
            <a:avLst/>
            <a:gdLst/>
            <a:ahLst/>
            <a:cxnLst/>
            <a:rect l="l" t="t" r="r" b="b"/>
            <a:pathLst>
              <a:path w="492" h="515">
                <a:moveTo>
                  <a:pt x="0" y="515"/>
                </a:moveTo>
                <a:cubicBezTo>
                  <a:pt x="0" y="515"/>
                  <a:pt x="119" y="117"/>
                  <a:pt x="492" y="0"/>
                </a:cubicBezTo>
              </a:path>
            </a:pathLst>
          </a:custGeom>
          <a:noFill/>
          <a:ln w="15875" cap="flat">
            <a:solidFill>
              <a:schemeClr val="accent3"/>
            </a:solidFill>
            <a:prstDash val="solid"/>
          </a:ln>
        </p:spPr>
        <p:txBody>
          <a:bodyPr vert="horz" wrap="square" lIns="91440" tIns="45720" rIns="91440" bIns="45720" anchor="t">
            <a:normAutofit/>
          </a:bodyPr>
          <a:p>
            <a:pPr marL="0" algn="l"/>
          </a:p>
        </p:txBody>
      </p:sp>
      <p:sp>
        <p:nvSpPr>
          <p:cNvPr id="62" name="Freeform 62"/>
          <p:cNvSpPr/>
          <p:nvPr/>
        </p:nvSpPr>
        <p:spPr>
          <a:xfrm flipH="1" flipV="1">
            <a:off x="10992313" y="252413"/>
            <a:ext cx="755650" cy="444500"/>
          </a:xfrm>
          <a:custGeom>
            <a:avLst/>
            <a:gdLst/>
            <a:ahLst/>
            <a:cxnLst/>
            <a:rect l="l" t="t" r="r" b="b"/>
            <a:pathLst>
              <a:path w="242" h="142">
                <a:moveTo>
                  <a:pt x="0" y="0"/>
                </a:moveTo>
                <a:cubicBezTo>
                  <a:pt x="42" y="142"/>
                  <a:pt x="42" y="142"/>
                  <a:pt x="42" y="142"/>
                </a:cubicBezTo>
                <a:cubicBezTo>
                  <a:pt x="42" y="142"/>
                  <a:pt x="178" y="108"/>
                  <a:pt x="242" y="108"/>
                </a:cubicBezTo>
              </a:path>
            </a:pathLst>
          </a:custGeom>
          <a:noFill/>
          <a:ln w="15875" cap="flat">
            <a:solidFill>
              <a:schemeClr val="accent3"/>
            </a:solidFill>
            <a:prstDash val="solid"/>
          </a:ln>
        </p:spPr>
        <p:txBody>
          <a:bodyPr vert="horz" wrap="square" lIns="91440" tIns="45720" rIns="91440" bIns="45720" anchor="t">
            <a:normAutofit/>
          </a:bodyPr>
          <a:p>
            <a:pPr marL="0" algn="l"/>
          </a:p>
        </p:txBody>
      </p:sp>
      <p:sp>
        <p:nvSpPr>
          <p:cNvPr id="63" name="Freeform 63"/>
          <p:cNvSpPr/>
          <p:nvPr/>
        </p:nvSpPr>
        <p:spPr>
          <a:xfrm flipH="1" flipV="1">
            <a:off x="10671638" y="749300"/>
            <a:ext cx="704850" cy="384175"/>
          </a:xfrm>
          <a:custGeom>
            <a:avLst/>
            <a:gdLst/>
            <a:ahLst/>
            <a:cxnLst/>
            <a:rect l="l" t="t" r="r" b="b"/>
            <a:pathLst>
              <a:path w="444" h="242">
                <a:moveTo>
                  <a:pt x="0" y="0"/>
                </a:moveTo>
                <a:lnTo>
                  <a:pt x="29" y="242"/>
                </a:lnTo>
                <a:lnTo>
                  <a:pt x="444" y="222"/>
                </a:lnTo>
              </a:path>
            </a:pathLst>
          </a:custGeom>
          <a:noFill/>
          <a:ln w="15875" cap="flat">
            <a:solidFill>
              <a:schemeClr val="accent3"/>
            </a:solidFill>
            <a:prstDash val="solid"/>
          </a:ln>
        </p:spPr>
        <p:txBody>
          <a:bodyPr vert="horz" wrap="square" lIns="91440" tIns="45720" rIns="91440" bIns="45720" anchor="t">
            <a:normAutofit/>
          </a:bodyPr>
          <a:p>
            <a:pPr marL="0" algn="l"/>
          </a:p>
        </p:txBody>
      </p:sp>
      <p:sp>
        <p:nvSpPr>
          <p:cNvPr id="64" name="Freeform 64"/>
          <p:cNvSpPr/>
          <p:nvPr/>
        </p:nvSpPr>
        <p:spPr>
          <a:xfrm flipH="1" flipV="1">
            <a:off x="10393825" y="1081087"/>
            <a:ext cx="617538" cy="287338"/>
          </a:xfrm>
          <a:custGeom>
            <a:avLst/>
            <a:gdLst/>
            <a:ahLst/>
            <a:cxnLst/>
            <a:rect l="l" t="t" r="r" b="b"/>
            <a:pathLst>
              <a:path w="389" h="181">
                <a:moveTo>
                  <a:pt x="12" y="0"/>
                </a:moveTo>
                <a:lnTo>
                  <a:pt x="0" y="160"/>
                </a:lnTo>
                <a:lnTo>
                  <a:pt x="389" y="181"/>
                </a:lnTo>
              </a:path>
            </a:pathLst>
          </a:custGeom>
          <a:noFill/>
          <a:ln w="15875" cap="flat">
            <a:solidFill>
              <a:schemeClr val="accent3"/>
            </a:solidFill>
            <a:prstDash val="solid"/>
          </a:ln>
        </p:spPr>
        <p:txBody>
          <a:bodyPr vert="horz" wrap="square" lIns="91440" tIns="45720" rIns="91440" bIns="45720" anchor="t">
            <a:normAutofit/>
          </a:bodyPr>
          <a:p>
            <a:pPr marL="0" algn="l"/>
          </a:p>
        </p:txBody>
      </p:sp>
      <p:sp>
        <p:nvSpPr>
          <p:cNvPr id="65" name="AutoShape 65"/>
          <p:cNvSpPr/>
          <p:nvPr/>
        </p:nvSpPr>
        <p:spPr>
          <a:xfrm>
            <a:off x="5609202" y="5903736"/>
            <a:ext cx="459659" cy="461664"/>
          </a:xfrm>
          <a:prstGeom prst="ellipse">
            <a:avLst/>
          </a:prstGeom>
          <a:gradFill>
            <a:gsLst>
              <a:gs pos="0">
                <a:srgbClr val="8AAEA2">
                  <a:lumMod val="60000"/>
                  <a:lumOff val="40000"/>
                </a:srgbClr>
              </a:gs>
              <a:gs pos="60000">
                <a:srgbClr val="8AAEA2"/>
              </a:gs>
            </a:gsLst>
            <a:lin ang="2700000"/>
          </a:gradFill>
          <a:ln cap="rnd" cmpd="sng">
            <a:prstDash val="solid"/>
          </a:ln>
          <a:effectLst>
            <a:outerShdw blurRad="76200" dist="50800" dir="5400000" algn="ctr" rotWithShape="0">
              <a:schemeClr val="accent1">
                <a:alpha val="20000"/>
              </a:schemeClr>
            </a:outerShdw>
          </a:effectLst>
        </p:spPr>
        <p:txBody>
          <a:bodyPr rot="0" vert="horz" wrap="square" lIns="91440" tIns="45720" rIns="91440" bIns="45720" anchor="ctr">
            <a:normAutofit/>
          </a:bodyPr>
          <a:p>
            <a:pPr marL="0" algn="ctr"/>
            <a:r>
              <a:rPr lang="en-US" sz="1665" b="1" i="0" u="none" baseline="0">
                <a:solidFill>
                  <a:srgbClr val="FFFFFF"/>
                </a:solidFill>
                <a:latin typeface="Arial" panose="020B0604020202020204"/>
                <a:ea typeface="Arial" panose="020B0604020202020204"/>
              </a:rPr>
              <a:t>6</a:t>
            </a:r>
            <a:endParaRPr lang="en-US" sz="1665" b="1" i="0" u="none" baseline="0">
              <a:solidFill>
                <a:srgbClr val="FFFFFF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66" name="TextBox 66"/>
          <p:cNvSpPr txBox="1"/>
          <p:nvPr/>
        </p:nvSpPr>
        <p:spPr>
          <a:xfrm>
            <a:off x="6149024" y="5897483"/>
            <a:ext cx="5369876" cy="46037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en-US" altLang="zh-CN" sz="2400" b="1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/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utoShape 2"/>
          <p:cNvSpPr/>
          <p:nvPr>
            <p:ph type="title"/>
          </p:nvPr>
        </p:nvSpPr>
        <p:spPr>
          <a:xfrm>
            <a:off x="1273810" y="2639695"/>
            <a:ext cx="9479915" cy="706755"/>
          </a:xfrm>
          <a:prstGeom prst="rect">
            <a:avLst/>
          </a:prstGeom>
        </p:spPr>
        <p:txBody>
          <a:bodyPr vert="horz" wrap="square" lIns="91440" tIns="45720" rIns="91440" bIns="45720" anchor="ctr">
            <a:spAutoFit/>
          </a:bodyPr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altLang="zh-CN" sz="4000" b="1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一、复习要点</a:t>
            </a:r>
            <a:endParaRPr lang="zh-CN" altLang="zh-CN" sz="4000" b="1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2"/>
          <p:cNvCxnSpPr/>
          <p:nvPr/>
        </p:nvCxnSpPr>
        <p:spPr>
          <a:xfrm rot="16200000" flipV="1">
            <a:off x="3820296" y="2262701"/>
            <a:ext cx="464875" cy="1079174"/>
          </a:xfrm>
          <a:prstGeom prst="bentConnector2">
            <a:avLst/>
          </a:prstGeom>
          <a:ln w="19050" cap="flat" cmpd="sng">
            <a:solidFill>
              <a:schemeClr val="accent1"/>
            </a:solidFill>
            <a:prstDash val="sysDot"/>
            <a:headEnd type="oval"/>
            <a:tailEnd type="triangle"/>
          </a:ln>
        </p:spPr>
      </p:cxnSp>
      <p:sp>
        <p:nvSpPr>
          <p:cNvPr id="3" name="AutoShape 3"/>
          <p:cNvSpPr/>
          <p:nvPr/>
        </p:nvSpPr>
        <p:spPr>
          <a:xfrm>
            <a:off x="3195947" y="3034725"/>
            <a:ext cx="1396373" cy="1396372"/>
          </a:xfrm>
          <a:prstGeom prst="teardrop">
            <a:avLst/>
          </a:prstGeom>
          <a:gradFill>
            <a:gsLst>
              <a:gs pos="0">
                <a:srgbClr val="8AAEA2">
                  <a:lumMod val="60000"/>
                  <a:lumOff val="40000"/>
                </a:srgbClr>
              </a:gs>
              <a:gs pos="60000">
                <a:srgbClr val="8AAEA2"/>
              </a:gs>
            </a:gsLst>
            <a:lin ang="2700000"/>
          </a:gradFill>
          <a:ln cap="rnd" cmpd="sng">
            <a:prstDash val="solid"/>
          </a:ln>
          <a:effectLst>
            <a:outerShdw blurRad="76200" dist="50800" dir="5400000" algn="ctr" rotWithShape="0">
              <a:schemeClr val="accent1">
                <a:alpha val="20000"/>
              </a:schemeClr>
            </a:outerShdw>
          </a:effectLst>
        </p:spPr>
        <p:txBody>
          <a:bodyPr rot="0" vert="horz" wrap="square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4" name="Freeform 4"/>
          <p:cNvSpPr/>
          <p:nvPr/>
        </p:nvSpPr>
        <p:spPr>
          <a:xfrm>
            <a:off x="3646929" y="3519895"/>
            <a:ext cx="424043" cy="432275"/>
          </a:xfrm>
          <a:custGeom>
            <a:avLst/>
            <a:gdLst/>
            <a:ahLst/>
            <a:cxnLst/>
            <a:rect l="l" t="t" r="r" b="b"/>
            <a:pathLst>
              <a:path w="452" h="462">
                <a:moveTo>
                  <a:pt x="275" y="301"/>
                </a:moveTo>
                <a:lnTo>
                  <a:pt x="275" y="301"/>
                </a:lnTo>
                <a:cubicBezTo>
                  <a:pt x="275" y="301"/>
                  <a:pt x="451" y="169"/>
                  <a:pt x="434" y="26"/>
                </a:cubicBezTo>
                <a:lnTo>
                  <a:pt x="434" y="18"/>
                </a:lnTo>
                <a:cubicBezTo>
                  <a:pt x="425" y="18"/>
                  <a:pt x="425" y="18"/>
                  <a:pt x="425" y="18"/>
                </a:cubicBezTo>
                <a:cubicBezTo>
                  <a:pt x="284" y="0"/>
                  <a:pt x="159" y="178"/>
                  <a:pt x="159" y="178"/>
                </a:cubicBezTo>
                <a:cubicBezTo>
                  <a:pt x="53" y="159"/>
                  <a:pt x="62" y="186"/>
                  <a:pt x="9" y="301"/>
                </a:cubicBezTo>
                <a:cubicBezTo>
                  <a:pt x="0" y="328"/>
                  <a:pt x="18" y="328"/>
                  <a:pt x="35" y="328"/>
                </a:cubicBezTo>
                <a:cubicBezTo>
                  <a:pt x="53" y="319"/>
                  <a:pt x="88" y="310"/>
                  <a:pt x="88" y="310"/>
                </a:cubicBezTo>
                <a:cubicBezTo>
                  <a:pt x="151" y="372"/>
                  <a:pt x="151" y="372"/>
                  <a:pt x="151" y="372"/>
                </a:cubicBezTo>
                <a:cubicBezTo>
                  <a:pt x="151" y="372"/>
                  <a:pt x="141" y="407"/>
                  <a:pt x="133" y="425"/>
                </a:cubicBezTo>
                <a:cubicBezTo>
                  <a:pt x="124" y="443"/>
                  <a:pt x="133" y="461"/>
                  <a:pt x="151" y="452"/>
                </a:cubicBezTo>
                <a:cubicBezTo>
                  <a:pt x="266" y="398"/>
                  <a:pt x="292" y="407"/>
                  <a:pt x="275" y="301"/>
                </a:cubicBezTo>
                <a:close/>
                <a:moveTo>
                  <a:pt x="301" y="150"/>
                </a:moveTo>
                <a:lnTo>
                  <a:pt x="301" y="150"/>
                </a:lnTo>
                <a:cubicBezTo>
                  <a:pt x="284" y="133"/>
                  <a:pt x="284" y="115"/>
                  <a:pt x="301" y="97"/>
                </a:cubicBezTo>
                <a:cubicBezTo>
                  <a:pt x="319" y="80"/>
                  <a:pt x="345" y="80"/>
                  <a:pt x="354" y="97"/>
                </a:cubicBezTo>
                <a:cubicBezTo>
                  <a:pt x="372" y="115"/>
                  <a:pt x="372" y="133"/>
                  <a:pt x="354" y="150"/>
                </a:cubicBezTo>
                <a:cubicBezTo>
                  <a:pt x="345" y="169"/>
                  <a:pt x="319" y="169"/>
                  <a:pt x="301" y="150"/>
                </a:cubicBezTo>
                <a:close/>
              </a:path>
            </a:pathLst>
          </a:custGeom>
          <a:solidFill>
            <a:srgbClr val="FFFFFF"/>
          </a:solidFill>
        </p:spPr>
        <p:txBody>
          <a:bodyPr vert="horz" wrap="square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5" name="TextBox 5"/>
          <p:cNvSpPr txBox="1"/>
          <p:nvPr/>
        </p:nvSpPr>
        <p:spPr>
          <a:xfrm>
            <a:off x="670717" y="1515777"/>
            <a:ext cx="3541687" cy="33718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/>
          <a:p>
            <a:pPr marL="0" marR="0" indent="0" algn="r" fontAlgn="auto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b="1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知识点1：</a:t>
            </a:r>
            <a:endParaRPr lang="en-US" altLang="zh-CN" sz="1600" b="1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670717" y="1854828"/>
            <a:ext cx="3541687" cy="41402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r">
              <a:lnSpc>
                <a:spcPct val="150000"/>
              </a:lnSpc>
              <a:defRPr/>
            </a:pPr>
            <a:r>
              <a:rPr lang="en-US" altLang="zh-CN" sz="1400" b="0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比喻句就是用相似的事物来描述另一个事物，比如‘她的笑容像阳光一样温暖’。</a:t>
            </a:r>
            <a:endParaRPr lang="en-US" altLang="zh-CN" sz="1400" b="0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AutoShape 7"/>
          <p:cNvSpPr/>
          <p:nvPr/>
        </p:nvSpPr>
        <p:spPr>
          <a:xfrm rot="5400000" flipV="1">
            <a:off x="4687461" y="3034725"/>
            <a:ext cx="1396372" cy="1396372"/>
          </a:xfrm>
          <a:prstGeom prst="teardrop">
            <a:avLst/>
          </a:prstGeom>
          <a:gradFill>
            <a:gsLst>
              <a:gs pos="0">
                <a:srgbClr val="CFB278">
                  <a:lumMod val="60000"/>
                  <a:lumOff val="40000"/>
                </a:srgbClr>
              </a:gs>
              <a:gs pos="60000">
                <a:srgbClr val="CFB278"/>
              </a:gs>
            </a:gsLst>
            <a:lin ang="2700000"/>
          </a:gradFill>
          <a:ln cap="rnd" cmpd="sng">
            <a:prstDash val="solid"/>
          </a:ln>
          <a:effectLst>
            <a:outerShdw blurRad="76200" dist="50800" dir="5400000" algn="ctr" rotWithShape="0">
              <a:schemeClr val="accent2">
                <a:alpha val="20000"/>
              </a:schemeClr>
            </a:outerShdw>
          </a:effectLst>
        </p:spPr>
        <p:txBody>
          <a:bodyPr rot="0" vert="horz" wrap="square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8" name="Freeform 8"/>
          <p:cNvSpPr/>
          <p:nvPr/>
        </p:nvSpPr>
        <p:spPr>
          <a:xfrm>
            <a:off x="5219395" y="3519895"/>
            <a:ext cx="336706" cy="411526"/>
          </a:xfrm>
          <a:custGeom>
            <a:avLst/>
            <a:gdLst/>
            <a:ahLst/>
            <a:cxnLst/>
            <a:rect l="l" t="t" r="r" b="b"/>
            <a:pathLst>
              <a:path w="355" h="435">
                <a:moveTo>
                  <a:pt x="346" y="283"/>
                </a:moveTo>
                <a:lnTo>
                  <a:pt x="346" y="283"/>
                </a:lnTo>
                <a:cubicBezTo>
                  <a:pt x="328" y="319"/>
                  <a:pt x="257" y="345"/>
                  <a:pt x="178" y="345"/>
                </a:cubicBezTo>
                <a:cubicBezTo>
                  <a:pt x="97" y="345"/>
                  <a:pt x="36" y="319"/>
                  <a:pt x="9" y="283"/>
                </a:cubicBezTo>
                <a:cubicBezTo>
                  <a:pt x="9" y="275"/>
                  <a:pt x="0" y="283"/>
                  <a:pt x="0" y="283"/>
                </a:cubicBezTo>
                <a:cubicBezTo>
                  <a:pt x="0" y="292"/>
                  <a:pt x="0" y="336"/>
                  <a:pt x="0" y="336"/>
                </a:cubicBezTo>
                <a:cubicBezTo>
                  <a:pt x="0" y="381"/>
                  <a:pt x="80" y="434"/>
                  <a:pt x="178" y="434"/>
                </a:cubicBezTo>
                <a:cubicBezTo>
                  <a:pt x="275" y="434"/>
                  <a:pt x="354" y="381"/>
                  <a:pt x="354" y="336"/>
                </a:cubicBezTo>
                <a:cubicBezTo>
                  <a:pt x="354" y="336"/>
                  <a:pt x="354" y="292"/>
                  <a:pt x="354" y="283"/>
                </a:cubicBezTo>
                <a:cubicBezTo>
                  <a:pt x="354" y="283"/>
                  <a:pt x="346" y="275"/>
                  <a:pt x="346" y="283"/>
                </a:cubicBezTo>
                <a:close/>
                <a:moveTo>
                  <a:pt x="346" y="160"/>
                </a:moveTo>
                <a:lnTo>
                  <a:pt x="346" y="160"/>
                </a:lnTo>
                <a:cubicBezTo>
                  <a:pt x="328" y="186"/>
                  <a:pt x="257" y="213"/>
                  <a:pt x="178" y="213"/>
                </a:cubicBezTo>
                <a:cubicBezTo>
                  <a:pt x="97" y="213"/>
                  <a:pt x="36" y="186"/>
                  <a:pt x="9" y="160"/>
                </a:cubicBezTo>
                <a:cubicBezTo>
                  <a:pt x="9" y="151"/>
                  <a:pt x="0" y="160"/>
                  <a:pt x="0" y="160"/>
                </a:cubicBezTo>
                <a:lnTo>
                  <a:pt x="0" y="222"/>
                </a:lnTo>
                <a:cubicBezTo>
                  <a:pt x="0" y="257"/>
                  <a:pt x="80" y="292"/>
                  <a:pt x="178" y="292"/>
                </a:cubicBezTo>
                <a:cubicBezTo>
                  <a:pt x="275" y="292"/>
                  <a:pt x="354" y="257"/>
                  <a:pt x="354" y="222"/>
                </a:cubicBezTo>
                <a:lnTo>
                  <a:pt x="354" y="160"/>
                </a:lnTo>
                <a:cubicBezTo>
                  <a:pt x="354" y="160"/>
                  <a:pt x="346" y="151"/>
                  <a:pt x="346" y="160"/>
                </a:cubicBezTo>
                <a:close/>
                <a:moveTo>
                  <a:pt x="178" y="0"/>
                </a:moveTo>
                <a:lnTo>
                  <a:pt x="178" y="0"/>
                </a:lnTo>
                <a:cubicBezTo>
                  <a:pt x="80" y="0"/>
                  <a:pt x="0" y="26"/>
                  <a:pt x="0" y="62"/>
                </a:cubicBezTo>
                <a:cubicBezTo>
                  <a:pt x="0" y="97"/>
                  <a:pt x="0" y="97"/>
                  <a:pt x="0" y="97"/>
                </a:cubicBezTo>
                <a:cubicBezTo>
                  <a:pt x="0" y="133"/>
                  <a:pt x="80" y="160"/>
                  <a:pt x="178" y="160"/>
                </a:cubicBezTo>
                <a:cubicBezTo>
                  <a:pt x="275" y="160"/>
                  <a:pt x="354" y="133"/>
                  <a:pt x="354" y="97"/>
                </a:cubicBezTo>
                <a:cubicBezTo>
                  <a:pt x="354" y="62"/>
                  <a:pt x="354" y="62"/>
                  <a:pt x="354" y="62"/>
                </a:cubicBezTo>
                <a:cubicBezTo>
                  <a:pt x="354" y="26"/>
                  <a:pt x="275" y="0"/>
                  <a:pt x="178" y="0"/>
                </a:cubicBezTo>
                <a:close/>
              </a:path>
            </a:pathLst>
          </a:custGeom>
          <a:solidFill>
            <a:srgbClr val="FFFFFF"/>
          </a:solidFill>
        </p:spPr>
        <p:txBody>
          <a:bodyPr vert="horz" wrap="square" lIns="91440" tIns="45720" rIns="91440" bIns="45720" anchor="ctr">
            <a:normAutofit/>
          </a:bodyPr>
          <a:p>
            <a:pPr marL="0" algn="ctr"/>
          </a:p>
        </p:txBody>
      </p:sp>
      <p:cxnSp>
        <p:nvCxnSpPr>
          <p:cNvPr id="9" name="Connector 9"/>
          <p:cNvCxnSpPr/>
          <p:nvPr/>
        </p:nvCxnSpPr>
        <p:spPr>
          <a:xfrm rot="10800000" flipV="1">
            <a:off x="3491317" y="4431096"/>
            <a:ext cx="1196144" cy="361300"/>
          </a:xfrm>
          <a:prstGeom prst="bentConnector3">
            <a:avLst>
              <a:gd name="adj1" fmla="val 199"/>
            </a:avLst>
          </a:prstGeom>
          <a:ln w="19050" cap="flat" cmpd="sng">
            <a:solidFill>
              <a:schemeClr val="accent2">
                <a:alpha val="50000"/>
              </a:schemeClr>
            </a:solidFill>
            <a:prstDash val="sysDot"/>
            <a:headEnd type="oval"/>
            <a:tailEnd type="triangle"/>
          </a:ln>
        </p:spPr>
      </p:cxnSp>
      <p:sp>
        <p:nvSpPr>
          <p:cNvPr id="10" name="TextBox 10"/>
          <p:cNvSpPr txBox="1"/>
          <p:nvPr/>
        </p:nvSpPr>
        <p:spPr>
          <a:xfrm>
            <a:off x="670718" y="4801121"/>
            <a:ext cx="2842426" cy="33718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/>
          <a:p>
            <a:pPr marL="0" marR="0" indent="0" algn="r" fontAlgn="auto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b="1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知识点3：</a:t>
            </a:r>
            <a:endParaRPr lang="en-US" sz="1100"/>
          </a:p>
        </p:txBody>
      </p:sp>
      <p:sp>
        <p:nvSpPr>
          <p:cNvPr id="11" name="TextBox 11"/>
          <p:cNvSpPr txBox="1"/>
          <p:nvPr/>
        </p:nvSpPr>
        <p:spPr>
          <a:xfrm>
            <a:off x="670717" y="5278022"/>
            <a:ext cx="2842427" cy="41402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r">
              <a:lnSpc>
                <a:spcPct val="150000"/>
              </a:lnSpc>
              <a:defRPr/>
            </a:pPr>
            <a:r>
              <a:rPr lang="en-US" altLang="zh-CN" sz="140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比喻句能使语言更生动形象，帮助读者更好地理解描述的事物。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180785" y="3034725"/>
            <a:ext cx="1396372" cy="1396372"/>
          </a:xfrm>
          <a:prstGeom prst="teardrop">
            <a:avLst/>
          </a:prstGeom>
          <a:gradFill>
            <a:gsLst>
              <a:gs pos="0">
                <a:srgbClr val="92CCD4">
                  <a:lumMod val="60000"/>
                  <a:lumOff val="40000"/>
                </a:srgbClr>
              </a:gs>
              <a:gs pos="60000">
                <a:srgbClr val="92CCD4"/>
              </a:gs>
            </a:gsLst>
            <a:lin ang="2700000"/>
          </a:gradFill>
          <a:ln cap="rnd" cmpd="sng">
            <a:prstDash val="solid"/>
          </a:ln>
          <a:effectLst>
            <a:outerShdw blurRad="76200" dist="50800" dir="5400000" algn="ctr" rotWithShape="0">
              <a:schemeClr val="accent5">
                <a:alpha val="20000"/>
              </a:schemeClr>
            </a:outerShdw>
          </a:effectLst>
        </p:spPr>
        <p:txBody>
          <a:bodyPr rot="0" vert="horz" wrap="square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13" name="Freeform 13"/>
          <p:cNvSpPr/>
          <p:nvPr/>
        </p:nvSpPr>
        <p:spPr>
          <a:xfrm>
            <a:off x="6634658" y="3517666"/>
            <a:ext cx="488625" cy="436735"/>
          </a:xfrm>
          <a:custGeom>
            <a:avLst/>
            <a:gdLst/>
            <a:ahLst/>
            <a:cxnLst/>
            <a:rect l="l" t="t" r="r" b="b"/>
            <a:pathLst>
              <a:path w="497" h="444">
                <a:moveTo>
                  <a:pt x="443" y="70"/>
                </a:moveTo>
                <a:lnTo>
                  <a:pt x="443" y="70"/>
                </a:lnTo>
                <a:cubicBezTo>
                  <a:pt x="426" y="70"/>
                  <a:pt x="426" y="70"/>
                  <a:pt x="426" y="70"/>
                </a:cubicBezTo>
                <a:cubicBezTo>
                  <a:pt x="426" y="443"/>
                  <a:pt x="426" y="443"/>
                  <a:pt x="426" y="443"/>
                </a:cubicBezTo>
                <a:cubicBezTo>
                  <a:pt x="443" y="443"/>
                  <a:pt x="443" y="443"/>
                  <a:pt x="443" y="443"/>
                </a:cubicBezTo>
                <a:cubicBezTo>
                  <a:pt x="479" y="443"/>
                  <a:pt x="496" y="425"/>
                  <a:pt x="496" y="398"/>
                </a:cubicBezTo>
                <a:cubicBezTo>
                  <a:pt x="496" y="124"/>
                  <a:pt x="496" y="124"/>
                  <a:pt x="496" y="124"/>
                </a:cubicBezTo>
                <a:cubicBezTo>
                  <a:pt x="496" y="97"/>
                  <a:pt x="479" y="70"/>
                  <a:pt x="443" y="70"/>
                </a:cubicBezTo>
                <a:close/>
                <a:moveTo>
                  <a:pt x="0" y="124"/>
                </a:moveTo>
                <a:lnTo>
                  <a:pt x="0" y="124"/>
                </a:lnTo>
                <a:cubicBezTo>
                  <a:pt x="0" y="398"/>
                  <a:pt x="0" y="398"/>
                  <a:pt x="0" y="398"/>
                </a:cubicBezTo>
                <a:cubicBezTo>
                  <a:pt x="0" y="425"/>
                  <a:pt x="26" y="443"/>
                  <a:pt x="53" y="443"/>
                </a:cubicBezTo>
                <a:cubicBezTo>
                  <a:pt x="71" y="443"/>
                  <a:pt x="71" y="443"/>
                  <a:pt x="71" y="443"/>
                </a:cubicBezTo>
                <a:cubicBezTo>
                  <a:pt x="71" y="70"/>
                  <a:pt x="71" y="70"/>
                  <a:pt x="71" y="70"/>
                </a:cubicBezTo>
                <a:cubicBezTo>
                  <a:pt x="53" y="70"/>
                  <a:pt x="53" y="70"/>
                  <a:pt x="53" y="70"/>
                </a:cubicBezTo>
                <a:cubicBezTo>
                  <a:pt x="26" y="70"/>
                  <a:pt x="0" y="97"/>
                  <a:pt x="0" y="124"/>
                </a:cubicBezTo>
                <a:close/>
                <a:moveTo>
                  <a:pt x="337" y="26"/>
                </a:moveTo>
                <a:lnTo>
                  <a:pt x="337" y="26"/>
                </a:lnTo>
                <a:cubicBezTo>
                  <a:pt x="319" y="17"/>
                  <a:pt x="292" y="0"/>
                  <a:pt x="248" y="0"/>
                </a:cubicBezTo>
                <a:cubicBezTo>
                  <a:pt x="204" y="0"/>
                  <a:pt x="177" y="17"/>
                  <a:pt x="160" y="26"/>
                </a:cubicBezTo>
                <a:cubicBezTo>
                  <a:pt x="160" y="70"/>
                  <a:pt x="160" y="70"/>
                  <a:pt x="160" y="70"/>
                </a:cubicBezTo>
                <a:cubicBezTo>
                  <a:pt x="107" y="70"/>
                  <a:pt x="107" y="70"/>
                  <a:pt x="107" y="70"/>
                </a:cubicBezTo>
                <a:cubicBezTo>
                  <a:pt x="107" y="443"/>
                  <a:pt x="107" y="443"/>
                  <a:pt x="107" y="443"/>
                </a:cubicBezTo>
                <a:cubicBezTo>
                  <a:pt x="390" y="443"/>
                  <a:pt x="390" y="443"/>
                  <a:pt x="390" y="443"/>
                </a:cubicBezTo>
                <a:cubicBezTo>
                  <a:pt x="390" y="70"/>
                  <a:pt x="390" y="70"/>
                  <a:pt x="390" y="70"/>
                </a:cubicBezTo>
                <a:cubicBezTo>
                  <a:pt x="337" y="70"/>
                  <a:pt x="337" y="70"/>
                  <a:pt x="337" y="70"/>
                </a:cubicBezTo>
                <a:lnTo>
                  <a:pt x="337" y="26"/>
                </a:lnTo>
                <a:close/>
                <a:moveTo>
                  <a:pt x="301" y="70"/>
                </a:moveTo>
                <a:lnTo>
                  <a:pt x="301" y="70"/>
                </a:lnTo>
                <a:cubicBezTo>
                  <a:pt x="195" y="70"/>
                  <a:pt x="195" y="70"/>
                  <a:pt x="195" y="70"/>
                </a:cubicBezTo>
                <a:cubicBezTo>
                  <a:pt x="195" y="44"/>
                  <a:pt x="195" y="44"/>
                  <a:pt x="195" y="44"/>
                </a:cubicBezTo>
                <a:cubicBezTo>
                  <a:pt x="204" y="35"/>
                  <a:pt x="222" y="26"/>
                  <a:pt x="248" y="26"/>
                </a:cubicBezTo>
                <a:cubicBezTo>
                  <a:pt x="275" y="26"/>
                  <a:pt x="292" y="35"/>
                  <a:pt x="301" y="44"/>
                </a:cubicBezTo>
                <a:lnTo>
                  <a:pt x="301" y="70"/>
                </a:lnTo>
                <a:close/>
              </a:path>
            </a:pathLst>
          </a:custGeom>
          <a:solidFill>
            <a:srgbClr val="FFFFFF"/>
          </a:solidFill>
        </p:spPr>
        <p:txBody>
          <a:bodyPr vert="horz" wrap="square" lIns="91440" tIns="45720" rIns="91440" bIns="45720" anchor="ctr">
            <a:normAutofit/>
          </a:bodyPr>
          <a:p>
            <a:pPr marL="0" algn="ctr"/>
          </a:p>
        </p:txBody>
      </p:sp>
      <p:cxnSp>
        <p:nvCxnSpPr>
          <p:cNvPr id="14" name="Connector 14"/>
          <p:cNvCxnSpPr/>
          <p:nvPr/>
        </p:nvCxnSpPr>
        <p:spPr>
          <a:xfrm flipV="1">
            <a:off x="7577158" y="2569850"/>
            <a:ext cx="957156" cy="453946"/>
          </a:xfrm>
          <a:prstGeom prst="bentConnector3">
            <a:avLst>
              <a:gd name="adj1" fmla="val 50000"/>
            </a:avLst>
          </a:prstGeom>
          <a:ln w="19050" cap="flat" cmpd="sng">
            <a:solidFill>
              <a:schemeClr val="accent5"/>
            </a:solidFill>
            <a:prstDash val="sysDot"/>
            <a:headEnd type="oval"/>
            <a:tailEnd type="triangle"/>
          </a:ln>
        </p:spPr>
      </p:cxnSp>
      <p:sp>
        <p:nvSpPr>
          <p:cNvPr id="15" name="TextBox 15"/>
          <p:cNvSpPr txBox="1"/>
          <p:nvPr/>
        </p:nvSpPr>
        <p:spPr>
          <a:xfrm>
            <a:off x="8127982" y="1511504"/>
            <a:ext cx="3390918" cy="33718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/>
          <a:p>
            <a:pPr marL="0" marR="0" indent="0" algn="l" fontAlgn="auto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b="1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知识点2：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8127982" y="1842897"/>
            <a:ext cx="3390918" cy="41402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lnSpc>
                <a:spcPct val="150000"/>
              </a:lnSpc>
              <a:defRPr/>
            </a:pPr>
            <a:r>
              <a:rPr lang="en-US" altLang="zh-CN" sz="140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比喻句通常用‘像’、‘好像’、‘如同’等词语来连接两个事物。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 rot="16200000" flipH="1">
            <a:off x="7674110" y="3034725"/>
            <a:ext cx="1396372" cy="1396372"/>
          </a:xfrm>
          <a:prstGeom prst="teardrop">
            <a:avLst/>
          </a:prstGeom>
          <a:gradFill>
            <a:gsLst>
              <a:gs pos="0">
                <a:srgbClr val="B27640">
                  <a:lumMod val="60000"/>
                  <a:lumOff val="40000"/>
                </a:srgbClr>
              </a:gs>
              <a:gs pos="60000">
                <a:srgbClr val="B27640"/>
              </a:gs>
            </a:gsLst>
            <a:lin ang="2700000"/>
          </a:gradFill>
          <a:ln cap="rnd" cmpd="sng">
            <a:prstDash val="solid"/>
          </a:ln>
          <a:effectLst>
            <a:outerShdw blurRad="76200" dist="50800" dir="5400000" algn="ctr" rotWithShape="0">
              <a:schemeClr val="accent3">
                <a:alpha val="20000"/>
              </a:schemeClr>
            </a:outerShdw>
          </a:effectLst>
        </p:spPr>
        <p:txBody>
          <a:bodyPr rot="0" vert="horz" wrap="square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18" name="Freeform 18"/>
          <p:cNvSpPr/>
          <p:nvPr/>
        </p:nvSpPr>
        <p:spPr>
          <a:xfrm>
            <a:off x="8127982" y="3487418"/>
            <a:ext cx="487777" cy="487778"/>
          </a:xfrm>
          <a:custGeom>
            <a:avLst/>
            <a:gdLst/>
            <a:ahLst/>
            <a:cxnLst/>
            <a:rect l="l" t="t" r="r" b="b"/>
            <a:pathLst>
              <a:path w="479" h="479">
                <a:moveTo>
                  <a:pt x="239" y="0"/>
                </a:moveTo>
                <a:lnTo>
                  <a:pt x="239" y="0"/>
                </a:lnTo>
                <a:cubicBezTo>
                  <a:pt x="106" y="0"/>
                  <a:pt x="0" y="106"/>
                  <a:pt x="0" y="239"/>
                </a:cubicBezTo>
                <a:cubicBezTo>
                  <a:pt x="0" y="372"/>
                  <a:pt x="106" y="478"/>
                  <a:pt x="239" y="478"/>
                </a:cubicBezTo>
                <a:cubicBezTo>
                  <a:pt x="372" y="478"/>
                  <a:pt x="478" y="372"/>
                  <a:pt x="478" y="239"/>
                </a:cubicBezTo>
                <a:cubicBezTo>
                  <a:pt x="478" y="106"/>
                  <a:pt x="372" y="0"/>
                  <a:pt x="239" y="0"/>
                </a:cubicBezTo>
                <a:close/>
                <a:moveTo>
                  <a:pt x="443" y="239"/>
                </a:moveTo>
                <a:lnTo>
                  <a:pt x="443" y="239"/>
                </a:lnTo>
                <a:cubicBezTo>
                  <a:pt x="443" y="292"/>
                  <a:pt x="425" y="328"/>
                  <a:pt x="399" y="363"/>
                </a:cubicBezTo>
                <a:cubicBezTo>
                  <a:pt x="390" y="363"/>
                  <a:pt x="381" y="345"/>
                  <a:pt x="390" y="328"/>
                </a:cubicBezTo>
                <a:cubicBezTo>
                  <a:pt x="399" y="310"/>
                  <a:pt x="399" y="275"/>
                  <a:pt x="399" y="257"/>
                </a:cubicBezTo>
                <a:cubicBezTo>
                  <a:pt x="399" y="239"/>
                  <a:pt x="390" y="204"/>
                  <a:pt x="372" y="204"/>
                </a:cubicBezTo>
                <a:cubicBezTo>
                  <a:pt x="346" y="204"/>
                  <a:pt x="337" y="204"/>
                  <a:pt x="319" y="178"/>
                </a:cubicBezTo>
                <a:cubicBezTo>
                  <a:pt x="301" y="124"/>
                  <a:pt x="372" y="115"/>
                  <a:pt x="346" y="88"/>
                </a:cubicBezTo>
                <a:cubicBezTo>
                  <a:pt x="337" y="80"/>
                  <a:pt x="301" y="115"/>
                  <a:pt x="293" y="62"/>
                </a:cubicBezTo>
                <a:lnTo>
                  <a:pt x="301" y="53"/>
                </a:lnTo>
                <a:cubicBezTo>
                  <a:pt x="381" y="80"/>
                  <a:pt x="443" y="150"/>
                  <a:pt x="443" y="239"/>
                </a:cubicBezTo>
                <a:close/>
                <a:moveTo>
                  <a:pt x="212" y="44"/>
                </a:moveTo>
                <a:lnTo>
                  <a:pt x="212" y="44"/>
                </a:lnTo>
                <a:cubicBezTo>
                  <a:pt x="204" y="53"/>
                  <a:pt x="194" y="53"/>
                  <a:pt x="186" y="62"/>
                </a:cubicBezTo>
                <a:cubicBezTo>
                  <a:pt x="168" y="80"/>
                  <a:pt x="159" y="71"/>
                  <a:pt x="150" y="88"/>
                </a:cubicBezTo>
                <a:cubicBezTo>
                  <a:pt x="141" y="106"/>
                  <a:pt x="115" y="124"/>
                  <a:pt x="115" y="133"/>
                </a:cubicBezTo>
                <a:cubicBezTo>
                  <a:pt x="115" y="142"/>
                  <a:pt x="133" y="159"/>
                  <a:pt x="133" y="159"/>
                </a:cubicBezTo>
                <a:cubicBezTo>
                  <a:pt x="141" y="150"/>
                  <a:pt x="159" y="150"/>
                  <a:pt x="177" y="159"/>
                </a:cubicBezTo>
                <a:cubicBezTo>
                  <a:pt x="186" y="159"/>
                  <a:pt x="275" y="169"/>
                  <a:pt x="248" y="239"/>
                </a:cubicBezTo>
                <a:cubicBezTo>
                  <a:pt x="239" y="266"/>
                  <a:pt x="194" y="257"/>
                  <a:pt x="186" y="292"/>
                </a:cubicBezTo>
                <a:cubicBezTo>
                  <a:pt x="186" y="301"/>
                  <a:pt x="186" y="328"/>
                  <a:pt x="177" y="337"/>
                </a:cubicBezTo>
                <a:cubicBezTo>
                  <a:pt x="177" y="345"/>
                  <a:pt x="186" y="390"/>
                  <a:pt x="177" y="390"/>
                </a:cubicBezTo>
                <a:cubicBezTo>
                  <a:pt x="168" y="390"/>
                  <a:pt x="133" y="345"/>
                  <a:pt x="133" y="345"/>
                </a:cubicBezTo>
                <a:cubicBezTo>
                  <a:pt x="133" y="337"/>
                  <a:pt x="124" y="310"/>
                  <a:pt x="124" y="284"/>
                </a:cubicBezTo>
                <a:cubicBezTo>
                  <a:pt x="124" y="266"/>
                  <a:pt x="88" y="266"/>
                  <a:pt x="88" y="239"/>
                </a:cubicBezTo>
                <a:cubicBezTo>
                  <a:pt x="88" y="213"/>
                  <a:pt x="106" y="195"/>
                  <a:pt x="106" y="186"/>
                </a:cubicBezTo>
                <a:cubicBezTo>
                  <a:pt x="97" y="169"/>
                  <a:pt x="62" y="169"/>
                  <a:pt x="53" y="169"/>
                </a:cubicBezTo>
                <a:cubicBezTo>
                  <a:pt x="80" y="97"/>
                  <a:pt x="141" y="53"/>
                  <a:pt x="212" y="44"/>
                </a:cubicBezTo>
                <a:close/>
                <a:moveTo>
                  <a:pt x="177" y="434"/>
                </a:moveTo>
                <a:lnTo>
                  <a:pt x="177" y="434"/>
                </a:lnTo>
                <a:cubicBezTo>
                  <a:pt x="186" y="425"/>
                  <a:pt x="186" y="416"/>
                  <a:pt x="204" y="416"/>
                </a:cubicBezTo>
                <a:cubicBezTo>
                  <a:pt x="212" y="416"/>
                  <a:pt x="221" y="416"/>
                  <a:pt x="239" y="407"/>
                </a:cubicBezTo>
                <a:cubicBezTo>
                  <a:pt x="248" y="407"/>
                  <a:pt x="275" y="398"/>
                  <a:pt x="293" y="390"/>
                </a:cubicBezTo>
                <a:cubicBezTo>
                  <a:pt x="310" y="390"/>
                  <a:pt x="346" y="398"/>
                  <a:pt x="354" y="407"/>
                </a:cubicBezTo>
                <a:cubicBezTo>
                  <a:pt x="319" y="434"/>
                  <a:pt x="284" y="443"/>
                  <a:pt x="239" y="443"/>
                </a:cubicBezTo>
                <a:cubicBezTo>
                  <a:pt x="221" y="443"/>
                  <a:pt x="194" y="443"/>
                  <a:pt x="177" y="434"/>
                </a:cubicBezTo>
                <a:close/>
              </a:path>
            </a:pathLst>
          </a:custGeom>
          <a:solidFill>
            <a:srgbClr val="FFFFFF"/>
          </a:solidFill>
        </p:spPr>
        <p:txBody>
          <a:bodyPr vert="horz" wrap="square" lIns="91440" tIns="45720" rIns="91440" bIns="45720" anchor="ctr">
            <a:normAutofit/>
          </a:bodyPr>
          <a:p>
            <a:pPr marL="0" algn="ctr"/>
          </a:p>
        </p:txBody>
      </p:sp>
      <p:cxnSp>
        <p:nvCxnSpPr>
          <p:cNvPr id="19" name="Connector 19"/>
          <p:cNvCxnSpPr/>
          <p:nvPr/>
        </p:nvCxnSpPr>
        <p:spPr>
          <a:xfrm>
            <a:off x="7674109" y="4427888"/>
            <a:ext cx="1467415" cy="378853"/>
          </a:xfrm>
          <a:prstGeom prst="bentConnector3">
            <a:avLst>
              <a:gd name="adj1" fmla="val -215"/>
            </a:avLst>
          </a:prstGeom>
          <a:ln w="19050" cap="flat" cmpd="sng">
            <a:solidFill>
              <a:schemeClr val="accent3">
                <a:alpha val="50000"/>
              </a:schemeClr>
            </a:solidFill>
            <a:prstDash val="sysDot"/>
            <a:headEnd type="oval"/>
            <a:tailEnd type="triangle"/>
          </a:ln>
        </p:spPr>
      </p:cxnSp>
      <p:sp>
        <p:nvSpPr>
          <p:cNvPr id="20" name="TextBox 20"/>
          <p:cNvSpPr txBox="1"/>
          <p:nvPr/>
        </p:nvSpPr>
        <p:spPr>
          <a:xfrm>
            <a:off x="8534314" y="4905897"/>
            <a:ext cx="2984585" cy="33718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/>
          <a:p>
            <a:pPr marL="0" marR="0" indent="0" algn="l" fontAlgn="auto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b="1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/>
            </a:r>
            <a:endParaRPr lang="en-US" sz="1100"/>
          </a:p>
        </p:txBody>
      </p:sp>
      <p:sp>
        <p:nvSpPr>
          <p:cNvPr id="21" name="TextBox 21"/>
          <p:cNvSpPr txBox="1"/>
          <p:nvPr/>
        </p:nvSpPr>
        <p:spPr>
          <a:xfrm>
            <a:off x="8534314" y="5287659"/>
            <a:ext cx="2984585" cy="41402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lnSpc>
                <a:spcPct val="150000"/>
              </a:lnSpc>
              <a:defRPr/>
            </a:pPr>
            <a:r>
              <a:rPr lang="en-US" altLang="zh-CN" sz="140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/>
            </a:r>
            <a:endParaRPr lang="en-US" sz="1100"/>
          </a:p>
        </p:txBody>
      </p:sp>
      <p:sp>
        <p:nvSpPr>
          <p:cNvPr id="22" name="TextBox 22"/>
          <p:cNvSpPr txBox="1"/>
          <p:nvPr/>
        </p:nvSpPr>
        <p:spPr>
          <a:xfrm>
            <a:off x="670718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algn="l">
              <a:lnSpc>
                <a:spcPct val="90000"/>
              </a:lnSpc>
              <a:spcBef>
                <a:spcPct val="0"/>
              </a:spcBef>
              <a:defRPr/>
            </a:pPr>
            <a:r>
              <a:rPr lang="en-US" altLang="zh-CN" sz="2800" b="1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核心知识点</a:t>
            </a:r>
            <a:endParaRPr lang="en-US" altLang="zh-CN" sz="2800" b="1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utoShape 2"/>
          <p:cNvSpPr/>
          <p:nvPr/>
        </p:nvSpPr>
        <p:spPr>
          <a:xfrm>
            <a:off x="5231884" y="3781847"/>
            <a:ext cx="1715532" cy="1715532"/>
          </a:xfrm>
          <a:prstGeom prst="ellipse">
            <a:avLst/>
          </a:prstGeom>
          <a:gradFill>
            <a:gsLst>
              <a:gs pos="0">
                <a:srgbClr val="8AAEA2">
                  <a:lumMod val="60000"/>
                  <a:lumOff val="40000"/>
                </a:srgbClr>
              </a:gs>
              <a:gs pos="60000">
                <a:srgbClr val="8AAEA2"/>
              </a:gs>
            </a:gsLst>
            <a:lin ang="2700000"/>
          </a:gradFill>
          <a:ln cap="rnd" cmpd="sng">
            <a:prstDash val="solid"/>
          </a:ln>
          <a:effectLst>
            <a:outerShdw blurRad="76200" dist="50800" dir="5400000" algn="ctr" rotWithShape="0">
              <a:schemeClr val="accent1">
                <a:alpha val="20000"/>
              </a:schemeClr>
            </a:outerShdw>
          </a:effectLst>
        </p:spPr>
        <p:txBody>
          <a:bodyPr rot="0" vert="horz" wrap="square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3" name="AutoShape 3"/>
          <p:cNvSpPr/>
          <p:nvPr/>
        </p:nvSpPr>
        <p:spPr>
          <a:xfrm>
            <a:off x="3859888" y="2960843"/>
            <a:ext cx="4459523" cy="3700318"/>
          </a:xfrm>
          <a:prstGeom prst="arc">
            <a:avLst>
              <a:gd name="adj1" fmla="val 10800000"/>
              <a:gd name="adj2" fmla="val 20640"/>
            </a:avLst>
          </a:prstGeom>
          <a:ln w="12700" cap="flat" cmpd="sng">
            <a:solidFill>
              <a:srgbClr val="778495">
                <a:alpha val="50000"/>
              </a:srgbClr>
            </a:solidFill>
            <a:prstDash val="solid"/>
          </a:ln>
        </p:spPr>
        <p:txBody>
          <a:bodyPr vert="horz" wrap="square" lIns="91440" tIns="45720" rIns="91440" bIns="45720" anchor="ctr">
            <a:normAutofit/>
          </a:bodyPr>
          <a:p>
            <a:pPr marL="0" algn="ctr"/>
          </a:p>
        </p:txBody>
      </p:sp>
      <p:cxnSp>
        <p:nvCxnSpPr>
          <p:cNvPr id="4" name="Connector 4"/>
          <p:cNvCxnSpPr/>
          <p:nvPr/>
        </p:nvCxnSpPr>
        <p:spPr>
          <a:xfrm>
            <a:off x="654050" y="3530634"/>
            <a:ext cx="3041491" cy="0"/>
          </a:xfrm>
          <a:prstGeom prst="line">
            <a:avLst/>
          </a:prstGeom>
          <a:ln w="12700" cap="flat" cmpd="sng">
            <a:solidFill>
              <a:srgbClr val="778495">
                <a:alpha val="50000"/>
              </a:srgbClr>
            </a:solidFill>
            <a:prstDash val="solid"/>
          </a:ln>
        </p:spPr>
      </p:cxnSp>
      <p:cxnSp>
        <p:nvCxnSpPr>
          <p:cNvPr id="5" name="Connector 5"/>
          <p:cNvCxnSpPr/>
          <p:nvPr/>
        </p:nvCxnSpPr>
        <p:spPr>
          <a:xfrm>
            <a:off x="8328142" y="3530634"/>
            <a:ext cx="3193139" cy="0"/>
          </a:xfrm>
          <a:prstGeom prst="line">
            <a:avLst/>
          </a:prstGeom>
          <a:ln w="12700" cap="flat" cmpd="sng">
            <a:solidFill>
              <a:srgbClr val="778495">
                <a:alpha val="50000"/>
              </a:srgbClr>
            </a:solidFill>
            <a:prstDash val="solid"/>
          </a:ln>
        </p:spPr>
      </p:cxnSp>
      <p:sp>
        <p:nvSpPr>
          <p:cNvPr id="6" name="TextBox 6"/>
          <p:cNvSpPr txBox="1"/>
          <p:nvPr/>
        </p:nvSpPr>
        <p:spPr>
          <a:xfrm>
            <a:off x="660400" y="5739043"/>
            <a:ext cx="10858500" cy="99037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normAutofit/>
          </a:bodyPr>
          <a:lstStyle/>
          <a:p>
            <a:pPr marL="0" algn="ctr">
              <a:defRPr/>
            </a:pPr>
            <a:endParaRPr lang="en-US" sz="1100"/>
          </a:p>
        </p:txBody>
      </p:sp>
      <p:grpSp>
        <p:nvGrpSpPr>
          <p:cNvPr id="7" name="Group 7"/>
          <p:cNvGrpSpPr/>
          <p:nvPr/>
        </p:nvGrpSpPr>
        <p:grpSpPr>
          <a:xfrm>
            <a:off x="3479223" y="4265973"/>
            <a:ext cx="853890" cy="853890"/>
            <a:chOff x="3485573" y="4265973"/>
            <a:chExt cx="853890" cy="853890"/>
          </a:xfrm>
        </p:grpSpPr>
        <p:sp>
          <p:nvSpPr>
            <p:cNvPr id="8" name="AutoShape 8"/>
            <p:cNvSpPr/>
            <p:nvPr/>
          </p:nvSpPr>
          <p:spPr>
            <a:xfrm>
              <a:off x="3485573" y="4265973"/>
              <a:ext cx="853890" cy="853890"/>
            </a:xfrm>
            <a:prstGeom prst="ellipse">
              <a:avLst/>
            </a:prstGeom>
            <a:gradFill>
              <a:gsLst>
                <a:gs pos="0">
                  <a:srgbClr val="92CCD4">
                    <a:lumMod val="60000"/>
                    <a:lumOff val="40000"/>
                  </a:srgbClr>
                </a:gs>
                <a:gs pos="60000">
                  <a:srgbClr val="92CCD4"/>
                </a:gs>
              </a:gsLst>
              <a:lin ang="2700000"/>
            </a:gradFill>
            <a:ln cap="rnd" cmpd="sng">
              <a:prstDash val="solid"/>
            </a:ln>
            <a:effectLst>
              <a:outerShdw blurRad="76200" dist="50800" dir="5400000" algn="ctr" rotWithShape="0">
                <a:schemeClr val="accent5">
                  <a:alpha val="20000"/>
                </a:schemeClr>
              </a:outerShdw>
            </a:effectLst>
          </p:spPr>
          <p:txBody>
            <a:bodyPr rot="0" vert="horz" wrap="square" lIns="91440" tIns="45720" rIns="91440" bIns="45720" anchor="ctr">
              <a:normAutofit/>
            </a:bodyPr>
            <a:p>
              <a:pPr marL="0" algn="ctr"/>
            </a:p>
          </p:txBody>
        </p:sp>
        <p:sp>
          <p:nvSpPr>
            <p:cNvPr id="9" name="Freeform 9"/>
            <p:cNvSpPr/>
            <p:nvPr/>
          </p:nvSpPr>
          <p:spPr>
            <a:xfrm>
              <a:off x="3701891" y="4483489"/>
              <a:ext cx="421254" cy="418860"/>
            </a:xfrm>
            <a:custGeom>
              <a:avLst/>
              <a:gdLst/>
              <a:ahLst/>
              <a:cxnLst/>
              <a:rect l="l" t="t" r="r" b="b"/>
              <a:pathLst>
                <a:path w="4808" h="4789">
                  <a:moveTo>
                    <a:pt x="4734" y="3815"/>
                  </a:moveTo>
                  <a:lnTo>
                    <a:pt x="3682" y="2763"/>
                  </a:lnTo>
                  <a:cubicBezTo>
                    <a:pt x="3634" y="2715"/>
                    <a:pt x="3570" y="2689"/>
                    <a:pt x="3502" y="2689"/>
                  </a:cubicBezTo>
                  <a:cubicBezTo>
                    <a:pt x="3474" y="2689"/>
                    <a:pt x="3446" y="2694"/>
                    <a:pt x="3420" y="2703"/>
                  </a:cubicBezTo>
                  <a:lnTo>
                    <a:pt x="3167" y="2450"/>
                  </a:lnTo>
                  <a:cubicBezTo>
                    <a:pt x="3130" y="2413"/>
                    <a:pt x="3079" y="2392"/>
                    <a:pt x="3026" y="2392"/>
                  </a:cubicBezTo>
                  <a:cubicBezTo>
                    <a:pt x="2972" y="2392"/>
                    <a:pt x="2922" y="2413"/>
                    <a:pt x="2884" y="2450"/>
                  </a:cubicBezTo>
                  <a:lnTo>
                    <a:pt x="2818" y="2517"/>
                  </a:lnTo>
                  <a:lnTo>
                    <a:pt x="2699" y="2398"/>
                  </a:lnTo>
                  <a:lnTo>
                    <a:pt x="3219" y="1876"/>
                  </a:lnTo>
                  <a:cubicBezTo>
                    <a:pt x="3340" y="1928"/>
                    <a:pt x="3472" y="1953"/>
                    <a:pt x="3609" y="1953"/>
                  </a:cubicBezTo>
                  <a:lnTo>
                    <a:pt x="3609" y="1953"/>
                  </a:lnTo>
                  <a:cubicBezTo>
                    <a:pt x="3870" y="1953"/>
                    <a:pt x="4116" y="1854"/>
                    <a:pt x="4301" y="1669"/>
                  </a:cubicBezTo>
                  <a:cubicBezTo>
                    <a:pt x="4549" y="1421"/>
                    <a:pt x="4646" y="1059"/>
                    <a:pt x="4553" y="720"/>
                  </a:cubicBezTo>
                  <a:cubicBezTo>
                    <a:pt x="4542" y="678"/>
                    <a:pt x="4502" y="648"/>
                    <a:pt x="4459" y="648"/>
                  </a:cubicBezTo>
                  <a:cubicBezTo>
                    <a:pt x="4441" y="648"/>
                    <a:pt x="4413" y="654"/>
                    <a:pt x="4388" y="680"/>
                  </a:cubicBezTo>
                  <a:cubicBezTo>
                    <a:pt x="4384" y="683"/>
                    <a:pt x="4034" y="1030"/>
                    <a:pt x="3918" y="1146"/>
                  </a:cubicBezTo>
                  <a:cubicBezTo>
                    <a:pt x="3906" y="1159"/>
                    <a:pt x="3885" y="1161"/>
                    <a:pt x="3872" y="1161"/>
                  </a:cubicBezTo>
                  <a:cubicBezTo>
                    <a:pt x="3864" y="1161"/>
                    <a:pt x="3859" y="1160"/>
                    <a:pt x="3859" y="1160"/>
                  </a:cubicBezTo>
                  <a:lnTo>
                    <a:pt x="3859" y="1160"/>
                  </a:lnTo>
                  <a:lnTo>
                    <a:pt x="3851" y="1159"/>
                  </a:lnTo>
                  <a:cubicBezTo>
                    <a:pt x="3707" y="1146"/>
                    <a:pt x="3535" y="1119"/>
                    <a:pt x="3491" y="1099"/>
                  </a:cubicBezTo>
                  <a:cubicBezTo>
                    <a:pt x="3470" y="1055"/>
                    <a:pt x="3445" y="879"/>
                    <a:pt x="3432" y="733"/>
                  </a:cubicBezTo>
                  <a:lnTo>
                    <a:pt x="3432" y="731"/>
                  </a:lnTo>
                  <a:lnTo>
                    <a:pt x="3429" y="727"/>
                  </a:lnTo>
                  <a:cubicBezTo>
                    <a:pt x="3428" y="720"/>
                    <a:pt x="3425" y="687"/>
                    <a:pt x="3454" y="658"/>
                  </a:cubicBezTo>
                  <a:cubicBezTo>
                    <a:pt x="3574" y="538"/>
                    <a:pt x="3905" y="204"/>
                    <a:pt x="3908" y="201"/>
                  </a:cubicBezTo>
                  <a:cubicBezTo>
                    <a:pt x="3936" y="173"/>
                    <a:pt x="3947" y="138"/>
                    <a:pt x="3938" y="104"/>
                  </a:cubicBezTo>
                  <a:cubicBezTo>
                    <a:pt x="3927" y="64"/>
                    <a:pt x="3893" y="42"/>
                    <a:pt x="3865" y="34"/>
                  </a:cubicBezTo>
                  <a:cubicBezTo>
                    <a:pt x="3782" y="11"/>
                    <a:pt x="3695" y="0"/>
                    <a:pt x="3609" y="0"/>
                  </a:cubicBezTo>
                  <a:cubicBezTo>
                    <a:pt x="3347" y="0"/>
                    <a:pt x="3101" y="102"/>
                    <a:pt x="2916" y="287"/>
                  </a:cubicBezTo>
                  <a:cubicBezTo>
                    <a:pt x="2624" y="579"/>
                    <a:pt x="2555" y="1011"/>
                    <a:pt x="2710" y="1369"/>
                  </a:cubicBezTo>
                  <a:lnTo>
                    <a:pt x="2190" y="1889"/>
                  </a:lnTo>
                  <a:lnTo>
                    <a:pt x="1300" y="999"/>
                  </a:lnTo>
                  <a:cubicBezTo>
                    <a:pt x="1300" y="998"/>
                    <a:pt x="1299" y="998"/>
                    <a:pt x="1299" y="997"/>
                  </a:cubicBezTo>
                  <a:cubicBezTo>
                    <a:pt x="1307" y="963"/>
                    <a:pt x="1311" y="928"/>
                    <a:pt x="1309" y="892"/>
                  </a:cubicBezTo>
                  <a:cubicBezTo>
                    <a:pt x="1305" y="788"/>
                    <a:pt x="1260" y="689"/>
                    <a:pt x="1182" y="611"/>
                  </a:cubicBezTo>
                  <a:lnTo>
                    <a:pt x="865" y="294"/>
                  </a:lnTo>
                  <a:cubicBezTo>
                    <a:pt x="858" y="288"/>
                    <a:pt x="821" y="253"/>
                    <a:pt x="766" y="253"/>
                  </a:cubicBezTo>
                  <a:cubicBezTo>
                    <a:pt x="740" y="253"/>
                    <a:pt x="702" y="261"/>
                    <a:pt x="665" y="298"/>
                  </a:cubicBezTo>
                  <a:lnTo>
                    <a:pt x="318" y="645"/>
                  </a:lnTo>
                  <a:cubicBezTo>
                    <a:pt x="277" y="685"/>
                    <a:pt x="263" y="737"/>
                    <a:pt x="278" y="787"/>
                  </a:cubicBezTo>
                  <a:cubicBezTo>
                    <a:pt x="288" y="820"/>
                    <a:pt x="308" y="842"/>
                    <a:pt x="314" y="848"/>
                  </a:cubicBezTo>
                  <a:lnTo>
                    <a:pt x="630" y="1163"/>
                  </a:lnTo>
                  <a:cubicBezTo>
                    <a:pt x="712" y="1246"/>
                    <a:pt x="817" y="1291"/>
                    <a:pt x="926" y="1291"/>
                  </a:cubicBezTo>
                  <a:lnTo>
                    <a:pt x="926" y="1291"/>
                  </a:lnTo>
                  <a:cubicBezTo>
                    <a:pt x="957" y="1291"/>
                    <a:pt x="987" y="1287"/>
                    <a:pt x="1016" y="1280"/>
                  </a:cubicBezTo>
                  <a:cubicBezTo>
                    <a:pt x="1017" y="1281"/>
                    <a:pt x="1017" y="1281"/>
                    <a:pt x="1018" y="1282"/>
                  </a:cubicBezTo>
                  <a:lnTo>
                    <a:pt x="1907" y="2171"/>
                  </a:lnTo>
                  <a:lnTo>
                    <a:pt x="1485" y="2594"/>
                  </a:lnTo>
                  <a:cubicBezTo>
                    <a:pt x="1466" y="2613"/>
                    <a:pt x="1449" y="2634"/>
                    <a:pt x="1435" y="2656"/>
                  </a:cubicBezTo>
                  <a:cubicBezTo>
                    <a:pt x="1311" y="2601"/>
                    <a:pt x="1176" y="2572"/>
                    <a:pt x="1037" y="2572"/>
                  </a:cubicBezTo>
                  <a:cubicBezTo>
                    <a:pt x="775" y="2572"/>
                    <a:pt x="529" y="2674"/>
                    <a:pt x="344" y="2859"/>
                  </a:cubicBezTo>
                  <a:cubicBezTo>
                    <a:pt x="96" y="3106"/>
                    <a:pt x="0" y="3471"/>
                    <a:pt x="92" y="3809"/>
                  </a:cubicBezTo>
                  <a:cubicBezTo>
                    <a:pt x="103" y="3852"/>
                    <a:pt x="143" y="3882"/>
                    <a:pt x="186" y="3882"/>
                  </a:cubicBezTo>
                  <a:lnTo>
                    <a:pt x="186" y="3882"/>
                  </a:lnTo>
                  <a:cubicBezTo>
                    <a:pt x="204" y="3882"/>
                    <a:pt x="232" y="3877"/>
                    <a:pt x="258" y="3851"/>
                  </a:cubicBezTo>
                  <a:cubicBezTo>
                    <a:pt x="261" y="3847"/>
                    <a:pt x="611" y="3500"/>
                    <a:pt x="727" y="3384"/>
                  </a:cubicBezTo>
                  <a:cubicBezTo>
                    <a:pt x="740" y="3372"/>
                    <a:pt x="762" y="3370"/>
                    <a:pt x="774" y="3370"/>
                  </a:cubicBezTo>
                  <a:cubicBezTo>
                    <a:pt x="783" y="3370"/>
                    <a:pt x="789" y="3371"/>
                    <a:pt x="789" y="3371"/>
                  </a:cubicBezTo>
                  <a:lnTo>
                    <a:pt x="789" y="3371"/>
                  </a:lnTo>
                  <a:lnTo>
                    <a:pt x="796" y="3372"/>
                  </a:lnTo>
                  <a:cubicBezTo>
                    <a:pt x="940" y="3385"/>
                    <a:pt x="1113" y="3411"/>
                    <a:pt x="1157" y="3431"/>
                  </a:cubicBezTo>
                  <a:cubicBezTo>
                    <a:pt x="1178" y="3475"/>
                    <a:pt x="1205" y="3652"/>
                    <a:pt x="1218" y="3798"/>
                  </a:cubicBezTo>
                  <a:lnTo>
                    <a:pt x="1219" y="3805"/>
                  </a:lnTo>
                  <a:cubicBezTo>
                    <a:pt x="1219" y="3805"/>
                    <a:pt x="1223" y="3842"/>
                    <a:pt x="1192" y="3873"/>
                  </a:cubicBezTo>
                  <a:cubicBezTo>
                    <a:pt x="1072" y="3993"/>
                    <a:pt x="741" y="4327"/>
                    <a:pt x="738" y="4330"/>
                  </a:cubicBezTo>
                  <a:cubicBezTo>
                    <a:pt x="710" y="4358"/>
                    <a:pt x="699" y="4393"/>
                    <a:pt x="707" y="4427"/>
                  </a:cubicBezTo>
                  <a:cubicBezTo>
                    <a:pt x="718" y="4467"/>
                    <a:pt x="752" y="4489"/>
                    <a:pt x="780" y="4497"/>
                  </a:cubicBezTo>
                  <a:cubicBezTo>
                    <a:pt x="864" y="4519"/>
                    <a:pt x="950" y="4531"/>
                    <a:pt x="1037" y="4531"/>
                  </a:cubicBezTo>
                  <a:cubicBezTo>
                    <a:pt x="1298" y="4531"/>
                    <a:pt x="1544" y="4429"/>
                    <a:pt x="1729" y="4244"/>
                  </a:cubicBezTo>
                  <a:cubicBezTo>
                    <a:pt x="1914" y="4059"/>
                    <a:pt x="2016" y="3813"/>
                    <a:pt x="2016" y="3551"/>
                  </a:cubicBezTo>
                  <a:cubicBezTo>
                    <a:pt x="2016" y="3412"/>
                    <a:pt x="1987" y="3277"/>
                    <a:pt x="1932" y="3153"/>
                  </a:cubicBezTo>
                  <a:cubicBezTo>
                    <a:pt x="1954" y="3139"/>
                    <a:pt x="1975" y="3122"/>
                    <a:pt x="1994" y="3103"/>
                  </a:cubicBezTo>
                  <a:lnTo>
                    <a:pt x="2417" y="2681"/>
                  </a:lnTo>
                  <a:lnTo>
                    <a:pt x="2535" y="2799"/>
                  </a:lnTo>
                  <a:lnTo>
                    <a:pt x="2469" y="2866"/>
                  </a:lnTo>
                  <a:cubicBezTo>
                    <a:pt x="2431" y="2904"/>
                    <a:pt x="2410" y="2954"/>
                    <a:pt x="2410" y="3007"/>
                  </a:cubicBezTo>
                  <a:cubicBezTo>
                    <a:pt x="2410" y="3061"/>
                    <a:pt x="2431" y="3111"/>
                    <a:pt x="2469" y="3149"/>
                  </a:cubicBezTo>
                  <a:lnTo>
                    <a:pt x="2721" y="3401"/>
                  </a:lnTo>
                  <a:cubicBezTo>
                    <a:pt x="2712" y="3427"/>
                    <a:pt x="2707" y="3455"/>
                    <a:pt x="2707" y="3484"/>
                  </a:cubicBezTo>
                  <a:cubicBezTo>
                    <a:pt x="2707" y="3552"/>
                    <a:pt x="2734" y="3615"/>
                    <a:pt x="2781" y="3663"/>
                  </a:cubicBezTo>
                  <a:lnTo>
                    <a:pt x="3834" y="4715"/>
                  </a:lnTo>
                  <a:cubicBezTo>
                    <a:pt x="3881" y="4763"/>
                    <a:pt x="3945" y="4789"/>
                    <a:pt x="4013" y="4789"/>
                  </a:cubicBezTo>
                  <a:cubicBezTo>
                    <a:pt x="4081" y="4789"/>
                    <a:pt x="4144" y="4763"/>
                    <a:pt x="4192" y="4715"/>
                  </a:cubicBezTo>
                  <a:lnTo>
                    <a:pt x="4734" y="4173"/>
                  </a:lnTo>
                  <a:cubicBezTo>
                    <a:pt x="4782" y="4126"/>
                    <a:pt x="4808" y="4062"/>
                    <a:pt x="4808" y="3994"/>
                  </a:cubicBezTo>
                  <a:cubicBezTo>
                    <a:pt x="4808" y="3926"/>
                    <a:pt x="4782" y="3863"/>
                    <a:pt x="4734" y="3815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 vert="horz" wrap="square" lIns="91440" tIns="45720" rIns="91440" bIns="45720" anchor="t">
              <a:normAutofit/>
            </a:bodyPr>
            <a:p>
              <a:pPr marL="0" algn="l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214008" y="1416275"/>
            <a:ext cx="3329399" cy="33718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/>
          <a:p>
            <a:pPr marL="0" algn="ctr">
              <a:spcBef>
                <a:spcPct val="0"/>
              </a:spcBef>
              <a:defRPr/>
            </a:pPr>
            <a:r>
              <a:rPr lang="en-US" altLang="zh-CN" sz="1600" b="1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技巧要点2：</a:t>
            </a:r>
            <a:endParaRPr lang="en-US" altLang="zh-CN" sz="1600" b="1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1214008" y="1823799"/>
            <a:ext cx="3329399" cy="349250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p>
            <a:pPr marL="0" algn="l">
              <a:lnSpc>
                <a:spcPct val="120000"/>
              </a:lnSpc>
            </a:pPr>
            <a:r>
              <a:rPr lang="en-US" altLang="zh-CN" sz="140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练习用不同的比喻词造句，比如‘像’、‘好像’、‘如同’等。</a:t>
            </a:r>
            <a:endParaRPr lang="zh-CN" altLang="en-US" sz="1400" b="0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2" name="Group 12"/>
          <p:cNvGrpSpPr/>
          <p:nvPr/>
        </p:nvGrpSpPr>
        <p:grpSpPr>
          <a:xfrm>
            <a:off x="4333113" y="2827645"/>
            <a:ext cx="853890" cy="853890"/>
            <a:chOff x="4339463" y="2827645"/>
            <a:chExt cx="853890" cy="853890"/>
          </a:xfrm>
        </p:grpSpPr>
        <p:sp>
          <p:nvSpPr>
            <p:cNvPr id="13" name="AutoShape 13"/>
            <p:cNvSpPr/>
            <p:nvPr/>
          </p:nvSpPr>
          <p:spPr>
            <a:xfrm>
              <a:off x="4339463" y="2827645"/>
              <a:ext cx="853890" cy="853890"/>
            </a:xfrm>
            <a:prstGeom prst="ellipse">
              <a:avLst/>
            </a:prstGeom>
            <a:gradFill>
              <a:gsLst>
                <a:gs pos="0">
                  <a:srgbClr val="CFB278">
                    <a:lumMod val="60000"/>
                    <a:lumOff val="40000"/>
                  </a:srgbClr>
                </a:gs>
                <a:gs pos="60000">
                  <a:srgbClr val="CFB278"/>
                </a:gs>
              </a:gsLst>
              <a:lin ang="2700000"/>
            </a:gradFill>
            <a:ln cap="rnd" cmpd="sng">
              <a:prstDash val="solid"/>
            </a:ln>
            <a:effectLst>
              <a:outerShdw blurRad="76200" dist="50800" dir="5400000" algn="ctr" rotWithShape="0">
                <a:schemeClr val="accent2">
                  <a:alpha val="20000"/>
                </a:schemeClr>
              </a:outerShdw>
            </a:effectLst>
          </p:spPr>
          <p:txBody>
            <a:bodyPr rot="0" vert="horz" wrap="square" lIns="91440" tIns="45720" rIns="91440" bIns="45720" anchor="ctr">
              <a:normAutofit/>
            </a:bodyPr>
            <a:p>
              <a:pPr marL="0" algn="ctr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4549757" y="3058555"/>
              <a:ext cx="433302" cy="392072"/>
            </a:xfrm>
            <a:custGeom>
              <a:avLst/>
              <a:gdLst/>
              <a:ahLst/>
              <a:cxnLst/>
              <a:rect l="l" t="t" r="r" b="b"/>
              <a:pathLst>
                <a:path w="606580" h="548858">
                  <a:moveTo>
                    <a:pt x="407586" y="252695"/>
                  </a:moveTo>
                  <a:lnTo>
                    <a:pt x="502285" y="252695"/>
                  </a:lnTo>
                  <a:lnTo>
                    <a:pt x="502285" y="346759"/>
                  </a:lnTo>
                  <a:lnTo>
                    <a:pt x="407586" y="346759"/>
                  </a:lnTo>
                  <a:close/>
                  <a:moveTo>
                    <a:pt x="104296" y="205698"/>
                  </a:moveTo>
                  <a:lnTo>
                    <a:pt x="199065" y="205698"/>
                  </a:lnTo>
                  <a:lnTo>
                    <a:pt x="199065" y="346758"/>
                  </a:lnTo>
                  <a:lnTo>
                    <a:pt x="104296" y="346758"/>
                  </a:lnTo>
                  <a:close/>
                  <a:moveTo>
                    <a:pt x="255870" y="96040"/>
                  </a:moveTo>
                  <a:lnTo>
                    <a:pt x="350710" y="96040"/>
                  </a:lnTo>
                  <a:lnTo>
                    <a:pt x="350710" y="346759"/>
                  </a:lnTo>
                  <a:lnTo>
                    <a:pt x="255870" y="346759"/>
                  </a:lnTo>
                  <a:close/>
                  <a:moveTo>
                    <a:pt x="37882" y="37913"/>
                  </a:moveTo>
                  <a:lnTo>
                    <a:pt x="37882" y="405363"/>
                  </a:lnTo>
                  <a:lnTo>
                    <a:pt x="568698" y="405363"/>
                  </a:lnTo>
                  <a:lnTo>
                    <a:pt x="568698" y="37913"/>
                  </a:lnTo>
                  <a:close/>
                  <a:moveTo>
                    <a:pt x="18941" y="0"/>
                  </a:moveTo>
                  <a:lnTo>
                    <a:pt x="587639" y="0"/>
                  </a:lnTo>
                  <a:cubicBezTo>
                    <a:pt x="598038" y="0"/>
                    <a:pt x="606580" y="8528"/>
                    <a:pt x="606580" y="18910"/>
                  </a:cubicBezTo>
                  <a:lnTo>
                    <a:pt x="606580" y="424274"/>
                  </a:lnTo>
                  <a:cubicBezTo>
                    <a:pt x="606580" y="434656"/>
                    <a:pt x="598038" y="443184"/>
                    <a:pt x="587639" y="443184"/>
                  </a:cubicBezTo>
                  <a:lnTo>
                    <a:pt x="322278" y="443184"/>
                  </a:lnTo>
                  <a:lnTo>
                    <a:pt x="322278" y="511038"/>
                  </a:lnTo>
                  <a:lnTo>
                    <a:pt x="450223" y="511038"/>
                  </a:lnTo>
                  <a:lnTo>
                    <a:pt x="450223" y="548858"/>
                  </a:lnTo>
                  <a:lnTo>
                    <a:pt x="156357" y="548858"/>
                  </a:lnTo>
                  <a:lnTo>
                    <a:pt x="156357" y="511038"/>
                  </a:lnTo>
                  <a:lnTo>
                    <a:pt x="284302" y="511038"/>
                  </a:lnTo>
                  <a:lnTo>
                    <a:pt x="284302" y="443184"/>
                  </a:lnTo>
                  <a:lnTo>
                    <a:pt x="18941" y="443184"/>
                  </a:lnTo>
                  <a:cubicBezTo>
                    <a:pt x="8542" y="443184"/>
                    <a:pt x="0" y="434656"/>
                    <a:pt x="0" y="424274"/>
                  </a:cubicBezTo>
                  <a:lnTo>
                    <a:pt x="0" y="18910"/>
                  </a:lnTo>
                  <a:cubicBezTo>
                    <a:pt x="0" y="8528"/>
                    <a:pt x="8542" y="0"/>
                    <a:pt x="18941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>
              <a:prstDash val="solid"/>
            </a:ln>
          </p:spPr>
          <p:txBody>
            <a:bodyPr vert="horz" wrap="square" lIns="91440" tIns="45720" rIns="91440" bIns="45720" anchor="ctr">
              <a:normAutofit/>
            </a:bodyPr>
            <a:p>
              <a:pPr marL="0" algn="ctr">
                <a:lnSpc>
                  <a:spcPct val="81000"/>
                </a:lnSpc>
                <a:spcBef>
                  <a:spcPct val="0"/>
                </a:spcBef>
                <a:spcAft>
                  <a:spcPct val="35000"/>
                </a:spcAft>
              </a:pP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7846187" y="1416275"/>
            <a:ext cx="3526625" cy="33718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/>
          <a:p>
            <a:pPr marL="0" algn="ctr">
              <a:spcBef>
                <a:spcPct val="0"/>
              </a:spcBef>
              <a:defRPr/>
            </a:pPr>
            <a:r>
              <a:rPr lang="en-US" altLang="zh-CN" sz="1600" b="1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技巧要点3：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846187" y="1821706"/>
            <a:ext cx="3526625" cy="349250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p>
            <a:pPr marL="0" algn="l">
              <a:lnSpc>
                <a:spcPct val="120000"/>
              </a:lnSpc>
            </a:pPr>
            <a:r>
              <a:rPr lang="en-US" altLang="zh-CN" sz="140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多读多写，积累更多的比喻句，提高语言表达能力。</a:t>
            </a:r>
            <a:endParaRPr lang="zh-CN" altLang="en-US" sz="1400" b="0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7" name="Group 17"/>
          <p:cNvGrpSpPr/>
          <p:nvPr/>
        </p:nvGrpSpPr>
        <p:grpSpPr>
          <a:xfrm>
            <a:off x="6992297" y="2827645"/>
            <a:ext cx="853890" cy="853890"/>
            <a:chOff x="6998647" y="2827645"/>
            <a:chExt cx="853890" cy="853890"/>
          </a:xfrm>
        </p:grpSpPr>
        <p:sp>
          <p:nvSpPr>
            <p:cNvPr id="18" name="AutoShape 18"/>
            <p:cNvSpPr/>
            <p:nvPr/>
          </p:nvSpPr>
          <p:spPr>
            <a:xfrm>
              <a:off x="6998647" y="2827645"/>
              <a:ext cx="853890" cy="853890"/>
            </a:xfrm>
            <a:prstGeom prst="ellipse">
              <a:avLst/>
            </a:prstGeom>
            <a:gradFill>
              <a:gsLst>
                <a:gs pos="0">
                  <a:srgbClr val="92CCD4">
                    <a:lumMod val="60000"/>
                    <a:lumOff val="40000"/>
                  </a:srgbClr>
                </a:gs>
                <a:gs pos="60000">
                  <a:srgbClr val="92CCD4"/>
                </a:gs>
              </a:gsLst>
              <a:lin ang="2700000"/>
            </a:gradFill>
            <a:ln cap="rnd" cmpd="sng">
              <a:prstDash val="solid"/>
            </a:ln>
            <a:effectLst>
              <a:outerShdw blurRad="76200" dist="50800" dir="5400000" algn="ctr" rotWithShape="0">
                <a:schemeClr val="accent5">
                  <a:alpha val="20000"/>
                </a:schemeClr>
              </a:outerShdw>
            </a:effectLst>
          </p:spPr>
          <p:txBody>
            <a:bodyPr rot="0" vert="horz" wrap="square" lIns="91440" tIns="45720" rIns="91440" bIns="45720" anchor="ctr">
              <a:normAutofit/>
            </a:bodyPr>
            <a:p>
              <a:pPr marL="0" algn="ctr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7200333" y="3029673"/>
              <a:ext cx="450520" cy="449836"/>
            </a:xfrm>
            <a:custGeom>
              <a:avLst/>
              <a:gdLst/>
              <a:ahLst/>
              <a:cxnLst/>
              <a:rect l="l" t="t" r="r" b="b"/>
              <a:pathLst>
                <a:path w="607991" h="607074">
                  <a:moveTo>
                    <a:pt x="377627" y="294539"/>
                  </a:moveTo>
                  <a:cubicBezTo>
                    <a:pt x="332077" y="294539"/>
                    <a:pt x="294976" y="331583"/>
                    <a:pt x="294976" y="377063"/>
                  </a:cubicBezTo>
                  <a:cubicBezTo>
                    <a:pt x="294976" y="422621"/>
                    <a:pt x="332077" y="459588"/>
                    <a:pt x="377627" y="459588"/>
                  </a:cubicBezTo>
                  <a:cubicBezTo>
                    <a:pt x="423254" y="459588"/>
                    <a:pt x="460355" y="422621"/>
                    <a:pt x="460355" y="377063"/>
                  </a:cubicBezTo>
                  <a:cubicBezTo>
                    <a:pt x="460355" y="331583"/>
                    <a:pt x="423254" y="294539"/>
                    <a:pt x="377627" y="294539"/>
                  </a:cubicBezTo>
                  <a:close/>
                  <a:moveTo>
                    <a:pt x="359653" y="147129"/>
                  </a:moveTo>
                  <a:lnTo>
                    <a:pt x="395678" y="147129"/>
                  </a:lnTo>
                  <a:cubicBezTo>
                    <a:pt x="411271" y="147129"/>
                    <a:pt x="423869" y="159707"/>
                    <a:pt x="423869" y="175277"/>
                  </a:cubicBezTo>
                  <a:lnTo>
                    <a:pt x="423869" y="197288"/>
                  </a:lnTo>
                  <a:cubicBezTo>
                    <a:pt x="423869" y="203270"/>
                    <a:pt x="429323" y="210173"/>
                    <a:pt x="435698" y="212474"/>
                  </a:cubicBezTo>
                  <a:cubicBezTo>
                    <a:pt x="441613" y="214545"/>
                    <a:pt x="447527" y="216999"/>
                    <a:pt x="453212" y="219760"/>
                  </a:cubicBezTo>
                  <a:cubicBezTo>
                    <a:pt x="455516" y="220834"/>
                    <a:pt x="458205" y="221447"/>
                    <a:pt x="460970" y="221447"/>
                  </a:cubicBezTo>
                  <a:cubicBezTo>
                    <a:pt x="465502" y="221447"/>
                    <a:pt x="469727" y="219913"/>
                    <a:pt x="472185" y="217459"/>
                  </a:cubicBezTo>
                  <a:lnTo>
                    <a:pt x="487931" y="201737"/>
                  </a:lnTo>
                  <a:cubicBezTo>
                    <a:pt x="493232" y="196445"/>
                    <a:pt x="500298" y="193530"/>
                    <a:pt x="507826" y="193530"/>
                  </a:cubicBezTo>
                  <a:cubicBezTo>
                    <a:pt x="515431" y="193530"/>
                    <a:pt x="522498" y="196445"/>
                    <a:pt x="527798" y="201737"/>
                  </a:cubicBezTo>
                  <a:lnTo>
                    <a:pt x="553300" y="227200"/>
                  </a:lnTo>
                  <a:cubicBezTo>
                    <a:pt x="564284" y="238167"/>
                    <a:pt x="564284" y="256037"/>
                    <a:pt x="553300" y="267005"/>
                  </a:cubicBezTo>
                  <a:lnTo>
                    <a:pt x="537553" y="282727"/>
                  </a:lnTo>
                  <a:cubicBezTo>
                    <a:pt x="533405" y="286946"/>
                    <a:pt x="532253" y="295612"/>
                    <a:pt x="535249" y="301671"/>
                  </a:cubicBezTo>
                  <a:cubicBezTo>
                    <a:pt x="538014" y="307347"/>
                    <a:pt x="540472" y="313252"/>
                    <a:pt x="542546" y="319158"/>
                  </a:cubicBezTo>
                  <a:cubicBezTo>
                    <a:pt x="544850" y="325524"/>
                    <a:pt x="551764" y="330969"/>
                    <a:pt x="557755" y="330969"/>
                  </a:cubicBezTo>
                  <a:lnTo>
                    <a:pt x="579800" y="330969"/>
                  </a:lnTo>
                  <a:cubicBezTo>
                    <a:pt x="595317" y="330969"/>
                    <a:pt x="607991" y="343547"/>
                    <a:pt x="607991" y="359116"/>
                  </a:cubicBezTo>
                  <a:lnTo>
                    <a:pt x="607991" y="395087"/>
                  </a:lnTo>
                  <a:cubicBezTo>
                    <a:pt x="607991" y="410656"/>
                    <a:pt x="595394" y="423234"/>
                    <a:pt x="579800" y="423234"/>
                  </a:cubicBezTo>
                  <a:lnTo>
                    <a:pt x="557755" y="423234"/>
                  </a:lnTo>
                  <a:cubicBezTo>
                    <a:pt x="551764" y="423234"/>
                    <a:pt x="544850" y="428680"/>
                    <a:pt x="542546" y="435045"/>
                  </a:cubicBezTo>
                  <a:cubicBezTo>
                    <a:pt x="540472" y="440951"/>
                    <a:pt x="538014" y="446857"/>
                    <a:pt x="535249" y="452532"/>
                  </a:cubicBezTo>
                  <a:cubicBezTo>
                    <a:pt x="532330" y="458591"/>
                    <a:pt x="533405" y="467258"/>
                    <a:pt x="537630" y="471476"/>
                  </a:cubicBezTo>
                  <a:lnTo>
                    <a:pt x="553300" y="487199"/>
                  </a:lnTo>
                  <a:cubicBezTo>
                    <a:pt x="564284" y="498166"/>
                    <a:pt x="564284" y="516036"/>
                    <a:pt x="553300" y="527004"/>
                  </a:cubicBezTo>
                  <a:lnTo>
                    <a:pt x="527798" y="552467"/>
                  </a:lnTo>
                  <a:cubicBezTo>
                    <a:pt x="522498" y="557759"/>
                    <a:pt x="515431" y="560750"/>
                    <a:pt x="507826" y="560750"/>
                  </a:cubicBezTo>
                  <a:cubicBezTo>
                    <a:pt x="500298" y="560750"/>
                    <a:pt x="493232" y="557759"/>
                    <a:pt x="487931" y="552467"/>
                  </a:cubicBezTo>
                  <a:lnTo>
                    <a:pt x="472261" y="536821"/>
                  </a:lnTo>
                  <a:cubicBezTo>
                    <a:pt x="469727" y="534290"/>
                    <a:pt x="465502" y="532756"/>
                    <a:pt x="460970" y="532756"/>
                  </a:cubicBezTo>
                  <a:cubicBezTo>
                    <a:pt x="458205" y="532756"/>
                    <a:pt x="455439" y="533369"/>
                    <a:pt x="453212" y="534443"/>
                  </a:cubicBezTo>
                  <a:cubicBezTo>
                    <a:pt x="447527" y="537204"/>
                    <a:pt x="441613" y="539658"/>
                    <a:pt x="435698" y="541729"/>
                  </a:cubicBezTo>
                  <a:cubicBezTo>
                    <a:pt x="429323" y="544030"/>
                    <a:pt x="423869" y="550933"/>
                    <a:pt x="423869" y="556915"/>
                  </a:cubicBezTo>
                  <a:lnTo>
                    <a:pt x="423869" y="578927"/>
                  </a:lnTo>
                  <a:cubicBezTo>
                    <a:pt x="423869" y="594496"/>
                    <a:pt x="411271" y="607074"/>
                    <a:pt x="395678" y="607074"/>
                  </a:cubicBezTo>
                  <a:lnTo>
                    <a:pt x="359653" y="607074"/>
                  </a:lnTo>
                  <a:cubicBezTo>
                    <a:pt x="344060" y="607074"/>
                    <a:pt x="331462" y="594496"/>
                    <a:pt x="331462" y="578927"/>
                  </a:cubicBezTo>
                  <a:lnTo>
                    <a:pt x="331462" y="556915"/>
                  </a:lnTo>
                  <a:cubicBezTo>
                    <a:pt x="331462" y="550933"/>
                    <a:pt x="326008" y="544030"/>
                    <a:pt x="319633" y="541729"/>
                  </a:cubicBezTo>
                  <a:cubicBezTo>
                    <a:pt x="313718" y="539658"/>
                    <a:pt x="307804" y="537204"/>
                    <a:pt x="302119" y="534443"/>
                  </a:cubicBezTo>
                  <a:cubicBezTo>
                    <a:pt x="299892" y="533369"/>
                    <a:pt x="297203" y="532756"/>
                    <a:pt x="294361" y="532756"/>
                  </a:cubicBezTo>
                  <a:cubicBezTo>
                    <a:pt x="289829" y="532756"/>
                    <a:pt x="285681" y="534290"/>
                    <a:pt x="283146" y="536821"/>
                  </a:cubicBezTo>
                  <a:lnTo>
                    <a:pt x="267400" y="552467"/>
                  </a:lnTo>
                  <a:cubicBezTo>
                    <a:pt x="262099" y="557759"/>
                    <a:pt x="255033" y="560750"/>
                    <a:pt x="247505" y="560750"/>
                  </a:cubicBezTo>
                  <a:cubicBezTo>
                    <a:pt x="239977" y="560750"/>
                    <a:pt x="232834" y="557759"/>
                    <a:pt x="227533" y="552467"/>
                  </a:cubicBezTo>
                  <a:lnTo>
                    <a:pt x="202031" y="527004"/>
                  </a:lnTo>
                  <a:cubicBezTo>
                    <a:pt x="191047" y="516036"/>
                    <a:pt x="191047" y="498166"/>
                    <a:pt x="202031" y="487199"/>
                  </a:cubicBezTo>
                  <a:lnTo>
                    <a:pt x="217701" y="471476"/>
                  </a:lnTo>
                  <a:cubicBezTo>
                    <a:pt x="221926" y="467258"/>
                    <a:pt x="223001" y="458591"/>
                    <a:pt x="220082" y="452532"/>
                  </a:cubicBezTo>
                  <a:cubicBezTo>
                    <a:pt x="217317" y="446780"/>
                    <a:pt x="214859" y="440951"/>
                    <a:pt x="212785" y="435045"/>
                  </a:cubicBezTo>
                  <a:cubicBezTo>
                    <a:pt x="210481" y="428603"/>
                    <a:pt x="203568" y="423234"/>
                    <a:pt x="197576" y="423234"/>
                  </a:cubicBezTo>
                  <a:lnTo>
                    <a:pt x="175531" y="423234"/>
                  </a:lnTo>
                  <a:cubicBezTo>
                    <a:pt x="159937" y="423234"/>
                    <a:pt x="147340" y="410579"/>
                    <a:pt x="147340" y="395087"/>
                  </a:cubicBezTo>
                  <a:lnTo>
                    <a:pt x="147340" y="359116"/>
                  </a:lnTo>
                  <a:cubicBezTo>
                    <a:pt x="147340" y="343547"/>
                    <a:pt x="159937" y="330969"/>
                    <a:pt x="175531" y="330969"/>
                  </a:cubicBezTo>
                  <a:lnTo>
                    <a:pt x="197576" y="330969"/>
                  </a:lnTo>
                  <a:cubicBezTo>
                    <a:pt x="203568" y="330969"/>
                    <a:pt x="210481" y="325524"/>
                    <a:pt x="212785" y="319158"/>
                  </a:cubicBezTo>
                  <a:cubicBezTo>
                    <a:pt x="214859" y="313252"/>
                    <a:pt x="217317" y="307347"/>
                    <a:pt x="220082" y="301671"/>
                  </a:cubicBezTo>
                  <a:cubicBezTo>
                    <a:pt x="223001" y="295612"/>
                    <a:pt x="221926" y="286946"/>
                    <a:pt x="217701" y="282727"/>
                  </a:cubicBezTo>
                  <a:lnTo>
                    <a:pt x="202031" y="267005"/>
                  </a:lnTo>
                  <a:cubicBezTo>
                    <a:pt x="196731" y="261713"/>
                    <a:pt x="193735" y="254657"/>
                    <a:pt x="193735" y="247141"/>
                  </a:cubicBezTo>
                  <a:cubicBezTo>
                    <a:pt x="193735" y="239624"/>
                    <a:pt x="196731" y="232492"/>
                    <a:pt x="202031" y="227200"/>
                  </a:cubicBezTo>
                  <a:lnTo>
                    <a:pt x="227533" y="201737"/>
                  </a:lnTo>
                  <a:cubicBezTo>
                    <a:pt x="232834" y="196445"/>
                    <a:pt x="239977" y="193530"/>
                    <a:pt x="247505" y="193530"/>
                  </a:cubicBezTo>
                  <a:cubicBezTo>
                    <a:pt x="255033" y="193530"/>
                    <a:pt x="262099" y="196445"/>
                    <a:pt x="267400" y="201737"/>
                  </a:cubicBezTo>
                  <a:lnTo>
                    <a:pt x="283070" y="217383"/>
                  </a:lnTo>
                  <a:cubicBezTo>
                    <a:pt x="285604" y="219913"/>
                    <a:pt x="289829" y="221447"/>
                    <a:pt x="294361" y="221447"/>
                  </a:cubicBezTo>
                  <a:cubicBezTo>
                    <a:pt x="297126" y="221447"/>
                    <a:pt x="299892" y="220834"/>
                    <a:pt x="302119" y="219760"/>
                  </a:cubicBezTo>
                  <a:cubicBezTo>
                    <a:pt x="307804" y="216999"/>
                    <a:pt x="313718" y="214545"/>
                    <a:pt x="319633" y="212474"/>
                  </a:cubicBezTo>
                  <a:cubicBezTo>
                    <a:pt x="326008" y="210173"/>
                    <a:pt x="331462" y="203270"/>
                    <a:pt x="331462" y="197288"/>
                  </a:cubicBezTo>
                  <a:lnTo>
                    <a:pt x="331462" y="175277"/>
                  </a:lnTo>
                  <a:cubicBezTo>
                    <a:pt x="331462" y="159707"/>
                    <a:pt x="344060" y="147129"/>
                    <a:pt x="359653" y="147129"/>
                  </a:cubicBezTo>
                  <a:close/>
                  <a:moveTo>
                    <a:pt x="119929" y="83135"/>
                  </a:moveTo>
                  <a:cubicBezTo>
                    <a:pt x="99723" y="83135"/>
                    <a:pt x="83282" y="99547"/>
                    <a:pt x="83282" y="119717"/>
                  </a:cubicBezTo>
                  <a:cubicBezTo>
                    <a:pt x="83282" y="139888"/>
                    <a:pt x="99723" y="156223"/>
                    <a:pt x="119929" y="156223"/>
                  </a:cubicBezTo>
                  <a:cubicBezTo>
                    <a:pt x="140135" y="156223"/>
                    <a:pt x="156499" y="139888"/>
                    <a:pt x="156499" y="119717"/>
                  </a:cubicBezTo>
                  <a:cubicBezTo>
                    <a:pt x="156499" y="99547"/>
                    <a:pt x="140135" y="83135"/>
                    <a:pt x="119929" y="83135"/>
                  </a:cubicBezTo>
                  <a:close/>
                  <a:moveTo>
                    <a:pt x="110863" y="0"/>
                  </a:moveTo>
                  <a:lnTo>
                    <a:pt x="128918" y="0"/>
                  </a:lnTo>
                  <a:cubicBezTo>
                    <a:pt x="139290" y="0"/>
                    <a:pt x="147741" y="8436"/>
                    <a:pt x="147741" y="18790"/>
                  </a:cubicBezTo>
                  <a:lnTo>
                    <a:pt x="147741" y="29834"/>
                  </a:lnTo>
                  <a:cubicBezTo>
                    <a:pt x="147741" y="30677"/>
                    <a:pt x="148970" y="32441"/>
                    <a:pt x="150507" y="32978"/>
                  </a:cubicBezTo>
                  <a:cubicBezTo>
                    <a:pt x="153580" y="34052"/>
                    <a:pt x="156730" y="35355"/>
                    <a:pt x="159726" y="36813"/>
                  </a:cubicBezTo>
                  <a:cubicBezTo>
                    <a:pt x="160187" y="37043"/>
                    <a:pt x="160878" y="37196"/>
                    <a:pt x="161570" y="37196"/>
                  </a:cubicBezTo>
                  <a:cubicBezTo>
                    <a:pt x="162799" y="37196"/>
                    <a:pt x="163644" y="36813"/>
                    <a:pt x="163875" y="36583"/>
                  </a:cubicBezTo>
                  <a:lnTo>
                    <a:pt x="171711" y="28683"/>
                  </a:lnTo>
                  <a:cubicBezTo>
                    <a:pt x="175245" y="25155"/>
                    <a:pt x="180009" y="23238"/>
                    <a:pt x="185002" y="23238"/>
                  </a:cubicBezTo>
                  <a:cubicBezTo>
                    <a:pt x="189996" y="23238"/>
                    <a:pt x="194760" y="25155"/>
                    <a:pt x="198294" y="28683"/>
                  </a:cubicBezTo>
                  <a:lnTo>
                    <a:pt x="211047" y="41414"/>
                  </a:lnTo>
                  <a:cubicBezTo>
                    <a:pt x="218346" y="48777"/>
                    <a:pt x="218346" y="60664"/>
                    <a:pt x="211047" y="67950"/>
                  </a:cubicBezTo>
                  <a:lnTo>
                    <a:pt x="203211" y="75849"/>
                  </a:lnTo>
                  <a:cubicBezTo>
                    <a:pt x="202596" y="76386"/>
                    <a:pt x="202212" y="78533"/>
                    <a:pt x="202903" y="79914"/>
                  </a:cubicBezTo>
                  <a:cubicBezTo>
                    <a:pt x="204363" y="82905"/>
                    <a:pt x="205669" y="86049"/>
                    <a:pt x="206822" y="89117"/>
                  </a:cubicBezTo>
                  <a:cubicBezTo>
                    <a:pt x="207359" y="90651"/>
                    <a:pt x="209127" y="91878"/>
                    <a:pt x="209972" y="91878"/>
                  </a:cubicBezTo>
                  <a:lnTo>
                    <a:pt x="220958" y="91878"/>
                  </a:lnTo>
                  <a:cubicBezTo>
                    <a:pt x="231330" y="91878"/>
                    <a:pt x="239781" y="100314"/>
                    <a:pt x="239781" y="110668"/>
                  </a:cubicBezTo>
                  <a:lnTo>
                    <a:pt x="239781" y="128691"/>
                  </a:lnTo>
                  <a:cubicBezTo>
                    <a:pt x="239781" y="139044"/>
                    <a:pt x="231330" y="147480"/>
                    <a:pt x="220958" y="147480"/>
                  </a:cubicBezTo>
                  <a:lnTo>
                    <a:pt x="209972" y="147480"/>
                  </a:lnTo>
                  <a:cubicBezTo>
                    <a:pt x="209127" y="147480"/>
                    <a:pt x="207359" y="148707"/>
                    <a:pt x="206822" y="150241"/>
                  </a:cubicBezTo>
                  <a:cubicBezTo>
                    <a:pt x="205669" y="153309"/>
                    <a:pt x="204363" y="156453"/>
                    <a:pt x="202903" y="159444"/>
                  </a:cubicBezTo>
                  <a:cubicBezTo>
                    <a:pt x="202212" y="160825"/>
                    <a:pt x="202596" y="162972"/>
                    <a:pt x="203211" y="163586"/>
                  </a:cubicBezTo>
                  <a:lnTo>
                    <a:pt x="211047" y="171408"/>
                  </a:lnTo>
                  <a:cubicBezTo>
                    <a:pt x="218346" y="178694"/>
                    <a:pt x="218346" y="190658"/>
                    <a:pt x="211047" y="197944"/>
                  </a:cubicBezTo>
                  <a:lnTo>
                    <a:pt x="198294" y="210675"/>
                  </a:lnTo>
                  <a:cubicBezTo>
                    <a:pt x="194760" y="214203"/>
                    <a:pt x="189996" y="216197"/>
                    <a:pt x="185002" y="216197"/>
                  </a:cubicBezTo>
                  <a:cubicBezTo>
                    <a:pt x="180009" y="216197"/>
                    <a:pt x="175245" y="214203"/>
                    <a:pt x="171711" y="210675"/>
                  </a:cubicBezTo>
                  <a:lnTo>
                    <a:pt x="163875" y="202852"/>
                  </a:lnTo>
                  <a:cubicBezTo>
                    <a:pt x="163644" y="202622"/>
                    <a:pt x="162799" y="202239"/>
                    <a:pt x="161570" y="202239"/>
                  </a:cubicBezTo>
                  <a:cubicBezTo>
                    <a:pt x="160878" y="202239"/>
                    <a:pt x="160187" y="202316"/>
                    <a:pt x="159726" y="202546"/>
                  </a:cubicBezTo>
                  <a:cubicBezTo>
                    <a:pt x="156730" y="204003"/>
                    <a:pt x="153580" y="205307"/>
                    <a:pt x="150507" y="206457"/>
                  </a:cubicBezTo>
                  <a:cubicBezTo>
                    <a:pt x="148970" y="206994"/>
                    <a:pt x="147741" y="208758"/>
                    <a:pt x="147741" y="209601"/>
                  </a:cubicBezTo>
                  <a:lnTo>
                    <a:pt x="147741" y="220568"/>
                  </a:lnTo>
                  <a:cubicBezTo>
                    <a:pt x="147741" y="230922"/>
                    <a:pt x="139290" y="239358"/>
                    <a:pt x="128918" y="239358"/>
                  </a:cubicBezTo>
                  <a:lnTo>
                    <a:pt x="110863" y="239358"/>
                  </a:lnTo>
                  <a:cubicBezTo>
                    <a:pt x="100491" y="239358"/>
                    <a:pt x="92117" y="230922"/>
                    <a:pt x="92117" y="220568"/>
                  </a:cubicBezTo>
                  <a:lnTo>
                    <a:pt x="92117" y="209601"/>
                  </a:lnTo>
                  <a:cubicBezTo>
                    <a:pt x="92117" y="208758"/>
                    <a:pt x="90811" y="206917"/>
                    <a:pt x="89274" y="206457"/>
                  </a:cubicBezTo>
                  <a:cubicBezTo>
                    <a:pt x="86201" y="205307"/>
                    <a:pt x="83051" y="204003"/>
                    <a:pt x="80055" y="202546"/>
                  </a:cubicBezTo>
                  <a:cubicBezTo>
                    <a:pt x="79594" y="202316"/>
                    <a:pt x="78903" y="202239"/>
                    <a:pt x="78211" y="202239"/>
                  </a:cubicBezTo>
                  <a:cubicBezTo>
                    <a:pt x="77059" y="202239"/>
                    <a:pt x="76214" y="202622"/>
                    <a:pt x="75983" y="202852"/>
                  </a:cubicBezTo>
                  <a:lnTo>
                    <a:pt x="68070" y="210675"/>
                  </a:lnTo>
                  <a:cubicBezTo>
                    <a:pt x="64536" y="214203"/>
                    <a:pt x="59849" y="216197"/>
                    <a:pt x="54779" y="216197"/>
                  </a:cubicBezTo>
                  <a:cubicBezTo>
                    <a:pt x="49785" y="216197"/>
                    <a:pt x="45021" y="214203"/>
                    <a:pt x="41487" y="210675"/>
                  </a:cubicBezTo>
                  <a:lnTo>
                    <a:pt x="28734" y="197944"/>
                  </a:lnTo>
                  <a:cubicBezTo>
                    <a:pt x="25200" y="194416"/>
                    <a:pt x="23279" y="189661"/>
                    <a:pt x="23279" y="184676"/>
                  </a:cubicBezTo>
                  <a:cubicBezTo>
                    <a:pt x="23279" y="179691"/>
                    <a:pt x="25200" y="174936"/>
                    <a:pt x="28734" y="171408"/>
                  </a:cubicBezTo>
                  <a:lnTo>
                    <a:pt x="36570" y="163586"/>
                  </a:lnTo>
                  <a:cubicBezTo>
                    <a:pt x="37185" y="162972"/>
                    <a:pt x="37569" y="160825"/>
                    <a:pt x="36878" y="159444"/>
                  </a:cubicBezTo>
                  <a:cubicBezTo>
                    <a:pt x="35418" y="156453"/>
                    <a:pt x="34112" y="153386"/>
                    <a:pt x="33036" y="150241"/>
                  </a:cubicBezTo>
                  <a:cubicBezTo>
                    <a:pt x="32498" y="148707"/>
                    <a:pt x="30654" y="147480"/>
                    <a:pt x="29886" y="147480"/>
                  </a:cubicBezTo>
                  <a:lnTo>
                    <a:pt x="18823" y="147480"/>
                  </a:lnTo>
                  <a:cubicBezTo>
                    <a:pt x="8451" y="147480"/>
                    <a:pt x="0" y="139044"/>
                    <a:pt x="0" y="128691"/>
                  </a:cubicBezTo>
                  <a:lnTo>
                    <a:pt x="0" y="110668"/>
                  </a:lnTo>
                  <a:cubicBezTo>
                    <a:pt x="0" y="100314"/>
                    <a:pt x="8451" y="91955"/>
                    <a:pt x="18823" y="91955"/>
                  </a:cubicBezTo>
                  <a:lnTo>
                    <a:pt x="29886" y="91955"/>
                  </a:lnTo>
                  <a:cubicBezTo>
                    <a:pt x="30654" y="91955"/>
                    <a:pt x="32498" y="90651"/>
                    <a:pt x="33036" y="89194"/>
                  </a:cubicBezTo>
                  <a:cubicBezTo>
                    <a:pt x="34112" y="86049"/>
                    <a:pt x="35418" y="82905"/>
                    <a:pt x="36878" y="79914"/>
                  </a:cubicBezTo>
                  <a:cubicBezTo>
                    <a:pt x="37569" y="78533"/>
                    <a:pt x="37185" y="76386"/>
                    <a:pt x="36570" y="75849"/>
                  </a:cubicBezTo>
                  <a:lnTo>
                    <a:pt x="28734" y="67950"/>
                  </a:lnTo>
                  <a:cubicBezTo>
                    <a:pt x="21435" y="60664"/>
                    <a:pt x="21435" y="48777"/>
                    <a:pt x="28734" y="41414"/>
                  </a:cubicBezTo>
                  <a:lnTo>
                    <a:pt x="41487" y="28683"/>
                  </a:lnTo>
                  <a:cubicBezTo>
                    <a:pt x="45021" y="25155"/>
                    <a:pt x="49785" y="23238"/>
                    <a:pt x="54779" y="23238"/>
                  </a:cubicBezTo>
                  <a:cubicBezTo>
                    <a:pt x="59849" y="23238"/>
                    <a:pt x="64536" y="25155"/>
                    <a:pt x="68070" y="28683"/>
                  </a:cubicBezTo>
                  <a:lnTo>
                    <a:pt x="75983" y="36583"/>
                  </a:lnTo>
                  <a:cubicBezTo>
                    <a:pt x="76214" y="36813"/>
                    <a:pt x="77059" y="37196"/>
                    <a:pt x="78211" y="37196"/>
                  </a:cubicBezTo>
                  <a:cubicBezTo>
                    <a:pt x="78903" y="37196"/>
                    <a:pt x="79594" y="37043"/>
                    <a:pt x="80055" y="36813"/>
                  </a:cubicBezTo>
                  <a:cubicBezTo>
                    <a:pt x="83051" y="35355"/>
                    <a:pt x="86201" y="34052"/>
                    <a:pt x="89351" y="32978"/>
                  </a:cubicBezTo>
                  <a:cubicBezTo>
                    <a:pt x="90811" y="32441"/>
                    <a:pt x="92117" y="30677"/>
                    <a:pt x="92117" y="29834"/>
                  </a:cubicBezTo>
                  <a:lnTo>
                    <a:pt x="92117" y="18790"/>
                  </a:lnTo>
                  <a:cubicBezTo>
                    <a:pt x="92117" y="8436"/>
                    <a:pt x="100491" y="0"/>
                    <a:pt x="110863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 vert="horz" wrap="square" lIns="91440" tIns="45720" rIns="91440" bIns="45720" anchor="t">
              <a:normAutofit/>
            </a:bodyPr>
            <a:p>
              <a:pPr marL="0" algn="l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654050" y="3756028"/>
            <a:ext cx="2825172" cy="33718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/>
          <a:p>
            <a:pPr marL="0" algn="l">
              <a:spcBef>
                <a:spcPct val="0"/>
              </a:spcBef>
              <a:defRPr/>
            </a:pPr>
            <a:r>
              <a:rPr lang="en-US" altLang="zh-CN" sz="1600" b="1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技巧要点1：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54050" y="4163552"/>
            <a:ext cx="2825172" cy="349250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p>
            <a:pPr marL="0" algn="l">
              <a:lnSpc>
                <a:spcPct val="120000"/>
              </a:lnSpc>
            </a:pPr>
            <a:r>
              <a:rPr lang="en-US" altLang="zh-CN" sz="1400" b="0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多观察生活中的事物，找到它们的相似之处，比如‘云朵像棉花糖’。</a:t>
            </a:r>
            <a:endParaRPr lang="en-US" altLang="zh-CN" sz="1400" b="0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2" name="Group 22"/>
          <p:cNvGrpSpPr/>
          <p:nvPr/>
        </p:nvGrpSpPr>
        <p:grpSpPr>
          <a:xfrm>
            <a:off x="7846187" y="4265973"/>
            <a:ext cx="853890" cy="853890"/>
            <a:chOff x="7852537" y="4265973"/>
            <a:chExt cx="853890" cy="853890"/>
          </a:xfrm>
        </p:grpSpPr>
        <p:sp>
          <p:nvSpPr>
            <p:cNvPr id="23" name="AutoShape 23"/>
            <p:cNvSpPr/>
            <p:nvPr/>
          </p:nvSpPr>
          <p:spPr>
            <a:xfrm>
              <a:off x="7852537" y="4265973"/>
              <a:ext cx="853890" cy="853890"/>
            </a:xfrm>
            <a:prstGeom prst="ellipse">
              <a:avLst/>
            </a:prstGeom>
            <a:gradFill>
              <a:gsLst>
                <a:gs pos="0">
                  <a:srgbClr val="B27640">
                    <a:lumMod val="60000"/>
                    <a:lumOff val="40000"/>
                  </a:srgbClr>
                </a:gs>
                <a:gs pos="60000">
                  <a:srgbClr val="B27640"/>
                </a:gs>
              </a:gsLst>
              <a:lin ang="2700000"/>
            </a:gradFill>
            <a:ln cap="rnd" cmpd="sng">
              <a:prstDash val="solid"/>
            </a:ln>
            <a:effectLst>
              <a:outerShdw blurRad="76200" dist="50800" dir="5400000" algn="ctr" rotWithShape="0">
                <a:schemeClr val="accent3">
                  <a:alpha val="20000"/>
                </a:schemeClr>
              </a:outerShdw>
            </a:effectLst>
          </p:spPr>
          <p:txBody>
            <a:bodyPr rot="0" vert="horz" wrap="square" lIns="91440" tIns="45720" rIns="91440" bIns="45720" anchor="ctr">
              <a:normAutofit/>
            </a:bodyPr>
            <a:p>
              <a:pPr marL="0" algn="ctr"/>
            </a:p>
          </p:txBody>
        </p:sp>
        <p:sp>
          <p:nvSpPr>
            <p:cNvPr id="24" name="Freeform 24"/>
            <p:cNvSpPr/>
            <p:nvPr/>
          </p:nvSpPr>
          <p:spPr>
            <a:xfrm>
              <a:off x="8090191" y="4503913"/>
              <a:ext cx="378584" cy="378010"/>
            </a:xfrm>
            <a:custGeom>
              <a:avLst/>
              <a:gdLst/>
              <a:ahLst/>
              <a:cxnLst/>
              <a:rect l="l" t="t" r="r" b="b"/>
              <a:pathLst>
                <a:path w="578649" h="594741">
                  <a:moveTo>
                    <a:pt x="411175" y="315251"/>
                  </a:moveTo>
                  <a:cubicBezTo>
                    <a:pt x="392328" y="315251"/>
                    <a:pt x="373301" y="322420"/>
                    <a:pt x="358940" y="336757"/>
                  </a:cubicBezTo>
                  <a:cubicBezTo>
                    <a:pt x="330220" y="365432"/>
                    <a:pt x="330220" y="411311"/>
                    <a:pt x="358940" y="439986"/>
                  </a:cubicBezTo>
                  <a:cubicBezTo>
                    <a:pt x="387661" y="468660"/>
                    <a:pt x="435049" y="468660"/>
                    <a:pt x="462333" y="439986"/>
                  </a:cubicBezTo>
                  <a:cubicBezTo>
                    <a:pt x="491053" y="411311"/>
                    <a:pt x="491053" y="365432"/>
                    <a:pt x="462333" y="336757"/>
                  </a:cubicBezTo>
                  <a:cubicBezTo>
                    <a:pt x="448691" y="322420"/>
                    <a:pt x="430023" y="315251"/>
                    <a:pt x="411175" y="315251"/>
                  </a:cubicBezTo>
                  <a:close/>
                  <a:moveTo>
                    <a:pt x="410816" y="276182"/>
                  </a:moveTo>
                  <a:cubicBezTo>
                    <a:pt x="439716" y="276182"/>
                    <a:pt x="468795" y="287293"/>
                    <a:pt x="491053" y="309516"/>
                  </a:cubicBezTo>
                  <a:cubicBezTo>
                    <a:pt x="525517" y="342492"/>
                    <a:pt x="532697" y="394106"/>
                    <a:pt x="514029" y="435685"/>
                  </a:cubicBezTo>
                  <a:lnTo>
                    <a:pt x="578649" y="500203"/>
                  </a:lnTo>
                  <a:lnTo>
                    <a:pt x="522645" y="556118"/>
                  </a:lnTo>
                  <a:lnTo>
                    <a:pt x="458025" y="491600"/>
                  </a:lnTo>
                  <a:cubicBezTo>
                    <a:pt x="416381" y="510239"/>
                    <a:pt x="366121" y="503070"/>
                    <a:pt x="331656" y="468660"/>
                  </a:cubicBezTo>
                  <a:cubicBezTo>
                    <a:pt x="287140" y="424215"/>
                    <a:pt x="287140" y="352528"/>
                    <a:pt x="331656" y="309516"/>
                  </a:cubicBezTo>
                  <a:cubicBezTo>
                    <a:pt x="353197" y="287293"/>
                    <a:pt x="381917" y="276182"/>
                    <a:pt x="410816" y="276182"/>
                  </a:cubicBezTo>
                  <a:close/>
                  <a:moveTo>
                    <a:pt x="134949" y="20001"/>
                  </a:moveTo>
                  <a:lnTo>
                    <a:pt x="134949" y="144835"/>
                  </a:lnTo>
                  <a:lnTo>
                    <a:pt x="17242" y="144835"/>
                  </a:lnTo>
                  <a:close/>
                  <a:moveTo>
                    <a:pt x="172278" y="0"/>
                  </a:moveTo>
                  <a:lnTo>
                    <a:pt x="480943" y="0"/>
                  </a:lnTo>
                  <a:lnTo>
                    <a:pt x="480943" y="276591"/>
                  </a:lnTo>
                  <a:cubicBezTo>
                    <a:pt x="460844" y="263693"/>
                    <a:pt x="436438" y="256527"/>
                    <a:pt x="410596" y="256527"/>
                  </a:cubicBezTo>
                  <a:cubicBezTo>
                    <a:pt x="381883" y="256527"/>
                    <a:pt x="354606" y="265126"/>
                    <a:pt x="331636" y="282323"/>
                  </a:cubicBezTo>
                  <a:lnTo>
                    <a:pt x="81832" y="282323"/>
                  </a:lnTo>
                  <a:lnTo>
                    <a:pt x="81832" y="322450"/>
                  </a:lnTo>
                  <a:lnTo>
                    <a:pt x="295744" y="322450"/>
                  </a:lnTo>
                  <a:cubicBezTo>
                    <a:pt x="288566" y="335348"/>
                    <a:pt x="282823" y="351112"/>
                    <a:pt x="279952" y="366877"/>
                  </a:cubicBezTo>
                  <a:lnTo>
                    <a:pt x="81832" y="366877"/>
                  </a:lnTo>
                  <a:lnTo>
                    <a:pt x="81832" y="407004"/>
                  </a:lnTo>
                  <a:lnTo>
                    <a:pt x="279952" y="407004"/>
                  </a:lnTo>
                  <a:cubicBezTo>
                    <a:pt x="281388" y="422768"/>
                    <a:pt x="287130" y="438532"/>
                    <a:pt x="294309" y="451430"/>
                  </a:cubicBezTo>
                  <a:lnTo>
                    <a:pt x="81832" y="451430"/>
                  </a:lnTo>
                  <a:lnTo>
                    <a:pt x="81832" y="491557"/>
                  </a:lnTo>
                  <a:lnTo>
                    <a:pt x="327329" y="491557"/>
                  </a:lnTo>
                  <a:cubicBezTo>
                    <a:pt x="350299" y="511621"/>
                    <a:pt x="380448" y="521653"/>
                    <a:pt x="410596" y="521653"/>
                  </a:cubicBezTo>
                  <a:cubicBezTo>
                    <a:pt x="424953" y="521653"/>
                    <a:pt x="439309" y="518786"/>
                    <a:pt x="453666" y="514487"/>
                  </a:cubicBezTo>
                  <a:lnTo>
                    <a:pt x="480943" y="543149"/>
                  </a:lnTo>
                  <a:lnTo>
                    <a:pt x="480943" y="594741"/>
                  </a:lnTo>
                  <a:lnTo>
                    <a:pt x="0" y="594741"/>
                  </a:lnTo>
                  <a:lnTo>
                    <a:pt x="0" y="180572"/>
                  </a:lnTo>
                  <a:lnTo>
                    <a:pt x="172278" y="18057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vert="horz" wrap="square" lIns="91440" tIns="45720" rIns="91440" bIns="45720" anchor="t">
              <a:normAutofit/>
            </a:bodyPr>
            <a:p>
              <a:pPr marL="0" algn="l"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8619215" y="3756028"/>
            <a:ext cx="2893336" cy="33718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/>
          <a:p>
            <a:pPr marL="0" algn="r">
              <a:spcBef>
                <a:spcPct val="0"/>
              </a:spcBef>
              <a:defRPr/>
            </a:pPr>
            <a:r>
              <a:rPr lang="en-US" altLang="zh-CN" sz="1600" b="1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/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8619215" y="4163552"/>
            <a:ext cx="2893336" cy="349250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p>
            <a:pPr marL="0" algn="l">
              <a:lnSpc>
                <a:spcPct val="120000"/>
              </a:lnSpc>
            </a:pPr>
            <a:r>
              <a:rPr lang="en-US" altLang="zh-CN" sz="140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/>
            </a:r>
            <a:endParaRPr lang="zh-CN" altLang="en-US" sz="1400" b="0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670718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algn="l">
              <a:lnSpc>
                <a:spcPct val="90000"/>
              </a:lnSpc>
              <a:spcBef>
                <a:spcPct val="0"/>
              </a:spcBef>
              <a:defRPr/>
            </a:pPr>
            <a:r>
              <a:rPr lang="en-US" altLang="zh-CN" sz="2800" b="1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学习技巧</a:t>
            </a:r>
            <a:endParaRPr lang="en-US" altLang="zh-CN" sz="2800" b="1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4280974" y="1813500"/>
            <a:ext cx="1815026" cy="1815026"/>
          </a:xfrm>
          <a:custGeom>
            <a:avLst/>
            <a:gdLst/>
            <a:ahLst/>
            <a:cxnLst/>
            <a:rect l="l" t="t" r="r" b="b"/>
            <a:pathLst>
              <a:path w="905" h="905">
                <a:moveTo>
                  <a:pt x="673" y="233"/>
                </a:moveTo>
                <a:lnTo>
                  <a:pt x="233" y="233"/>
                </a:lnTo>
                <a:lnTo>
                  <a:pt x="233" y="673"/>
                </a:lnTo>
                <a:lnTo>
                  <a:pt x="0" y="905"/>
                </a:lnTo>
                <a:lnTo>
                  <a:pt x="905" y="905"/>
                </a:lnTo>
                <a:lnTo>
                  <a:pt x="905" y="0"/>
                </a:lnTo>
                <a:lnTo>
                  <a:pt x="673" y="233"/>
                </a:lnTo>
                <a:close/>
              </a:path>
            </a:pathLst>
          </a:custGeom>
          <a:gradFill>
            <a:gsLst>
              <a:gs pos="0">
                <a:srgbClr val="CFB278">
                  <a:lumMod val="60000"/>
                  <a:lumOff val="40000"/>
                </a:srgbClr>
              </a:gs>
              <a:gs pos="60000">
                <a:srgbClr val="CFB278"/>
              </a:gs>
            </a:gsLst>
            <a:lin ang="2700000"/>
          </a:gradFill>
          <a:ln cap="rnd" cmpd="sng">
            <a:prstDash val="solid"/>
          </a:ln>
          <a:effectLst>
            <a:outerShdw blurRad="76200" dist="50800" dir="5400000" algn="ctr" rotWithShape="0">
              <a:schemeClr val="accent2">
                <a:alpha val="20000"/>
              </a:schemeClr>
            </a:outerShdw>
          </a:effectLst>
        </p:spPr>
        <p:txBody>
          <a:bodyPr rot="0" vert="horz" wrap="square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3" name="Freeform 3"/>
          <p:cNvSpPr/>
          <p:nvPr/>
        </p:nvSpPr>
        <p:spPr>
          <a:xfrm>
            <a:off x="4859120" y="2387088"/>
            <a:ext cx="354984" cy="527461"/>
          </a:xfrm>
          <a:custGeom>
            <a:avLst/>
            <a:gdLst/>
            <a:ahLst/>
            <a:cxnLst/>
            <a:rect l="l" t="t" r="r" b="b"/>
            <a:pathLst>
              <a:path w="94" h="140">
                <a:moveTo>
                  <a:pt x="94" y="46"/>
                </a:moveTo>
                <a:cubicBezTo>
                  <a:pt x="94" y="20"/>
                  <a:pt x="73" y="0"/>
                  <a:pt x="47" y="0"/>
                </a:cubicBezTo>
                <a:cubicBezTo>
                  <a:pt x="21" y="0"/>
                  <a:pt x="0" y="21"/>
                  <a:pt x="0" y="47"/>
                </a:cubicBezTo>
                <a:cubicBezTo>
                  <a:pt x="0" y="58"/>
                  <a:pt x="4" y="68"/>
                  <a:pt x="10" y="76"/>
                </a:cubicBezTo>
                <a:cubicBezTo>
                  <a:pt x="15" y="82"/>
                  <a:pt x="20" y="89"/>
                  <a:pt x="23" y="95"/>
                </a:cubicBezTo>
                <a:cubicBezTo>
                  <a:pt x="24" y="124"/>
                  <a:pt x="24" y="124"/>
                  <a:pt x="24" y="124"/>
                </a:cubicBezTo>
                <a:cubicBezTo>
                  <a:pt x="24" y="126"/>
                  <a:pt x="26" y="128"/>
                  <a:pt x="28" y="128"/>
                </a:cubicBezTo>
                <a:cubicBezTo>
                  <a:pt x="34" y="128"/>
                  <a:pt x="34" y="128"/>
                  <a:pt x="34" y="128"/>
                </a:cubicBezTo>
                <a:cubicBezTo>
                  <a:pt x="34" y="130"/>
                  <a:pt x="34" y="130"/>
                  <a:pt x="34" y="130"/>
                </a:cubicBezTo>
                <a:cubicBezTo>
                  <a:pt x="34" y="136"/>
                  <a:pt x="38" y="140"/>
                  <a:pt x="44" y="140"/>
                </a:cubicBezTo>
                <a:cubicBezTo>
                  <a:pt x="52" y="140"/>
                  <a:pt x="52" y="140"/>
                  <a:pt x="52" y="140"/>
                </a:cubicBezTo>
                <a:cubicBezTo>
                  <a:pt x="58" y="140"/>
                  <a:pt x="62" y="136"/>
                  <a:pt x="62" y="130"/>
                </a:cubicBezTo>
                <a:cubicBezTo>
                  <a:pt x="62" y="128"/>
                  <a:pt x="62" y="128"/>
                  <a:pt x="62" y="128"/>
                </a:cubicBezTo>
                <a:cubicBezTo>
                  <a:pt x="67" y="128"/>
                  <a:pt x="67" y="128"/>
                  <a:pt x="67" y="128"/>
                </a:cubicBezTo>
                <a:cubicBezTo>
                  <a:pt x="70" y="128"/>
                  <a:pt x="72" y="126"/>
                  <a:pt x="72" y="123"/>
                </a:cubicBezTo>
                <a:cubicBezTo>
                  <a:pt x="72" y="94"/>
                  <a:pt x="72" y="94"/>
                  <a:pt x="72" y="94"/>
                </a:cubicBezTo>
                <a:cubicBezTo>
                  <a:pt x="75" y="88"/>
                  <a:pt x="80" y="82"/>
                  <a:pt x="84" y="76"/>
                </a:cubicBezTo>
                <a:cubicBezTo>
                  <a:pt x="91" y="67"/>
                  <a:pt x="94" y="57"/>
                  <a:pt x="94" y="46"/>
                </a:cubicBezTo>
                <a:close/>
                <a:moveTo>
                  <a:pt x="41" y="89"/>
                </a:moveTo>
                <a:cubicBezTo>
                  <a:pt x="32" y="53"/>
                  <a:pt x="32" y="53"/>
                  <a:pt x="32" y="53"/>
                </a:cubicBezTo>
                <a:cubicBezTo>
                  <a:pt x="37" y="50"/>
                  <a:pt x="37" y="50"/>
                  <a:pt x="37" y="50"/>
                </a:cubicBezTo>
                <a:cubicBezTo>
                  <a:pt x="43" y="56"/>
                  <a:pt x="43" y="56"/>
                  <a:pt x="43" y="56"/>
                </a:cubicBezTo>
                <a:cubicBezTo>
                  <a:pt x="44" y="56"/>
                  <a:pt x="44" y="56"/>
                  <a:pt x="45" y="56"/>
                </a:cubicBezTo>
                <a:cubicBezTo>
                  <a:pt x="46" y="56"/>
                  <a:pt x="46" y="56"/>
                  <a:pt x="47" y="56"/>
                </a:cubicBezTo>
                <a:cubicBezTo>
                  <a:pt x="52" y="49"/>
                  <a:pt x="52" y="49"/>
                  <a:pt x="52" y="49"/>
                </a:cubicBezTo>
                <a:cubicBezTo>
                  <a:pt x="55" y="55"/>
                  <a:pt x="55" y="55"/>
                  <a:pt x="55" y="55"/>
                </a:cubicBezTo>
                <a:cubicBezTo>
                  <a:pt x="55" y="56"/>
                  <a:pt x="56" y="56"/>
                  <a:pt x="57" y="56"/>
                </a:cubicBezTo>
                <a:cubicBezTo>
                  <a:pt x="57" y="56"/>
                  <a:pt x="58" y="56"/>
                  <a:pt x="58" y="56"/>
                </a:cubicBezTo>
                <a:cubicBezTo>
                  <a:pt x="62" y="54"/>
                  <a:pt x="62" y="54"/>
                  <a:pt x="62" y="54"/>
                </a:cubicBezTo>
                <a:cubicBezTo>
                  <a:pt x="54" y="89"/>
                  <a:pt x="54" y="89"/>
                  <a:pt x="54" y="89"/>
                </a:cubicBezTo>
                <a:lnTo>
                  <a:pt x="41" y="89"/>
                </a:lnTo>
                <a:close/>
                <a:moveTo>
                  <a:pt x="62" y="98"/>
                </a:moveTo>
                <a:cubicBezTo>
                  <a:pt x="62" y="106"/>
                  <a:pt x="62" y="106"/>
                  <a:pt x="62" y="106"/>
                </a:cubicBezTo>
                <a:cubicBezTo>
                  <a:pt x="33" y="106"/>
                  <a:pt x="33" y="106"/>
                  <a:pt x="33" y="106"/>
                </a:cubicBezTo>
                <a:cubicBezTo>
                  <a:pt x="33" y="98"/>
                  <a:pt x="33" y="98"/>
                  <a:pt x="33" y="98"/>
                </a:cubicBezTo>
                <a:lnTo>
                  <a:pt x="62" y="98"/>
                </a:lnTo>
                <a:close/>
                <a:moveTo>
                  <a:pt x="33" y="119"/>
                </a:moveTo>
                <a:cubicBezTo>
                  <a:pt x="33" y="111"/>
                  <a:pt x="33" y="111"/>
                  <a:pt x="33" y="111"/>
                </a:cubicBezTo>
                <a:cubicBezTo>
                  <a:pt x="62" y="111"/>
                  <a:pt x="62" y="111"/>
                  <a:pt x="62" y="111"/>
                </a:cubicBezTo>
                <a:cubicBezTo>
                  <a:pt x="62" y="118"/>
                  <a:pt x="62" y="118"/>
                  <a:pt x="62" y="118"/>
                </a:cubicBezTo>
                <a:lnTo>
                  <a:pt x="33" y="119"/>
                </a:lnTo>
                <a:close/>
                <a:moveTo>
                  <a:pt x="64" y="88"/>
                </a:moveTo>
                <a:cubicBezTo>
                  <a:pt x="62" y="88"/>
                  <a:pt x="62" y="88"/>
                  <a:pt x="62" y="88"/>
                </a:cubicBezTo>
                <a:cubicBezTo>
                  <a:pt x="70" y="49"/>
                  <a:pt x="70" y="49"/>
                  <a:pt x="70" y="49"/>
                </a:cubicBezTo>
                <a:cubicBezTo>
                  <a:pt x="71" y="48"/>
                  <a:pt x="69" y="46"/>
                  <a:pt x="67" y="45"/>
                </a:cubicBezTo>
                <a:cubicBezTo>
                  <a:pt x="66" y="45"/>
                  <a:pt x="64" y="46"/>
                  <a:pt x="63" y="48"/>
                </a:cubicBezTo>
                <a:cubicBezTo>
                  <a:pt x="63" y="49"/>
                  <a:pt x="63" y="49"/>
                  <a:pt x="63" y="49"/>
                </a:cubicBezTo>
                <a:cubicBezTo>
                  <a:pt x="58" y="51"/>
                  <a:pt x="58" y="51"/>
                  <a:pt x="58" y="51"/>
                </a:cubicBezTo>
                <a:cubicBezTo>
                  <a:pt x="54" y="44"/>
                  <a:pt x="54" y="44"/>
                  <a:pt x="54" y="44"/>
                </a:cubicBezTo>
                <a:cubicBezTo>
                  <a:pt x="54" y="43"/>
                  <a:pt x="53" y="43"/>
                  <a:pt x="52" y="42"/>
                </a:cubicBezTo>
                <a:cubicBezTo>
                  <a:pt x="52" y="42"/>
                  <a:pt x="51" y="43"/>
                  <a:pt x="50" y="43"/>
                </a:cubicBezTo>
                <a:cubicBezTo>
                  <a:pt x="44" y="51"/>
                  <a:pt x="44" y="51"/>
                  <a:pt x="44" y="51"/>
                </a:cubicBezTo>
                <a:cubicBezTo>
                  <a:pt x="39" y="45"/>
                  <a:pt x="39" y="45"/>
                  <a:pt x="39" y="45"/>
                </a:cubicBezTo>
                <a:cubicBezTo>
                  <a:pt x="38" y="45"/>
                  <a:pt x="37" y="45"/>
                  <a:pt x="36" y="45"/>
                </a:cubicBezTo>
                <a:cubicBezTo>
                  <a:pt x="31" y="48"/>
                  <a:pt x="31" y="48"/>
                  <a:pt x="31" y="48"/>
                </a:cubicBezTo>
                <a:cubicBezTo>
                  <a:pt x="31" y="48"/>
                  <a:pt x="31" y="48"/>
                  <a:pt x="31" y="48"/>
                </a:cubicBezTo>
                <a:cubicBezTo>
                  <a:pt x="31" y="46"/>
                  <a:pt x="29" y="45"/>
                  <a:pt x="27" y="46"/>
                </a:cubicBezTo>
                <a:cubicBezTo>
                  <a:pt x="25" y="46"/>
                  <a:pt x="24" y="48"/>
                  <a:pt x="24" y="50"/>
                </a:cubicBezTo>
                <a:cubicBezTo>
                  <a:pt x="33" y="89"/>
                  <a:pt x="33" y="89"/>
                  <a:pt x="33" y="89"/>
                </a:cubicBezTo>
                <a:cubicBezTo>
                  <a:pt x="31" y="89"/>
                  <a:pt x="31" y="89"/>
                  <a:pt x="31" y="89"/>
                </a:cubicBezTo>
                <a:cubicBezTo>
                  <a:pt x="27" y="82"/>
                  <a:pt x="22" y="76"/>
                  <a:pt x="18" y="70"/>
                </a:cubicBezTo>
                <a:cubicBezTo>
                  <a:pt x="12" y="64"/>
                  <a:pt x="10" y="56"/>
                  <a:pt x="9" y="47"/>
                </a:cubicBezTo>
                <a:cubicBezTo>
                  <a:pt x="9" y="26"/>
                  <a:pt x="26" y="9"/>
                  <a:pt x="47" y="9"/>
                </a:cubicBezTo>
                <a:cubicBezTo>
                  <a:pt x="68" y="9"/>
                  <a:pt x="85" y="26"/>
                  <a:pt x="85" y="47"/>
                </a:cubicBezTo>
                <a:cubicBezTo>
                  <a:pt x="85" y="55"/>
                  <a:pt x="82" y="63"/>
                  <a:pt x="77" y="70"/>
                </a:cubicBezTo>
                <a:cubicBezTo>
                  <a:pt x="72" y="76"/>
                  <a:pt x="68" y="82"/>
                  <a:pt x="64" y="88"/>
                </a:cubicBezTo>
                <a:close/>
                <a:moveTo>
                  <a:pt x="64" y="88"/>
                </a:moveTo>
                <a:cubicBezTo>
                  <a:pt x="64" y="88"/>
                  <a:pt x="64" y="88"/>
                  <a:pt x="64" y="88"/>
                </a:cubicBezTo>
              </a:path>
            </a:pathLst>
          </a:custGeom>
          <a:solidFill>
            <a:srgbClr val="FFFFFF"/>
          </a:solidFill>
        </p:spPr>
        <p:txBody>
          <a:bodyPr vert="horz" wrap="square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4" name="TextBox 4"/>
          <p:cNvSpPr txBox="1"/>
          <p:nvPr/>
        </p:nvSpPr>
        <p:spPr>
          <a:xfrm>
            <a:off x="658016" y="1755373"/>
            <a:ext cx="3727527" cy="33718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/>
          <a:p>
            <a:pPr marL="0" algn="r">
              <a:defRPr/>
            </a:pPr>
            <a:r>
              <a:rPr lang="en-US" altLang="zh-CN" sz="1600" b="1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例子场景1：</a:t>
            </a:r>
            <a:endParaRPr lang="en-US" altLang="zh-CN" sz="1600" b="1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647698" y="2092558"/>
            <a:ext cx="3737845" cy="41402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r">
              <a:lnSpc>
                <a:spcPct val="150000"/>
              </a:lnSpc>
              <a:defRPr/>
            </a:pPr>
            <a:r>
              <a:rPr lang="en-US" altLang="zh-CN" sz="1400" b="0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‘他的眼睛像星星一样闪亮’，形容眼睛明亮有神。</a:t>
            </a:r>
            <a:endParaRPr lang="en-US" altLang="zh-CN" sz="1400" b="0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6152702" y="1813500"/>
            <a:ext cx="1815026" cy="1815026"/>
          </a:xfrm>
          <a:custGeom>
            <a:avLst/>
            <a:gdLst/>
            <a:ahLst/>
            <a:cxnLst/>
            <a:rect l="l" t="t" r="r" b="b"/>
            <a:pathLst>
              <a:path w="905" h="905">
                <a:moveTo>
                  <a:pt x="672" y="673"/>
                </a:moveTo>
                <a:lnTo>
                  <a:pt x="672" y="233"/>
                </a:lnTo>
                <a:lnTo>
                  <a:pt x="232" y="233"/>
                </a:lnTo>
                <a:lnTo>
                  <a:pt x="0" y="0"/>
                </a:lnTo>
                <a:lnTo>
                  <a:pt x="0" y="905"/>
                </a:lnTo>
                <a:lnTo>
                  <a:pt x="905" y="905"/>
                </a:lnTo>
                <a:lnTo>
                  <a:pt x="672" y="673"/>
                </a:lnTo>
                <a:close/>
              </a:path>
            </a:pathLst>
          </a:custGeom>
          <a:gradFill>
            <a:gsLst>
              <a:gs pos="0">
                <a:srgbClr val="92CCD4">
                  <a:lumMod val="60000"/>
                  <a:lumOff val="40000"/>
                </a:srgbClr>
              </a:gs>
              <a:gs pos="60000">
                <a:srgbClr val="92CCD4"/>
              </a:gs>
            </a:gsLst>
            <a:lin ang="2700000"/>
          </a:gradFill>
          <a:ln cap="rnd" cmpd="sng">
            <a:prstDash val="solid"/>
          </a:ln>
          <a:effectLst>
            <a:outerShdw blurRad="76200" dist="50800" dir="5400000" algn="ctr" rotWithShape="0">
              <a:schemeClr val="accent5">
                <a:alpha val="20000"/>
              </a:schemeClr>
            </a:outerShdw>
          </a:effectLst>
        </p:spPr>
        <p:txBody>
          <a:bodyPr rot="0" vert="horz" wrap="square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7" name="Freeform 7"/>
          <p:cNvSpPr/>
          <p:nvPr/>
        </p:nvSpPr>
        <p:spPr>
          <a:xfrm>
            <a:off x="6877651" y="2429519"/>
            <a:ext cx="506265" cy="421637"/>
          </a:xfrm>
          <a:custGeom>
            <a:avLst/>
            <a:gdLst/>
            <a:ahLst/>
            <a:cxnLst/>
            <a:rect l="l" t="t" r="r" b="b"/>
            <a:pathLst>
              <a:path w="602913" h="502130">
                <a:moveTo>
                  <a:pt x="115806" y="128601"/>
                </a:moveTo>
                <a:cubicBezTo>
                  <a:pt x="124801" y="128601"/>
                  <a:pt x="129298" y="133103"/>
                  <a:pt x="129298" y="137606"/>
                </a:cubicBezTo>
                <a:cubicBezTo>
                  <a:pt x="129298" y="137606"/>
                  <a:pt x="129298" y="137606"/>
                  <a:pt x="178769" y="268173"/>
                </a:cubicBezTo>
                <a:cubicBezTo>
                  <a:pt x="183267" y="272675"/>
                  <a:pt x="178769" y="281680"/>
                  <a:pt x="174272" y="286182"/>
                </a:cubicBezTo>
                <a:cubicBezTo>
                  <a:pt x="165277" y="290685"/>
                  <a:pt x="156282" y="290685"/>
                  <a:pt x="151785" y="286182"/>
                </a:cubicBezTo>
                <a:cubicBezTo>
                  <a:pt x="151785" y="286182"/>
                  <a:pt x="151785" y="286182"/>
                  <a:pt x="133796" y="272675"/>
                </a:cubicBezTo>
                <a:cubicBezTo>
                  <a:pt x="138293" y="308694"/>
                  <a:pt x="151785" y="344713"/>
                  <a:pt x="183267" y="371727"/>
                </a:cubicBezTo>
                <a:cubicBezTo>
                  <a:pt x="232738" y="421252"/>
                  <a:pt x="304696" y="434759"/>
                  <a:pt x="367659" y="407745"/>
                </a:cubicBezTo>
                <a:cubicBezTo>
                  <a:pt x="381151" y="403243"/>
                  <a:pt x="399140" y="403243"/>
                  <a:pt x="408135" y="416750"/>
                </a:cubicBezTo>
                <a:cubicBezTo>
                  <a:pt x="417130" y="425754"/>
                  <a:pt x="421627" y="439261"/>
                  <a:pt x="421627" y="452768"/>
                </a:cubicBezTo>
                <a:cubicBezTo>
                  <a:pt x="417130" y="466275"/>
                  <a:pt x="408135" y="475280"/>
                  <a:pt x="394643" y="484285"/>
                </a:cubicBezTo>
                <a:cubicBezTo>
                  <a:pt x="304696" y="520303"/>
                  <a:pt x="196759" y="502294"/>
                  <a:pt x="124801" y="425754"/>
                </a:cubicBezTo>
                <a:cubicBezTo>
                  <a:pt x="75330" y="380731"/>
                  <a:pt x="52843" y="317699"/>
                  <a:pt x="52843" y="254666"/>
                </a:cubicBezTo>
                <a:cubicBezTo>
                  <a:pt x="52843" y="254666"/>
                  <a:pt x="52843" y="254666"/>
                  <a:pt x="21362" y="259168"/>
                </a:cubicBezTo>
                <a:cubicBezTo>
                  <a:pt x="12367" y="259168"/>
                  <a:pt x="7869" y="254666"/>
                  <a:pt x="3372" y="250164"/>
                </a:cubicBezTo>
                <a:cubicBezTo>
                  <a:pt x="-1125" y="241159"/>
                  <a:pt x="-1125" y="236657"/>
                  <a:pt x="3372" y="227652"/>
                </a:cubicBezTo>
                <a:cubicBezTo>
                  <a:pt x="3372" y="227652"/>
                  <a:pt x="3372" y="227652"/>
                  <a:pt x="102314" y="133103"/>
                </a:cubicBezTo>
                <a:cubicBezTo>
                  <a:pt x="106811" y="128601"/>
                  <a:pt x="111309" y="128601"/>
                  <a:pt x="115806" y="128601"/>
                </a:cubicBezTo>
                <a:close/>
                <a:moveTo>
                  <a:pt x="276961" y="1624"/>
                </a:moveTo>
                <a:cubicBezTo>
                  <a:pt x="348493" y="-6818"/>
                  <a:pt x="423173" y="17663"/>
                  <a:pt x="480231" y="75068"/>
                </a:cubicBezTo>
                <a:cubicBezTo>
                  <a:pt x="524982" y="120091"/>
                  <a:pt x="551833" y="187626"/>
                  <a:pt x="551833" y="250658"/>
                </a:cubicBezTo>
                <a:cubicBezTo>
                  <a:pt x="551833" y="250658"/>
                  <a:pt x="551833" y="250658"/>
                  <a:pt x="583159" y="241654"/>
                </a:cubicBezTo>
                <a:cubicBezTo>
                  <a:pt x="587635" y="241654"/>
                  <a:pt x="596585" y="246156"/>
                  <a:pt x="601060" y="250658"/>
                </a:cubicBezTo>
                <a:cubicBezTo>
                  <a:pt x="605535" y="259663"/>
                  <a:pt x="601060" y="268668"/>
                  <a:pt x="596585" y="273170"/>
                </a:cubicBezTo>
                <a:cubicBezTo>
                  <a:pt x="596585" y="273170"/>
                  <a:pt x="596585" y="273170"/>
                  <a:pt x="502607" y="367719"/>
                </a:cubicBezTo>
                <a:cubicBezTo>
                  <a:pt x="498131" y="372221"/>
                  <a:pt x="489181" y="372221"/>
                  <a:pt x="484706" y="372221"/>
                </a:cubicBezTo>
                <a:cubicBezTo>
                  <a:pt x="480231" y="372221"/>
                  <a:pt x="475756" y="367719"/>
                  <a:pt x="471280" y="363216"/>
                </a:cubicBezTo>
                <a:cubicBezTo>
                  <a:pt x="471280" y="363216"/>
                  <a:pt x="471280" y="363216"/>
                  <a:pt x="426529" y="237151"/>
                </a:cubicBezTo>
                <a:cubicBezTo>
                  <a:pt x="422054" y="228147"/>
                  <a:pt x="426529" y="219142"/>
                  <a:pt x="431004" y="214640"/>
                </a:cubicBezTo>
                <a:cubicBezTo>
                  <a:pt x="435479" y="210138"/>
                  <a:pt x="444430" y="210138"/>
                  <a:pt x="453380" y="214640"/>
                </a:cubicBezTo>
                <a:cubicBezTo>
                  <a:pt x="453380" y="214640"/>
                  <a:pt x="453380" y="214640"/>
                  <a:pt x="471280" y="228147"/>
                </a:cubicBezTo>
                <a:cubicBezTo>
                  <a:pt x="466805" y="192128"/>
                  <a:pt x="448905" y="156110"/>
                  <a:pt x="422054" y="129096"/>
                </a:cubicBezTo>
                <a:cubicBezTo>
                  <a:pt x="372827" y="79570"/>
                  <a:pt x="301225" y="70566"/>
                  <a:pt x="238572" y="93077"/>
                </a:cubicBezTo>
                <a:cubicBezTo>
                  <a:pt x="225147" y="102082"/>
                  <a:pt x="207246" y="97579"/>
                  <a:pt x="193821" y="84073"/>
                </a:cubicBezTo>
                <a:cubicBezTo>
                  <a:pt x="184870" y="75068"/>
                  <a:pt x="180395" y="61561"/>
                  <a:pt x="184870" y="48054"/>
                </a:cubicBezTo>
                <a:cubicBezTo>
                  <a:pt x="184870" y="34547"/>
                  <a:pt x="198296" y="25542"/>
                  <a:pt x="207246" y="21040"/>
                </a:cubicBezTo>
                <a:cubicBezTo>
                  <a:pt x="229622" y="10910"/>
                  <a:pt x="253117" y="4438"/>
                  <a:pt x="276961" y="1624"/>
                </a:cubicBezTo>
                <a:close/>
              </a:path>
            </a:pathLst>
          </a:custGeom>
          <a:solidFill>
            <a:srgbClr val="FFFFFF"/>
          </a:solidFill>
        </p:spPr>
        <p:txBody>
          <a:bodyPr vert="horz" wrap="square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8" name="TextBox 8"/>
          <p:cNvSpPr txBox="1"/>
          <p:nvPr/>
        </p:nvSpPr>
        <p:spPr>
          <a:xfrm>
            <a:off x="7785572" y="1663522"/>
            <a:ext cx="3720626" cy="33718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/>
          <a:p>
            <a:pPr marL="0" algn="l">
              <a:defRPr/>
            </a:pPr>
            <a:r>
              <a:rPr lang="en-US" altLang="zh-CN" sz="1600" b="1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例子场景2：</a:t>
            </a:r>
            <a:endParaRPr lang="en-US" sz="1100"/>
          </a:p>
        </p:txBody>
      </p:sp>
      <p:sp>
        <p:nvSpPr>
          <p:cNvPr id="9" name="TextBox 9"/>
          <p:cNvSpPr txBox="1"/>
          <p:nvPr/>
        </p:nvSpPr>
        <p:spPr>
          <a:xfrm>
            <a:off x="7785572" y="2000707"/>
            <a:ext cx="3733326" cy="41402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lnSpc>
                <a:spcPct val="150000"/>
              </a:lnSpc>
              <a:defRPr/>
            </a:pPr>
            <a:r>
              <a:rPr lang="en-US" altLang="zh-CN" sz="140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‘她的声音像银铃一样清脆’，形容声音悦耳动听。</a:t>
            </a:r>
            <a:endParaRPr lang="en-US" sz="1100"/>
          </a:p>
        </p:txBody>
      </p:sp>
      <p:sp>
        <p:nvSpPr>
          <p:cNvPr id="10" name="Freeform 10"/>
          <p:cNvSpPr/>
          <p:nvPr/>
        </p:nvSpPr>
        <p:spPr>
          <a:xfrm>
            <a:off x="4229377" y="3766908"/>
            <a:ext cx="1815026" cy="1815026"/>
          </a:xfrm>
          <a:custGeom>
            <a:avLst/>
            <a:gdLst/>
            <a:ahLst/>
            <a:cxnLst/>
            <a:rect l="l" t="t" r="r" b="b"/>
            <a:pathLst>
              <a:path w="905" h="905">
                <a:moveTo>
                  <a:pt x="0" y="0"/>
                </a:moveTo>
                <a:lnTo>
                  <a:pt x="233" y="232"/>
                </a:lnTo>
                <a:lnTo>
                  <a:pt x="233" y="672"/>
                </a:lnTo>
                <a:lnTo>
                  <a:pt x="673" y="672"/>
                </a:lnTo>
                <a:lnTo>
                  <a:pt x="905" y="905"/>
                </a:lnTo>
                <a:lnTo>
                  <a:pt x="905" y="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8AAEA2">
                  <a:lumMod val="60000"/>
                  <a:lumOff val="40000"/>
                </a:srgbClr>
              </a:gs>
              <a:gs pos="60000">
                <a:srgbClr val="8AAEA2"/>
              </a:gs>
            </a:gsLst>
            <a:lin ang="2700000"/>
          </a:gradFill>
          <a:ln cap="rnd" cmpd="sng">
            <a:prstDash val="solid"/>
          </a:ln>
          <a:effectLst>
            <a:outerShdw blurRad="76200" dist="50800" dir="5400000" algn="ctr" rotWithShape="0">
              <a:schemeClr val="accent1">
                <a:alpha val="20000"/>
              </a:schemeClr>
            </a:outerShdw>
          </a:effectLst>
        </p:spPr>
        <p:txBody>
          <a:bodyPr rot="0" vert="horz" wrap="square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11" name="Freeform 11"/>
          <p:cNvSpPr/>
          <p:nvPr/>
        </p:nvSpPr>
        <p:spPr>
          <a:xfrm>
            <a:off x="4814997" y="4537031"/>
            <a:ext cx="443228" cy="449243"/>
          </a:xfrm>
          <a:custGeom>
            <a:avLst/>
            <a:gdLst/>
            <a:ahLst/>
            <a:cxnLst/>
            <a:rect l="l" t="t" r="r" b="b"/>
            <a:pathLst>
              <a:path w="527842" h="535006">
                <a:moveTo>
                  <a:pt x="282115" y="286610"/>
                </a:moveTo>
                <a:cubicBezTo>
                  <a:pt x="282115" y="286610"/>
                  <a:pt x="282115" y="286610"/>
                  <a:pt x="518907" y="286610"/>
                </a:cubicBezTo>
                <a:cubicBezTo>
                  <a:pt x="523374" y="286610"/>
                  <a:pt x="523374" y="286610"/>
                  <a:pt x="527842" y="291127"/>
                </a:cubicBezTo>
                <a:cubicBezTo>
                  <a:pt x="527842" y="291127"/>
                  <a:pt x="527842" y="295643"/>
                  <a:pt x="527842" y="295643"/>
                </a:cubicBezTo>
                <a:cubicBezTo>
                  <a:pt x="523374" y="363387"/>
                  <a:pt x="492100" y="422099"/>
                  <a:pt x="442955" y="467262"/>
                </a:cubicBezTo>
                <a:cubicBezTo>
                  <a:pt x="393809" y="512425"/>
                  <a:pt x="331261" y="535006"/>
                  <a:pt x="264244" y="535006"/>
                </a:cubicBezTo>
                <a:cubicBezTo>
                  <a:pt x="224034" y="535006"/>
                  <a:pt x="188292" y="525974"/>
                  <a:pt x="152550" y="507908"/>
                </a:cubicBezTo>
                <a:cubicBezTo>
                  <a:pt x="148082" y="507908"/>
                  <a:pt x="148082" y="507908"/>
                  <a:pt x="148082" y="503392"/>
                </a:cubicBezTo>
                <a:cubicBezTo>
                  <a:pt x="148082" y="503392"/>
                  <a:pt x="148082" y="498876"/>
                  <a:pt x="148082" y="498876"/>
                </a:cubicBezTo>
                <a:cubicBezTo>
                  <a:pt x="148082" y="498876"/>
                  <a:pt x="148082" y="498876"/>
                  <a:pt x="273180" y="291127"/>
                </a:cubicBezTo>
                <a:cubicBezTo>
                  <a:pt x="277647" y="286610"/>
                  <a:pt x="277647" y="286610"/>
                  <a:pt x="282115" y="286610"/>
                </a:cubicBezTo>
                <a:close/>
                <a:moveTo>
                  <a:pt x="474066" y="183388"/>
                </a:moveTo>
                <a:cubicBezTo>
                  <a:pt x="474066" y="183388"/>
                  <a:pt x="474066" y="183388"/>
                  <a:pt x="460622" y="205752"/>
                </a:cubicBezTo>
                <a:lnTo>
                  <a:pt x="478547" y="205752"/>
                </a:lnTo>
                <a:cubicBezTo>
                  <a:pt x="478547" y="196807"/>
                  <a:pt x="474066" y="192334"/>
                  <a:pt x="474066" y="183388"/>
                </a:cubicBezTo>
                <a:close/>
                <a:moveTo>
                  <a:pt x="71382" y="160868"/>
                </a:moveTo>
                <a:cubicBezTo>
                  <a:pt x="62460" y="169860"/>
                  <a:pt x="57998" y="178851"/>
                  <a:pt x="53537" y="187843"/>
                </a:cubicBezTo>
                <a:cubicBezTo>
                  <a:pt x="44614" y="214818"/>
                  <a:pt x="40152" y="241793"/>
                  <a:pt x="40152" y="268768"/>
                </a:cubicBezTo>
                <a:cubicBezTo>
                  <a:pt x="40152" y="304735"/>
                  <a:pt x="49075" y="336206"/>
                  <a:pt x="66921" y="367677"/>
                </a:cubicBezTo>
                <a:cubicBezTo>
                  <a:pt x="75844" y="385660"/>
                  <a:pt x="84767" y="403644"/>
                  <a:pt x="98151" y="417131"/>
                </a:cubicBezTo>
                <a:cubicBezTo>
                  <a:pt x="98151" y="417131"/>
                  <a:pt x="98151" y="417131"/>
                  <a:pt x="187380" y="277760"/>
                </a:cubicBezTo>
                <a:close/>
                <a:moveTo>
                  <a:pt x="447178" y="138659"/>
                </a:moveTo>
                <a:cubicBezTo>
                  <a:pt x="447178" y="138659"/>
                  <a:pt x="447178" y="138659"/>
                  <a:pt x="402364" y="205752"/>
                </a:cubicBezTo>
                <a:lnTo>
                  <a:pt x="420289" y="205752"/>
                </a:lnTo>
                <a:cubicBezTo>
                  <a:pt x="420289" y="205752"/>
                  <a:pt x="420289" y="205752"/>
                  <a:pt x="456140" y="152078"/>
                </a:cubicBezTo>
                <a:cubicBezTo>
                  <a:pt x="451659" y="147605"/>
                  <a:pt x="451659" y="143132"/>
                  <a:pt x="447178" y="138659"/>
                </a:cubicBezTo>
                <a:close/>
                <a:moveTo>
                  <a:pt x="406845" y="98403"/>
                </a:moveTo>
                <a:cubicBezTo>
                  <a:pt x="406845" y="98403"/>
                  <a:pt x="406845" y="98403"/>
                  <a:pt x="335143" y="205752"/>
                </a:cubicBezTo>
                <a:lnTo>
                  <a:pt x="362032" y="205752"/>
                </a:lnTo>
                <a:cubicBezTo>
                  <a:pt x="362032" y="205752"/>
                  <a:pt x="362032" y="205752"/>
                  <a:pt x="424771" y="111822"/>
                </a:cubicBezTo>
                <a:cubicBezTo>
                  <a:pt x="420289" y="107349"/>
                  <a:pt x="420289" y="107349"/>
                  <a:pt x="415808" y="102876"/>
                </a:cubicBezTo>
                <a:cubicBezTo>
                  <a:pt x="411327" y="98403"/>
                  <a:pt x="411327" y="98403"/>
                  <a:pt x="406845" y="98403"/>
                </a:cubicBezTo>
                <a:close/>
                <a:moveTo>
                  <a:pt x="57998" y="97926"/>
                </a:moveTo>
                <a:cubicBezTo>
                  <a:pt x="57998" y="97926"/>
                  <a:pt x="62460" y="97926"/>
                  <a:pt x="62460" y="97926"/>
                </a:cubicBezTo>
                <a:cubicBezTo>
                  <a:pt x="66921" y="97926"/>
                  <a:pt x="66921" y="97926"/>
                  <a:pt x="71382" y="97926"/>
                </a:cubicBezTo>
                <a:cubicBezTo>
                  <a:pt x="71382" y="97926"/>
                  <a:pt x="71382" y="97926"/>
                  <a:pt x="236455" y="264273"/>
                </a:cubicBezTo>
                <a:cubicBezTo>
                  <a:pt x="236455" y="268768"/>
                  <a:pt x="236455" y="273264"/>
                  <a:pt x="236455" y="277760"/>
                </a:cubicBezTo>
                <a:cubicBezTo>
                  <a:pt x="236455" y="277760"/>
                  <a:pt x="236455" y="277760"/>
                  <a:pt x="115997" y="475577"/>
                </a:cubicBezTo>
                <a:cubicBezTo>
                  <a:pt x="111536" y="480073"/>
                  <a:pt x="111536" y="480073"/>
                  <a:pt x="107074" y="480073"/>
                </a:cubicBezTo>
                <a:cubicBezTo>
                  <a:pt x="107074" y="480073"/>
                  <a:pt x="102613" y="480073"/>
                  <a:pt x="102613" y="480073"/>
                </a:cubicBezTo>
                <a:cubicBezTo>
                  <a:pt x="35691" y="426123"/>
                  <a:pt x="0" y="349694"/>
                  <a:pt x="0" y="268768"/>
                </a:cubicBezTo>
                <a:cubicBezTo>
                  <a:pt x="0" y="205827"/>
                  <a:pt x="22307" y="147381"/>
                  <a:pt x="57998" y="97926"/>
                </a:cubicBezTo>
                <a:close/>
                <a:moveTo>
                  <a:pt x="362032" y="67093"/>
                </a:moveTo>
                <a:cubicBezTo>
                  <a:pt x="362032" y="67093"/>
                  <a:pt x="362032" y="67093"/>
                  <a:pt x="276885" y="192334"/>
                </a:cubicBezTo>
                <a:cubicBezTo>
                  <a:pt x="276885" y="192334"/>
                  <a:pt x="276885" y="192334"/>
                  <a:pt x="290330" y="205752"/>
                </a:cubicBezTo>
                <a:cubicBezTo>
                  <a:pt x="290330" y="205752"/>
                  <a:pt x="290330" y="205752"/>
                  <a:pt x="299292" y="205752"/>
                </a:cubicBezTo>
                <a:lnTo>
                  <a:pt x="384438" y="76039"/>
                </a:lnTo>
                <a:cubicBezTo>
                  <a:pt x="375476" y="71566"/>
                  <a:pt x="370994" y="71566"/>
                  <a:pt x="362032" y="67093"/>
                </a:cubicBezTo>
                <a:close/>
                <a:moveTo>
                  <a:pt x="196221" y="53675"/>
                </a:moveTo>
                <a:cubicBezTo>
                  <a:pt x="191739" y="53675"/>
                  <a:pt x="191739" y="58148"/>
                  <a:pt x="187258" y="58148"/>
                </a:cubicBezTo>
                <a:cubicBezTo>
                  <a:pt x="178295" y="62620"/>
                  <a:pt x="164851" y="67093"/>
                  <a:pt x="155888" y="71566"/>
                </a:cubicBezTo>
                <a:cubicBezTo>
                  <a:pt x="155888" y="71566"/>
                  <a:pt x="155888" y="71566"/>
                  <a:pt x="173814" y="84985"/>
                </a:cubicBezTo>
                <a:cubicBezTo>
                  <a:pt x="173814" y="84985"/>
                  <a:pt x="173814" y="84985"/>
                  <a:pt x="196221" y="53675"/>
                </a:cubicBezTo>
                <a:close/>
                <a:moveTo>
                  <a:pt x="308255" y="49202"/>
                </a:moveTo>
                <a:cubicBezTo>
                  <a:pt x="308255" y="49202"/>
                  <a:pt x="308255" y="49202"/>
                  <a:pt x="236553" y="152078"/>
                </a:cubicBezTo>
                <a:lnTo>
                  <a:pt x="254479" y="169969"/>
                </a:lnTo>
                <a:cubicBezTo>
                  <a:pt x="254479" y="169969"/>
                  <a:pt x="254479" y="169969"/>
                  <a:pt x="330662" y="53675"/>
                </a:cubicBezTo>
                <a:cubicBezTo>
                  <a:pt x="321699" y="53675"/>
                  <a:pt x="317218" y="49202"/>
                  <a:pt x="308255" y="49202"/>
                </a:cubicBezTo>
                <a:close/>
                <a:moveTo>
                  <a:pt x="241034" y="44729"/>
                </a:moveTo>
                <a:cubicBezTo>
                  <a:pt x="241034" y="44729"/>
                  <a:pt x="241034" y="44729"/>
                  <a:pt x="196221" y="111822"/>
                </a:cubicBezTo>
                <a:cubicBezTo>
                  <a:pt x="196221" y="111822"/>
                  <a:pt x="196221" y="111822"/>
                  <a:pt x="214146" y="129714"/>
                </a:cubicBezTo>
                <a:cubicBezTo>
                  <a:pt x="214146" y="129714"/>
                  <a:pt x="214146" y="129714"/>
                  <a:pt x="272404" y="44729"/>
                </a:cubicBezTo>
                <a:cubicBezTo>
                  <a:pt x="267923" y="44729"/>
                  <a:pt x="267923" y="44729"/>
                  <a:pt x="263441" y="44729"/>
                </a:cubicBezTo>
                <a:cubicBezTo>
                  <a:pt x="258960" y="44729"/>
                  <a:pt x="249997" y="44729"/>
                  <a:pt x="241034" y="44729"/>
                </a:cubicBezTo>
                <a:close/>
                <a:moveTo>
                  <a:pt x="263441" y="0"/>
                </a:moveTo>
                <a:cubicBezTo>
                  <a:pt x="330662" y="0"/>
                  <a:pt x="393401" y="26837"/>
                  <a:pt x="442696" y="67093"/>
                </a:cubicBezTo>
                <a:cubicBezTo>
                  <a:pt x="491991" y="111822"/>
                  <a:pt x="523361" y="174442"/>
                  <a:pt x="527842" y="237062"/>
                </a:cubicBezTo>
                <a:cubicBezTo>
                  <a:pt x="527842" y="241535"/>
                  <a:pt x="527842" y="241535"/>
                  <a:pt x="527842" y="246008"/>
                </a:cubicBezTo>
                <a:cubicBezTo>
                  <a:pt x="523361" y="246008"/>
                  <a:pt x="523361" y="246008"/>
                  <a:pt x="518879" y="246008"/>
                </a:cubicBezTo>
                <a:cubicBezTo>
                  <a:pt x="518879" y="246008"/>
                  <a:pt x="518879" y="246008"/>
                  <a:pt x="276885" y="246008"/>
                </a:cubicBezTo>
                <a:cubicBezTo>
                  <a:pt x="272404" y="246008"/>
                  <a:pt x="272404" y="246008"/>
                  <a:pt x="272404" y="246008"/>
                </a:cubicBezTo>
                <a:lnTo>
                  <a:pt x="97631" y="71566"/>
                </a:lnTo>
                <a:cubicBezTo>
                  <a:pt x="97631" y="71566"/>
                  <a:pt x="93149" y="67093"/>
                  <a:pt x="93149" y="67093"/>
                </a:cubicBezTo>
                <a:cubicBezTo>
                  <a:pt x="93149" y="62620"/>
                  <a:pt x="97631" y="62620"/>
                  <a:pt x="97631" y="58148"/>
                </a:cubicBezTo>
                <a:cubicBezTo>
                  <a:pt x="146926" y="22365"/>
                  <a:pt x="205184" y="0"/>
                  <a:pt x="263441" y="0"/>
                </a:cubicBezTo>
                <a:close/>
              </a:path>
            </a:pathLst>
          </a:custGeom>
          <a:solidFill>
            <a:srgbClr val="FFFFFF"/>
          </a:solidFill>
        </p:spPr>
        <p:txBody>
          <a:bodyPr vert="horz" wrap="square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12" name="TextBox 12"/>
          <p:cNvSpPr txBox="1"/>
          <p:nvPr/>
        </p:nvSpPr>
        <p:spPr>
          <a:xfrm>
            <a:off x="660400" y="3925135"/>
            <a:ext cx="3738242" cy="33718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/>
          <a:p>
            <a:pPr marL="0" algn="r">
              <a:defRPr/>
            </a:pPr>
            <a:r>
              <a:rPr lang="en-US" altLang="zh-CN" sz="1600" b="1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例子场景3：</a:t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660400" y="4262320"/>
            <a:ext cx="3738242" cy="41402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r">
              <a:lnSpc>
                <a:spcPct val="150000"/>
              </a:lnSpc>
              <a:defRPr/>
            </a:pPr>
            <a:r>
              <a:rPr lang="en-US" altLang="zh-CN" sz="140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‘他的头发像稻草一样凌乱’，形容头发杂乱无章。</a:t>
            </a:r>
            <a:endParaRPr lang="en-US" sz="1100"/>
          </a:p>
        </p:txBody>
      </p:sp>
      <p:sp>
        <p:nvSpPr>
          <p:cNvPr id="14" name="Freeform 14"/>
          <p:cNvSpPr/>
          <p:nvPr/>
        </p:nvSpPr>
        <p:spPr>
          <a:xfrm>
            <a:off x="6152702" y="3766908"/>
            <a:ext cx="1815026" cy="1815026"/>
          </a:xfrm>
          <a:custGeom>
            <a:avLst/>
            <a:gdLst/>
            <a:ahLst/>
            <a:cxnLst/>
            <a:rect l="l" t="t" r="r" b="b"/>
            <a:pathLst>
              <a:path w="905" h="905">
                <a:moveTo>
                  <a:pt x="0" y="0"/>
                </a:moveTo>
                <a:lnTo>
                  <a:pt x="0" y="905"/>
                </a:lnTo>
                <a:lnTo>
                  <a:pt x="232" y="672"/>
                </a:lnTo>
                <a:lnTo>
                  <a:pt x="672" y="672"/>
                </a:lnTo>
                <a:lnTo>
                  <a:pt x="672" y="232"/>
                </a:lnTo>
                <a:lnTo>
                  <a:pt x="905" y="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B27640">
                  <a:lumMod val="60000"/>
                  <a:lumOff val="40000"/>
                </a:srgbClr>
              </a:gs>
              <a:gs pos="60000">
                <a:srgbClr val="B27640"/>
              </a:gs>
            </a:gsLst>
            <a:lin ang="2700000"/>
          </a:gradFill>
          <a:ln cap="rnd" cmpd="sng">
            <a:prstDash val="solid"/>
          </a:ln>
          <a:effectLst>
            <a:outerShdw blurRad="76200" dist="50800" dir="5400000" algn="ctr" rotWithShape="0">
              <a:schemeClr val="accent3">
                <a:alpha val="20000"/>
              </a:schemeClr>
            </a:outerShdw>
          </a:effectLst>
        </p:spPr>
        <p:txBody>
          <a:bodyPr rot="0" vert="horz" wrap="square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15" name="Freeform 15"/>
          <p:cNvSpPr/>
          <p:nvPr/>
        </p:nvSpPr>
        <p:spPr>
          <a:xfrm>
            <a:off x="6842613" y="4514991"/>
            <a:ext cx="500634" cy="493368"/>
          </a:xfrm>
          <a:custGeom>
            <a:avLst/>
            <a:gdLst/>
            <a:ahLst/>
            <a:cxnLst/>
            <a:rect l="l" t="t" r="r" b="b"/>
            <a:pathLst>
              <a:path w="596207" h="587555">
                <a:moveTo>
                  <a:pt x="234065" y="425510"/>
                </a:moveTo>
                <a:cubicBezTo>
                  <a:pt x="211558" y="425510"/>
                  <a:pt x="193553" y="448016"/>
                  <a:pt x="193553" y="470522"/>
                </a:cubicBezTo>
                <a:cubicBezTo>
                  <a:pt x="193553" y="493029"/>
                  <a:pt x="211558" y="511034"/>
                  <a:pt x="234065" y="511034"/>
                </a:cubicBezTo>
                <a:cubicBezTo>
                  <a:pt x="256571" y="511034"/>
                  <a:pt x="274576" y="493029"/>
                  <a:pt x="279077" y="470522"/>
                </a:cubicBezTo>
                <a:cubicBezTo>
                  <a:pt x="279077" y="448016"/>
                  <a:pt x="256571" y="430011"/>
                  <a:pt x="234065" y="425510"/>
                </a:cubicBezTo>
                <a:close/>
                <a:moveTo>
                  <a:pt x="229563" y="353489"/>
                </a:moveTo>
                <a:cubicBezTo>
                  <a:pt x="229563" y="353489"/>
                  <a:pt x="229563" y="353489"/>
                  <a:pt x="243067" y="353489"/>
                </a:cubicBezTo>
                <a:cubicBezTo>
                  <a:pt x="252070" y="353489"/>
                  <a:pt x="261072" y="357991"/>
                  <a:pt x="261072" y="366993"/>
                </a:cubicBezTo>
                <a:cubicBezTo>
                  <a:pt x="261072" y="366993"/>
                  <a:pt x="261072" y="366993"/>
                  <a:pt x="261072" y="375996"/>
                </a:cubicBezTo>
                <a:cubicBezTo>
                  <a:pt x="270075" y="380497"/>
                  <a:pt x="279077" y="384998"/>
                  <a:pt x="283578" y="389499"/>
                </a:cubicBezTo>
                <a:cubicBezTo>
                  <a:pt x="283578" y="389499"/>
                  <a:pt x="283578" y="389499"/>
                  <a:pt x="292581" y="380497"/>
                </a:cubicBezTo>
                <a:cubicBezTo>
                  <a:pt x="297082" y="375996"/>
                  <a:pt x="306085" y="375996"/>
                  <a:pt x="315087" y="384998"/>
                </a:cubicBezTo>
                <a:cubicBezTo>
                  <a:pt x="315087" y="384998"/>
                  <a:pt x="315087" y="384998"/>
                  <a:pt x="324090" y="394001"/>
                </a:cubicBezTo>
                <a:cubicBezTo>
                  <a:pt x="328591" y="398502"/>
                  <a:pt x="328591" y="407504"/>
                  <a:pt x="324090" y="416507"/>
                </a:cubicBezTo>
                <a:cubicBezTo>
                  <a:pt x="324090" y="416507"/>
                  <a:pt x="324090" y="416507"/>
                  <a:pt x="319588" y="425510"/>
                </a:cubicBezTo>
                <a:cubicBezTo>
                  <a:pt x="324090" y="430011"/>
                  <a:pt x="324090" y="439013"/>
                  <a:pt x="328591" y="448016"/>
                </a:cubicBezTo>
                <a:cubicBezTo>
                  <a:pt x="328591" y="448016"/>
                  <a:pt x="328591" y="448016"/>
                  <a:pt x="337593" y="448016"/>
                </a:cubicBezTo>
                <a:cubicBezTo>
                  <a:pt x="346596" y="448016"/>
                  <a:pt x="351097" y="457018"/>
                  <a:pt x="351097" y="461520"/>
                </a:cubicBezTo>
                <a:cubicBezTo>
                  <a:pt x="351097" y="461520"/>
                  <a:pt x="351097" y="461520"/>
                  <a:pt x="351097" y="479525"/>
                </a:cubicBezTo>
                <a:cubicBezTo>
                  <a:pt x="351097" y="488527"/>
                  <a:pt x="346596" y="493029"/>
                  <a:pt x="337593" y="497530"/>
                </a:cubicBezTo>
                <a:cubicBezTo>
                  <a:pt x="337593" y="497530"/>
                  <a:pt x="337593" y="497530"/>
                  <a:pt x="328591" y="497530"/>
                </a:cubicBezTo>
                <a:cubicBezTo>
                  <a:pt x="324090" y="502031"/>
                  <a:pt x="319588" y="511034"/>
                  <a:pt x="319588" y="520036"/>
                </a:cubicBezTo>
                <a:cubicBezTo>
                  <a:pt x="319588" y="520036"/>
                  <a:pt x="319588" y="520036"/>
                  <a:pt x="324090" y="529039"/>
                </a:cubicBezTo>
                <a:cubicBezTo>
                  <a:pt x="328591" y="533540"/>
                  <a:pt x="328591" y="542543"/>
                  <a:pt x="324090" y="547044"/>
                </a:cubicBezTo>
                <a:cubicBezTo>
                  <a:pt x="324090" y="547044"/>
                  <a:pt x="324090" y="547044"/>
                  <a:pt x="310586" y="560548"/>
                </a:cubicBezTo>
                <a:cubicBezTo>
                  <a:pt x="306085" y="565049"/>
                  <a:pt x="297082" y="565049"/>
                  <a:pt x="288080" y="560548"/>
                </a:cubicBezTo>
                <a:cubicBezTo>
                  <a:pt x="288080" y="560548"/>
                  <a:pt x="288080" y="560548"/>
                  <a:pt x="279077" y="556046"/>
                </a:cubicBezTo>
                <a:cubicBezTo>
                  <a:pt x="274576" y="556046"/>
                  <a:pt x="265573" y="560548"/>
                  <a:pt x="256571" y="565049"/>
                </a:cubicBezTo>
                <a:cubicBezTo>
                  <a:pt x="256571" y="565049"/>
                  <a:pt x="256571" y="565049"/>
                  <a:pt x="256571" y="574051"/>
                </a:cubicBezTo>
                <a:cubicBezTo>
                  <a:pt x="256571" y="583054"/>
                  <a:pt x="247568" y="587555"/>
                  <a:pt x="238566" y="587555"/>
                </a:cubicBezTo>
                <a:cubicBezTo>
                  <a:pt x="238566" y="587555"/>
                  <a:pt x="238566" y="587555"/>
                  <a:pt x="225062" y="587555"/>
                </a:cubicBezTo>
                <a:cubicBezTo>
                  <a:pt x="216060" y="587555"/>
                  <a:pt x="211558" y="583054"/>
                  <a:pt x="207057" y="574051"/>
                </a:cubicBezTo>
                <a:cubicBezTo>
                  <a:pt x="207057" y="574051"/>
                  <a:pt x="207057" y="574051"/>
                  <a:pt x="207057" y="560548"/>
                </a:cubicBezTo>
                <a:cubicBezTo>
                  <a:pt x="198055" y="560548"/>
                  <a:pt x="193553" y="556046"/>
                  <a:pt x="184551" y="551545"/>
                </a:cubicBezTo>
                <a:cubicBezTo>
                  <a:pt x="184551" y="551545"/>
                  <a:pt x="184551" y="551545"/>
                  <a:pt x="175548" y="560548"/>
                </a:cubicBezTo>
                <a:cubicBezTo>
                  <a:pt x="171047" y="565049"/>
                  <a:pt x="162045" y="565049"/>
                  <a:pt x="157543" y="556046"/>
                </a:cubicBezTo>
                <a:cubicBezTo>
                  <a:pt x="157543" y="556046"/>
                  <a:pt x="157543" y="556046"/>
                  <a:pt x="144040" y="547044"/>
                </a:cubicBezTo>
                <a:cubicBezTo>
                  <a:pt x="139538" y="542543"/>
                  <a:pt x="139538" y="533540"/>
                  <a:pt x="144040" y="524537"/>
                </a:cubicBezTo>
                <a:cubicBezTo>
                  <a:pt x="144040" y="524537"/>
                  <a:pt x="144040" y="524537"/>
                  <a:pt x="148541" y="515535"/>
                </a:cubicBezTo>
                <a:cubicBezTo>
                  <a:pt x="148541" y="511034"/>
                  <a:pt x="144040" y="502031"/>
                  <a:pt x="144040" y="497530"/>
                </a:cubicBezTo>
                <a:cubicBezTo>
                  <a:pt x="144040" y="497530"/>
                  <a:pt x="144040" y="497530"/>
                  <a:pt x="130536" y="493029"/>
                </a:cubicBezTo>
                <a:cubicBezTo>
                  <a:pt x="121533" y="493029"/>
                  <a:pt x="117032" y="484026"/>
                  <a:pt x="117032" y="479525"/>
                </a:cubicBezTo>
                <a:cubicBezTo>
                  <a:pt x="117032" y="479525"/>
                  <a:pt x="117032" y="479525"/>
                  <a:pt x="117032" y="461520"/>
                </a:cubicBezTo>
                <a:cubicBezTo>
                  <a:pt x="117032" y="452517"/>
                  <a:pt x="121533" y="448016"/>
                  <a:pt x="130536" y="448016"/>
                </a:cubicBezTo>
                <a:lnTo>
                  <a:pt x="144040" y="443515"/>
                </a:lnTo>
                <a:cubicBezTo>
                  <a:pt x="144040" y="439013"/>
                  <a:pt x="148541" y="430011"/>
                  <a:pt x="153042" y="421008"/>
                </a:cubicBezTo>
                <a:cubicBezTo>
                  <a:pt x="153042" y="421008"/>
                  <a:pt x="153042" y="421008"/>
                  <a:pt x="144040" y="412006"/>
                </a:cubicBezTo>
                <a:cubicBezTo>
                  <a:pt x="139538" y="407504"/>
                  <a:pt x="139538" y="398502"/>
                  <a:pt x="144040" y="394001"/>
                </a:cubicBezTo>
                <a:cubicBezTo>
                  <a:pt x="144040" y="394001"/>
                  <a:pt x="144040" y="394001"/>
                  <a:pt x="157543" y="380497"/>
                </a:cubicBezTo>
                <a:cubicBezTo>
                  <a:pt x="162045" y="375996"/>
                  <a:pt x="171047" y="375996"/>
                  <a:pt x="180050" y="380497"/>
                </a:cubicBezTo>
                <a:cubicBezTo>
                  <a:pt x="180050" y="380497"/>
                  <a:pt x="180050" y="380497"/>
                  <a:pt x="189052" y="384998"/>
                </a:cubicBezTo>
                <a:cubicBezTo>
                  <a:pt x="193553" y="380497"/>
                  <a:pt x="202556" y="380497"/>
                  <a:pt x="211558" y="375996"/>
                </a:cubicBezTo>
                <a:cubicBezTo>
                  <a:pt x="211558" y="375996"/>
                  <a:pt x="211558" y="375996"/>
                  <a:pt x="211558" y="366993"/>
                </a:cubicBezTo>
                <a:cubicBezTo>
                  <a:pt x="211558" y="357991"/>
                  <a:pt x="220561" y="353489"/>
                  <a:pt x="229563" y="353489"/>
                </a:cubicBezTo>
                <a:close/>
                <a:moveTo>
                  <a:pt x="445827" y="273274"/>
                </a:moveTo>
                <a:cubicBezTo>
                  <a:pt x="418709" y="273274"/>
                  <a:pt x="396111" y="300171"/>
                  <a:pt x="400631" y="327069"/>
                </a:cubicBezTo>
                <a:cubicBezTo>
                  <a:pt x="400631" y="358449"/>
                  <a:pt x="427749" y="376381"/>
                  <a:pt x="454867" y="376381"/>
                </a:cubicBezTo>
                <a:cubicBezTo>
                  <a:pt x="486504" y="371898"/>
                  <a:pt x="504583" y="349483"/>
                  <a:pt x="504583" y="318103"/>
                </a:cubicBezTo>
                <a:cubicBezTo>
                  <a:pt x="500063" y="291206"/>
                  <a:pt x="477465" y="268791"/>
                  <a:pt x="445827" y="273274"/>
                </a:cubicBezTo>
                <a:close/>
                <a:moveTo>
                  <a:pt x="450347" y="179133"/>
                </a:moveTo>
                <a:cubicBezTo>
                  <a:pt x="459386" y="179133"/>
                  <a:pt x="468426" y="183616"/>
                  <a:pt x="468426" y="192582"/>
                </a:cubicBezTo>
                <a:cubicBezTo>
                  <a:pt x="468426" y="192582"/>
                  <a:pt x="468426" y="192582"/>
                  <a:pt x="472945" y="210513"/>
                </a:cubicBezTo>
                <a:cubicBezTo>
                  <a:pt x="481984" y="210513"/>
                  <a:pt x="491024" y="214996"/>
                  <a:pt x="504583" y="219479"/>
                </a:cubicBezTo>
                <a:cubicBezTo>
                  <a:pt x="504583" y="219479"/>
                  <a:pt x="504583" y="219479"/>
                  <a:pt x="513622" y="206031"/>
                </a:cubicBezTo>
                <a:cubicBezTo>
                  <a:pt x="518142" y="201548"/>
                  <a:pt x="527181" y="201548"/>
                  <a:pt x="536220" y="206031"/>
                </a:cubicBezTo>
                <a:cubicBezTo>
                  <a:pt x="536220" y="206031"/>
                  <a:pt x="536220" y="206031"/>
                  <a:pt x="554299" y="223962"/>
                </a:cubicBezTo>
                <a:cubicBezTo>
                  <a:pt x="563338" y="228445"/>
                  <a:pt x="563338" y="237411"/>
                  <a:pt x="558818" y="246377"/>
                </a:cubicBezTo>
                <a:cubicBezTo>
                  <a:pt x="558818" y="246377"/>
                  <a:pt x="558818" y="246377"/>
                  <a:pt x="549779" y="259825"/>
                </a:cubicBezTo>
                <a:cubicBezTo>
                  <a:pt x="554299" y="268791"/>
                  <a:pt x="558818" y="273274"/>
                  <a:pt x="563338" y="286723"/>
                </a:cubicBezTo>
                <a:cubicBezTo>
                  <a:pt x="563338" y="286723"/>
                  <a:pt x="563338" y="286723"/>
                  <a:pt x="576897" y="286723"/>
                </a:cubicBezTo>
                <a:cubicBezTo>
                  <a:pt x="585936" y="286723"/>
                  <a:pt x="594976" y="291206"/>
                  <a:pt x="594976" y="300171"/>
                </a:cubicBezTo>
                <a:cubicBezTo>
                  <a:pt x="594976" y="300171"/>
                  <a:pt x="594976" y="300171"/>
                  <a:pt x="594976" y="327069"/>
                </a:cubicBezTo>
                <a:cubicBezTo>
                  <a:pt x="599495" y="336034"/>
                  <a:pt x="590456" y="340517"/>
                  <a:pt x="585936" y="345000"/>
                </a:cubicBezTo>
                <a:cubicBezTo>
                  <a:pt x="585936" y="345000"/>
                  <a:pt x="585936" y="345000"/>
                  <a:pt x="567858" y="345000"/>
                </a:cubicBezTo>
                <a:cubicBezTo>
                  <a:pt x="567858" y="353966"/>
                  <a:pt x="563338" y="367415"/>
                  <a:pt x="558818" y="376381"/>
                </a:cubicBezTo>
                <a:cubicBezTo>
                  <a:pt x="558818" y="376381"/>
                  <a:pt x="558818" y="376381"/>
                  <a:pt x="572377" y="385346"/>
                </a:cubicBezTo>
                <a:cubicBezTo>
                  <a:pt x="576897" y="394312"/>
                  <a:pt x="576897" y="403278"/>
                  <a:pt x="572377" y="407761"/>
                </a:cubicBezTo>
                <a:cubicBezTo>
                  <a:pt x="572377" y="407761"/>
                  <a:pt x="572377" y="407761"/>
                  <a:pt x="554299" y="430175"/>
                </a:cubicBezTo>
                <a:cubicBezTo>
                  <a:pt x="549779" y="434658"/>
                  <a:pt x="540740" y="434658"/>
                  <a:pt x="531701" y="430175"/>
                </a:cubicBezTo>
                <a:cubicBezTo>
                  <a:pt x="531701" y="430175"/>
                  <a:pt x="531701" y="430175"/>
                  <a:pt x="518142" y="421209"/>
                </a:cubicBezTo>
                <a:cubicBezTo>
                  <a:pt x="509102" y="425692"/>
                  <a:pt x="500063" y="430175"/>
                  <a:pt x="491024" y="434658"/>
                </a:cubicBezTo>
                <a:cubicBezTo>
                  <a:pt x="491024" y="434658"/>
                  <a:pt x="491024" y="434658"/>
                  <a:pt x="491024" y="452590"/>
                </a:cubicBezTo>
                <a:cubicBezTo>
                  <a:pt x="491024" y="461555"/>
                  <a:pt x="481984" y="466038"/>
                  <a:pt x="477465" y="466038"/>
                </a:cubicBezTo>
                <a:cubicBezTo>
                  <a:pt x="477465" y="466038"/>
                  <a:pt x="477465" y="466038"/>
                  <a:pt x="450347" y="470521"/>
                </a:cubicBezTo>
                <a:cubicBezTo>
                  <a:pt x="441308" y="470521"/>
                  <a:pt x="432268" y="466038"/>
                  <a:pt x="432268" y="457073"/>
                </a:cubicBezTo>
                <a:cubicBezTo>
                  <a:pt x="432268" y="457073"/>
                  <a:pt x="432268" y="457073"/>
                  <a:pt x="427749" y="439141"/>
                </a:cubicBezTo>
                <a:cubicBezTo>
                  <a:pt x="418709" y="439141"/>
                  <a:pt x="409670" y="434658"/>
                  <a:pt x="400631" y="430175"/>
                </a:cubicBezTo>
                <a:cubicBezTo>
                  <a:pt x="400631" y="430175"/>
                  <a:pt x="400631" y="430175"/>
                  <a:pt x="387072" y="443624"/>
                </a:cubicBezTo>
                <a:cubicBezTo>
                  <a:pt x="382552" y="448107"/>
                  <a:pt x="373513" y="448107"/>
                  <a:pt x="368993" y="443624"/>
                </a:cubicBezTo>
                <a:cubicBezTo>
                  <a:pt x="368993" y="443624"/>
                  <a:pt x="368993" y="443624"/>
                  <a:pt x="346395" y="425692"/>
                </a:cubicBezTo>
                <a:cubicBezTo>
                  <a:pt x="341875" y="421209"/>
                  <a:pt x="337356" y="412244"/>
                  <a:pt x="341875" y="407761"/>
                </a:cubicBezTo>
                <a:cubicBezTo>
                  <a:pt x="341875" y="407761"/>
                  <a:pt x="341875" y="407761"/>
                  <a:pt x="355434" y="389829"/>
                </a:cubicBezTo>
                <a:cubicBezTo>
                  <a:pt x="346395" y="380863"/>
                  <a:pt x="346395" y="376381"/>
                  <a:pt x="341875" y="367415"/>
                </a:cubicBezTo>
                <a:cubicBezTo>
                  <a:pt x="341875" y="367415"/>
                  <a:pt x="341875" y="367415"/>
                  <a:pt x="323797" y="367415"/>
                </a:cubicBezTo>
                <a:cubicBezTo>
                  <a:pt x="314758" y="367415"/>
                  <a:pt x="310238" y="358449"/>
                  <a:pt x="305718" y="349483"/>
                </a:cubicBezTo>
                <a:cubicBezTo>
                  <a:pt x="305718" y="349483"/>
                  <a:pt x="305718" y="349483"/>
                  <a:pt x="305718" y="327069"/>
                </a:cubicBezTo>
                <a:cubicBezTo>
                  <a:pt x="305718" y="318103"/>
                  <a:pt x="310238" y="309137"/>
                  <a:pt x="319277" y="309137"/>
                </a:cubicBezTo>
                <a:cubicBezTo>
                  <a:pt x="319277" y="309137"/>
                  <a:pt x="319277" y="309137"/>
                  <a:pt x="332836" y="304654"/>
                </a:cubicBezTo>
                <a:cubicBezTo>
                  <a:pt x="337356" y="295688"/>
                  <a:pt x="337356" y="286723"/>
                  <a:pt x="341875" y="277757"/>
                </a:cubicBezTo>
                <a:cubicBezTo>
                  <a:pt x="341875" y="277757"/>
                  <a:pt x="341875" y="277757"/>
                  <a:pt x="332836" y="264308"/>
                </a:cubicBezTo>
                <a:cubicBezTo>
                  <a:pt x="323797" y="259825"/>
                  <a:pt x="323797" y="250860"/>
                  <a:pt x="332836" y="241894"/>
                </a:cubicBezTo>
                <a:cubicBezTo>
                  <a:pt x="332836" y="241894"/>
                  <a:pt x="332836" y="241894"/>
                  <a:pt x="346395" y="223962"/>
                </a:cubicBezTo>
                <a:cubicBezTo>
                  <a:pt x="355434" y="214996"/>
                  <a:pt x="364474" y="214996"/>
                  <a:pt x="368993" y="219479"/>
                </a:cubicBezTo>
                <a:cubicBezTo>
                  <a:pt x="368993" y="219479"/>
                  <a:pt x="368993" y="219479"/>
                  <a:pt x="382552" y="228445"/>
                </a:cubicBezTo>
                <a:cubicBezTo>
                  <a:pt x="391592" y="223962"/>
                  <a:pt x="400631" y="219479"/>
                  <a:pt x="409670" y="214996"/>
                </a:cubicBezTo>
                <a:cubicBezTo>
                  <a:pt x="409670" y="214996"/>
                  <a:pt x="409670" y="214996"/>
                  <a:pt x="409670" y="197065"/>
                </a:cubicBezTo>
                <a:cubicBezTo>
                  <a:pt x="409670" y="188099"/>
                  <a:pt x="418709" y="183616"/>
                  <a:pt x="427749" y="183616"/>
                </a:cubicBezTo>
                <a:cubicBezTo>
                  <a:pt x="427749" y="183616"/>
                  <a:pt x="427749" y="183616"/>
                  <a:pt x="450347" y="179133"/>
                </a:cubicBezTo>
                <a:close/>
                <a:moveTo>
                  <a:pt x="175550" y="111863"/>
                </a:moveTo>
                <a:cubicBezTo>
                  <a:pt x="144041" y="111863"/>
                  <a:pt x="112532" y="138710"/>
                  <a:pt x="112532" y="174506"/>
                </a:cubicBezTo>
                <a:cubicBezTo>
                  <a:pt x="112532" y="210303"/>
                  <a:pt x="144041" y="237150"/>
                  <a:pt x="175550" y="237150"/>
                </a:cubicBezTo>
                <a:cubicBezTo>
                  <a:pt x="211560" y="237150"/>
                  <a:pt x="238568" y="210303"/>
                  <a:pt x="238568" y="174506"/>
                </a:cubicBezTo>
                <a:cubicBezTo>
                  <a:pt x="238568" y="138710"/>
                  <a:pt x="211560" y="111863"/>
                  <a:pt x="175550" y="111863"/>
                </a:cubicBezTo>
                <a:close/>
                <a:moveTo>
                  <a:pt x="157545" y="0"/>
                </a:moveTo>
                <a:cubicBezTo>
                  <a:pt x="157545" y="0"/>
                  <a:pt x="157545" y="0"/>
                  <a:pt x="198056" y="0"/>
                </a:cubicBezTo>
                <a:cubicBezTo>
                  <a:pt x="202557" y="0"/>
                  <a:pt x="211560" y="8949"/>
                  <a:pt x="211560" y="13424"/>
                </a:cubicBezTo>
                <a:cubicBezTo>
                  <a:pt x="211560" y="13424"/>
                  <a:pt x="211560" y="13424"/>
                  <a:pt x="216061" y="35796"/>
                </a:cubicBezTo>
                <a:cubicBezTo>
                  <a:pt x="229565" y="40271"/>
                  <a:pt x="238568" y="44745"/>
                  <a:pt x="252071" y="49220"/>
                </a:cubicBezTo>
                <a:cubicBezTo>
                  <a:pt x="252071" y="49220"/>
                  <a:pt x="252071" y="49220"/>
                  <a:pt x="265575" y="35796"/>
                </a:cubicBezTo>
                <a:cubicBezTo>
                  <a:pt x="274578" y="31322"/>
                  <a:pt x="283580" y="31322"/>
                  <a:pt x="288081" y="40271"/>
                </a:cubicBezTo>
                <a:cubicBezTo>
                  <a:pt x="288081" y="40271"/>
                  <a:pt x="288081" y="40271"/>
                  <a:pt x="315089" y="67118"/>
                </a:cubicBezTo>
                <a:cubicBezTo>
                  <a:pt x="319590" y="71593"/>
                  <a:pt x="319590" y="80542"/>
                  <a:pt x="315089" y="89491"/>
                </a:cubicBezTo>
                <a:cubicBezTo>
                  <a:pt x="315089" y="89491"/>
                  <a:pt x="315089" y="89491"/>
                  <a:pt x="301585" y="102914"/>
                </a:cubicBezTo>
                <a:cubicBezTo>
                  <a:pt x="310588" y="116338"/>
                  <a:pt x="315089" y="125287"/>
                  <a:pt x="315089" y="138710"/>
                </a:cubicBezTo>
                <a:cubicBezTo>
                  <a:pt x="315089" y="138710"/>
                  <a:pt x="315089" y="138710"/>
                  <a:pt x="337595" y="138710"/>
                </a:cubicBezTo>
                <a:cubicBezTo>
                  <a:pt x="346598" y="143185"/>
                  <a:pt x="351099" y="147659"/>
                  <a:pt x="351099" y="156608"/>
                </a:cubicBezTo>
                <a:cubicBezTo>
                  <a:pt x="351099" y="156608"/>
                  <a:pt x="351099" y="156608"/>
                  <a:pt x="351099" y="192405"/>
                </a:cubicBezTo>
                <a:cubicBezTo>
                  <a:pt x="351099" y="201354"/>
                  <a:pt x="346598" y="210303"/>
                  <a:pt x="337595" y="210303"/>
                </a:cubicBezTo>
                <a:cubicBezTo>
                  <a:pt x="337595" y="210303"/>
                  <a:pt x="337595" y="210303"/>
                  <a:pt x="315089" y="214777"/>
                </a:cubicBezTo>
                <a:cubicBezTo>
                  <a:pt x="315089" y="223726"/>
                  <a:pt x="306087" y="237150"/>
                  <a:pt x="301585" y="246099"/>
                </a:cubicBezTo>
                <a:cubicBezTo>
                  <a:pt x="301585" y="246099"/>
                  <a:pt x="301585" y="246099"/>
                  <a:pt x="315089" y="263997"/>
                </a:cubicBezTo>
                <a:cubicBezTo>
                  <a:pt x="319590" y="272946"/>
                  <a:pt x="319590" y="281895"/>
                  <a:pt x="315089" y="286369"/>
                </a:cubicBezTo>
                <a:cubicBezTo>
                  <a:pt x="315089" y="286369"/>
                  <a:pt x="315089" y="286369"/>
                  <a:pt x="288081" y="313217"/>
                </a:cubicBezTo>
                <a:cubicBezTo>
                  <a:pt x="283580" y="317691"/>
                  <a:pt x="274578" y="317691"/>
                  <a:pt x="265575" y="313217"/>
                </a:cubicBezTo>
                <a:cubicBezTo>
                  <a:pt x="265575" y="313217"/>
                  <a:pt x="265575" y="313217"/>
                  <a:pt x="247570" y="299793"/>
                </a:cubicBezTo>
                <a:cubicBezTo>
                  <a:pt x="238568" y="304268"/>
                  <a:pt x="225064" y="308742"/>
                  <a:pt x="211560" y="313217"/>
                </a:cubicBezTo>
                <a:cubicBezTo>
                  <a:pt x="211560" y="313217"/>
                  <a:pt x="211560" y="313217"/>
                  <a:pt x="211560" y="335589"/>
                </a:cubicBezTo>
                <a:cubicBezTo>
                  <a:pt x="211560" y="344538"/>
                  <a:pt x="202557" y="353487"/>
                  <a:pt x="193555" y="353487"/>
                </a:cubicBezTo>
                <a:cubicBezTo>
                  <a:pt x="193555" y="353487"/>
                  <a:pt x="193555" y="353487"/>
                  <a:pt x="157545" y="353487"/>
                </a:cubicBezTo>
                <a:cubicBezTo>
                  <a:pt x="148542" y="353487"/>
                  <a:pt x="139540" y="344538"/>
                  <a:pt x="139540" y="335589"/>
                </a:cubicBezTo>
                <a:cubicBezTo>
                  <a:pt x="139540" y="335589"/>
                  <a:pt x="139540" y="335589"/>
                  <a:pt x="139540" y="313217"/>
                </a:cubicBezTo>
                <a:cubicBezTo>
                  <a:pt x="126036" y="308742"/>
                  <a:pt x="117033" y="304268"/>
                  <a:pt x="103529" y="299793"/>
                </a:cubicBezTo>
                <a:cubicBezTo>
                  <a:pt x="103529" y="299793"/>
                  <a:pt x="103529" y="299793"/>
                  <a:pt x="85524" y="313217"/>
                </a:cubicBezTo>
                <a:cubicBezTo>
                  <a:pt x="81023" y="317691"/>
                  <a:pt x="72021" y="317691"/>
                  <a:pt x="63018" y="313217"/>
                </a:cubicBezTo>
                <a:cubicBezTo>
                  <a:pt x="63018" y="313217"/>
                  <a:pt x="63018" y="313217"/>
                  <a:pt x="36010" y="286369"/>
                </a:cubicBezTo>
                <a:cubicBezTo>
                  <a:pt x="31509" y="281895"/>
                  <a:pt x="31509" y="272946"/>
                  <a:pt x="36010" y="263997"/>
                </a:cubicBezTo>
                <a:cubicBezTo>
                  <a:pt x="36010" y="263997"/>
                  <a:pt x="36010" y="263997"/>
                  <a:pt x="54015" y="246099"/>
                </a:cubicBezTo>
                <a:cubicBezTo>
                  <a:pt x="45013" y="237150"/>
                  <a:pt x="40512" y="223726"/>
                  <a:pt x="40512" y="214777"/>
                </a:cubicBezTo>
                <a:lnTo>
                  <a:pt x="13504" y="210303"/>
                </a:lnTo>
                <a:cubicBezTo>
                  <a:pt x="4502" y="210303"/>
                  <a:pt x="0" y="205828"/>
                  <a:pt x="0" y="196879"/>
                </a:cubicBezTo>
                <a:cubicBezTo>
                  <a:pt x="0" y="196879"/>
                  <a:pt x="0" y="196879"/>
                  <a:pt x="0" y="156608"/>
                </a:cubicBezTo>
                <a:cubicBezTo>
                  <a:pt x="0" y="147659"/>
                  <a:pt x="4502" y="143185"/>
                  <a:pt x="13504" y="143185"/>
                </a:cubicBezTo>
                <a:cubicBezTo>
                  <a:pt x="13504" y="143185"/>
                  <a:pt x="13504" y="143185"/>
                  <a:pt x="36010" y="138710"/>
                </a:cubicBezTo>
                <a:cubicBezTo>
                  <a:pt x="40512" y="129761"/>
                  <a:pt x="45013" y="116338"/>
                  <a:pt x="49514" y="107389"/>
                </a:cubicBezTo>
                <a:cubicBezTo>
                  <a:pt x="49514" y="107389"/>
                  <a:pt x="49514" y="107389"/>
                  <a:pt x="36010" y="89491"/>
                </a:cubicBezTo>
                <a:cubicBezTo>
                  <a:pt x="31509" y="80542"/>
                  <a:pt x="31509" y="71593"/>
                  <a:pt x="36010" y="67118"/>
                </a:cubicBezTo>
                <a:cubicBezTo>
                  <a:pt x="36010" y="67118"/>
                  <a:pt x="36010" y="67118"/>
                  <a:pt x="63018" y="40271"/>
                </a:cubicBezTo>
                <a:cubicBezTo>
                  <a:pt x="72021" y="31322"/>
                  <a:pt x="81023" y="31322"/>
                  <a:pt x="85524" y="35796"/>
                </a:cubicBezTo>
                <a:cubicBezTo>
                  <a:pt x="85524" y="35796"/>
                  <a:pt x="85524" y="35796"/>
                  <a:pt x="103529" y="53694"/>
                </a:cubicBezTo>
                <a:cubicBezTo>
                  <a:pt x="117033" y="44745"/>
                  <a:pt x="126036" y="40271"/>
                  <a:pt x="139540" y="35796"/>
                </a:cubicBezTo>
                <a:cubicBezTo>
                  <a:pt x="139540" y="35796"/>
                  <a:pt x="139540" y="35796"/>
                  <a:pt x="144041" y="13424"/>
                </a:cubicBezTo>
                <a:cubicBezTo>
                  <a:pt x="144041" y="8949"/>
                  <a:pt x="148542" y="0"/>
                  <a:pt x="157545" y="0"/>
                </a:cubicBezTo>
                <a:close/>
              </a:path>
            </a:pathLst>
          </a:custGeom>
          <a:solidFill>
            <a:srgbClr val="FFFFFF"/>
          </a:solidFill>
        </p:spPr>
        <p:txBody>
          <a:bodyPr vert="horz" wrap="square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16" name="TextBox 16"/>
          <p:cNvSpPr txBox="1"/>
          <p:nvPr/>
        </p:nvSpPr>
        <p:spPr>
          <a:xfrm>
            <a:off x="7810213" y="3933112"/>
            <a:ext cx="3708685" cy="33718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/>
          <a:p>
            <a:pPr marL="0" algn="l">
              <a:defRPr/>
            </a:pPr>
            <a:r>
              <a:rPr lang="en-US" altLang="zh-CN" sz="1600" b="1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/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7810214" y="4270297"/>
            <a:ext cx="3708686" cy="41402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lnSpc>
                <a:spcPct val="150000"/>
              </a:lnSpc>
              <a:defRPr/>
            </a:pPr>
            <a:r>
              <a:rPr lang="en-US" altLang="zh-CN" sz="140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/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670718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algn="l">
              <a:lnSpc>
                <a:spcPct val="90000"/>
              </a:lnSpc>
              <a:spcBef>
                <a:spcPct val="0"/>
              </a:spcBef>
              <a:defRPr/>
            </a:pPr>
            <a:r>
              <a:rPr lang="en-US" altLang="zh-CN" sz="2800" b="1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典型例子</a:t>
            </a:r>
            <a:endParaRPr lang="zh-CN" altLang="zh-CN" sz="2800" b="1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utoShape 2"/>
          <p:cNvSpPr/>
          <p:nvPr>
            <p:ph type="title"/>
          </p:nvPr>
        </p:nvSpPr>
        <p:spPr>
          <a:xfrm>
            <a:off x="1273810" y="2639695"/>
            <a:ext cx="9479915" cy="706755"/>
          </a:xfrm>
          <a:prstGeom prst="rect">
            <a:avLst/>
          </a:prstGeom>
        </p:spPr>
        <p:txBody>
          <a:bodyPr vert="horz" wrap="square" lIns="91440" tIns="45720" rIns="91440" bIns="45720" anchor="ctr">
            <a:spAutoFit/>
          </a:bodyPr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altLang="zh-CN" sz="4000" b="1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二、错题突破</a:t>
            </a:r>
            <a:endParaRPr lang="zh-CN" altLang="zh-CN" sz="4000" b="1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2"/>
          <p:cNvCxnSpPr/>
          <p:nvPr/>
        </p:nvCxnSpPr>
        <p:spPr>
          <a:xfrm rot="16200000" flipV="1">
            <a:off x="3820296" y="2262701"/>
            <a:ext cx="464875" cy="1079174"/>
          </a:xfrm>
          <a:prstGeom prst="bentConnector2">
            <a:avLst/>
          </a:prstGeom>
          <a:ln w="19050" cap="flat" cmpd="sng">
            <a:solidFill>
              <a:schemeClr val="accent1"/>
            </a:solidFill>
            <a:prstDash val="sysDot"/>
            <a:headEnd type="oval"/>
            <a:tailEnd type="triangle"/>
          </a:ln>
        </p:spPr>
      </p:cxnSp>
      <p:sp>
        <p:nvSpPr>
          <p:cNvPr id="3" name="AutoShape 3"/>
          <p:cNvSpPr/>
          <p:nvPr/>
        </p:nvSpPr>
        <p:spPr>
          <a:xfrm>
            <a:off x="3195947" y="3034725"/>
            <a:ext cx="1396373" cy="1396372"/>
          </a:xfrm>
          <a:prstGeom prst="teardrop">
            <a:avLst/>
          </a:prstGeom>
          <a:gradFill>
            <a:gsLst>
              <a:gs pos="0">
                <a:srgbClr val="8AAEA2">
                  <a:lumMod val="60000"/>
                  <a:lumOff val="40000"/>
                </a:srgbClr>
              </a:gs>
              <a:gs pos="60000">
                <a:srgbClr val="8AAEA2"/>
              </a:gs>
            </a:gsLst>
            <a:lin ang="2700000"/>
          </a:gradFill>
          <a:ln cap="rnd" cmpd="sng">
            <a:prstDash val="solid"/>
          </a:ln>
          <a:effectLst>
            <a:outerShdw blurRad="76200" dist="50800" dir="5400000" algn="ctr" rotWithShape="0">
              <a:schemeClr val="accent1">
                <a:alpha val="20000"/>
              </a:schemeClr>
            </a:outerShdw>
          </a:effectLst>
        </p:spPr>
        <p:txBody>
          <a:bodyPr rot="0" vert="horz" wrap="square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4" name="Freeform 4"/>
          <p:cNvSpPr/>
          <p:nvPr/>
        </p:nvSpPr>
        <p:spPr>
          <a:xfrm>
            <a:off x="3646929" y="3519895"/>
            <a:ext cx="424043" cy="432275"/>
          </a:xfrm>
          <a:custGeom>
            <a:avLst/>
            <a:gdLst/>
            <a:ahLst/>
            <a:cxnLst/>
            <a:rect l="l" t="t" r="r" b="b"/>
            <a:pathLst>
              <a:path w="452" h="462">
                <a:moveTo>
                  <a:pt x="275" y="301"/>
                </a:moveTo>
                <a:lnTo>
                  <a:pt x="275" y="301"/>
                </a:lnTo>
                <a:cubicBezTo>
                  <a:pt x="275" y="301"/>
                  <a:pt x="451" y="169"/>
                  <a:pt x="434" y="26"/>
                </a:cubicBezTo>
                <a:lnTo>
                  <a:pt x="434" y="18"/>
                </a:lnTo>
                <a:cubicBezTo>
                  <a:pt x="425" y="18"/>
                  <a:pt x="425" y="18"/>
                  <a:pt x="425" y="18"/>
                </a:cubicBezTo>
                <a:cubicBezTo>
                  <a:pt x="284" y="0"/>
                  <a:pt x="159" y="178"/>
                  <a:pt x="159" y="178"/>
                </a:cubicBezTo>
                <a:cubicBezTo>
                  <a:pt x="53" y="159"/>
                  <a:pt x="62" y="186"/>
                  <a:pt x="9" y="301"/>
                </a:cubicBezTo>
                <a:cubicBezTo>
                  <a:pt x="0" y="328"/>
                  <a:pt x="18" y="328"/>
                  <a:pt x="35" y="328"/>
                </a:cubicBezTo>
                <a:cubicBezTo>
                  <a:pt x="53" y="319"/>
                  <a:pt x="88" y="310"/>
                  <a:pt x="88" y="310"/>
                </a:cubicBezTo>
                <a:cubicBezTo>
                  <a:pt x="151" y="372"/>
                  <a:pt x="151" y="372"/>
                  <a:pt x="151" y="372"/>
                </a:cubicBezTo>
                <a:cubicBezTo>
                  <a:pt x="151" y="372"/>
                  <a:pt x="141" y="407"/>
                  <a:pt x="133" y="425"/>
                </a:cubicBezTo>
                <a:cubicBezTo>
                  <a:pt x="124" y="443"/>
                  <a:pt x="133" y="461"/>
                  <a:pt x="151" y="452"/>
                </a:cubicBezTo>
                <a:cubicBezTo>
                  <a:pt x="266" y="398"/>
                  <a:pt x="292" y="407"/>
                  <a:pt x="275" y="301"/>
                </a:cubicBezTo>
                <a:close/>
                <a:moveTo>
                  <a:pt x="301" y="150"/>
                </a:moveTo>
                <a:lnTo>
                  <a:pt x="301" y="150"/>
                </a:lnTo>
                <a:cubicBezTo>
                  <a:pt x="284" y="133"/>
                  <a:pt x="284" y="115"/>
                  <a:pt x="301" y="97"/>
                </a:cubicBezTo>
                <a:cubicBezTo>
                  <a:pt x="319" y="80"/>
                  <a:pt x="345" y="80"/>
                  <a:pt x="354" y="97"/>
                </a:cubicBezTo>
                <a:cubicBezTo>
                  <a:pt x="372" y="115"/>
                  <a:pt x="372" y="133"/>
                  <a:pt x="354" y="150"/>
                </a:cubicBezTo>
                <a:cubicBezTo>
                  <a:pt x="345" y="169"/>
                  <a:pt x="319" y="169"/>
                  <a:pt x="301" y="150"/>
                </a:cubicBezTo>
                <a:close/>
              </a:path>
            </a:pathLst>
          </a:custGeom>
          <a:solidFill>
            <a:srgbClr val="FFFFFF"/>
          </a:solidFill>
        </p:spPr>
        <p:txBody>
          <a:bodyPr vert="horz" wrap="square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5" name="TextBox 5"/>
          <p:cNvSpPr txBox="1"/>
          <p:nvPr/>
        </p:nvSpPr>
        <p:spPr>
          <a:xfrm>
            <a:off x="670717" y="1515777"/>
            <a:ext cx="3541687" cy="33718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/>
          <a:p>
            <a:pPr marL="0" marR="0" indent="0" algn="r" fontAlgn="auto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b="1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错误类型1：</a:t>
            </a:r>
            <a:endParaRPr lang="en-US" altLang="zh-CN" sz="1600" b="1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670717" y="1854828"/>
            <a:ext cx="3541687" cy="41402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r">
              <a:lnSpc>
                <a:spcPct val="150000"/>
              </a:lnSpc>
              <a:defRPr/>
            </a:pPr>
            <a:r>
              <a:rPr lang="en-US" altLang="zh-CN" sz="1400" b="0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用词不恰当，比如‘他的笑容像石头一样硬’，不符合常理。</a:t>
            </a:r>
            <a:endParaRPr lang="en-US" altLang="zh-CN" sz="1400" b="0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AutoShape 7"/>
          <p:cNvSpPr/>
          <p:nvPr/>
        </p:nvSpPr>
        <p:spPr>
          <a:xfrm rot="5400000" flipV="1">
            <a:off x="4687461" y="3034725"/>
            <a:ext cx="1396372" cy="1396372"/>
          </a:xfrm>
          <a:prstGeom prst="teardrop">
            <a:avLst/>
          </a:prstGeom>
          <a:gradFill>
            <a:gsLst>
              <a:gs pos="0">
                <a:srgbClr val="CFB278">
                  <a:lumMod val="60000"/>
                  <a:lumOff val="40000"/>
                </a:srgbClr>
              </a:gs>
              <a:gs pos="60000">
                <a:srgbClr val="CFB278"/>
              </a:gs>
            </a:gsLst>
            <a:lin ang="2700000"/>
          </a:gradFill>
          <a:ln cap="rnd" cmpd="sng">
            <a:prstDash val="solid"/>
          </a:ln>
          <a:effectLst>
            <a:outerShdw blurRad="76200" dist="50800" dir="5400000" algn="ctr" rotWithShape="0">
              <a:schemeClr val="accent2">
                <a:alpha val="20000"/>
              </a:schemeClr>
            </a:outerShdw>
          </a:effectLst>
        </p:spPr>
        <p:txBody>
          <a:bodyPr rot="0" vert="horz" wrap="square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8" name="Freeform 8"/>
          <p:cNvSpPr/>
          <p:nvPr/>
        </p:nvSpPr>
        <p:spPr>
          <a:xfrm>
            <a:off x="5219395" y="3519895"/>
            <a:ext cx="336706" cy="411526"/>
          </a:xfrm>
          <a:custGeom>
            <a:avLst/>
            <a:gdLst/>
            <a:ahLst/>
            <a:cxnLst/>
            <a:rect l="l" t="t" r="r" b="b"/>
            <a:pathLst>
              <a:path w="355" h="435">
                <a:moveTo>
                  <a:pt x="346" y="283"/>
                </a:moveTo>
                <a:lnTo>
                  <a:pt x="346" y="283"/>
                </a:lnTo>
                <a:cubicBezTo>
                  <a:pt x="328" y="319"/>
                  <a:pt x="257" y="345"/>
                  <a:pt x="178" y="345"/>
                </a:cubicBezTo>
                <a:cubicBezTo>
                  <a:pt x="97" y="345"/>
                  <a:pt x="36" y="319"/>
                  <a:pt x="9" y="283"/>
                </a:cubicBezTo>
                <a:cubicBezTo>
                  <a:pt x="9" y="275"/>
                  <a:pt x="0" y="283"/>
                  <a:pt x="0" y="283"/>
                </a:cubicBezTo>
                <a:cubicBezTo>
                  <a:pt x="0" y="292"/>
                  <a:pt x="0" y="336"/>
                  <a:pt x="0" y="336"/>
                </a:cubicBezTo>
                <a:cubicBezTo>
                  <a:pt x="0" y="381"/>
                  <a:pt x="80" y="434"/>
                  <a:pt x="178" y="434"/>
                </a:cubicBezTo>
                <a:cubicBezTo>
                  <a:pt x="275" y="434"/>
                  <a:pt x="354" y="381"/>
                  <a:pt x="354" y="336"/>
                </a:cubicBezTo>
                <a:cubicBezTo>
                  <a:pt x="354" y="336"/>
                  <a:pt x="354" y="292"/>
                  <a:pt x="354" y="283"/>
                </a:cubicBezTo>
                <a:cubicBezTo>
                  <a:pt x="354" y="283"/>
                  <a:pt x="346" y="275"/>
                  <a:pt x="346" y="283"/>
                </a:cubicBezTo>
                <a:close/>
                <a:moveTo>
                  <a:pt x="346" y="160"/>
                </a:moveTo>
                <a:lnTo>
                  <a:pt x="346" y="160"/>
                </a:lnTo>
                <a:cubicBezTo>
                  <a:pt x="328" y="186"/>
                  <a:pt x="257" y="213"/>
                  <a:pt x="178" y="213"/>
                </a:cubicBezTo>
                <a:cubicBezTo>
                  <a:pt x="97" y="213"/>
                  <a:pt x="36" y="186"/>
                  <a:pt x="9" y="160"/>
                </a:cubicBezTo>
                <a:cubicBezTo>
                  <a:pt x="9" y="151"/>
                  <a:pt x="0" y="160"/>
                  <a:pt x="0" y="160"/>
                </a:cubicBezTo>
                <a:lnTo>
                  <a:pt x="0" y="222"/>
                </a:lnTo>
                <a:cubicBezTo>
                  <a:pt x="0" y="257"/>
                  <a:pt x="80" y="292"/>
                  <a:pt x="178" y="292"/>
                </a:cubicBezTo>
                <a:cubicBezTo>
                  <a:pt x="275" y="292"/>
                  <a:pt x="354" y="257"/>
                  <a:pt x="354" y="222"/>
                </a:cubicBezTo>
                <a:lnTo>
                  <a:pt x="354" y="160"/>
                </a:lnTo>
                <a:cubicBezTo>
                  <a:pt x="354" y="160"/>
                  <a:pt x="346" y="151"/>
                  <a:pt x="346" y="160"/>
                </a:cubicBezTo>
                <a:close/>
                <a:moveTo>
                  <a:pt x="178" y="0"/>
                </a:moveTo>
                <a:lnTo>
                  <a:pt x="178" y="0"/>
                </a:lnTo>
                <a:cubicBezTo>
                  <a:pt x="80" y="0"/>
                  <a:pt x="0" y="26"/>
                  <a:pt x="0" y="62"/>
                </a:cubicBezTo>
                <a:cubicBezTo>
                  <a:pt x="0" y="97"/>
                  <a:pt x="0" y="97"/>
                  <a:pt x="0" y="97"/>
                </a:cubicBezTo>
                <a:cubicBezTo>
                  <a:pt x="0" y="133"/>
                  <a:pt x="80" y="160"/>
                  <a:pt x="178" y="160"/>
                </a:cubicBezTo>
                <a:cubicBezTo>
                  <a:pt x="275" y="160"/>
                  <a:pt x="354" y="133"/>
                  <a:pt x="354" y="97"/>
                </a:cubicBezTo>
                <a:cubicBezTo>
                  <a:pt x="354" y="62"/>
                  <a:pt x="354" y="62"/>
                  <a:pt x="354" y="62"/>
                </a:cubicBezTo>
                <a:cubicBezTo>
                  <a:pt x="354" y="26"/>
                  <a:pt x="275" y="0"/>
                  <a:pt x="178" y="0"/>
                </a:cubicBezTo>
                <a:close/>
              </a:path>
            </a:pathLst>
          </a:custGeom>
          <a:solidFill>
            <a:srgbClr val="FFFFFF"/>
          </a:solidFill>
        </p:spPr>
        <p:txBody>
          <a:bodyPr vert="horz" wrap="square" lIns="91440" tIns="45720" rIns="91440" bIns="45720" anchor="ctr">
            <a:normAutofit/>
          </a:bodyPr>
          <a:p>
            <a:pPr marL="0" algn="ctr"/>
          </a:p>
        </p:txBody>
      </p:sp>
      <p:cxnSp>
        <p:nvCxnSpPr>
          <p:cNvPr id="9" name="Connector 9"/>
          <p:cNvCxnSpPr/>
          <p:nvPr/>
        </p:nvCxnSpPr>
        <p:spPr>
          <a:xfrm rot="10800000" flipV="1">
            <a:off x="3491317" y="4431096"/>
            <a:ext cx="1196144" cy="361300"/>
          </a:xfrm>
          <a:prstGeom prst="bentConnector3">
            <a:avLst>
              <a:gd name="adj1" fmla="val 199"/>
            </a:avLst>
          </a:prstGeom>
          <a:ln w="19050" cap="flat" cmpd="sng">
            <a:solidFill>
              <a:schemeClr val="accent2">
                <a:alpha val="50000"/>
              </a:schemeClr>
            </a:solidFill>
            <a:prstDash val="sysDot"/>
            <a:headEnd type="oval"/>
            <a:tailEnd type="triangle"/>
          </a:ln>
        </p:spPr>
      </p:cxnSp>
      <p:sp>
        <p:nvSpPr>
          <p:cNvPr id="10" name="TextBox 10"/>
          <p:cNvSpPr txBox="1"/>
          <p:nvPr/>
        </p:nvSpPr>
        <p:spPr>
          <a:xfrm>
            <a:off x="670718" y="4801121"/>
            <a:ext cx="2842426" cy="33718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/>
          <a:p>
            <a:pPr marL="0" marR="0" indent="0" algn="r" fontAlgn="auto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b="1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错误类型3：</a:t>
            </a:r>
            <a:endParaRPr lang="en-US" sz="1100"/>
          </a:p>
        </p:txBody>
      </p:sp>
      <p:sp>
        <p:nvSpPr>
          <p:cNvPr id="11" name="TextBox 11"/>
          <p:cNvSpPr txBox="1"/>
          <p:nvPr/>
        </p:nvSpPr>
        <p:spPr>
          <a:xfrm>
            <a:off x="670717" y="5278022"/>
            <a:ext cx="2842427" cy="41402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r">
              <a:lnSpc>
                <a:spcPct val="150000"/>
              </a:lnSpc>
              <a:defRPr/>
            </a:pPr>
            <a:r>
              <a:rPr lang="en-US" altLang="zh-CN" sz="140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比喻过于简单，比如‘他的眼睛像眼睛’，没有实际意义。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180785" y="3034725"/>
            <a:ext cx="1396372" cy="1396372"/>
          </a:xfrm>
          <a:prstGeom prst="teardrop">
            <a:avLst/>
          </a:prstGeom>
          <a:gradFill>
            <a:gsLst>
              <a:gs pos="0">
                <a:srgbClr val="92CCD4">
                  <a:lumMod val="60000"/>
                  <a:lumOff val="40000"/>
                </a:srgbClr>
              </a:gs>
              <a:gs pos="60000">
                <a:srgbClr val="92CCD4"/>
              </a:gs>
            </a:gsLst>
            <a:lin ang="2700000"/>
          </a:gradFill>
          <a:ln cap="rnd" cmpd="sng">
            <a:prstDash val="solid"/>
          </a:ln>
          <a:effectLst>
            <a:outerShdw blurRad="76200" dist="50800" dir="5400000" algn="ctr" rotWithShape="0">
              <a:schemeClr val="accent5">
                <a:alpha val="20000"/>
              </a:schemeClr>
            </a:outerShdw>
          </a:effectLst>
        </p:spPr>
        <p:txBody>
          <a:bodyPr rot="0" vert="horz" wrap="square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13" name="Freeform 13"/>
          <p:cNvSpPr/>
          <p:nvPr/>
        </p:nvSpPr>
        <p:spPr>
          <a:xfrm>
            <a:off x="6634658" y="3517666"/>
            <a:ext cx="488625" cy="436735"/>
          </a:xfrm>
          <a:custGeom>
            <a:avLst/>
            <a:gdLst/>
            <a:ahLst/>
            <a:cxnLst/>
            <a:rect l="l" t="t" r="r" b="b"/>
            <a:pathLst>
              <a:path w="497" h="444">
                <a:moveTo>
                  <a:pt x="443" y="70"/>
                </a:moveTo>
                <a:lnTo>
                  <a:pt x="443" y="70"/>
                </a:lnTo>
                <a:cubicBezTo>
                  <a:pt x="426" y="70"/>
                  <a:pt x="426" y="70"/>
                  <a:pt x="426" y="70"/>
                </a:cubicBezTo>
                <a:cubicBezTo>
                  <a:pt x="426" y="443"/>
                  <a:pt x="426" y="443"/>
                  <a:pt x="426" y="443"/>
                </a:cubicBezTo>
                <a:cubicBezTo>
                  <a:pt x="443" y="443"/>
                  <a:pt x="443" y="443"/>
                  <a:pt x="443" y="443"/>
                </a:cubicBezTo>
                <a:cubicBezTo>
                  <a:pt x="479" y="443"/>
                  <a:pt x="496" y="425"/>
                  <a:pt x="496" y="398"/>
                </a:cubicBezTo>
                <a:cubicBezTo>
                  <a:pt x="496" y="124"/>
                  <a:pt x="496" y="124"/>
                  <a:pt x="496" y="124"/>
                </a:cubicBezTo>
                <a:cubicBezTo>
                  <a:pt x="496" y="97"/>
                  <a:pt x="479" y="70"/>
                  <a:pt x="443" y="70"/>
                </a:cubicBezTo>
                <a:close/>
                <a:moveTo>
                  <a:pt x="0" y="124"/>
                </a:moveTo>
                <a:lnTo>
                  <a:pt x="0" y="124"/>
                </a:lnTo>
                <a:cubicBezTo>
                  <a:pt x="0" y="398"/>
                  <a:pt x="0" y="398"/>
                  <a:pt x="0" y="398"/>
                </a:cubicBezTo>
                <a:cubicBezTo>
                  <a:pt x="0" y="425"/>
                  <a:pt x="26" y="443"/>
                  <a:pt x="53" y="443"/>
                </a:cubicBezTo>
                <a:cubicBezTo>
                  <a:pt x="71" y="443"/>
                  <a:pt x="71" y="443"/>
                  <a:pt x="71" y="443"/>
                </a:cubicBezTo>
                <a:cubicBezTo>
                  <a:pt x="71" y="70"/>
                  <a:pt x="71" y="70"/>
                  <a:pt x="71" y="70"/>
                </a:cubicBezTo>
                <a:cubicBezTo>
                  <a:pt x="53" y="70"/>
                  <a:pt x="53" y="70"/>
                  <a:pt x="53" y="70"/>
                </a:cubicBezTo>
                <a:cubicBezTo>
                  <a:pt x="26" y="70"/>
                  <a:pt x="0" y="97"/>
                  <a:pt x="0" y="124"/>
                </a:cubicBezTo>
                <a:close/>
                <a:moveTo>
                  <a:pt x="337" y="26"/>
                </a:moveTo>
                <a:lnTo>
                  <a:pt x="337" y="26"/>
                </a:lnTo>
                <a:cubicBezTo>
                  <a:pt x="319" y="17"/>
                  <a:pt x="292" y="0"/>
                  <a:pt x="248" y="0"/>
                </a:cubicBezTo>
                <a:cubicBezTo>
                  <a:pt x="204" y="0"/>
                  <a:pt x="177" y="17"/>
                  <a:pt x="160" y="26"/>
                </a:cubicBezTo>
                <a:cubicBezTo>
                  <a:pt x="160" y="70"/>
                  <a:pt x="160" y="70"/>
                  <a:pt x="160" y="70"/>
                </a:cubicBezTo>
                <a:cubicBezTo>
                  <a:pt x="107" y="70"/>
                  <a:pt x="107" y="70"/>
                  <a:pt x="107" y="70"/>
                </a:cubicBezTo>
                <a:cubicBezTo>
                  <a:pt x="107" y="443"/>
                  <a:pt x="107" y="443"/>
                  <a:pt x="107" y="443"/>
                </a:cubicBezTo>
                <a:cubicBezTo>
                  <a:pt x="390" y="443"/>
                  <a:pt x="390" y="443"/>
                  <a:pt x="390" y="443"/>
                </a:cubicBezTo>
                <a:cubicBezTo>
                  <a:pt x="390" y="70"/>
                  <a:pt x="390" y="70"/>
                  <a:pt x="390" y="70"/>
                </a:cubicBezTo>
                <a:cubicBezTo>
                  <a:pt x="337" y="70"/>
                  <a:pt x="337" y="70"/>
                  <a:pt x="337" y="70"/>
                </a:cubicBezTo>
                <a:lnTo>
                  <a:pt x="337" y="26"/>
                </a:lnTo>
                <a:close/>
                <a:moveTo>
                  <a:pt x="301" y="70"/>
                </a:moveTo>
                <a:lnTo>
                  <a:pt x="301" y="70"/>
                </a:lnTo>
                <a:cubicBezTo>
                  <a:pt x="195" y="70"/>
                  <a:pt x="195" y="70"/>
                  <a:pt x="195" y="70"/>
                </a:cubicBezTo>
                <a:cubicBezTo>
                  <a:pt x="195" y="44"/>
                  <a:pt x="195" y="44"/>
                  <a:pt x="195" y="44"/>
                </a:cubicBezTo>
                <a:cubicBezTo>
                  <a:pt x="204" y="35"/>
                  <a:pt x="222" y="26"/>
                  <a:pt x="248" y="26"/>
                </a:cubicBezTo>
                <a:cubicBezTo>
                  <a:pt x="275" y="26"/>
                  <a:pt x="292" y="35"/>
                  <a:pt x="301" y="44"/>
                </a:cubicBezTo>
                <a:lnTo>
                  <a:pt x="301" y="70"/>
                </a:lnTo>
                <a:close/>
              </a:path>
            </a:pathLst>
          </a:custGeom>
          <a:solidFill>
            <a:srgbClr val="FFFFFF"/>
          </a:solidFill>
        </p:spPr>
        <p:txBody>
          <a:bodyPr vert="horz" wrap="square" lIns="91440" tIns="45720" rIns="91440" bIns="45720" anchor="ctr">
            <a:normAutofit/>
          </a:bodyPr>
          <a:p>
            <a:pPr marL="0" algn="ctr"/>
          </a:p>
        </p:txBody>
      </p:sp>
      <p:cxnSp>
        <p:nvCxnSpPr>
          <p:cNvPr id="14" name="Connector 14"/>
          <p:cNvCxnSpPr/>
          <p:nvPr/>
        </p:nvCxnSpPr>
        <p:spPr>
          <a:xfrm flipV="1">
            <a:off x="7577158" y="2569850"/>
            <a:ext cx="957156" cy="453946"/>
          </a:xfrm>
          <a:prstGeom prst="bentConnector3">
            <a:avLst>
              <a:gd name="adj1" fmla="val 50000"/>
            </a:avLst>
          </a:prstGeom>
          <a:ln w="19050" cap="flat" cmpd="sng">
            <a:solidFill>
              <a:schemeClr val="accent5"/>
            </a:solidFill>
            <a:prstDash val="sysDot"/>
            <a:headEnd type="oval"/>
            <a:tailEnd type="triangle"/>
          </a:ln>
        </p:spPr>
      </p:cxnSp>
      <p:sp>
        <p:nvSpPr>
          <p:cNvPr id="15" name="TextBox 15"/>
          <p:cNvSpPr txBox="1"/>
          <p:nvPr/>
        </p:nvSpPr>
        <p:spPr>
          <a:xfrm>
            <a:off x="8127982" y="1511504"/>
            <a:ext cx="3390918" cy="33718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/>
          <a:p>
            <a:pPr marL="0" marR="0" indent="0" algn="l" fontAlgn="auto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b="1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错误类型2：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8127982" y="1842897"/>
            <a:ext cx="3390918" cy="41402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lnSpc>
                <a:spcPct val="150000"/>
              </a:lnSpc>
              <a:defRPr/>
            </a:pPr>
            <a:r>
              <a:rPr lang="en-US" altLang="zh-CN" sz="140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比喻不清晰，比如‘她的头发像风一样’，没有明确相似点。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 rot="16200000" flipH="1">
            <a:off x="7674110" y="3034725"/>
            <a:ext cx="1396372" cy="1396372"/>
          </a:xfrm>
          <a:prstGeom prst="teardrop">
            <a:avLst/>
          </a:prstGeom>
          <a:gradFill>
            <a:gsLst>
              <a:gs pos="0">
                <a:srgbClr val="B27640">
                  <a:lumMod val="60000"/>
                  <a:lumOff val="40000"/>
                </a:srgbClr>
              </a:gs>
              <a:gs pos="60000">
                <a:srgbClr val="B27640"/>
              </a:gs>
            </a:gsLst>
            <a:lin ang="2700000"/>
          </a:gradFill>
          <a:ln cap="rnd" cmpd="sng">
            <a:prstDash val="solid"/>
          </a:ln>
          <a:effectLst>
            <a:outerShdw blurRad="76200" dist="50800" dir="5400000" algn="ctr" rotWithShape="0">
              <a:schemeClr val="accent3">
                <a:alpha val="20000"/>
              </a:schemeClr>
            </a:outerShdw>
          </a:effectLst>
        </p:spPr>
        <p:txBody>
          <a:bodyPr rot="0" vert="horz" wrap="square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18" name="Freeform 18"/>
          <p:cNvSpPr/>
          <p:nvPr/>
        </p:nvSpPr>
        <p:spPr>
          <a:xfrm>
            <a:off x="8127982" y="3487418"/>
            <a:ext cx="487777" cy="487778"/>
          </a:xfrm>
          <a:custGeom>
            <a:avLst/>
            <a:gdLst/>
            <a:ahLst/>
            <a:cxnLst/>
            <a:rect l="l" t="t" r="r" b="b"/>
            <a:pathLst>
              <a:path w="479" h="479">
                <a:moveTo>
                  <a:pt x="239" y="0"/>
                </a:moveTo>
                <a:lnTo>
                  <a:pt x="239" y="0"/>
                </a:lnTo>
                <a:cubicBezTo>
                  <a:pt x="106" y="0"/>
                  <a:pt x="0" y="106"/>
                  <a:pt x="0" y="239"/>
                </a:cubicBezTo>
                <a:cubicBezTo>
                  <a:pt x="0" y="372"/>
                  <a:pt x="106" y="478"/>
                  <a:pt x="239" y="478"/>
                </a:cubicBezTo>
                <a:cubicBezTo>
                  <a:pt x="372" y="478"/>
                  <a:pt x="478" y="372"/>
                  <a:pt x="478" y="239"/>
                </a:cubicBezTo>
                <a:cubicBezTo>
                  <a:pt x="478" y="106"/>
                  <a:pt x="372" y="0"/>
                  <a:pt x="239" y="0"/>
                </a:cubicBezTo>
                <a:close/>
                <a:moveTo>
                  <a:pt x="443" y="239"/>
                </a:moveTo>
                <a:lnTo>
                  <a:pt x="443" y="239"/>
                </a:lnTo>
                <a:cubicBezTo>
                  <a:pt x="443" y="292"/>
                  <a:pt x="425" y="328"/>
                  <a:pt x="399" y="363"/>
                </a:cubicBezTo>
                <a:cubicBezTo>
                  <a:pt x="390" y="363"/>
                  <a:pt x="381" y="345"/>
                  <a:pt x="390" y="328"/>
                </a:cubicBezTo>
                <a:cubicBezTo>
                  <a:pt x="399" y="310"/>
                  <a:pt x="399" y="275"/>
                  <a:pt x="399" y="257"/>
                </a:cubicBezTo>
                <a:cubicBezTo>
                  <a:pt x="399" y="239"/>
                  <a:pt x="390" y="204"/>
                  <a:pt x="372" y="204"/>
                </a:cubicBezTo>
                <a:cubicBezTo>
                  <a:pt x="346" y="204"/>
                  <a:pt x="337" y="204"/>
                  <a:pt x="319" y="178"/>
                </a:cubicBezTo>
                <a:cubicBezTo>
                  <a:pt x="301" y="124"/>
                  <a:pt x="372" y="115"/>
                  <a:pt x="346" y="88"/>
                </a:cubicBezTo>
                <a:cubicBezTo>
                  <a:pt x="337" y="80"/>
                  <a:pt x="301" y="115"/>
                  <a:pt x="293" y="62"/>
                </a:cubicBezTo>
                <a:lnTo>
                  <a:pt x="301" y="53"/>
                </a:lnTo>
                <a:cubicBezTo>
                  <a:pt x="381" y="80"/>
                  <a:pt x="443" y="150"/>
                  <a:pt x="443" y="239"/>
                </a:cubicBezTo>
                <a:close/>
                <a:moveTo>
                  <a:pt x="212" y="44"/>
                </a:moveTo>
                <a:lnTo>
                  <a:pt x="212" y="44"/>
                </a:lnTo>
                <a:cubicBezTo>
                  <a:pt x="204" y="53"/>
                  <a:pt x="194" y="53"/>
                  <a:pt x="186" y="62"/>
                </a:cubicBezTo>
                <a:cubicBezTo>
                  <a:pt x="168" y="80"/>
                  <a:pt x="159" y="71"/>
                  <a:pt x="150" y="88"/>
                </a:cubicBezTo>
                <a:cubicBezTo>
                  <a:pt x="141" y="106"/>
                  <a:pt x="115" y="124"/>
                  <a:pt x="115" y="133"/>
                </a:cubicBezTo>
                <a:cubicBezTo>
                  <a:pt x="115" y="142"/>
                  <a:pt x="133" y="159"/>
                  <a:pt x="133" y="159"/>
                </a:cubicBezTo>
                <a:cubicBezTo>
                  <a:pt x="141" y="150"/>
                  <a:pt x="159" y="150"/>
                  <a:pt x="177" y="159"/>
                </a:cubicBezTo>
                <a:cubicBezTo>
                  <a:pt x="186" y="159"/>
                  <a:pt x="275" y="169"/>
                  <a:pt x="248" y="239"/>
                </a:cubicBezTo>
                <a:cubicBezTo>
                  <a:pt x="239" y="266"/>
                  <a:pt x="194" y="257"/>
                  <a:pt x="186" y="292"/>
                </a:cubicBezTo>
                <a:cubicBezTo>
                  <a:pt x="186" y="301"/>
                  <a:pt x="186" y="328"/>
                  <a:pt x="177" y="337"/>
                </a:cubicBezTo>
                <a:cubicBezTo>
                  <a:pt x="177" y="345"/>
                  <a:pt x="186" y="390"/>
                  <a:pt x="177" y="390"/>
                </a:cubicBezTo>
                <a:cubicBezTo>
                  <a:pt x="168" y="390"/>
                  <a:pt x="133" y="345"/>
                  <a:pt x="133" y="345"/>
                </a:cubicBezTo>
                <a:cubicBezTo>
                  <a:pt x="133" y="337"/>
                  <a:pt x="124" y="310"/>
                  <a:pt x="124" y="284"/>
                </a:cubicBezTo>
                <a:cubicBezTo>
                  <a:pt x="124" y="266"/>
                  <a:pt x="88" y="266"/>
                  <a:pt x="88" y="239"/>
                </a:cubicBezTo>
                <a:cubicBezTo>
                  <a:pt x="88" y="213"/>
                  <a:pt x="106" y="195"/>
                  <a:pt x="106" y="186"/>
                </a:cubicBezTo>
                <a:cubicBezTo>
                  <a:pt x="97" y="169"/>
                  <a:pt x="62" y="169"/>
                  <a:pt x="53" y="169"/>
                </a:cubicBezTo>
                <a:cubicBezTo>
                  <a:pt x="80" y="97"/>
                  <a:pt x="141" y="53"/>
                  <a:pt x="212" y="44"/>
                </a:cubicBezTo>
                <a:close/>
                <a:moveTo>
                  <a:pt x="177" y="434"/>
                </a:moveTo>
                <a:lnTo>
                  <a:pt x="177" y="434"/>
                </a:lnTo>
                <a:cubicBezTo>
                  <a:pt x="186" y="425"/>
                  <a:pt x="186" y="416"/>
                  <a:pt x="204" y="416"/>
                </a:cubicBezTo>
                <a:cubicBezTo>
                  <a:pt x="212" y="416"/>
                  <a:pt x="221" y="416"/>
                  <a:pt x="239" y="407"/>
                </a:cubicBezTo>
                <a:cubicBezTo>
                  <a:pt x="248" y="407"/>
                  <a:pt x="275" y="398"/>
                  <a:pt x="293" y="390"/>
                </a:cubicBezTo>
                <a:cubicBezTo>
                  <a:pt x="310" y="390"/>
                  <a:pt x="346" y="398"/>
                  <a:pt x="354" y="407"/>
                </a:cubicBezTo>
                <a:cubicBezTo>
                  <a:pt x="319" y="434"/>
                  <a:pt x="284" y="443"/>
                  <a:pt x="239" y="443"/>
                </a:cubicBezTo>
                <a:cubicBezTo>
                  <a:pt x="221" y="443"/>
                  <a:pt x="194" y="443"/>
                  <a:pt x="177" y="434"/>
                </a:cubicBezTo>
                <a:close/>
              </a:path>
            </a:pathLst>
          </a:custGeom>
          <a:solidFill>
            <a:srgbClr val="FFFFFF"/>
          </a:solidFill>
        </p:spPr>
        <p:txBody>
          <a:bodyPr vert="horz" wrap="square" lIns="91440" tIns="45720" rIns="91440" bIns="45720" anchor="ctr">
            <a:normAutofit/>
          </a:bodyPr>
          <a:p>
            <a:pPr marL="0" algn="ctr"/>
          </a:p>
        </p:txBody>
      </p:sp>
      <p:cxnSp>
        <p:nvCxnSpPr>
          <p:cNvPr id="19" name="Connector 19"/>
          <p:cNvCxnSpPr/>
          <p:nvPr/>
        </p:nvCxnSpPr>
        <p:spPr>
          <a:xfrm>
            <a:off x="7674109" y="4427888"/>
            <a:ext cx="1467415" cy="378853"/>
          </a:xfrm>
          <a:prstGeom prst="bentConnector3">
            <a:avLst>
              <a:gd name="adj1" fmla="val -215"/>
            </a:avLst>
          </a:prstGeom>
          <a:ln w="19050" cap="flat" cmpd="sng">
            <a:solidFill>
              <a:schemeClr val="accent3">
                <a:alpha val="50000"/>
              </a:schemeClr>
            </a:solidFill>
            <a:prstDash val="sysDot"/>
            <a:headEnd type="oval"/>
            <a:tailEnd type="triangle"/>
          </a:ln>
        </p:spPr>
      </p:cxnSp>
      <p:sp>
        <p:nvSpPr>
          <p:cNvPr id="20" name="TextBox 20"/>
          <p:cNvSpPr txBox="1"/>
          <p:nvPr/>
        </p:nvSpPr>
        <p:spPr>
          <a:xfrm>
            <a:off x="8534314" y="4905897"/>
            <a:ext cx="2984585" cy="33718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/>
          <a:p>
            <a:pPr marL="0" marR="0" indent="0" algn="l" fontAlgn="auto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b="1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/>
            </a:r>
            <a:endParaRPr lang="en-US" sz="1100"/>
          </a:p>
        </p:txBody>
      </p:sp>
      <p:sp>
        <p:nvSpPr>
          <p:cNvPr id="21" name="TextBox 21"/>
          <p:cNvSpPr txBox="1"/>
          <p:nvPr/>
        </p:nvSpPr>
        <p:spPr>
          <a:xfrm>
            <a:off x="8534314" y="5287659"/>
            <a:ext cx="2984585" cy="41402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lnSpc>
                <a:spcPct val="150000"/>
              </a:lnSpc>
              <a:defRPr/>
            </a:pPr>
            <a:r>
              <a:rPr lang="en-US" altLang="zh-CN" sz="140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/>
            </a:r>
            <a:endParaRPr lang="en-US" sz="1100"/>
          </a:p>
        </p:txBody>
      </p:sp>
      <p:sp>
        <p:nvSpPr>
          <p:cNvPr id="22" name="TextBox 22"/>
          <p:cNvSpPr txBox="1"/>
          <p:nvPr/>
        </p:nvSpPr>
        <p:spPr>
          <a:xfrm>
            <a:off x="670718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algn="l">
              <a:lnSpc>
                <a:spcPct val="90000"/>
              </a:lnSpc>
              <a:spcBef>
                <a:spcPct val="0"/>
              </a:spcBef>
              <a:defRPr/>
            </a:pPr>
            <a:r>
              <a:rPr lang="en-US" altLang="zh-CN" sz="2800" b="1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普遍错误</a:t>
            </a:r>
            <a:endParaRPr lang="en-US" altLang="zh-CN" sz="2800" b="1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utoShape 2"/>
          <p:cNvSpPr/>
          <p:nvPr/>
        </p:nvSpPr>
        <p:spPr>
          <a:xfrm>
            <a:off x="5231884" y="3781847"/>
            <a:ext cx="1715532" cy="1715532"/>
          </a:xfrm>
          <a:prstGeom prst="ellipse">
            <a:avLst/>
          </a:prstGeom>
          <a:gradFill>
            <a:gsLst>
              <a:gs pos="0">
                <a:srgbClr val="8AAEA2">
                  <a:lumMod val="60000"/>
                  <a:lumOff val="40000"/>
                </a:srgbClr>
              </a:gs>
              <a:gs pos="60000">
                <a:srgbClr val="8AAEA2"/>
              </a:gs>
            </a:gsLst>
            <a:lin ang="2700000"/>
          </a:gradFill>
          <a:ln cap="rnd" cmpd="sng">
            <a:prstDash val="solid"/>
          </a:ln>
          <a:effectLst>
            <a:outerShdw blurRad="76200" dist="50800" dir="5400000" algn="ctr" rotWithShape="0">
              <a:schemeClr val="accent1">
                <a:alpha val="20000"/>
              </a:schemeClr>
            </a:outerShdw>
          </a:effectLst>
        </p:spPr>
        <p:txBody>
          <a:bodyPr rot="0" vert="horz" wrap="square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3" name="AutoShape 3"/>
          <p:cNvSpPr/>
          <p:nvPr/>
        </p:nvSpPr>
        <p:spPr>
          <a:xfrm>
            <a:off x="3859888" y="2960843"/>
            <a:ext cx="4459523" cy="3700318"/>
          </a:xfrm>
          <a:prstGeom prst="arc">
            <a:avLst>
              <a:gd name="adj1" fmla="val 10800000"/>
              <a:gd name="adj2" fmla="val 20640"/>
            </a:avLst>
          </a:prstGeom>
          <a:ln w="12700" cap="flat" cmpd="sng">
            <a:solidFill>
              <a:srgbClr val="778495">
                <a:alpha val="50000"/>
              </a:srgbClr>
            </a:solidFill>
            <a:prstDash val="solid"/>
          </a:ln>
        </p:spPr>
        <p:txBody>
          <a:bodyPr vert="horz" wrap="square" lIns="91440" tIns="45720" rIns="91440" bIns="45720" anchor="ctr">
            <a:normAutofit/>
          </a:bodyPr>
          <a:p>
            <a:pPr marL="0" algn="ctr"/>
          </a:p>
        </p:txBody>
      </p:sp>
      <p:cxnSp>
        <p:nvCxnSpPr>
          <p:cNvPr id="4" name="Connector 4"/>
          <p:cNvCxnSpPr/>
          <p:nvPr/>
        </p:nvCxnSpPr>
        <p:spPr>
          <a:xfrm>
            <a:off x="654050" y="3530634"/>
            <a:ext cx="3041491" cy="0"/>
          </a:xfrm>
          <a:prstGeom prst="line">
            <a:avLst/>
          </a:prstGeom>
          <a:ln w="12700" cap="flat" cmpd="sng">
            <a:solidFill>
              <a:srgbClr val="778495">
                <a:alpha val="50000"/>
              </a:srgbClr>
            </a:solidFill>
            <a:prstDash val="solid"/>
          </a:ln>
        </p:spPr>
      </p:cxnSp>
      <p:cxnSp>
        <p:nvCxnSpPr>
          <p:cNvPr id="5" name="Connector 5"/>
          <p:cNvCxnSpPr/>
          <p:nvPr/>
        </p:nvCxnSpPr>
        <p:spPr>
          <a:xfrm>
            <a:off x="8328142" y="3530634"/>
            <a:ext cx="3193139" cy="0"/>
          </a:xfrm>
          <a:prstGeom prst="line">
            <a:avLst/>
          </a:prstGeom>
          <a:ln w="12700" cap="flat" cmpd="sng">
            <a:solidFill>
              <a:srgbClr val="778495">
                <a:alpha val="50000"/>
              </a:srgbClr>
            </a:solidFill>
            <a:prstDash val="solid"/>
          </a:ln>
        </p:spPr>
      </p:cxnSp>
      <p:sp>
        <p:nvSpPr>
          <p:cNvPr id="6" name="TextBox 6"/>
          <p:cNvSpPr txBox="1"/>
          <p:nvPr/>
        </p:nvSpPr>
        <p:spPr>
          <a:xfrm>
            <a:off x="660400" y="5739043"/>
            <a:ext cx="10858500" cy="99037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normAutofit/>
          </a:bodyPr>
          <a:lstStyle/>
          <a:p>
            <a:pPr marL="0" algn="ctr">
              <a:defRPr/>
            </a:pPr>
            <a:endParaRPr lang="en-US" sz="1100"/>
          </a:p>
        </p:txBody>
      </p:sp>
      <p:grpSp>
        <p:nvGrpSpPr>
          <p:cNvPr id="7" name="Group 7"/>
          <p:cNvGrpSpPr/>
          <p:nvPr/>
        </p:nvGrpSpPr>
        <p:grpSpPr>
          <a:xfrm>
            <a:off x="3479223" y="4265973"/>
            <a:ext cx="853890" cy="853890"/>
            <a:chOff x="3485573" y="4265973"/>
            <a:chExt cx="853890" cy="853890"/>
          </a:xfrm>
        </p:grpSpPr>
        <p:sp>
          <p:nvSpPr>
            <p:cNvPr id="8" name="AutoShape 8"/>
            <p:cNvSpPr/>
            <p:nvPr/>
          </p:nvSpPr>
          <p:spPr>
            <a:xfrm>
              <a:off x="3485573" y="4265973"/>
              <a:ext cx="853890" cy="853890"/>
            </a:xfrm>
            <a:prstGeom prst="ellipse">
              <a:avLst/>
            </a:prstGeom>
            <a:gradFill>
              <a:gsLst>
                <a:gs pos="0">
                  <a:srgbClr val="92CCD4">
                    <a:lumMod val="60000"/>
                    <a:lumOff val="40000"/>
                  </a:srgbClr>
                </a:gs>
                <a:gs pos="60000">
                  <a:srgbClr val="92CCD4"/>
                </a:gs>
              </a:gsLst>
              <a:lin ang="2700000"/>
            </a:gradFill>
            <a:ln cap="rnd" cmpd="sng">
              <a:prstDash val="solid"/>
            </a:ln>
            <a:effectLst>
              <a:outerShdw blurRad="76200" dist="50800" dir="5400000" algn="ctr" rotWithShape="0">
                <a:schemeClr val="accent5">
                  <a:alpha val="20000"/>
                </a:schemeClr>
              </a:outerShdw>
            </a:effectLst>
          </p:spPr>
          <p:txBody>
            <a:bodyPr rot="0" vert="horz" wrap="square" lIns="91440" tIns="45720" rIns="91440" bIns="45720" anchor="ctr">
              <a:normAutofit/>
            </a:bodyPr>
            <a:p>
              <a:pPr marL="0" algn="ctr"/>
            </a:p>
          </p:txBody>
        </p:sp>
        <p:sp>
          <p:nvSpPr>
            <p:cNvPr id="9" name="Freeform 9"/>
            <p:cNvSpPr/>
            <p:nvPr/>
          </p:nvSpPr>
          <p:spPr>
            <a:xfrm>
              <a:off x="3701891" y="4483489"/>
              <a:ext cx="421254" cy="418860"/>
            </a:xfrm>
            <a:custGeom>
              <a:avLst/>
              <a:gdLst/>
              <a:ahLst/>
              <a:cxnLst/>
              <a:rect l="l" t="t" r="r" b="b"/>
              <a:pathLst>
                <a:path w="4808" h="4789">
                  <a:moveTo>
                    <a:pt x="4734" y="3815"/>
                  </a:moveTo>
                  <a:lnTo>
                    <a:pt x="3682" y="2763"/>
                  </a:lnTo>
                  <a:cubicBezTo>
                    <a:pt x="3634" y="2715"/>
                    <a:pt x="3570" y="2689"/>
                    <a:pt x="3502" y="2689"/>
                  </a:cubicBezTo>
                  <a:cubicBezTo>
                    <a:pt x="3474" y="2689"/>
                    <a:pt x="3446" y="2694"/>
                    <a:pt x="3420" y="2703"/>
                  </a:cubicBezTo>
                  <a:lnTo>
                    <a:pt x="3167" y="2450"/>
                  </a:lnTo>
                  <a:cubicBezTo>
                    <a:pt x="3130" y="2413"/>
                    <a:pt x="3079" y="2392"/>
                    <a:pt x="3026" y="2392"/>
                  </a:cubicBezTo>
                  <a:cubicBezTo>
                    <a:pt x="2972" y="2392"/>
                    <a:pt x="2922" y="2413"/>
                    <a:pt x="2884" y="2450"/>
                  </a:cubicBezTo>
                  <a:lnTo>
                    <a:pt x="2818" y="2517"/>
                  </a:lnTo>
                  <a:lnTo>
                    <a:pt x="2699" y="2398"/>
                  </a:lnTo>
                  <a:lnTo>
                    <a:pt x="3219" y="1876"/>
                  </a:lnTo>
                  <a:cubicBezTo>
                    <a:pt x="3340" y="1928"/>
                    <a:pt x="3472" y="1953"/>
                    <a:pt x="3609" y="1953"/>
                  </a:cubicBezTo>
                  <a:lnTo>
                    <a:pt x="3609" y="1953"/>
                  </a:lnTo>
                  <a:cubicBezTo>
                    <a:pt x="3870" y="1953"/>
                    <a:pt x="4116" y="1854"/>
                    <a:pt x="4301" y="1669"/>
                  </a:cubicBezTo>
                  <a:cubicBezTo>
                    <a:pt x="4549" y="1421"/>
                    <a:pt x="4646" y="1059"/>
                    <a:pt x="4553" y="720"/>
                  </a:cubicBezTo>
                  <a:cubicBezTo>
                    <a:pt x="4542" y="678"/>
                    <a:pt x="4502" y="648"/>
                    <a:pt x="4459" y="648"/>
                  </a:cubicBezTo>
                  <a:cubicBezTo>
                    <a:pt x="4441" y="648"/>
                    <a:pt x="4413" y="654"/>
                    <a:pt x="4388" y="680"/>
                  </a:cubicBezTo>
                  <a:cubicBezTo>
                    <a:pt x="4384" y="683"/>
                    <a:pt x="4034" y="1030"/>
                    <a:pt x="3918" y="1146"/>
                  </a:cubicBezTo>
                  <a:cubicBezTo>
                    <a:pt x="3906" y="1159"/>
                    <a:pt x="3885" y="1161"/>
                    <a:pt x="3872" y="1161"/>
                  </a:cubicBezTo>
                  <a:cubicBezTo>
                    <a:pt x="3864" y="1161"/>
                    <a:pt x="3859" y="1160"/>
                    <a:pt x="3859" y="1160"/>
                  </a:cubicBezTo>
                  <a:lnTo>
                    <a:pt x="3859" y="1160"/>
                  </a:lnTo>
                  <a:lnTo>
                    <a:pt x="3851" y="1159"/>
                  </a:lnTo>
                  <a:cubicBezTo>
                    <a:pt x="3707" y="1146"/>
                    <a:pt x="3535" y="1119"/>
                    <a:pt x="3491" y="1099"/>
                  </a:cubicBezTo>
                  <a:cubicBezTo>
                    <a:pt x="3470" y="1055"/>
                    <a:pt x="3445" y="879"/>
                    <a:pt x="3432" y="733"/>
                  </a:cubicBezTo>
                  <a:lnTo>
                    <a:pt x="3432" y="731"/>
                  </a:lnTo>
                  <a:lnTo>
                    <a:pt x="3429" y="727"/>
                  </a:lnTo>
                  <a:cubicBezTo>
                    <a:pt x="3428" y="720"/>
                    <a:pt x="3425" y="687"/>
                    <a:pt x="3454" y="658"/>
                  </a:cubicBezTo>
                  <a:cubicBezTo>
                    <a:pt x="3574" y="538"/>
                    <a:pt x="3905" y="204"/>
                    <a:pt x="3908" y="201"/>
                  </a:cubicBezTo>
                  <a:cubicBezTo>
                    <a:pt x="3936" y="173"/>
                    <a:pt x="3947" y="138"/>
                    <a:pt x="3938" y="104"/>
                  </a:cubicBezTo>
                  <a:cubicBezTo>
                    <a:pt x="3927" y="64"/>
                    <a:pt x="3893" y="42"/>
                    <a:pt x="3865" y="34"/>
                  </a:cubicBezTo>
                  <a:cubicBezTo>
                    <a:pt x="3782" y="11"/>
                    <a:pt x="3695" y="0"/>
                    <a:pt x="3609" y="0"/>
                  </a:cubicBezTo>
                  <a:cubicBezTo>
                    <a:pt x="3347" y="0"/>
                    <a:pt x="3101" y="102"/>
                    <a:pt x="2916" y="287"/>
                  </a:cubicBezTo>
                  <a:cubicBezTo>
                    <a:pt x="2624" y="579"/>
                    <a:pt x="2555" y="1011"/>
                    <a:pt x="2710" y="1369"/>
                  </a:cubicBezTo>
                  <a:lnTo>
                    <a:pt x="2190" y="1889"/>
                  </a:lnTo>
                  <a:lnTo>
                    <a:pt x="1300" y="999"/>
                  </a:lnTo>
                  <a:cubicBezTo>
                    <a:pt x="1300" y="998"/>
                    <a:pt x="1299" y="998"/>
                    <a:pt x="1299" y="997"/>
                  </a:cubicBezTo>
                  <a:cubicBezTo>
                    <a:pt x="1307" y="963"/>
                    <a:pt x="1311" y="928"/>
                    <a:pt x="1309" y="892"/>
                  </a:cubicBezTo>
                  <a:cubicBezTo>
                    <a:pt x="1305" y="788"/>
                    <a:pt x="1260" y="689"/>
                    <a:pt x="1182" y="611"/>
                  </a:cubicBezTo>
                  <a:lnTo>
                    <a:pt x="865" y="294"/>
                  </a:lnTo>
                  <a:cubicBezTo>
                    <a:pt x="858" y="288"/>
                    <a:pt x="821" y="253"/>
                    <a:pt x="766" y="253"/>
                  </a:cubicBezTo>
                  <a:cubicBezTo>
                    <a:pt x="740" y="253"/>
                    <a:pt x="702" y="261"/>
                    <a:pt x="665" y="298"/>
                  </a:cubicBezTo>
                  <a:lnTo>
                    <a:pt x="318" y="645"/>
                  </a:lnTo>
                  <a:cubicBezTo>
                    <a:pt x="277" y="685"/>
                    <a:pt x="263" y="737"/>
                    <a:pt x="278" y="787"/>
                  </a:cubicBezTo>
                  <a:cubicBezTo>
                    <a:pt x="288" y="820"/>
                    <a:pt x="308" y="842"/>
                    <a:pt x="314" y="848"/>
                  </a:cubicBezTo>
                  <a:lnTo>
                    <a:pt x="630" y="1163"/>
                  </a:lnTo>
                  <a:cubicBezTo>
                    <a:pt x="712" y="1246"/>
                    <a:pt x="817" y="1291"/>
                    <a:pt x="926" y="1291"/>
                  </a:cubicBezTo>
                  <a:lnTo>
                    <a:pt x="926" y="1291"/>
                  </a:lnTo>
                  <a:cubicBezTo>
                    <a:pt x="957" y="1291"/>
                    <a:pt x="987" y="1287"/>
                    <a:pt x="1016" y="1280"/>
                  </a:cubicBezTo>
                  <a:cubicBezTo>
                    <a:pt x="1017" y="1281"/>
                    <a:pt x="1017" y="1281"/>
                    <a:pt x="1018" y="1282"/>
                  </a:cubicBezTo>
                  <a:lnTo>
                    <a:pt x="1907" y="2171"/>
                  </a:lnTo>
                  <a:lnTo>
                    <a:pt x="1485" y="2594"/>
                  </a:lnTo>
                  <a:cubicBezTo>
                    <a:pt x="1466" y="2613"/>
                    <a:pt x="1449" y="2634"/>
                    <a:pt x="1435" y="2656"/>
                  </a:cubicBezTo>
                  <a:cubicBezTo>
                    <a:pt x="1311" y="2601"/>
                    <a:pt x="1176" y="2572"/>
                    <a:pt x="1037" y="2572"/>
                  </a:cubicBezTo>
                  <a:cubicBezTo>
                    <a:pt x="775" y="2572"/>
                    <a:pt x="529" y="2674"/>
                    <a:pt x="344" y="2859"/>
                  </a:cubicBezTo>
                  <a:cubicBezTo>
                    <a:pt x="96" y="3106"/>
                    <a:pt x="0" y="3471"/>
                    <a:pt x="92" y="3809"/>
                  </a:cubicBezTo>
                  <a:cubicBezTo>
                    <a:pt x="103" y="3852"/>
                    <a:pt x="143" y="3882"/>
                    <a:pt x="186" y="3882"/>
                  </a:cubicBezTo>
                  <a:lnTo>
                    <a:pt x="186" y="3882"/>
                  </a:lnTo>
                  <a:cubicBezTo>
                    <a:pt x="204" y="3882"/>
                    <a:pt x="232" y="3877"/>
                    <a:pt x="258" y="3851"/>
                  </a:cubicBezTo>
                  <a:cubicBezTo>
                    <a:pt x="261" y="3847"/>
                    <a:pt x="611" y="3500"/>
                    <a:pt x="727" y="3384"/>
                  </a:cubicBezTo>
                  <a:cubicBezTo>
                    <a:pt x="740" y="3372"/>
                    <a:pt x="762" y="3370"/>
                    <a:pt x="774" y="3370"/>
                  </a:cubicBezTo>
                  <a:cubicBezTo>
                    <a:pt x="783" y="3370"/>
                    <a:pt x="789" y="3371"/>
                    <a:pt x="789" y="3371"/>
                  </a:cubicBezTo>
                  <a:lnTo>
                    <a:pt x="789" y="3371"/>
                  </a:lnTo>
                  <a:lnTo>
                    <a:pt x="796" y="3372"/>
                  </a:lnTo>
                  <a:cubicBezTo>
                    <a:pt x="940" y="3385"/>
                    <a:pt x="1113" y="3411"/>
                    <a:pt x="1157" y="3431"/>
                  </a:cubicBezTo>
                  <a:cubicBezTo>
                    <a:pt x="1178" y="3475"/>
                    <a:pt x="1205" y="3652"/>
                    <a:pt x="1218" y="3798"/>
                  </a:cubicBezTo>
                  <a:lnTo>
                    <a:pt x="1219" y="3805"/>
                  </a:lnTo>
                  <a:cubicBezTo>
                    <a:pt x="1219" y="3805"/>
                    <a:pt x="1223" y="3842"/>
                    <a:pt x="1192" y="3873"/>
                  </a:cubicBezTo>
                  <a:cubicBezTo>
                    <a:pt x="1072" y="3993"/>
                    <a:pt x="741" y="4327"/>
                    <a:pt x="738" y="4330"/>
                  </a:cubicBezTo>
                  <a:cubicBezTo>
                    <a:pt x="710" y="4358"/>
                    <a:pt x="699" y="4393"/>
                    <a:pt x="707" y="4427"/>
                  </a:cubicBezTo>
                  <a:cubicBezTo>
                    <a:pt x="718" y="4467"/>
                    <a:pt x="752" y="4489"/>
                    <a:pt x="780" y="4497"/>
                  </a:cubicBezTo>
                  <a:cubicBezTo>
                    <a:pt x="864" y="4519"/>
                    <a:pt x="950" y="4531"/>
                    <a:pt x="1037" y="4531"/>
                  </a:cubicBezTo>
                  <a:cubicBezTo>
                    <a:pt x="1298" y="4531"/>
                    <a:pt x="1544" y="4429"/>
                    <a:pt x="1729" y="4244"/>
                  </a:cubicBezTo>
                  <a:cubicBezTo>
                    <a:pt x="1914" y="4059"/>
                    <a:pt x="2016" y="3813"/>
                    <a:pt x="2016" y="3551"/>
                  </a:cubicBezTo>
                  <a:cubicBezTo>
                    <a:pt x="2016" y="3412"/>
                    <a:pt x="1987" y="3277"/>
                    <a:pt x="1932" y="3153"/>
                  </a:cubicBezTo>
                  <a:cubicBezTo>
                    <a:pt x="1954" y="3139"/>
                    <a:pt x="1975" y="3122"/>
                    <a:pt x="1994" y="3103"/>
                  </a:cubicBezTo>
                  <a:lnTo>
                    <a:pt x="2417" y="2681"/>
                  </a:lnTo>
                  <a:lnTo>
                    <a:pt x="2535" y="2799"/>
                  </a:lnTo>
                  <a:lnTo>
                    <a:pt x="2469" y="2866"/>
                  </a:lnTo>
                  <a:cubicBezTo>
                    <a:pt x="2431" y="2904"/>
                    <a:pt x="2410" y="2954"/>
                    <a:pt x="2410" y="3007"/>
                  </a:cubicBezTo>
                  <a:cubicBezTo>
                    <a:pt x="2410" y="3061"/>
                    <a:pt x="2431" y="3111"/>
                    <a:pt x="2469" y="3149"/>
                  </a:cubicBezTo>
                  <a:lnTo>
                    <a:pt x="2721" y="3401"/>
                  </a:lnTo>
                  <a:cubicBezTo>
                    <a:pt x="2712" y="3427"/>
                    <a:pt x="2707" y="3455"/>
                    <a:pt x="2707" y="3484"/>
                  </a:cubicBezTo>
                  <a:cubicBezTo>
                    <a:pt x="2707" y="3552"/>
                    <a:pt x="2734" y="3615"/>
                    <a:pt x="2781" y="3663"/>
                  </a:cubicBezTo>
                  <a:lnTo>
                    <a:pt x="3834" y="4715"/>
                  </a:lnTo>
                  <a:cubicBezTo>
                    <a:pt x="3881" y="4763"/>
                    <a:pt x="3945" y="4789"/>
                    <a:pt x="4013" y="4789"/>
                  </a:cubicBezTo>
                  <a:cubicBezTo>
                    <a:pt x="4081" y="4789"/>
                    <a:pt x="4144" y="4763"/>
                    <a:pt x="4192" y="4715"/>
                  </a:cubicBezTo>
                  <a:lnTo>
                    <a:pt x="4734" y="4173"/>
                  </a:lnTo>
                  <a:cubicBezTo>
                    <a:pt x="4782" y="4126"/>
                    <a:pt x="4808" y="4062"/>
                    <a:pt x="4808" y="3994"/>
                  </a:cubicBezTo>
                  <a:cubicBezTo>
                    <a:pt x="4808" y="3926"/>
                    <a:pt x="4782" y="3863"/>
                    <a:pt x="4734" y="3815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 vert="horz" wrap="square" lIns="91440" tIns="45720" rIns="91440" bIns="45720" anchor="t">
              <a:normAutofit/>
            </a:bodyPr>
            <a:p>
              <a:pPr marL="0" algn="l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214008" y="1416275"/>
            <a:ext cx="3329399" cy="33718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/>
          <a:p>
            <a:pPr marL="0" algn="ctr">
              <a:spcBef>
                <a:spcPct val="0"/>
              </a:spcBef>
              <a:defRPr/>
            </a:pPr>
            <a:r>
              <a:rPr lang="en-US" altLang="zh-CN" sz="1600" b="1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解析要点2：</a:t>
            </a:r>
            <a:endParaRPr lang="en-US" altLang="zh-CN" sz="1600" b="1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1214008" y="1823799"/>
            <a:ext cx="3329399" cy="349250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p>
            <a:pPr marL="0" algn="l">
              <a:lnSpc>
                <a:spcPct val="120000"/>
              </a:lnSpc>
            </a:pPr>
            <a:r>
              <a:rPr lang="en-US" altLang="zh-CN" sz="140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比喻要明确两个事物的相似点，比如‘她的头发像丝绸一样柔顺’。</a:t>
            </a:r>
            <a:endParaRPr lang="zh-CN" altLang="en-US" sz="1400" b="0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2" name="Group 12"/>
          <p:cNvGrpSpPr/>
          <p:nvPr/>
        </p:nvGrpSpPr>
        <p:grpSpPr>
          <a:xfrm>
            <a:off x="4333113" y="2827645"/>
            <a:ext cx="853890" cy="853890"/>
            <a:chOff x="4339463" y="2827645"/>
            <a:chExt cx="853890" cy="853890"/>
          </a:xfrm>
        </p:grpSpPr>
        <p:sp>
          <p:nvSpPr>
            <p:cNvPr id="13" name="AutoShape 13"/>
            <p:cNvSpPr/>
            <p:nvPr/>
          </p:nvSpPr>
          <p:spPr>
            <a:xfrm>
              <a:off x="4339463" y="2827645"/>
              <a:ext cx="853890" cy="853890"/>
            </a:xfrm>
            <a:prstGeom prst="ellipse">
              <a:avLst/>
            </a:prstGeom>
            <a:gradFill>
              <a:gsLst>
                <a:gs pos="0">
                  <a:srgbClr val="CFB278">
                    <a:lumMod val="60000"/>
                    <a:lumOff val="40000"/>
                  </a:srgbClr>
                </a:gs>
                <a:gs pos="60000">
                  <a:srgbClr val="CFB278"/>
                </a:gs>
              </a:gsLst>
              <a:lin ang="2700000"/>
            </a:gradFill>
            <a:ln cap="rnd" cmpd="sng">
              <a:prstDash val="solid"/>
            </a:ln>
            <a:effectLst>
              <a:outerShdw blurRad="76200" dist="50800" dir="5400000" algn="ctr" rotWithShape="0">
                <a:schemeClr val="accent2">
                  <a:alpha val="20000"/>
                </a:schemeClr>
              </a:outerShdw>
            </a:effectLst>
          </p:spPr>
          <p:txBody>
            <a:bodyPr rot="0" vert="horz" wrap="square" lIns="91440" tIns="45720" rIns="91440" bIns="45720" anchor="ctr">
              <a:normAutofit/>
            </a:bodyPr>
            <a:p>
              <a:pPr marL="0" algn="ctr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4549757" y="3058555"/>
              <a:ext cx="433302" cy="392072"/>
            </a:xfrm>
            <a:custGeom>
              <a:avLst/>
              <a:gdLst/>
              <a:ahLst/>
              <a:cxnLst/>
              <a:rect l="l" t="t" r="r" b="b"/>
              <a:pathLst>
                <a:path w="606580" h="548858">
                  <a:moveTo>
                    <a:pt x="407586" y="252695"/>
                  </a:moveTo>
                  <a:lnTo>
                    <a:pt x="502285" y="252695"/>
                  </a:lnTo>
                  <a:lnTo>
                    <a:pt x="502285" y="346759"/>
                  </a:lnTo>
                  <a:lnTo>
                    <a:pt x="407586" y="346759"/>
                  </a:lnTo>
                  <a:close/>
                  <a:moveTo>
                    <a:pt x="104296" y="205698"/>
                  </a:moveTo>
                  <a:lnTo>
                    <a:pt x="199065" y="205698"/>
                  </a:lnTo>
                  <a:lnTo>
                    <a:pt x="199065" y="346758"/>
                  </a:lnTo>
                  <a:lnTo>
                    <a:pt x="104296" y="346758"/>
                  </a:lnTo>
                  <a:close/>
                  <a:moveTo>
                    <a:pt x="255870" y="96040"/>
                  </a:moveTo>
                  <a:lnTo>
                    <a:pt x="350710" y="96040"/>
                  </a:lnTo>
                  <a:lnTo>
                    <a:pt x="350710" y="346759"/>
                  </a:lnTo>
                  <a:lnTo>
                    <a:pt x="255870" y="346759"/>
                  </a:lnTo>
                  <a:close/>
                  <a:moveTo>
                    <a:pt x="37882" y="37913"/>
                  </a:moveTo>
                  <a:lnTo>
                    <a:pt x="37882" y="405363"/>
                  </a:lnTo>
                  <a:lnTo>
                    <a:pt x="568698" y="405363"/>
                  </a:lnTo>
                  <a:lnTo>
                    <a:pt x="568698" y="37913"/>
                  </a:lnTo>
                  <a:close/>
                  <a:moveTo>
                    <a:pt x="18941" y="0"/>
                  </a:moveTo>
                  <a:lnTo>
                    <a:pt x="587639" y="0"/>
                  </a:lnTo>
                  <a:cubicBezTo>
                    <a:pt x="598038" y="0"/>
                    <a:pt x="606580" y="8528"/>
                    <a:pt x="606580" y="18910"/>
                  </a:cubicBezTo>
                  <a:lnTo>
                    <a:pt x="606580" y="424274"/>
                  </a:lnTo>
                  <a:cubicBezTo>
                    <a:pt x="606580" y="434656"/>
                    <a:pt x="598038" y="443184"/>
                    <a:pt x="587639" y="443184"/>
                  </a:cubicBezTo>
                  <a:lnTo>
                    <a:pt x="322278" y="443184"/>
                  </a:lnTo>
                  <a:lnTo>
                    <a:pt x="322278" y="511038"/>
                  </a:lnTo>
                  <a:lnTo>
                    <a:pt x="450223" y="511038"/>
                  </a:lnTo>
                  <a:lnTo>
                    <a:pt x="450223" y="548858"/>
                  </a:lnTo>
                  <a:lnTo>
                    <a:pt x="156357" y="548858"/>
                  </a:lnTo>
                  <a:lnTo>
                    <a:pt x="156357" y="511038"/>
                  </a:lnTo>
                  <a:lnTo>
                    <a:pt x="284302" y="511038"/>
                  </a:lnTo>
                  <a:lnTo>
                    <a:pt x="284302" y="443184"/>
                  </a:lnTo>
                  <a:lnTo>
                    <a:pt x="18941" y="443184"/>
                  </a:lnTo>
                  <a:cubicBezTo>
                    <a:pt x="8542" y="443184"/>
                    <a:pt x="0" y="434656"/>
                    <a:pt x="0" y="424274"/>
                  </a:cubicBezTo>
                  <a:lnTo>
                    <a:pt x="0" y="18910"/>
                  </a:lnTo>
                  <a:cubicBezTo>
                    <a:pt x="0" y="8528"/>
                    <a:pt x="8542" y="0"/>
                    <a:pt x="18941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>
              <a:prstDash val="solid"/>
            </a:ln>
          </p:spPr>
          <p:txBody>
            <a:bodyPr vert="horz" wrap="square" lIns="91440" tIns="45720" rIns="91440" bIns="45720" anchor="ctr">
              <a:normAutofit/>
            </a:bodyPr>
            <a:p>
              <a:pPr marL="0" algn="ctr">
                <a:lnSpc>
                  <a:spcPct val="81000"/>
                </a:lnSpc>
                <a:spcBef>
                  <a:spcPct val="0"/>
                </a:spcBef>
                <a:spcAft>
                  <a:spcPct val="35000"/>
                </a:spcAft>
              </a:pP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7846187" y="1416275"/>
            <a:ext cx="3526625" cy="33718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/>
          <a:p>
            <a:pPr marL="0" algn="ctr">
              <a:spcBef>
                <a:spcPct val="0"/>
              </a:spcBef>
              <a:defRPr/>
            </a:pPr>
            <a:r>
              <a:rPr lang="en-US" altLang="zh-CN" sz="1600" b="1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解析要点3：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846187" y="1821706"/>
            <a:ext cx="3526625" cy="349250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p>
            <a:pPr marL="0" algn="l">
              <a:lnSpc>
                <a:spcPct val="120000"/>
              </a:lnSpc>
            </a:pPr>
            <a:r>
              <a:rPr lang="en-US" altLang="zh-CN" sz="140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比喻要有创造性，避免重复和简单化，比如‘他的眼睛像夜空中的星星’。</a:t>
            </a:r>
            <a:endParaRPr lang="zh-CN" altLang="en-US" sz="1400" b="0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7" name="Group 17"/>
          <p:cNvGrpSpPr/>
          <p:nvPr/>
        </p:nvGrpSpPr>
        <p:grpSpPr>
          <a:xfrm>
            <a:off x="6992297" y="2827645"/>
            <a:ext cx="853890" cy="853890"/>
            <a:chOff x="6998647" y="2827645"/>
            <a:chExt cx="853890" cy="853890"/>
          </a:xfrm>
        </p:grpSpPr>
        <p:sp>
          <p:nvSpPr>
            <p:cNvPr id="18" name="AutoShape 18"/>
            <p:cNvSpPr/>
            <p:nvPr/>
          </p:nvSpPr>
          <p:spPr>
            <a:xfrm>
              <a:off x="6998647" y="2827645"/>
              <a:ext cx="853890" cy="853890"/>
            </a:xfrm>
            <a:prstGeom prst="ellipse">
              <a:avLst/>
            </a:prstGeom>
            <a:gradFill>
              <a:gsLst>
                <a:gs pos="0">
                  <a:srgbClr val="92CCD4">
                    <a:lumMod val="60000"/>
                    <a:lumOff val="40000"/>
                  </a:srgbClr>
                </a:gs>
                <a:gs pos="60000">
                  <a:srgbClr val="92CCD4"/>
                </a:gs>
              </a:gsLst>
              <a:lin ang="2700000"/>
            </a:gradFill>
            <a:ln cap="rnd" cmpd="sng">
              <a:prstDash val="solid"/>
            </a:ln>
            <a:effectLst>
              <a:outerShdw blurRad="76200" dist="50800" dir="5400000" algn="ctr" rotWithShape="0">
                <a:schemeClr val="accent5">
                  <a:alpha val="20000"/>
                </a:schemeClr>
              </a:outerShdw>
            </a:effectLst>
          </p:spPr>
          <p:txBody>
            <a:bodyPr rot="0" vert="horz" wrap="square" lIns="91440" tIns="45720" rIns="91440" bIns="45720" anchor="ctr">
              <a:normAutofit/>
            </a:bodyPr>
            <a:p>
              <a:pPr marL="0" algn="ctr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7200333" y="3029673"/>
              <a:ext cx="450520" cy="449836"/>
            </a:xfrm>
            <a:custGeom>
              <a:avLst/>
              <a:gdLst/>
              <a:ahLst/>
              <a:cxnLst/>
              <a:rect l="l" t="t" r="r" b="b"/>
              <a:pathLst>
                <a:path w="607991" h="607074">
                  <a:moveTo>
                    <a:pt x="377627" y="294539"/>
                  </a:moveTo>
                  <a:cubicBezTo>
                    <a:pt x="332077" y="294539"/>
                    <a:pt x="294976" y="331583"/>
                    <a:pt x="294976" y="377063"/>
                  </a:cubicBezTo>
                  <a:cubicBezTo>
                    <a:pt x="294976" y="422621"/>
                    <a:pt x="332077" y="459588"/>
                    <a:pt x="377627" y="459588"/>
                  </a:cubicBezTo>
                  <a:cubicBezTo>
                    <a:pt x="423254" y="459588"/>
                    <a:pt x="460355" y="422621"/>
                    <a:pt x="460355" y="377063"/>
                  </a:cubicBezTo>
                  <a:cubicBezTo>
                    <a:pt x="460355" y="331583"/>
                    <a:pt x="423254" y="294539"/>
                    <a:pt x="377627" y="294539"/>
                  </a:cubicBezTo>
                  <a:close/>
                  <a:moveTo>
                    <a:pt x="359653" y="147129"/>
                  </a:moveTo>
                  <a:lnTo>
                    <a:pt x="395678" y="147129"/>
                  </a:lnTo>
                  <a:cubicBezTo>
                    <a:pt x="411271" y="147129"/>
                    <a:pt x="423869" y="159707"/>
                    <a:pt x="423869" y="175277"/>
                  </a:cubicBezTo>
                  <a:lnTo>
                    <a:pt x="423869" y="197288"/>
                  </a:lnTo>
                  <a:cubicBezTo>
                    <a:pt x="423869" y="203270"/>
                    <a:pt x="429323" y="210173"/>
                    <a:pt x="435698" y="212474"/>
                  </a:cubicBezTo>
                  <a:cubicBezTo>
                    <a:pt x="441613" y="214545"/>
                    <a:pt x="447527" y="216999"/>
                    <a:pt x="453212" y="219760"/>
                  </a:cubicBezTo>
                  <a:cubicBezTo>
                    <a:pt x="455516" y="220834"/>
                    <a:pt x="458205" y="221447"/>
                    <a:pt x="460970" y="221447"/>
                  </a:cubicBezTo>
                  <a:cubicBezTo>
                    <a:pt x="465502" y="221447"/>
                    <a:pt x="469727" y="219913"/>
                    <a:pt x="472185" y="217459"/>
                  </a:cubicBezTo>
                  <a:lnTo>
                    <a:pt x="487931" y="201737"/>
                  </a:lnTo>
                  <a:cubicBezTo>
                    <a:pt x="493232" y="196445"/>
                    <a:pt x="500298" y="193530"/>
                    <a:pt x="507826" y="193530"/>
                  </a:cubicBezTo>
                  <a:cubicBezTo>
                    <a:pt x="515431" y="193530"/>
                    <a:pt x="522498" y="196445"/>
                    <a:pt x="527798" y="201737"/>
                  </a:cubicBezTo>
                  <a:lnTo>
                    <a:pt x="553300" y="227200"/>
                  </a:lnTo>
                  <a:cubicBezTo>
                    <a:pt x="564284" y="238167"/>
                    <a:pt x="564284" y="256037"/>
                    <a:pt x="553300" y="267005"/>
                  </a:cubicBezTo>
                  <a:lnTo>
                    <a:pt x="537553" y="282727"/>
                  </a:lnTo>
                  <a:cubicBezTo>
                    <a:pt x="533405" y="286946"/>
                    <a:pt x="532253" y="295612"/>
                    <a:pt x="535249" y="301671"/>
                  </a:cubicBezTo>
                  <a:cubicBezTo>
                    <a:pt x="538014" y="307347"/>
                    <a:pt x="540472" y="313252"/>
                    <a:pt x="542546" y="319158"/>
                  </a:cubicBezTo>
                  <a:cubicBezTo>
                    <a:pt x="544850" y="325524"/>
                    <a:pt x="551764" y="330969"/>
                    <a:pt x="557755" y="330969"/>
                  </a:cubicBezTo>
                  <a:lnTo>
                    <a:pt x="579800" y="330969"/>
                  </a:lnTo>
                  <a:cubicBezTo>
                    <a:pt x="595317" y="330969"/>
                    <a:pt x="607991" y="343547"/>
                    <a:pt x="607991" y="359116"/>
                  </a:cubicBezTo>
                  <a:lnTo>
                    <a:pt x="607991" y="395087"/>
                  </a:lnTo>
                  <a:cubicBezTo>
                    <a:pt x="607991" y="410656"/>
                    <a:pt x="595394" y="423234"/>
                    <a:pt x="579800" y="423234"/>
                  </a:cubicBezTo>
                  <a:lnTo>
                    <a:pt x="557755" y="423234"/>
                  </a:lnTo>
                  <a:cubicBezTo>
                    <a:pt x="551764" y="423234"/>
                    <a:pt x="544850" y="428680"/>
                    <a:pt x="542546" y="435045"/>
                  </a:cubicBezTo>
                  <a:cubicBezTo>
                    <a:pt x="540472" y="440951"/>
                    <a:pt x="538014" y="446857"/>
                    <a:pt x="535249" y="452532"/>
                  </a:cubicBezTo>
                  <a:cubicBezTo>
                    <a:pt x="532330" y="458591"/>
                    <a:pt x="533405" y="467258"/>
                    <a:pt x="537630" y="471476"/>
                  </a:cubicBezTo>
                  <a:lnTo>
                    <a:pt x="553300" y="487199"/>
                  </a:lnTo>
                  <a:cubicBezTo>
                    <a:pt x="564284" y="498166"/>
                    <a:pt x="564284" y="516036"/>
                    <a:pt x="553300" y="527004"/>
                  </a:cubicBezTo>
                  <a:lnTo>
                    <a:pt x="527798" y="552467"/>
                  </a:lnTo>
                  <a:cubicBezTo>
                    <a:pt x="522498" y="557759"/>
                    <a:pt x="515431" y="560750"/>
                    <a:pt x="507826" y="560750"/>
                  </a:cubicBezTo>
                  <a:cubicBezTo>
                    <a:pt x="500298" y="560750"/>
                    <a:pt x="493232" y="557759"/>
                    <a:pt x="487931" y="552467"/>
                  </a:cubicBezTo>
                  <a:lnTo>
                    <a:pt x="472261" y="536821"/>
                  </a:lnTo>
                  <a:cubicBezTo>
                    <a:pt x="469727" y="534290"/>
                    <a:pt x="465502" y="532756"/>
                    <a:pt x="460970" y="532756"/>
                  </a:cubicBezTo>
                  <a:cubicBezTo>
                    <a:pt x="458205" y="532756"/>
                    <a:pt x="455439" y="533369"/>
                    <a:pt x="453212" y="534443"/>
                  </a:cubicBezTo>
                  <a:cubicBezTo>
                    <a:pt x="447527" y="537204"/>
                    <a:pt x="441613" y="539658"/>
                    <a:pt x="435698" y="541729"/>
                  </a:cubicBezTo>
                  <a:cubicBezTo>
                    <a:pt x="429323" y="544030"/>
                    <a:pt x="423869" y="550933"/>
                    <a:pt x="423869" y="556915"/>
                  </a:cubicBezTo>
                  <a:lnTo>
                    <a:pt x="423869" y="578927"/>
                  </a:lnTo>
                  <a:cubicBezTo>
                    <a:pt x="423869" y="594496"/>
                    <a:pt x="411271" y="607074"/>
                    <a:pt x="395678" y="607074"/>
                  </a:cubicBezTo>
                  <a:lnTo>
                    <a:pt x="359653" y="607074"/>
                  </a:lnTo>
                  <a:cubicBezTo>
                    <a:pt x="344060" y="607074"/>
                    <a:pt x="331462" y="594496"/>
                    <a:pt x="331462" y="578927"/>
                  </a:cubicBezTo>
                  <a:lnTo>
                    <a:pt x="331462" y="556915"/>
                  </a:lnTo>
                  <a:cubicBezTo>
                    <a:pt x="331462" y="550933"/>
                    <a:pt x="326008" y="544030"/>
                    <a:pt x="319633" y="541729"/>
                  </a:cubicBezTo>
                  <a:cubicBezTo>
                    <a:pt x="313718" y="539658"/>
                    <a:pt x="307804" y="537204"/>
                    <a:pt x="302119" y="534443"/>
                  </a:cubicBezTo>
                  <a:cubicBezTo>
                    <a:pt x="299892" y="533369"/>
                    <a:pt x="297203" y="532756"/>
                    <a:pt x="294361" y="532756"/>
                  </a:cubicBezTo>
                  <a:cubicBezTo>
                    <a:pt x="289829" y="532756"/>
                    <a:pt x="285681" y="534290"/>
                    <a:pt x="283146" y="536821"/>
                  </a:cubicBezTo>
                  <a:lnTo>
                    <a:pt x="267400" y="552467"/>
                  </a:lnTo>
                  <a:cubicBezTo>
                    <a:pt x="262099" y="557759"/>
                    <a:pt x="255033" y="560750"/>
                    <a:pt x="247505" y="560750"/>
                  </a:cubicBezTo>
                  <a:cubicBezTo>
                    <a:pt x="239977" y="560750"/>
                    <a:pt x="232834" y="557759"/>
                    <a:pt x="227533" y="552467"/>
                  </a:cubicBezTo>
                  <a:lnTo>
                    <a:pt x="202031" y="527004"/>
                  </a:lnTo>
                  <a:cubicBezTo>
                    <a:pt x="191047" y="516036"/>
                    <a:pt x="191047" y="498166"/>
                    <a:pt x="202031" y="487199"/>
                  </a:cubicBezTo>
                  <a:lnTo>
                    <a:pt x="217701" y="471476"/>
                  </a:lnTo>
                  <a:cubicBezTo>
                    <a:pt x="221926" y="467258"/>
                    <a:pt x="223001" y="458591"/>
                    <a:pt x="220082" y="452532"/>
                  </a:cubicBezTo>
                  <a:cubicBezTo>
                    <a:pt x="217317" y="446780"/>
                    <a:pt x="214859" y="440951"/>
                    <a:pt x="212785" y="435045"/>
                  </a:cubicBezTo>
                  <a:cubicBezTo>
                    <a:pt x="210481" y="428603"/>
                    <a:pt x="203568" y="423234"/>
                    <a:pt x="197576" y="423234"/>
                  </a:cubicBezTo>
                  <a:lnTo>
                    <a:pt x="175531" y="423234"/>
                  </a:lnTo>
                  <a:cubicBezTo>
                    <a:pt x="159937" y="423234"/>
                    <a:pt x="147340" y="410579"/>
                    <a:pt x="147340" y="395087"/>
                  </a:cubicBezTo>
                  <a:lnTo>
                    <a:pt x="147340" y="359116"/>
                  </a:lnTo>
                  <a:cubicBezTo>
                    <a:pt x="147340" y="343547"/>
                    <a:pt x="159937" y="330969"/>
                    <a:pt x="175531" y="330969"/>
                  </a:cubicBezTo>
                  <a:lnTo>
                    <a:pt x="197576" y="330969"/>
                  </a:lnTo>
                  <a:cubicBezTo>
                    <a:pt x="203568" y="330969"/>
                    <a:pt x="210481" y="325524"/>
                    <a:pt x="212785" y="319158"/>
                  </a:cubicBezTo>
                  <a:cubicBezTo>
                    <a:pt x="214859" y="313252"/>
                    <a:pt x="217317" y="307347"/>
                    <a:pt x="220082" y="301671"/>
                  </a:cubicBezTo>
                  <a:cubicBezTo>
                    <a:pt x="223001" y="295612"/>
                    <a:pt x="221926" y="286946"/>
                    <a:pt x="217701" y="282727"/>
                  </a:cubicBezTo>
                  <a:lnTo>
                    <a:pt x="202031" y="267005"/>
                  </a:lnTo>
                  <a:cubicBezTo>
                    <a:pt x="196731" y="261713"/>
                    <a:pt x="193735" y="254657"/>
                    <a:pt x="193735" y="247141"/>
                  </a:cubicBezTo>
                  <a:cubicBezTo>
                    <a:pt x="193735" y="239624"/>
                    <a:pt x="196731" y="232492"/>
                    <a:pt x="202031" y="227200"/>
                  </a:cubicBezTo>
                  <a:lnTo>
                    <a:pt x="227533" y="201737"/>
                  </a:lnTo>
                  <a:cubicBezTo>
                    <a:pt x="232834" y="196445"/>
                    <a:pt x="239977" y="193530"/>
                    <a:pt x="247505" y="193530"/>
                  </a:cubicBezTo>
                  <a:cubicBezTo>
                    <a:pt x="255033" y="193530"/>
                    <a:pt x="262099" y="196445"/>
                    <a:pt x="267400" y="201737"/>
                  </a:cubicBezTo>
                  <a:lnTo>
                    <a:pt x="283070" y="217383"/>
                  </a:lnTo>
                  <a:cubicBezTo>
                    <a:pt x="285604" y="219913"/>
                    <a:pt x="289829" y="221447"/>
                    <a:pt x="294361" y="221447"/>
                  </a:cubicBezTo>
                  <a:cubicBezTo>
                    <a:pt x="297126" y="221447"/>
                    <a:pt x="299892" y="220834"/>
                    <a:pt x="302119" y="219760"/>
                  </a:cubicBezTo>
                  <a:cubicBezTo>
                    <a:pt x="307804" y="216999"/>
                    <a:pt x="313718" y="214545"/>
                    <a:pt x="319633" y="212474"/>
                  </a:cubicBezTo>
                  <a:cubicBezTo>
                    <a:pt x="326008" y="210173"/>
                    <a:pt x="331462" y="203270"/>
                    <a:pt x="331462" y="197288"/>
                  </a:cubicBezTo>
                  <a:lnTo>
                    <a:pt x="331462" y="175277"/>
                  </a:lnTo>
                  <a:cubicBezTo>
                    <a:pt x="331462" y="159707"/>
                    <a:pt x="344060" y="147129"/>
                    <a:pt x="359653" y="147129"/>
                  </a:cubicBezTo>
                  <a:close/>
                  <a:moveTo>
                    <a:pt x="119929" y="83135"/>
                  </a:moveTo>
                  <a:cubicBezTo>
                    <a:pt x="99723" y="83135"/>
                    <a:pt x="83282" y="99547"/>
                    <a:pt x="83282" y="119717"/>
                  </a:cubicBezTo>
                  <a:cubicBezTo>
                    <a:pt x="83282" y="139888"/>
                    <a:pt x="99723" y="156223"/>
                    <a:pt x="119929" y="156223"/>
                  </a:cubicBezTo>
                  <a:cubicBezTo>
                    <a:pt x="140135" y="156223"/>
                    <a:pt x="156499" y="139888"/>
                    <a:pt x="156499" y="119717"/>
                  </a:cubicBezTo>
                  <a:cubicBezTo>
                    <a:pt x="156499" y="99547"/>
                    <a:pt x="140135" y="83135"/>
                    <a:pt x="119929" y="83135"/>
                  </a:cubicBezTo>
                  <a:close/>
                  <a:moveTo>
                    <a:pt x="110863" y="0"/>
                  </a:moveTo>
                  <a:lnTo>
                    <a:pt x="128918" y="0"/>
                  </a:lnTo>
                  <a:cubicBezTo>
                    <a:pt x="139290" y="0"/>
                    <a:pt x="147741" y="8436"/>
                    <a:pt x="147741" y="18790"/>
                  </a:cubicBezTo>
                  <a:lnTo>
                    <a:pt x="147741" y="29834"/>
                  </a:lnTo>
                  <a:cubicBezTo>
                    <a:pt x="147741" y="30677"/>
                    <a:pt x="148970" y="32441"/>
                    <a:pt x="150507" y="32978"/>
                  </a:cubicBezTo>
                  <a:cubicBezTo>
                    <a:pt x="153580" y="34052"/>
                    <a:pt x="156730" y="35355"/>
                    <a:pt x="159726" y="36813"/>
                  </a:cubicBezTo>
                  <a:cubicBezTo>
                    <a:pt x="160187" y="37043"/>
                    <a:pt x="160878" y="37196"/>
                    <a:pt x="161570" y="37196"/>
                  </a:cubicBezTo>
                  <a:cubicBezTo>
                    <a:pt x="162799" y="37196"/>
                    <a:pt x="163644" y="36813"/>
                    <a:pt x="163875" y="36583"/>
                  </a:cubicBezTo>
                  <a:lnTo>
                    <a:pt x="171711" y="28683"/>
                  </a:lnTo>
                  <a:cubicBezTo>
                    <a:pt x="175245" y="25155"/>
                    <a:pt x="180009" y="23238"/>
                    <a:pt x="185002" y="23238"/>
                  </a:cubicBezTo>
                  <a:cubicBezTo>
                    <a:pt x="189996" y="23238"/>
                    <a:pt x="194760" y="25155"/>
                    <a:pt x="198294" y="28683"/>
                  </a:cubicBezTo>
                  <a:lnTo>
                    <a:pt x="211047" y="41414"/>
                  </a:lnTo>
                  <a:cubicBezTo>
                    <a:pt x="218346" y="48777"/>
                    <a:pt x="218346" y="60664"/>
                    <a:pt x="211047" y="67950"/>
                  </a:cubicBezTo>
                  <a:lnTo>
                    <a:pt x="203211" y="75849"/>
                  </a:lnTo>
                  <a:cubicBezTo>
                    <a:pt x="202596" y="76386"/>
                    <a:pt x="202212" y="78533"/>
                    <a:pt x="202903" y="79914"/>
                  </a:cubicBezTo>
                  <a:cubicBezTo>
                    <a:pt x="204363" y="82905"/>
                    <a:pt x="205669" y="86049"/>
                    <a:pt x="206822" y="89117"/>
                  </a:cubicBezTo>
                  <a:cubicBezTo>
                    <a:pt x="207359" y="90651"/>
                    <a:pt x="209127" y="91878"/>
                    <a:pt x="209972" y="91878"/>
                  </a:cubicBezTo>
                  <a:lnTo>
                    <a:pt x="220958" y="91878"/>
                  </a:lnTo>
                  <a:cubicBezTo>
                    <a:pt x="231330" y="91878"/>
                    <a:pt x="239781" y="100314"/>
                    <a:pt x="239781" y="110668"/>
                  </a:cubicBezTo>
                  <a:lnTo>
                    <a:pt x="239781" y="128691"/>
                  </a:lnTo>
                  <a:cubicBezTo>
                    <a:pt x="239781" y="139044"/>
                    <a:pt x="231330" y="147480"/>
                    <a:pt x="220958" y="147480"/>
                  </a:cubicBezTo>
                  <a:lnTo>
                    <a:pt x="209972" y="147480"/>
                  </a:lnTo>
                  <a:cubicBezTo>
                    <a:pt x="209127" y="147480"/>
                    <a:pt x="207359" y="148707"/>
                    <a:pt x="206822" y="150241"/>
                  </a:cubicBezTo>
                  <a:cubicBezTo>
                    <a:pt x="205669" y="153309"/>
                    <a:pt x="204363" y="156453"/>
                    <a:pt x="202903" y="159444"/>
                  </a:cubicBezTo>
                  <a:cubicBezTo>
                    <a:pt x="202212" y="160825"/>
                    <a:pt x="202596" y="162972"/>
                    <a:pt x="203211" y="163586"/>
                  </a:cubicBezTo>
                  <a:lnTo>
                    <a:pt x="211047" y="171408"/>
                  </a:lnTo>
                  <a:cubicBezTo>
                    <a:pt x="218346" y="178694"/>
                    <a:pt x="218346" y="190658"/>
                    <a:pt x="211047" y="197944"/>
                  </a:cubicBezTo>
                  <a:lnTo>
                    <a:pt x="198294" y="210675"/>
                  </a:lnTo>
                  <a:cubicBezTo>
                    <a:pt x="194760" y="214203"/>
                    <a:pt x="189996" y="216197"/>
                    <a:pt x="185002" y="216197"/>
                  </a:cubicBezTo>
                  <a:cubicBezTo>
                    <a:pt x="180009" y="216197"/>
                    <a:pt x="175245" y="214203"/>
                    <a:pt x="171711" y="210675"/>
                  </a:cubicBezTo>
                  <a:lnTo>
                    <a:pt x="163875" y="202852"/>
                  </a:lnTo>
                  <a:cubicBezTo>
                    <a:pt x="163644" y="202622"/>
                    <a:pt x="162799" y="202239"/>
                    <a:pt x="161570" y="202239"/>
                  </a:cubicBezTo>
                  <a:cubicBezTo>
                    <a:pt x="160878" y="202239"/>
                    <a:pt x="160187" y="202316"/>
                    <a:pt x="159726" y="202546"/>
                  </a:cubicBezTo>
                  <a:cubicBezTo>
                    <a:pt x="156730" y="204003"/>
                    <a:pt x="153580" y="205307"/>
                    <a:pt x="150507" y="206457"/>
                  </a:cubicBezTo>
                  <a:cubicBezTo>
                    <a:pt x="148970" y="206994"/>
                    <a:pt x="147741" y="208758"/>
                    <a:pt x="147741" y="209601"/>
                  </a:cubicBezTo>
                  <a:lnTo>
                    <a:pt x="147741" y="220568"/>
                  </a:lnTo>
                  <a:cubicBezTo>
                    <a:pt x="147741" y="230922"/>
                    <a:pt x="139290" y="239358"/>
                    <a:pt x="128918" y="239358"/>
                  </a:cubicBezTo>
                  <a:lnTo>
                    <a:pt x="110863" y="239358"/>
                  </a:lnTo>
                  <a:cubicBezTo>
                    <a:pt x="100491" y="239358"/>
                    <a:pt x="92117" y="230922"/>
                    <a:pt x="92117" y="220568"/>
                  </a:cubicBezTo>
                  <a:lnTo>
                    <a:pt x="92117" y="209601"/>
                  </a:lnTo>
                  <a:cubicBezTo>
                    <a:pt x="92117" y="208758"/>
                    <a:pt x="90811" y="206917"/>
                    <a:pt x="89274" y="206457"/>
                  </a:cubicBezTo>
                  <a:cubicBezTo>
                    <a:pt x="86201" y="205307"/>
                    <a:pt x="83051" y="204003"/>
                    <a:pt x="80055" y="202546"/>
                  </a:cubicBezTo>
                  <a:cubicBezTo>
                    <a:pt x="79594" y="202316"/>
                    <a:pt x="78903" y="202239"/>
                    <a:pt x="78211" y="202239"/>
                  </a:cubicBezTo>
                  <a:cubicBezTo>
                    <a:pt x="77059" y="202239"/>
                    <a:pt x="76214" y="202622"/>
                    <a:pt x="75983" y="202852"/>
                  </a:cubicBezTo>
                  <a:lnTo>
                    <a:pt x="68070" y="210675"/>
                  </a:lnTo>
                  <a:cubicBezTo>
                    <a:pt x="64536" y="214203"/>
                    <a:pt x="59849" y="216197"/>
                    <a:pt x="54779" y="216197"/>
                  </a:cubicBezTo>
                  <a:cubicBezTo>
                    <a:pt x="49785" y="216197"/>
                    <a:pt x="45021" y="214203"/>
                    <a:pt x="41487" y="210675"/>
                  </a:cubicBezTo>
                  <a:lnTo>
                    <a:pt x="28734" y="197944"/>
                  </a:lnTo>
                  <a:cubicBezTo>
                    <a:pt x="25200" y="194416"/>
                    <a:pt x="23279" y="189661"/>
                    <a:pt x="23279" y="184676"/>
                  </a:cubicBezTo>
                  <a:cubicBezTo>
                    <a:pt x="23279" y="179691"/>
                    <a:pt x="25200" y="174936"/>
                    <a:pt x="28734" y="171408"/>
                  </a:cubicBezTo>
                  <a:lnTo>
                    <a:pt x="36570" y="163586"/>
                  </a:lnTo>
                  <a:cubicBezTo>
                    <a:pt x="37185" y="162972"/>
                    <a:pt x="37569" y="160825"/>
                    <a:pt x="36878" y="159444"/>
                  </a:cubicBezTo>
                  <a:cubicBezTo>
                    <a:pt x="35418" y="156453"/>
                    <a:pt x="34112" y="153386"/>
                    <a:pt x="33036" y="150241"/>
                  </a:cubicBezTo>
                  <a:cubicBezTo>
                    <a:pt x="32498" y="148707"/>
                    <a:pt x="30654" y="147480"/>
                    <a:pt x="29886" y="147480"/>
                  </a:cubicBezTo>
                  <a:lnTo>
                    <a:pt x="18823" y="147480"/>
                  </a:lnTo>
                  <a:cubicBezTo>
                    <a:pt x="8451" y="147480"/>
                    <a:pt x="0" y="139044"/>
                    <a:pt x="0" y="128691"/>
                  </a:cubicBezTo>
                  <a:lnTo>
                    <a:pt x="0" y="110668"/>
                  </a:lnTo>
                  <a:cubicBezTo>
                    <a:pt x="0" y="100314"/>
                    <a:pt x="8451" y="91955"/>
                    <a:pt x="18823" y="91955"/>
                  </a:cubicBezTo>
                  <a:lnTo>
                    <a:pt x="29886" y="91955"/>
                  </a:lnTo>
                  <a:cubicBezTo>
                    <a:pt x="30654" y="91955"/>
                    <a:pt x="32498" y="90651"/>
                    <a:pt x="33036" y="89194"/>
                  </a:cubicBezTo>
                  <a:cubicBezTo>
                    <a:pt x="34112" y="86049"/>
                    <a:pt x="35418" y="82905"/>
                    <a:pt x="36878" y="79914"/>
                  </a:cubicBezTo>
                  <a:cubicBezTo>
                    <a:pt x="37569" y="78533"/>
                    <a:pt x="37185" y="76386"/>
                    <a:pt x="36570" y="75849"/>
                  </a:cubicBezTo>
                  <a:lnTo>
                    <a:pt x="28734" y="67950"/>
                  </a:lnTo>
                  <a:cubicBezTo>
                    <a:pt x="21435" y="60664"/>
                    <a:pt x="21435" y="48777"/>
                    <a:pt x="28734" y="41414"/>
                  </a:cubicBezTo>
                  <a:lnTo>
                    <a:pt x="41487" y="28683"/>
                  </a:lnTo>
                  <a:cubicBezTo>
                    <a:pt x="45021" y="25155"/>
                    <a:pt x="49785" y="23238"/>
                    <a:pt x="54779" y="23238"/>
                  </a:cubicBezTo>
                  <a:cubicBezTo>
                    <a:pt x="59849" y="23238"/>
                    <a:pt x="64536" y="25155"/>
                    <a:pt x="68070" y="28683"/>
                  </a:cubicBezTo>
                  <a:lnTo>
                    <a:pt x="75983" y="36583"/>
                  </a:lnTo>
                  <a:cubicBezTo>
                    <a:pt x="76214" y="36813"/>
                    <a:pt x="77059" y="37196"/>
                    <a:pt x="78211" y="37196"/>
                  </a:cubicBezTo>
                  <a:cubicBezTo>
                    <a:pt x="78903" y="37196"/>
                    <a:pt x="79594" y="37043"/>
                    <a:pt x="80055" y="36813"/>
                  </a:cubicBezTo>
                  <a:cubicBezTo>
                    <a:pt x="83051" y="35355"/>
                    <a:pt x="86201" y="34052"/>
                    <a:pt x="89351" y="32978"/>
                  </a:cubicBezTo>
                  <a:cubicBezTo>
                    <a:pt x="90811" y="32441"/>
                    <a:pt x="92117" y="30677"/>
                    <a:pt x="92117" y="29834"/>
                  </a:cubicBezTo>
                  <a:lnTo>
                    <a:pt x="92117" y="18790"/>
                  </a:lnTo>
                  <a:cubicBezTo>
                    <a:pt x="92117" y="8436"/>
                    <a:pt x="100491" y="0"/>
                    <a:pt x="110863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 vert="horz" wrap="square" lIns="91440" tIns="45720" rIns="91440" bIns="45720" anchor="t">
              <a:normAutofit/>
            </a:bodyPr>
            <a:p>
              <a:pPr marL="0" algn="l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654050" y="3756028"/>
            <a:ext cx="2825172" cy="33718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/>
          <a:p>
            <a:pPr marL="0" algn="l">
              <a:spcBef>
                <a:spcPct val="0"/>
              </a:spcBef>
              <a:defRPr/>
            </a:pPr>
            <a:r>
              <a:rPr lang="en-US" altLang="zh-CN" sz="1600" b="1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解析要点1：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54050" y="4163552"/>
            <a:ext cx="2825172" cy="349250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p>
            <a:pPr marL="0" algn="l">
              <a:lnSpc>
                <a:spcPct val="120000"/>
              </a:lnSpc>
            </a:pPr>
            <a:r>
              <a:rPr lang="en-US" altLang="zh-CN" sz="1400" b="0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选择比喻词时要注意合理性，比如‘她的笑容像阳光一样温暖’。</a:t>
            </a:r>
            <a:endParaRPr lang="en-US" altLang="zh-CN" sz="1400" b="0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2" name="Group 22"/>
          <p:cNvGrpSpPr/>
          <p:nvPr/>
        </p:nvGrpSpPr>
        <p:grpSpPr>
          <a:xfrm>
            <a:off x="7846187" y="4265973"/>
            <a:ext cx="853890" cy="853890"/>
            <a:chOff x="7852537" y="4265973"/>
            <a:chExt cx="853890" cy="853890"/>
          </a:xfrm>
        </p:grpSpPr>
        <p:sp>
          <p:nvSpPr>
            <p:cNvPr id="23" name="AutoShape 23"/>
            <p:cNvSpPr/>
            <p:nvPr/>
          </p:nvSpPr>
          <p:spPr>
            <a:xfrm>
              <a:off x="7852537" y="4265973"/>
              <a:ext cx="853890" cy="853890"/>
            </a:xfrm>
            <a:prstGeom prst="ellipse">
              <a:avLst/>
            </a:prstGeom>
            <a:gradFill>
              <a:gsLst>
                <a:gs pos="0">
                  <a:srgbClr val="B27640">
                    <a:lumMod val="60000"/>
                    <a:lumOff val="40000"/>
                  </a:srgbClr>
                </a:gs>
                <a:gs pos="60000">
                  <a:srgbClr val="B27640"/>
                </a:gs>
              </a:gsLst>
              <a:lin ang="2700000"/>
            </a:gradFill>
            <a:ln cap="rnd" cmpd="sng">
              <a:prstDash val="solid"/>
            </a:ln>
            <a:effectLst>
              <a:outerShdw blurRad="76200" dist="50800" dir="5400000" algn="ctr" rotWithShape="0">
                <a:schemeClr val="accent3">
                  <a:alpha val="20000"/>
                </a:schemeClr>
              </a:outerShdw>
            </a:effectLst>
          </p:spPr>
          <p:txBody>
            <a:bodyPr rot="0" vert="horz" wrap="square" lIns="91440" tIns="45720" rIns="91440" bIns="45720" anchor="ctr">
              <a:normAutofit/>
            </a:bodyPr>
            <a:p>
              <a:pPr marL="0" algn="ctr"/>
            </a:p>
          </p:txBody>
        </p:sp>
        <p:sp>
          <p:nvSpPr>
            <p:cNvPr id="24" name="Freeform 24"/>
            <p:cNvSpPr/>
            <p:nvPr/>
          </p:nvSpPr>
          <p:spPr>
            <a:xfrm>
              <a:off x="8090191" y="4503913"/>
              <a:ext cx="378584" cy="378010"/>
            </a:xfrm>
            <a:custGeom>
              <a:avLst/>
              <a:gdLst/>
              <a:ahLst/>
              <a:cxnLst/>
              <a:rect l="l" t="t" r="r" b="b"/>
              <a:pathLst>
                <a:path w="578649" h="594741">
                  <a:moveTo>
                    <a:pt x="411175" y="315251"/>
                  </a:moveTo>
                  <a:cubicBezTo>
                    <a:pt x="392328" y="315251"/>
                    <a:pt x="373301" y="322420"/>
                    <a:pt x="358940" y="336757"/>
                  </a:cubicBezTo>
                  <a:cubicBezTo>
                    <a:pt x="330220" y="365432"/>
                    <a:pt x="330220" y="411311"/>
                    <a:pt x="358940" y="439986"/>
                  </a:cubicBezTo>
                  <a:cubicBezTo>
                    <a:pt x="387661" y="468660"/>
                    <a:pt x="435049" y="468660"/>
                    <a:pt x="462333" y="439986"/>
                  </a:cubicBezTo>
                  <a:cubicBezTo>
                    <a:pt x="491053" y="411311"/>
                    <a:pt x="491053" y="365432"/>
                    <a:pt x="462333" y="336757"/>
                  </a:cubicBezTo>
                  <a:cubicBezTo>
                    <a:pt x="448691" y="322420"/>
                    <a:pt x="430023" y="315251"/>
                    <a:pt x="411175" y="315251"/>
                  </a:cubicBezTo>
                  <a:close/>
                  <a:moveTo>
                    <a:pt x="410816" y="276182"/>
                  </a:moveTo>
                  <a:cubicBezTo>
                    <a:pt x="439716" y="276182"/>
                    <a:pt x="468795" y="287293"/>
                    <a:pt x="491053" y="309516"/>
                  </a:cubicBezTo>
                  <a:cubicBezTo>
                    <a:pt x="525517" y="342492"/>
                    <a:pt x="532697" y="394106"/>
                    <a:pt x="514029" y="435685"/>
                  </a:cubicBezTo>
                  <a:lnTo>
                    <a:pt x="578649" y="500203"/>
                  </a:lnTo>
                  <a:lnTo>
                    <a:pt x="522645" y="556118"/>
                  </a:lnTo>
                  <a:lnTo>
                    <a:pt x="458025" y="491600"/>
                  </a:lnTo>
                  <a:cubicBezTo>
                    <a:pt x="416381" y="510239"/>
                    <a:pt x="366121" y="503070"/>
                    <a:pt x="331656" y="468660"/>
                  </a:cubicBezTo>
                  <a:cubicBezTo>
                    <a:pt x="287140" y="424215"/>
                    <a:pt x="287140" y="352528"/>
                    <a:pt x="331656" y="309516"/>
                  </a:cubicBezTo>
                  <a:cubicBezTo>
                    <a:pt x="353197" y="287293"/>
                    <a:pt x="381917" y="276182"/>
                    <a:pt x="410816" y="276182"/>
                  </a:cubicBezTo>
                  <a:close/>
                  <a:moveTo>
                    <a:pt x="134949" y="20001"/>
                  </a:moveTo>
                  <a:lnTo>
                    <a:pt x="134949" y="144835"/>
                  </a:lnTo>
                  <a:lnTo>
                    <a:pt x="17242" y="144835"/>
                  </a:lnTo>
                  <a:close/>
                  <a:moveTo>
                    <a:pt x="172278" y="0"/>
                  </a:moveTo>
                  <a:lnTo>
                    <a:pt x="480943" y="0"/>
                  </a:lnTo>
                  <a:lnTo>
                    <a:pt x="480943" y="276591"/>
                  </a:lnTo>
                  <a:cubicBezTo>
                    <a:pt x="460844" y="263693"/>
                    <a:pt x="436438" y="256527"/>
                    <a:pt x="410596" y="256527"/>
                  </a:cubicBezTo>
                  <a:cubicBezTo>
                    <a:pt x="381883" y="256527"/>
                    <a:pt x="354606" y="265126"/>
                    <a:pt x="331636" y="282323"/>
                  </a:cubicBezTo>
                  <a:lnTo>
                    <a:pt x="81832" y="282323"/>
                  </a:lnTo>
                  <a:lnTo>
                    <a:pt x="81832" y="322450"/>
                  </a:lnTo>
                  <a:lnTo>
                    <a:pt x="295744" y="322450"/>
                  </a:lnTo>
                  <a:cubicBezTo>
                    <a:pt x="288566" y="335348"/>
                    <a:pt x="282823" y="351112"/>
                    <a:pt x="279952" y="366877"/>
                  </a:cubicBezTo>
                  <a:lnTo>
                    <a:pt x="81832" y="366877"/>
                  </a:lnTo>
                  <a:lnTo>
                    <a:pt x="81832" y="407004"/>
                  </a:lnTo>
                  <a:lnTo>
                    <a:pt x="279952" y="407004"/>
                  </a:lnTo>
                  <a:cubicBezTo>
                    <a:pt x="281388" y="422768"/>
                    <a:pt x="287130" y="438532"/>
                    <a:pt x="294309" y="451430"/>
                  </a:cubicBezTo>
                  <a:lnTo>
                    <a:pt x="81832" y="451430"/>
                  </a:lnTo>
                  <a:lnTo>
                    <a:pt x="81832" y="491557"/>
                  </a:lnTo>
                  <a:lnTo>
                    <a:pt x="327329" y="491557"/>
                  </a:lnTo>
                  <a:cubicBezTo>
                    <a:pt x="350299" y="511621"/>
                    <a:pt x="380448" y="521653"/>
                    <a:pt x="410596" y="521653"/>
                  </a:cubicBezTo>
                  <a:cubicBezTo>
                    <a:pt x="424953" y="521653"/>
                    <a:pt x="439309" y="518786"/>
                    <a:pt x="453666" y="514487"/>
                  </a:cubicBezTo>
                  <a:lnTo>
                    <a:pt x="480943" y="543149"/>
                  </a:lnTo>
                  <a:lnTo>
                    <a:pt x="480943" y="594741"/>
                  </a:lnTo>
                  <a:lnTo>
                    <a:pt x="0" y="594741"/>
                  </a:lnTo>
                  <a:lnTo>
                    <a:pt x="0" y="180572"/>
                  </a:lnTo>
                  <a:lnTo>
                    <a:pt x="172278" y="18057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vert="horz" wrap="square" lIns="91440" tIns="45720" rIns="91440" bIns="45720" anchor="t">
              <a:normAutofit/>
            </a:bodyPr>
            <a:p>
              <a:pPr marL="0" algn="l"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8619215" y="3756028"/>
            <a:ext cx="2893336" cy="33718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/>
          <a:p>
            <a:pPr marL="0" algn="r">
              <a:spcBef>
                <a:spcPct val="0"/>
              </a:spcBef>
              <a:defRPr/>
            </a:pPr>
            <a:r>
              <a:rPr lang="en-US" altLang="zh-CN" sz="1600" b="1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/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8619215" y="4163552"/>
            <a:ext cx="2893336" cy="349250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p>
            <a:pPr marL="0" algn="l">
              <a:lnSpc>
                <a:spcPct val="120000"/>
              </a:lnSpc>
            </a:pPr>
            <a:r>
              <a:rPr lang="en-US" altLang="zh-CN" sz="140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/>
            </a:r>
            <a:endParaRPr lang="zh-CN" altLang="en-US" sz="1400" b="0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670718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algn="l">
              <a:lnSpc>
                <a:spcPct val="90000"/>
              </a:lnSpc>
              <a:spcBef>
                <a:spcPct val="0"/>
              </a:spcBef>
              <a:defRPr/>
            </a:pPr>
            <a:r>
              <a:rPr lang="en-US" altLang="zh-CN" sz="2800" b="1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错题解析</a:t>
            </a:r>
            <a:endParaRPr lang="en-US" altLang="zh-CN" sz="2800" b="1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utoShape 2"/>
          <p:cNvSpPr/>
          <p:nvPr>
            <p:ph type="title"/>
          </p:nvPr>
        </p:nvSpPr>
        <p:spPr>
          <a:xfrm>
            <a:off x="1273810" y="2639695"/>
            <a:ext cx="9479915" cy="706755"/>
          </a:xfrm>
          <a:prstGeom prst="rect">
            <a:avLst/>
          </a:prstGeom>
        </p:spPr>
        <p:txBody>
          <a:bodyPr vert="horz" wrap="square" lIns="91440" tIns="45720" rIns="91440" bIns="45720" anchor="ctr">
            <a:spAutoFit/>
          </a:bodyPr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altLang="zh-CN" sz="4000" b="1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三、下一节准备</a:t>
            </a:r>
            <a:endParaRPr lang="zh-CN" altLang="zh-CN" sz="4000" b="1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utoShape 2"/>
          <p:cNvSpPr/>
          <p:nvPr/>
        </p:nvSpPr>
        <p:spPr>
          <a:xfrm>
            <a:off x="5231884" y="3781847"/>
            <a:ext cx="1715532" cy="1715532"/>
          </a:xfrm>
          <a:prstGeom prst="ellipse">
            <a:avLst/>
          </a:prstGeom>
          <a:gradFill>
            <a:gsLst>
              <a:gs pos="0">
                <a:srgbClr val="8AAEA2">
                  <a:lumMod val="60000"/>
                  <a:lumOff val="40000"/>
                </a:srgbClr>
              </a:gs>
              <a:gs pos="60000">
                <a:srgbClr val="8AAEA2"/>
              </a:gs>
            </a:gsLst>
            <a:lin ang="2700000"/>
          </a:gradFill>
          <a:ln cap="rnd" cmpd="sng">
            <a:prstDash val="solid"/>
          </a:ln>
          <a:effectLst>
            <a:outerShdw blurRad="76200" dist="50800" dir="5400000" algn="ctr" rotWithShape="0">
              <a:schemeClr val="accent1">
                <a:alpha val="20000"/>
              </a:schemeClr>
            </a:outerShdw>
          </a:effectLst>
        </p:spPr>
        <p:txBody>
          <a:bodyPr rot="0" vert="horz" wrap="square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3" name="AutoShape 3"/>
          <p:cNvSpPr/>
          <p:nvPr/>
        </p:nvSpPr>
        <p:spPr>
          <a:xfrm>
            <a:off x="3859888" y="2960843"/>
            <a:ext cx="4459523" cy="3700318"/>
          </a:xfrm>
          <a:prstGeom prst="arc">
            <a:avLst>
              <a:gd name="adj1" fmla="val 10800000"/>
              <a:gd name="adj2" fmla="val 20640"/>
            </a:avLst>
          </a:prstGeom>
          <a:ln w="12700" cap="flat" cmpd="sng">
            <a:solidFill>
              <a:srgbClr val="778495">
                <a:alpha val="50000"/>
              </a:srgbClr>
            </a:solidFill>
            <a:prstDash val="solid"/>
          </a:ln>
        </p:spPr>
        <p:txBody>
          <a:bodyPr vert="horz" wrap="square" lIns="91440" tIns="45720" rIns="91440" bIns="45720" anchor="ctr">
            <a:normAutofit/>
          </a:bodyPr>
          <a:p>
            <a:pPr marL="0" algn="ctr"/>
          </a:p>
        </p:txBody>
      </p:sp>
      <p:cxnSp>
        <p:nvCxnSpPr>
          <p:cNvPr id="4" name="Connector 4"/>
          <p:cNvCxnSpPr/>
          <p:nvPr/>
        </p:nvCxnSpPr>
        <p:spPr>
          <a:xfrm>
            <a:off x="654050" y="3530634"/>
            <a:ext cx="3041491" cy="0"/>
          </a:xfrm>
          <a:prstGeom prst="line">
            <a:avLst/>
          </a:prstGeom>
          <a:ln w="12700" cap="flat" cmpd="sng">
            <a:solidFill>
              <a:srgbClr val="778495">
                <a:alpha val="50000"/>
              </a:srgbClr>
            </a:solidFill>
            <a:prstDash val="solid"/>
          </a:ln>
        </p:spPr>
      </p:cxnSp>
      <p:cxnSp>
        <p:nvCxnSpPr>
          <p:cNvPr id="5" name="Connector 5"/>
          <p:cNvCxnSpPr/>
          <p:nvPr/>
        </p:nvCxnSpPr>
        <p:spPr>
          <a:xfrm>
            <a:off x="8328142" y="3530634"/>
            <a:ext cx="3193139" cy="0"/>
          </a:xfrm>
          <a:prstGeom prst="line">
            <a:avLst/>
          </a:prstGeom>
          <a:ln w="12700" cap="flat" cmpd="sng">
            <a:solidFill>
              <a:srgbClr val="778495">
                <a:alpha val="50000"/>
              </a:srgbClr>
            </a:solidFill>
            <a:prstDash val="solid"/>
          </a:ln>
        </p:spPr>
      </p:cxnSp>
      <p:sp>
        <p:nvSpPr>
          <p:cNvPr id="6" name="TextBox 6"/>
          <p:cNvSpPr txBox="1"/>
          <p:nvPr/>
        </p:nvSpPr>
        <p:spPr>
          <a:xfrm>
            <a:off x="660400" y="5739043"/>
            <a:ext cx="10858500" cy="99037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normAutofit/>
          </a:bodyPr>
          <a:lstStyle/>
          <a:p>
            <a:pPr marL="0" algn="ctr">
              <a:defRPr/>
            </a:pPr>
            <a:endParaRPr lang="en-US" sz="1100"/>
          </a:p>
        </p:txBody>
      </p:sp>
      <p:grpSp>
        <p:nvGrpSpPr>
          <p:cNvPr id="7" name="Group 7"/>
          <p:cNvGrpSpPr/>
          <p:nvPr/>
        </p:nvGrpSpPr>
        <p:grpSpPr>
          <a:xfrm>
            <a:off x="3479223" y="4265973"/>
            <a:ext cx="853890" cy="853890"/>
            <a:chOff x="3485573" y="4265973"/>
            <a:chExt cx="853890" cy="853890"/>
          </a:xfrm>
        </p:grpSpPr>
        <p:sp>
          <p:nvSpPr>
            <p:cNvPr id="8" name="AutoShape 8"/>
            <p:cNvSpPr/>
            <p:nvPr/>
          </p:nvSpPr>
          <p:spPr>
            <a:xfrm>
              <a:off x="3485573" y="4265973"/>
              <a:ext cx="853890" cy="853890"/>
            </a:xfrm>
            <a:prstGeom prst="ellipse">
              <a:avLst/>
            </a:prstGeom>
            <a:gradFill>
              <a:gsLst>
                <a:gs pos="0">
                  <a:srgbClr val="92CCD4">
                    <a:lumMod val="60000"/>
                    <a:lumOff val="40000"/>
                  </a:srgbClr>
                </a:gs>
                <a:gs pos="60000">
                  <a:srgbClr val="92CCD4"/>
                </a:gs>
              </a:gsLst>
              <a:lin ang="2700000"/>
            </a:gradFill>
            <a:ln cap="rnd" cmpd="sng">
              <a:prstDash val="solid"/>
            </a:ln>
            <a:effectLst>
              <a:outerShdw blurRad="76200" dist="50800" dir="5400000" algn="ctr" rotWithShape="0">
                <a:schemeClr val="accent5">
                  <a:alpha val="20000"/>
                </a:schemeClr>
              </a:outerShdw>
            </a:effectLst>
          </p:spPr>
          <p:txBody>
            <a:bodyPr rot="0" vert="horz" wrap="square" lIns="91440" tIns="45720" rIns="91440" bIns="45720" anchor="ctr">
              <a:normAutofit/>
            </a:bodyPr>
            <a:p>
              <a:pPr marL="0" algn="ctr"/>
            </a:p>
          </p:txBody>
        </p:sp>
        <p:sp>
          <p:nvSpPr>
            <p:cNvPr id="9" name="Freeform 9"/>
            <p:cNvSpPr/>
            <p:nvPr/>
          </p:nvSpPr>
          <p:spPr>
            <a:xfrm>
              <a:off x="3701891" y="4483489"/>
              <a:ext cx="421254" cy="418860"/>
            </a:xfrm>
            <a:custGeom>
              <a:avLst/>
              <a:gdLst/>
              <a:ahLst/>
              <a:cxnLst/>
              <a:rect l="l" t="t" r="r" b="b"/>
              <a:pathLst>
                <a:path w="4808" h="4789">
                  <a:moveTo>
                    <a:pt x="4734" y="3815"/>
                  </a:moveTo>
                  <a:lnTo>
                    <a:pt x="3682" y="2763"/>
                  </a:lnTo>
                  <a:cubicBezTo>
                    <a:pt x="3634" y="2715"/>
                    <a:pt x="3570" y="2689"/>
                    <a:pt x="3502" y="2689"/>
                  </a:cubicBezTo>
                  <a:cubicBezTo>
                    <a:pt x="3474" y="2689"/>
                    <a:pt x="3446" y="2694"/>
                    <a:pt x="3420" y="2703"/>
                  </a:cubicBezTo>
                  <a:lnTo>
                    <a:pt x="3167" y="2450"/>
                  </a:lnTo>
                  <a:cubicBezTo>
                    <a:pt x="3130" y="2413"/>
                    <a:pt x="3079" y="2392"/>
                    <a:pt x="3026" y="2392"/>
                  </a:cubicBezTo>
                  <a:cubicBezTo>
                    <a:pt x="2972" y="2392"/>
                    <a:pt x="2922" y="2413"/>
                    <a:pt x="2884" y="2450"/>
                  </a:cubicBezTo>
                  <a:lnTo>
                    <a:pt x="2818" y="2517"/>
                  </a:lnTo>
                  <a:lnTo>
                    <a:pt x="2699" y="2398"/>
                  </a:lnTo>
                  <a:lnTo>
                    <a:pt x="3219" y="1876"/>
                  </a:lnTo>
                  <a:cubicBezTo>
                    <a:pt x="3340" y="1928"/>
                    <a:pt x="3472" y="1953"/>
                    <a:pt x="3609" y="1953"/>
                  </a:cubicBezTo>
                  <a:lnTo>
                    <a:pt x="3609" y="1953"/>
                  </a:lnTo>
                  <a:cubicBezTo>
                    <a:pt x="3870" y="1953"/>
                    <a:pt x="4116" y="1854"/>
                    <a:pt x="4301" y="1669"/>
                  </a:cubicBezTo>
                  <a:cubicBezTo>
                    <a:pt x="4549" y="1421"/>
                    <a:pt x="4646" y="1059"/>
                    <a:pt x="4553" y="720"/>
                  </a:cubicBezTo>
                  <a:cubicBezTo>
                    <a:pt x="4542" y="678"/>
                    <a:pt x="4502" y="648"/>
                    <a:pt x="4459" y="648"/>
                  </a:cubicBezTo>
                  <a:cubicBezTo>
                    <a:pt x="4441" y="648"/>
                    <a:pt x="4413" y="654"/>
                    <a:pt x="4388" y="680"/>
                  </a:cubicBezTo>
                  <a:cubicBezTo>
                    <a:pt x="4384" y="683"/>
                    <a:pt x="4034" y="1030"/>
                    <a:pt x="3918" y="1146"/>
                  </a:cubicBezTo>
                  <a:cubicBezTo>
                    <a:pt x="3906" y="1159"/>
                    <a:pt x="3885" y="1161"/>
                    <a:pt x="3872" y="1161"/>
                  </a:cubicBezTo>
                  <a:cubicBezTo>
                    <a:pt x="3864" y="1161"/>
                    <a:pt x="3859" y="1160"/>
                    <a:pt x="3859" y="1160"/>
                  </a:cubicBezTo>
                  <a:lnTo>
                    <a:pt x="3859" y="1160"/>
                  </a:lnTo>
                  <a:lnTo>
                    <a:pt x="3851" y="1159"/>
                  </a:lnTo>
                  <a:cubicBezTo>
                    <a:pt x="3707" y="1146"/>
                    <a:pt x="3535" y="1119"/>
                    <a:pt x="3491" y="1099"/>
                  </a:cubicBezTo>
                  <a:cubicBezTo>
                    <a:pt x="3470" y="1055"/>
                    <a:pt x="3445" y="879"/>
                    <a:pt x="3432" y="733"/>
                  </a:cubicBezTo>
                  <a:lnTo>
                    <a:pt x="3432" y="731"/>
                  </a:lnTo>
                  <a:lnTo>
                    <a:pt x="3429" y="727"/>
                  </a:lnTo>
                  <a:cubicBezTo>
                    <a:pt x="3428" y="720"/>
                    <a:pt x="3425" y="687"/>
                    <a:pt x="3454" y="658"/>
                  </a:cubicBezTo>
                  <a:cubicBezTo>
                    <a:pt x="3574" y="538"/>
                    <a:pt x="3905" y="204"/>
                    <a:pt x="3908" y="201"/>
                  </a:cubicBezTo>
                  <a:cubicBezTo>
                    <a:pt x="3936" y="173"/>
                    <a:pt x="3947" y="138"/>
                    <a:pt x="3938" y="104"/>
                  </a:cubicBezTo>
                  <a:cubicBezTo>
                    <a:pt x="3927" y="64"/>
                    <a:pt x="3893" y="42"/>
                    <a:pt x="3865" y="34"/>
                  </a:cubicBezTo>
                  <a:cubicBezTo>
                    <a:pt x="3782" y="11"/>
                    <a:pt x="3695" y="0"/>
                    <a:pt x="3609" y="0"/>
                  </a:cubicBezTo>
                  <a:cubicBezTo>
                    <a:pt x="3347" y="0"/>
                    <a:pt x="3101" y="102"/>
                    <a:pt x="2916" y="287"/>
                  </a:cubicBezTo>
                  <a:cubicBezTo>
                    <a:pt x="2624" y="579"/>
                    <a:pt x="2555" y="1011"/>
                    <a:pt x="2710" y="1369"/>
                  </a:cubicBezTo>
                  <a:lnTo>
                    <a:pt x="2190" y="1889"/>
                  </a:lnTo>
                  <a:lnTo>
                    <a:pt x="1300" y="999"/>
                  </a:lnTo>
                  <a:cubicBezTo>
                    <a:pt x="1300" y="998"/>
                    <a:pt x="1299" y="998"/>
                    <a:pt x="1299" y="997"/>
                  </a:cubicBezTo>
                  <a:cubicBezTo>
                    <a:pt x="1307" y="963"/>
                    <a:pt x="1311" y="928"/>
                    <a:pt x="1309" y="892"/>
                  </a:cubicBezTo>
                  <a:cubicBezTo>
                    <a:pt x="1305" y="788"/>
                    <a:pt x="1260" y="689"/>
                    <a:pt x="1182" y="611"/>
                  </a:cubicBezTo>
                  <a:lnTo>
                    <a:pt x="865" y="294"/>
                  </a:lnTo>
                  <a:cubicBezTo>
                    <a:pt x="858" y="288"/>
                    <a:pt x="821" y="253"/>
                    <a:pt x="766" y="253"/>
                  </a:cubicBezTo>
                  <a:cubicBezTo>
                    <a:pt x="740" y="253"/>
                    <a:pt x="702" y="261"/>
                    <a:pt x="665" y="298"/>
                  </a:cubicBezTo>
                  <a:lnTo>
                    <a:pt x="318" y="645"/>
                  </a:lnTo>
                  <a:cubicBezTo>
                    <a:pt x="277" y="685"/>
                    <a:pt x="263" y="737"/>
                    <a:pt x="278" y="787"/>
                  </a:cubicBezTo>
                  <a:cubicBezTo>
                    <a:pt x="288" y="820"/>
                    <a:pt x="308" y="842"/>
                    <a:pt x="314" y="848"/>
                  </a:cubicBezTo>
                  <a:lnTo>
                    <a:pt x="630" y="1163"/>
                  </a:lnTo>
                  <a:cubicBezTo>
                    <a:pt x="712" y="1246"/>
                    <a:pt x="817" y="1291"/>
                    <a:pt x="926" y="1291"/>
                  </a:cubicBezTo>
                  <a:lnTo>
                    <a:pt x="926" y="1291"/>
                  </a:lnTo>
                  <a:cubicBezTo>
                    <a:pt x="957" y="1291"/>
                    <a:pt x="987" y="1287"/>
                    <a:pt x="1016" y="1280"/>
                  </a:cubicBezTo>
                  <a:cubicBezTo>
                    <a:pt x="1017" y="1281"/>
                    <a:pt x="1017" y="1281"/>
                    <a:pt x="1018" y="1282"/>
                  </a:cubicBezTo>
                  <a:lnTo>
                    <a:pt x="1907" y="2171"/>
                  </a:lnTo>
                  <a:lnTo>
                    <a:pt x="1485" y="2594"/>
                  </a:lnTo>
                  <a:cubicBezTo>
                    <a:pt x="1466" y="2613"/>
                    <a:pt x="1449" y="2634"/>
                    <a:pt x="1435" y="2656"/>
                  </a:cubicBezTo>
                  <a:cubicBezTo>
                    <a:pt x="1311" y="2601"/>
                    <a:pt x="1176" y="2572"/>
                    <a:pt x="1037" y="2572"/>
                  </a:cubicBezTo>
                  <a:cubicBezTo>
                    <a:pt x="775" y="2572"/>
                    <a:pt x="529" y="2674"/>
                    <a:pt x="344" y="2859"/>
                  </a:cubicBezTo>
                  <a:cubicBezTo>
                    <a:pt x="96" y="3106"/>
                    <a:pt x="0" y="3471"/>
                    <a:pt x="92" y="3809"/>
                  </a:cubicBezTo>
                  <a:cubicBezTo>
                    <a:pt x="103" y="3852"/>
                    <a:pt x="143" y="3882"/>
                    <a:pt x="186" y="3882"/>
                  </a:cubicBezTo>
                  <a:lnTo>
                    <a:pt x="186" y="3882"/>
                  </a:lnTo>
                  <a:cubicBezTo>
                    <a:pt x="204" y="3882"/>
                    <a:pt x="232" y="3877"/>
                    <a:pt x="258" y="3851"/>
                  </a:cubicBezTo>
                  <a:cubicBezTo>
                    <a:pt x="261" y="3847"/>
                    <a:pt x="611" y="3500"/>
                    <a:pt x="727" y="3384"/>
                  </a:cubicBezTo>
                  <a:cubicBezTo>
                    <a:pt x="740" y="3372"/>
                    <a:pt x="762" y="3370"/>
                    <a:pt x="774" y="3370"/>
                  </a:cubicBezTo>
                  <a:cubicBezTo>
                    <a:pt x="783" y="3370"/>
                    <a:pt x="789" y="3371"/>
                    <a:pt x="789" y="3371"/>
                  </a:cubicBezTo>
                  <a:lnTo>
                    <a:pt x="789" y="3371"/>
                  </a:lnTo>
                  <a:lnTo>
                    <a:pt x="796" y="3372"/>
                  </a:lnTo>
                  <a:cubicBezTo>
                    <a:pt x="940" y="3385"/>
                    <a:pt x="1113" y="3411"/>
                    <a:pt x="1157" y="3431"/>
                  </a:cubicBezTo>
                  <a:cubicBezTo>
                    <a:pt x="1178" y="3475"/>
                    <a:pt x="1205" y="3652"/>
                    <a:pt x="1218" y="3798"/>
                  </a:cubicBezTo>
                  <a:lnTo>
                    <a:pt x="1219" y="3805"/>
                  </a:lnTo>
                  <a:cubicBezTo>
                    <a:pt x="1219" y="3805"/>
                    <a:pt x="1223" y="3842"/>
                    <a:pt x="1192" y="3873"/>
                  </a:cubicBezTo>
                  <a:cubicBezTo>
                    <a:pt x="1072" y="3993"/>
                    <a:pt x="741" y="4327"/>
                    <a:pt x="738" y="4330"/>
                  </a:cubicBezTo>
                  <a:cubicBezTo>
                    <a:pt x="710" y="4358"/>
                    <a:pt x="699" y="4393"/>
                    <a:pt x="707" y="4427"/>
                  </a:cubicBezTo>
                  <a:cubicBezTo>
                    <a:pt x="718" y="4467"/>
                    <a:pt x="752" y="4489"/>
                    <a:pt x="780" y="4497"/>
                  </a:cubicBezTo>
                  <a:cubicBezTo>
                    <a:pt x="864" y="4519"/>
                    <a:pt x="950" y="4531"/>
                    <a:pt x="1037" y="4531"/>
                  </a:cubicBezTo>
                  <a:cubicBezTo>
                    <a:pt x="1298" y="4531"/>
                    <a:pt x="1544" y="4429"/>
                    <a:pt x="1729" y="4244"/>
                  </a:cubicBezTo>
                  <a:cubicBezTo>
                    <a:pt x="1914" y="4059"/>
                    <a:pt x="2016" y="3813"/>
                    <a:pt x="2016" y="3551"/>
                  </a:cubicBezTo>
                  <a:cubicBezTo>
                    <a:pt x="2016" y="3412"/>
                    <a:pt x="1987" y="3277"/>
                    <a:pt x="1932" y="3153"/>
                  </a:cubicBezTo>
                  <a:cubicBezTo>
                    <a:pt x="1954" y="3139"/>
                    <a:pt x="1975" y="3122"/>
                    <a:pt x="1994" y="3103"/>
                  </a:cubicBezTo>
                  <a:lnTo>
                    <a:pt x="2417" y="2681"/>
                  </a:lnTo>
                  <a:lnTo>
                    <a:pt x="2535" y="2799"/>
                  </a:lnTo>
                  <a:lnTo>
                    <a:pt x="2469" y="2866"/>
                  </a:lnTo>
                  <a:cubicBezTo>
                    <a:pt x="2431" y="2904"/>
                    <a:pt x="2410" y="2954"/>
                    <a:pt x="2410" y="3007"/>
                  </a:cubicBezTo>
                  <a:cubicBezTo>
                    <a:pt x="2410" y="3061"/>
                    <a:pt x="2431" y="3111"/>
                    <a:pt x="2469" y="3149"/>
                  </a:cubicBezTo>
                  <a:lnTo>
                    <a:pt x="2721" y="3401"/>
                  </a:lnTo>
                  <a:cubicBezTo>
                    <a:pt x="2712" y="3427"/>
                    <a:pt x="2707" y="3455"/>
                    <a:pt x="2707" y="3484"/>
                  </a:cubicBezTo>
                  <a:cubicBezTo>
                    <a:pt x="2707" y="3552"/>
                    <a:pt x="2734" y="3615"/>
                    <a:pt x="2781" y="3663"/>
                  </a:cubicBezTo>
                  <a:lnTo>
                    <a:pt x="3834" y="4715"/>
                  </a:lnTo>
                  <a:cubicBezTo>
                    <a:pt x="3881" y="4763"/>
                    <a:pt x="3945" y="4789"/>
                    <a:pt x="4013" y="4789"/>
                  </a:cubicBezTo>
                  <a:cubicBezTo>
                    <a:pt x="4081" y="4789"/>
                    <a:pt x="4144" y="4763"/>
                    <a:pt x="4192" y="4715"/>
                  </a:cubicBezTo>
                  <a:lnTo>
                    <a:pt x="4734" y="4173"/>
                  </a:lnTo>
                  <a:cubicBezTo>
                    <a:pt x="4782" y="4126"/>
                    <a:pt x="4808" y="4062"/>
                    <a:pt x="4808" y="3994"/>
                  </a:cubicBezTo>
                  <a:cubicBezTo>
                    <a:pt x="4808" y="3926"/>
                    <a:pt x="4782" y="3863"/>
                    <a:pt x="4734" y="3815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 vert="horz" wrap="square" lIns="91440" tIns="45720" rIns="91440" bIns="45720" anchor="t">
              <a:normAutofit/>
            </a:bodyPr>
            <a:p>
              <a:pPr marL="0" algn="l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214008" y="1416275"/>
            <a:ext cx="3329399" cy="33718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/>
          <a:p>
            <a:pPr marL="0" algn="ctr">
              <a:spcBef>
                <a:spcPct val="0"/>
              </a:spcBef>
              <a:defRPr/>
            </a:pPr>
            <a:r>
              <a:rPr lang="en-US" altLang="zh-CN" sz="1600" b="1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学习目标：</a:t>
            </a:r>
            <a:endParaRPr lang="en-US" altLang="zh-CN" sz="1600" b="1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1214008" y="1823799"/>
            <a:ext cx="3329399" cy="349250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p>
            <a:pPr marL="0" algn="ctr">
              <a:lnSpc>
                <a:spcPct val="120000"/>
              </a:lnSpc>
            </a:pPr>
            <a:r>
              <a:rPr lang="en-US" altLang="zh-CN" sz="1400" b="0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你知道夸张手法吗？它能让句子更有趣，比如‘我饿得能吃下一头牛’。</a:t>
            </a:r>
            <a:endParaRPr lang="en-US" altLang="zh-CN" sz="1400" b="0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2" name="Group 12"/>
          <p:cNvGrpSpPr/>
          <p:nvPr/>
        </p:nvGrpSpPr>
        <p:grpSpPr>
          <a:xfrm>
            <a:off x="4333113" y="2827645"/>
            <a:ext cx="853890" cy="853890"/>
            <a:chOff x="4339463" y="2827645"/>
            <a:chExt cx="853890" cy="853890"/>
          </a:xfrm>
        </p:grpSpPr>
        <p:sp>
          <p:nvSpPr>
            <p:cNvPr id="13" name="AutoShape 13"/>
            <p:cNvSpPr/>
            <p:nvPr/>
          </p:nvSpPr>
          <p:spPr>
            <a:xfrm>
              <a:off x="4339463" y="2827645"/>
              <a:ext cx="853890" cy="853890"/>
            </a:xfrm>
            <a:prstGeom prst="ellipse">
              <a:avLst/>
            </a:prstGeom>
            <a:gradFill>
              <a:gsLst>
                <a:gs pos="0">
                  <a:srgbClr val="CFB278">
                    <a:lumMod val="60000"/>
                    <a:lumOff val="40000"/>
                  </a:srgbClr>
                </a:gs>
                <a:gs pos="60000">
                  <a:srgbClr val="CFB278"/>
                </a:gs>
              </a:gsLst>
              <a:lin ang="2700000"/>
            </a:gradFill>
            <a:ln cap="rnd" cmpd="sng">
              <a:prstDash val="solid"/>
            </a:ln>
            <a:effectLst>
              <a:outerShdw blurRad="76200" dist="50800" dir="5400000" algn="ctr" rotWithShape="0">
                <a:schemeClr val="accent2">
                  <a:alpha val="20000"/>
                </a:schemeClr>
              </a:outerShdw>
            </a:effectLst>
          </p:spPr>
          <p:txBody>
            <a:bodyPr rot="0" vert="horz" wrap="square" lIns="91440" tIns="45720" rIns="91440" bIns="45720" anchor="ctr">
              <a:normAutofit/>
            </a:bodyPr>
            <a:p>
              <a:pPr marL="0" algn="ctr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4549757" y="3058555"/>
              <a:ext cx="433302" cy="392072"/>
            </a:xfrm>
            <a:custGeom>
              <a:avLst/>
              <a:gdLst/>
              <a:ahLst/>
              <a:cxnLst/>
              <a:rect l="l" t="t" r="r" b="b"/>
              <a:pathLst>
                <a:path w="606580" h="548858">
                  <a:moveTo>
                    <a:pt x="407586" y="252695"/>
                  </a:moveTo>
                  <a:lnTo>
                    <a:pt x="502285" y="252695"/>
                  </a:lnTo>
                  <a:lnTo>
                    <a:pt x="502285" y="346759"/>
                  </a:lnTo>
                  <a:lnTo>
                    <a:pt x="407586" y="346759"/>
                  </a:lnTo>
                  <a:close/>
                  <a:moveTo>
                    <a:pt x="104296" y="205698"/>
                  </a:moveTo>
                  <a:lnTo>
                    <a:pt x="199065" y="205698"/>
                  </a:lnTo>
                  <a:lnTo>
                    <a:pt x="199065" y="346758"/>
                  </a:lnTo>
                  <a:lnTo>
                    <a:pt x="104296" y="346758"/>
                  </a:lnTo>
                  <a:close/>
                  <a:moveTo>
                    <a:pt x="255870" y="96040"/>
                  </a:moveTo>
                  <a:lnTo>
                    <a:pt x="350710" y="96040"/>
                  </a:lnTo>
                  <a:lnTo>
                    <a:pt x="350710" y="346759"/>
                  </a:lnTo>
                  <a:lnTo>
                    <a:pt x="255870" y="346759"/>
                  </a:lnTo>
                  <a:close/>
                  <a:moveTo>
                    <a:pt x="37882" y="37913"/>
                  </a:moveTo>
                  <a:lnTo>
                    <a:pt x="37882" y="405363"/>
                  </a:lnTo>
                  <a:lnTo>
                    <a:pt x="568698" y="405363"/>
                  </a:lnTo>
                  <a:lnTo>
                    <a:pt x="568698" y="37913"/>
                  </a:lnTo>
                  <a:close/>
                  <a:moveTo>
                    <a:pt x="18941" y="0"/>
                  </a:moveTo>
                  <a:lnTo>
                    <a:pt x="587639" y="0"/>
                  </a:lnTo>
                  <a:cubicBezTo>
                    <a:pt x="598038" y="0"/>
                    <a:pt x="606580" y="8528"/>
                    <a:pt x="606580" y="18910"/>
                  </a:cubicBezTo>
                  <a:lnTo>
                    <a:pt x="606580" y="424274"/>
                  </a:lnTo>
                  <a:cubicBezTo>
                    <a:pt x="606580" y="434656"/>
                    <a:pt x="598038" y="443184"/>
                    <a:pt x="587639" y="443184"/>
                  </a:cubicBezTo>
                  <a:lnTo>
                    <a:pt x="322278" y="443184"/>
                  </a:lnTo>
                  <a:lnTo>
                    <a:pt x="322278" y="511038"/>
                  </a:lnTo>
                  <a:lnTo>
                    <a:pt x="450223" y="511038"/>
                  </a:lnTo>
                  <a:lnTo>
                    <a:pt x="450223" y="548858"/>
                  </a:lnTo>
                  <a:lnTo>
                    <a:pt x="156357" y="548858"/>
                  </a:lnTo>
                  <a:lnTo>
                    <a:pt x="156357" y="511038"/>
                  </a:lnTo>
                  <a:lnTo>
                    <a:pt x="284302" y="511038"/>
                  </a:lnTo>
                  <a:lnTo>
                    <a:pt x="284302" y="443184"/>
                  </a:lnTo>
                  <a:lnTo>
                    <a:pt x="18941" y="443184"/>
                  </a:lnTo>
                  <a:cubicBezTo>
                    <a:pt x="8542" y="443184"/>
                    <a:pt x="0" y="434656"/>
                    <a:pt x="0" y="424274"/>
                  </a:cubicBezTo>
                  <a:lnTo>
                    <a:pt x="0" y="18910"/>
                  </a:lnTo>
                  <a:cubicBezTo>
                    <a:pt x="0" y="8528"/>
                    <a:pt x="8542" y="0"/>
                    <a:pt x="18941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>
              <a:prstDash val="solid"/>
            </a:ln>
          </p:spPr>
          <p:txBody>
            <a:bodyPr vert="horz" wrap="square" lIns="91440" tIns="45720" rIns="91440" bIns="45720" anchor="ctr">
              <a:normAutofit/>
            </a:bodyPr>
            <a:p>
              <a:pPr marL="0" algn="ctr">
                <a:lnSpc>
                  <a:spcPct val="81000"/>
                </a:lnSpc>
                <a:spcBef>
                  <a:spcPct val="0"/>
                </a:spcBef>
                <a:spcAft>
                  <a:spcPct val="35000"/>
                </a:spcAft>
              </a:pP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7846187" y="1416275"/>
            <a:ext cx="3526625" cy="33718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/>
          <a:p>
            <a:pPr marL="0" algn="ctr">
              <a:spcBef>
                <a:spcPct val="0"/>
              </a:spcBef>
              <a:defRPr/>
            </a:pPr>
            <a:r>
              <a:rPr lang="en-US" altLang="zh-CN" sz="1600" b="1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预习重点：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846187" y="1821706"/>
            <a:ext cx="3526625" cy="349250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p>
            <a:pPr marL="0" algn="ctr">
              <a:lnSpc>
                <a:spcPct val="120000"/>
              </a:lnSpc>
            </a:pPr>
            <a:r>
              <a:rPr lang="en-US" altLang="zh-CN" sz="140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预习时，试着找出生活中的夸张例子，比如‘他跑得比闪电还快’。</a:t>
            </a:r>
            <a:endParaRPr lang="zh-CN" altLang="en-US" sz="1400" b="0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7" name="Group 17"/>
          <p:cNvGrpSpPr/>
          <p:nvPr/>
        </p:nvGrpSpPr>
        <p:grpSpPr>
          <a:xfrm>
            <a:off x="6992297" y="2827645"/>
            <a:ext cx="853890" cy="853890"/>
            <a:chOff x="6998647" y="2827645"/>
            <a:chExt cx="853890" cy="853890"/>
          </a:xfrm>
        </p:grpSpPr>
        <p:sp>
          <p:nvSpPr>
            <p:cNvPr id="18" name="AutoShape 18"/>
            <p:cNvSpPr/>
            <p:nvPr/>
          </p:nvSpPr>
          <p:spPr>
            <a:xfrm>
              <a:off x="6998647" y="2827645"/>
              <a:ext cx="853890" cy="853890"/>
            </a:xfrm>
            <a:prstGeom prst="ellipse">
              <a:avLst/>
            </a:prstGeom>
            <a:gradFill>
              <a:gsLst>
                <a:gs pos="0">
                  <a:srgbClr val="92CCD4">
                    <a:lumMod val="60000"/>
                    <a:lumOff val="40000"/>
                  </a:srgbClr>
                </a:gs>
                <a:gs pos="60000">
                  <a:srgbClr val="92CCD4"/>
                </a:gs>
              </a:gsLst>
              <a:lin ang="2700000"/>
            </a:gradFill>
            <a:ln cap="rnd" cmpd="sng">
              <a:prstDash val="solid"/>
            </a:ln>
            <a:effectLst>
              <a:outerShdw blurRad="76200" dist="50800" dir="5400000" algn="ctr" rotWithShape="0">
                <a:schemeClr val="accent5">
                  <a:alpha val="20000"/>
                </a:schemeClr>
              </a:outerShdw>
            </a:effectLst>
          </p:spPr>
          <p:txBody>
            <a:bodyPr rot="0" vert="horz" wrap="square" lIns="91440" tIns="45720" rIns="91440" bIns="45720" anchor="ctr">
              <a:normAutofit/>
            </a:bodyPr>
            <a:p>
              <a:pPr marL="0" algn="ctr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7200333" y="3029673"/>
              <a:ext cx="450520" cy="449836"/>
            </a:xfrm>
            <a:custGeom>
              <a:avLst/>
              <a:gdLst/>
              <a:ahLst/>
              <a:cxnLst/>
              <a:rect l="l" t="t" r="r" b="b"/>
              <a:pathLst>
                <a:path w="607991" h="607074">
                  <a:moveTo>
                    <a:pt x="377627" y="294539"/>
                  </a:moveTo>
                  <a:cubicBezTo>
                    <a:pt x="332077" y="294539"/>
                    <a:pt x="294976" y="331583"/>
                    <a:pt x="294976" y="377063"/>
                  </a:cubicBezTo>
                  <a:cubicBezTo>
                    <a:pt x="294976" y="422621"/>
                    <a:pt x="332077" y="459588"/>
                    <a:pt x="377627" y="459588"/>
                  </a:cubicBezTo>
                  <a:cubicBezTo>
                    <a:pt x="423254" y="459588"/>
                    <a:pt x="460355" y="422621"/>
                    <a:pt x="460355" y="377063"/>
                  </a:cubicBezTo>
                  <a:cubicBezTo>
                    <a:pt x="460355" y="331583"/>
                    <a:pt x="423254" y="294539"/>
                    <a:pt x="377627" y="294539"/>
                  </a:cubicBezTo>
                  <a:close/>
                  <a:moveTo>
                    <a:pt x="359653" y="147129"/>
                  </a:moveTo>
                  <a:lnTo>
                    <a:pt x="395678" y="147129"/>
                  </a:lnTo>
                  <a:cubicBezTo>
                    <a:pt x="411271" y="147129"/>
                    <a:pt x="423869" y="159707"/>
                    <a:pt x="423869" y="175277"/>
                  </a:cubicBezTo>
                  <a:lnTo>
                    <a:pt x="423869" y="197288"/>
                  </a:lnTo>
                  <a:cubicBezTo>
                    <a:pt x="423869" y="203270"/>
                    <a:pt x="429323" y="210173"/>
                    <a:pt x="435698" y="212474"/>
                  </a:cubicBezTo>
                  <a:cubicBezTo>
                    <a:pt x="441613" y="214545"/>
                    <a:pt x="447527" y="216999"/>
                    <a:pt x="453212" y="219760"/>
                  </a:cubicBezTo>
                  <a:cubicBezTo>
                    <a:pt x="455516" y="220834"/>
                    <a:pt x="458205" y="221447"/>
                    <a:pt x="460970" y="221447"/>
                  </a:cubicBezTo>
                  <a:cubicBezTo>
                    <a:pt x="465502" y="221447"/>
                    <a:pt x="469727" y="219913"/>
                    <a:pt x="472185" y="217459"/>
                  </a:cubicBezTo>
                  <a:lnTo>
                    <a:pt x="487931" y="201737"/>
                  </a:lnTo>
                  <a:cubicBezTo>
                    <a:pt x="493232" y="196445"/>
                    <a:pt x="500298" y="193530"/>
                    <a:pt x="507826" y="193530"/>
                  </a:cubicBezTo>
                  <a:cubicBezTo>
                    <a:pt x="515431" y="193530"/>
                    <a:pt x="522498" y="196445"/>
                    <a:pt x="527798" y="201737"/>
                  </a:cubicBezTo>
                  <a:lnTo>
                    <a:pt x="553300" y="227200"/>
                  </a:lnTo>
                  <a:cubicBezTo>
                    <a:pt x="564284" y="238167"/>
                    <a:pt x="564284" y="256037"/>
                    <a:pt x="553300" y="267005"/>
                  </a:cubicBezTo>
                  <a:lnTo>
                    <a:pt x="537553" y="282727"/>
                  </a:lnTo>
                  <a:cubicBezTo>
                    <a:pt x="533405" y="286946"/>
                    <a:pt x="532253" y="295612"/>
                    <a:pt x="535249" y="301671"/>
                  </a:cubicBezTo>
                  <a:cubicBezTo>
                    <a:pt x="538014" y="307347"/>
                    <a:pt x="540472" y="313252"/>
                    <a:pt x="542546" y="319158"/>
                  </a:cubicBezTo>
                  <a:cubicBezTo>
                    <a:pt x="544850" y="325524"/>
                    <a:pt x="551764" y="330969"/>
                    <a:pt x="557755" y="330969"/>
                  </a:cubicBezTo>
                  <a:lnTo>
                    <a:pt x="579800" y="330969"/>
                  </a:lnTo>
                  <a:cubicBezTo>
                    <a:pt x="595317" y="330969"/>
                    <a:pt x="607991" y="343547"/>
                    <a:pt x="607991" y="359116"/>
                  </a:cubicBezTo>
                  <a:lnTo>
                    <a:pt x="607991" y="395087"/>
                  </a:lnTo>
                  <a:cubicBezTo>
                    <a:pt x="607991" y="410656"/>
                    <a:pt x="595394" y="423234"/>
                    <a:pt x="579800" y="423234"/>
                  </a:cubicBezTo>
                  <a:lnTo>
                    <a:pt x="557755" y="423234"/>
                  </a:lnTo>
                  <a:cubicBezTo>
                    <a:pt x="551764" y="423234"/>
                    <a:pt x="544850" y="428680"/>
                    <a:pt x="542546" y="435045"/>
                  </a:cubicBezTo>
                  <a:cubicBezTo>
                    <a:pt x="540472" y="440951"/>
                    <a:pt x="538014" y="446857"/>
                    <a:pt x="535249" y="452532"/>
                  </a:cubicBezTo>
                  <a:cubicBezTo>
                    <a:pt x="532330" y="458591"/>
                    <a:pt x="533405" y="467258"/>
                    <a:pt x="537630" y="471476"/>
                  </a:cubicBezTo>
                  <a:lnTo>
                    <a:pt x="553300" y="487199"/>
                  </a:lnTo>
                  <a:cubicBezTo>
                    <a:pt x="564284" y="498166"/>
                    <a:pt x="564284" y="516036"/>
                    <a:pt x="553300" y="527004"/>
                  </a:cubicBezTo>
                  <a:lnTo>
                    <a:pt x="527798" y="552467"/>
                  </a:lnTo>
                  <a:cubicBezTo>
                    <a:pt x="522498" y="557759"/>
                    <a:pt x="515431" y="560750"/>
                    <a:pt x="507826" y="560750"/>
                  </a:cubicBezTo>
                  <a:cubicBezTo>
                    <a:pt x="500298" y="560750"/>
                    <a:pt x="493232" y="557759"/>
                    <a:pt x="487931" y="552467"/>
                  </a:cubicBezTo>
                  <a:lnTo>
                    <a:pt x="472261" y="536821"/>
                  </a:lnTo>
                  <a:cubicBezTo>
                    <a:pt x="469727" y="534290"/>
                    <a:pt x="465502" y="532756"/>
                    <a:pt x="460970" y="532756"/>
                  </a:cubicBezTo>
                  <a:cubicBezTo>
                    <a:pt x="458205" y="532756"/>
                    <a:pt x="455439" y="533369"/>
                    <a:pt x="453212" y="534443"/>
                  </a:cubicBezTo>
                  <a:cubicBezTo>
                    <a:pt x="447527" y="537204"/>
                    <a:pt x="441613" y="539658"/>
                    <a:pt x="435698" y="541729"/>
                  </a:cubicBezTo>
                  <a:cubicBezTo>
                    <a:pt x="429323" y="544030"/>
                    <a:pt x="423869" y="550933"/>
                    <a:pt x="423869" y="556915"/>
                  </a:cubicBezTo>
                  <a:lnTo>
                    <a:pt x="423869" y="578927"/>
                  </a:lnTo>
                  <a:cubicBezTo>
                    <a:pt x="423869" y="594496"/>
                    <a:pt x="411271" y="607074"/>
                    <a:pt x="395678" y="607074"/>
                  </a:cubicBezTo>
                  <a:lnTo>
                    <a:pt x="359653" y="607074"/>
                  </a:lnTo>
                  <a:cubicBezTo>
                    <a:pt x="344060" y="607074"/>
                    <a:pt x="331462" y="594496"/>
                    <a:pt x="331462" y="578927"/>
                  </a:cubicBezTo>
                  <a:lnTo>
                    <a:pt x="331462" y="556915"/>
                  </a:lnTo>
                  <a:cubicBezTo>
                    <a:pt x="331462" y="550933"/>
                    <a:pt x="326008" y="544030"/>
                    <a:pt x="319633" y="541729"/>
                  </a:cubicBezTo>
                  <a:cubicBezTo>
                    <a:pt x="313718" y="539658"/>
                    <a:pt x="307804" y="537204"/>
                    <a:pt x="302119" y="534443"/>
                  </a:cubicBezTo>
                  <a:cubicBezTo>
                    <a:pt x="299892" y="533369"/>
                    <a:pt x="297203" y="532756"/>
                    <a:pt x="294361" y="532756"/>
                  </a:cubicBezTo>
                  <a:cubicBezTo>
                    <a:pt x="289829" y="532756"/>
                    <a:pt x="285681" y="534290"/>
                    <a:pt x="283146" y="536821"/>
                  </a:cubicBezTo>
                  <a:lnTo>
                    <a:pt x="267400" y="552467"/>
                  </a:lnTo>
                  <a:cubicBezTo>
                    <a:pt x="262099" y="557759"/>
                    <a:pt x="255033" y="560750"/>
                    <a:pt x="247505" y="560750"/>
                  </a:cubicBezTo>
                  <a:cubicBezTo>
                    <a:pt x="239977" y="560750"/>
                    <a:pt x="232834" y="557759"/>
                    <a:pt x="227533" y="552467"/>
                  </a:cubicBezTo>
                  <a:lnTo>
                    <a:pt x="202031" y="527004"/>
                  </a:lnTo>
                  <a:cubicBezTo>
                    <a:pt x="191047" y="516036"/>
                    <a:pt x="191047" y="498166"/>
                    <a:pt x="202031" y="487199"/>
                  </a:cubicBezTo>
                  <a:lnTo>
                    <a:pt x="217701" y="471476"/>
                  </a:lnTo>
                  <a:cubicBezTo>
                    <a:pt x="221926" y="467258"/>
                    <a:pt x="223001" y="458591"/>
                    <a:pt x="220082" y="452532"/>
                  </a:cubicBezTo>
                  <a:cubicBezTo>
                    <a:pt x="217317" y="446780"/>
                    <a:pt x="214859" y="440951"/>
                    <a:pt x="212785" y="435045"/>
                  </a:cubicBezTo>
                  <a:cubicBezTo>
                    <a:pt x="210481" y="428603"/>
                    <a:pt x="203568" y="423234"/>
                    <a:pt x="197576" y="423234"/>
                  </a:cubicBezTo>
                  <a:lnTo>
                    <a:pt x="175531" y="423234"/>
                  </a:lnTo>
                  <a:cubicBezTo>
                    <a:pt x="159937" y="423234"/>
                    <a:pt x="147340" y="410579"/>
                    <a:pt x="147340" y="395087"/>
                  </a:cubicBezTo>
                  <a:lnTo>
                    <a:pt x="147340" y="359116"/>
                  </a:lnTo>
                  <a:cubicBezTo>
                    <a:pt x="147340" y="343547"/>
                    <a:pt x="159937" y="330969"/>
                    <a:pt x="175531" y="330969"/>
                  </a:cubicBezTo>
                  <a:lnTo>
                    <a:pt x="197576" y="330969"/>
                  </a:lnTo>
                  <a:cubicBezTo>
                    <a:pt x="203568" y="330969"/>
                    <a:pt x="210481" y="325524"/>
                    <a:pt x="212785" y="319158"/>
                  </a:cubicBezTo>
                  <a:cubicBezTo>
                    <a:pt x="214859" y="313252"/>
                    <a:pt x="217317" y="307347"/>
                    <a:pt x="220082" y="301671"/>
                  </a:cubicBezTo>
                  <a:cubicBezTo>
                    <a:pt x="223001" y="295612"/>
                    <a:pt x="221926" y="286946"/>
                    <a:pt x="217701" y="282727"/>
                  </a:cubicBezTo>
                  <a:lnTo>
                    <a:pt x="202031" y="267005"/>
                  </a:lnTo>
                  <a:cubicBezTo>
                    <a:pt x="196731" y="261713"/>
                    <a:pt x="193735" y="254657"/>
                    <a:pt x="193735" y="247141"/>
                  </a:cubicBezTo>
                  <a:cubicBezTo>
                    <a:pt x="193735" y="239624"/>
                    <a:pt x="196731" y="232492"/>
                    <a:pt x="202031" y="227200"/>
                  </a:cubicBezTo>
                  <a:lnTo>
                    <a:pt x="227533" y="201737"/>
                  </a:lnTo>
                  <a:cubicBezTo>
                    <a:pt x="232834" y="196445"/>
                    <a:pt x="239977" y="193530"/>
                    <a:pt x="247505" y="193530"/>
                  </a:cubicBezTo>
                  <a:cubicBezTo>
                    <a:pt x="255033" y="193530"/>
                    <a:pt x="262099" y="196445"/>
                    <a:pt x="267400" y="201737"/>
                  </a:cubicBezTo>
                  <a:lnTo>
                    <a:pt x="283070" y="217383"/>
                  </a:lnTo>
                  <a:cubicBezTo>
                    <a:pt x="285604" y="219913"/>
                    <a:pt x="289829" y="221447"/>
                    <a:pt x="294361" y="221447"/>
                  </a:cubicBezTo>
                  <a:cubicBezTo>
                    <a:pt x="297126" y="221447"/>
                    <a:pt x="299892" y="220834"/>
                    <a:pt x="302119" y="219760"/>
                  </a:cubicBezTo>
                  <a:cubicBezTo>
                    <a:pt x="307804" y="216999"/>
                    <a:pt x="313718" y="214545"/>
                    <a:pt x="319633" y="212474"/>
                  </a:cubicBezTo>
                  <a:cubicBezTo>
                    <a:pt x="326008" y="210173"/>
                    <a:pt x="331462" y="203270"/>
                    <a:pt x="331462" y="197288"/>
                  </a:cubicBezTo>
                  <a:lnTo>
                    <a:pt x="331462" y="175277"/>
                  </a:lnTo>
                  <a:cubicBezTo>
                    <a:pt x="331462" y="159707"/>
                    <a:pt x="344060" y="147129"/>
                    <a:pt x="359653" y="147129"/>
                  </a:cubicBezTo>
                  <a:close/>
                  <a:moveTo>
                    <a:pt x="119929" y="83135"/>
                  </a:moveTo>
                  <a:cubicBezTo>
                    <a:pt x="99723" y="83135"/>
                    <a:pt x="83282" y="99547"/>
                    <a:pt x="83282" y="119717"/>
                  </a:cubicBezTo>
                  <a:cubicBezTo>
                    <a:pt x="83282" y="139888"/>
                    <a:pt x="99723" y="156223"/>
                    <a:pt x="119929" y="156223"/>
                  </a:cubicBezTo>
                  <a:cubicBezTo>
                    <a:pt x="140135" y="156223"/>
                    <a:pt x="156499" y="139888"/>
                    <a:pt x="156499" y="119717"/>
                  </a:cubicBezTo>
                  <a:cubicBezTo>
                    <a:pt x="156499" y="99547"/>
                    <a:pt x="140135" y="83135"/>
                    <a:pt x="119929" y="83135"/>
                  </a:cubicBezTo>
                  <a:close/>
                  <a:moveTo>
                    <a:pt x="110863" y="0"/>
                  </a:moveTo>
                  <a:lnTo>
                    <a:pt x="128918" y="0"/>
                  </a:lnTo>
                  <a:cubicBezTo>
                    <a:pt x="139290" y="0"/>
                    <a:pt x="147741" y="8436"/>
                    <a:pt x="147741" y="18790"/>
                  </a:cubicBezTo>
                  <a:lnTo>
                    <a:pt x="147741" y="29834"/>
                  </a:lnTo>
                  <a:cubicBezTo>
                    <a:pt x="147741" y="30677"/>
                    <a:pt x="148970" y="32441"/>
                    <a:pt x="150507" y="32978"/>
                  </a:cubicBezTo>
                  <a:cubicBezTo>
                    <a:pt x="153580" y="34052"/>
                    <a:pt x="156730" y="35355"/>
                    <a:pt x="159726" y="36813"/>
                  </a:cubicBezTo>
                  <a:cubicBezTo>
                    <a:pt x="160187" y="37043"/>
                    <a:pt x="160878" y="37196"/>
                    <a:pt x="161570" y="37196"/>
                  </a:cubicBezTo>
                  <a:cubicBezTo>
                    <a:pt x="162799" y="37196"/>
                    <a:pt x="163644" y="36813"/>
                    <a:pt x="163875" y="36583"/>
                  </a:cubicBezTo>
                  <a:lnTo>
                    <a:pt x="171711" y="28683"/>
                  </a:lnTo>
                  <a:cubicBezTo>
                    <a:pt x="175245" y="25155"/>
                    <a:pt x="180009" y="23238"/>
                    <a:pt x="185002" y="23238"/>
                  </a:cubicBezTo>
                  <a:cubicBezTo>
                    <a:pt x="189996" y="23238"/>
                    <a:pt x="194760" y="25155"/>
                    <a:pt x="198294" y="28683"/>
                  </a:cubicBezTo>
                  <a:lnTo>
                    <a:pt x="211047" y="41414"/>
                  </a:lnTo>
                  <a:cubicBezTo>
                    <a:pt x="218346" y="48777"/>
                    <a:pt x="218346" y="60664"/>
                    <a:pt x="211047" y="67950"/>
                  </a:cubicBezTo>
                  <a:lnTo>
                    <a:pt x="203211" y="75849"/>
                  </a:lnTo>
                  <a:cubicBezTo>
                    <a:pt x="202596" y="76386"/>
                    <a:pt x="202212" y="78533"/>
                    <a:pt x="202903" y="79914"/>
                  </a:cubicBezTo>
                  <a:cubicBezTo>
                    <a:pt x="204363" y="82905"/>
                    <a:pt x="205669" y="86049"/>
                    <a:pt x="206822" y="89117"/>
                  </a:cubicBezTo>
                  <a:cubicBezTo>
                    <a:pt x="207359" y="90651"/>
                    <a:pt x="209127" y="91878"/>
                    <a:pt x="209972" y="91878"/>
                  </a:cubicBezTo>
                  <a:lnTo>
                    <a:pt x="220958" y="91878"/>
                  </a:lnTo>
                  <a:cubicBezTo>
                    <a:pt x="231330" y="91878"/>
                    <a:pt x="239781" y="100314"/>
                    <a:pt x="239781" y="110668"/>
                  </a:cubicBezTo>
                  <a:lnTo>
                    <a:pt x="239781" y="128691"/>
                  </a:lnTo>
                  <a:cubicBezTo>
                    <a:pt x="239781" y="139044"/>
                    <a:pt x="231330" y="147480"/>
                    <a:pt x="220958" y="147480"/>
                  </a:cubicBezTo>
                  <a:lnTo>
                    <a:pt x="209972" y="147480"/>
                  </a:lnTo>
                  <a:cubicBezTo>
                    <a:pt x="209127" y="147480"/>
                    <a:pt x="207359" y="148707"/>
                    <a:pt x="206822" y="150241"/>
                  </a:cubicBezTo>
                  <a:cubicBezTo>
                    <a:pt x="205669" y="153309"/>
                    <a:pt x="204363" y="156453"/>
                    <a:pt x="202903" y="159444"/>
                  </a:cubicBezTo>
                  <a:cubicBezTo>
                    <a:pt x="202212" y="160825"/>
                    <a:pt x="202596" y="162972"/>
                    <a:pt x="203211" y="163586"/>
                  </a:cubicBezTo>
                  <a:lnTo>
                    <a:pt x="211047" y="171408"/>
                  </a:lnTo>
                  <a:cubicBezTo>
                    <a:pt x="218346" y="178694"/>
                    <a:pt x="218346" y="190658"/>
                    <a:pt x="211047" y="197944"/>
                  </a:cubicBezTo>
                  <a:lnTo>
                    <a:pt x="198294" y="210675"/>
                  </a:lnTo>
                  <a:cubicBezTo>
                    <a:pt x="194760" y="214203"/>
                    <a:pt x="189996" y="216197"/>
                    <a:pt x="185002" y="216197"/>
                  </a:cubicBezTo>
                  <a:cubicBezTo>
                    <a:pt x="180009" y="216197"/>
                    <a:pt x="175245" y="214203"/>
                    <a:pt x="171711" y="210675"/>
                  </a:cubicBezTo>
                  <a:lnTo>
                    <a:pt x="163875" y="202852"/>
                  </a:lnTo>
                  <a:cubicBezTo>
                    <a:pt x="163644" y="202622"/>
                    <a:pt x="162799" y="202239"/>
                    <a:pt x="161570" y="202239"/>
                  </a:cubicBezTo>
                  <a:cubicBezTo>
                    <a:pt x="160878" y="202239"/>
                    <a:pt x="160187" y="202316"/>
                    <a:pt x="159726" y="202546"/>
                  </a:cubicBezTo>
                  <a:cubicBezTo>
                    <a:pt x="156730" y="204003"/>
                    <a:pt x="153580" y="205307"/>
                    <a:pt x="150507" y="206457"/>
                  </a:cubicBezTo>
                  <a:cubicBezTo>
                    <a:pt x="148970" y="206994"/>
                    <a:pt x="147741" y="208758"/>
                    <a:pt x="147741" y="209601"/>
                  </a:cubicBezTo>
                  <a:lnTo>
                    <a:pt x="147741" y="220568"/>
                  </a:lnTo>
                  <a:cubicBezTo>
                    <a:pt x="147741" y="230922"/>
                    <a:pt x="139290" y="239358"/>
                    <a:pt x="128918" y="239358"/>
                  </a:cubicBezTo>
                  <a:lnTo>
                    <a:pt x="110863" y="239358"/>
                  </a:lnTo>
                  <a:cubicBezTo>
                    <a:pt x="100491" y="239358"/>
                    <a:pt x="92117" y="230922"/>
                    <a:pt x="92117" y="220568"/>
                  </a:cubicBezTo>
                  <a:lnTo>
                    <a:pt x="92117" y="209601"/>
                  </a:lnTo>
                  <a:cubicBezTo>
                    <a:pt x="92117" y="208758"/>
                    <a:pt x="90811" y="206917"/>
                    <a:pt x="89274" y="206457"/>
                  </a:cubicBezTo>
                  <a:cubicBezTo>
                    <a:pt x="86201" y="205307"/>
                    <a:pt x="83051" y="204003"/>
                    <a:pt x="80055" y="202546"/>
                  </a:cubicBezTo>
                  <a:cubicBezTo>
                    <a:pt x="79594" y="202316"/>
                    <a:pt x="78903" y="202239"/>
                    <a:pt x="78211" y="202239"/>
                  </a:cubicBezTo>
                  <a:cubicBezTo>
                    <a:pt x="77059" y="202239"/>
                    <a:pt x="76214" y="202622"/>
                    <a:pt x="75983" y="202852"/>
                  </a:cubicBezTo>
                  <a:lnTo>
                    <a:pt x="68070" y="210675"/>
                  </a:lnTo>
                  <a:cubicBezTo>
                    <a:pt x="64536" y="214203"/>
                    <a:pt x="59849" y="216197"/>
                    <a:pt x="54779" y="216197"/>
                  </a:cubicBezTo>
                  <a:cubicBezTo>
                    <a:pt x="49785" y="216197"/>
                    <a:pt x="45021" y="214203"/>
                    <a:pt x="41487" y="210675"/>
                  </a:cubicBezTo>
                  <a:lnTo>
                    <a:pt x="28734" y="197944"/>
                  </a:lnTo>
                  <a:cubicBezTo>
                    <a:pt x="25200" y="194416"/>
                    <a:pt x="23279" y="189661"/>
                    <a:pt x="23279" y="184676"/>
                  </a:cubicBezTo>
                  <a:cubicBezTo>
                    <a:pt x="23279" y="179691"/>
                    <a:pt x="25200" y="174936"/>
                    <a:pt x="28734" y="171408"/>
                  </a:cubicBezTo>
                  <a:lnTo>
                    <a:pt x="36570" y="163586"/>
                  </a:lnTo>
                  <a:cubicBezTo>
                    <a:pt x="37185" y="162972"/>
                    <a:pt x="37569" y="160825"/>
                    <a:pt x="36878" y="159444"/>
                  </a:cubicBezTo>
                  <a:cubicBezTo>
                    <a:pt x="35418" y="156453"/>
                    <a:pt x="34112" y="153386"/>
                    <a:pt x="33036" y="150241"/>
                  </a:cubicBezTo>
                  <a:cubicBezTo>
                    <a:pt x="32498" y="148707"/>
                    <a:pt x="30654" y="147480"/>
                    <a:pt x="29886" y="147480"/>
                  </a:cubicBezTo>
                  <a:lnTo>
                    <a:pt x="18823" y="147480"/>
                  </a:lnTo>
                  <a:cubicBezTo>
                    <a:pt x="8451" y="147480"/>
                    <a:pt x="0" y="139044"/>
                    <a:pt x="0" y="128691"/>
                  </a:cubicBezTo>
                  <a:lnTo>
                    <a:pt x="0" y="110668"/>
                  </a:lnTo>
                  <a:cubicBezTo>
                    <a:pt x="0" y="100314"/>
                    <a:pt x="8451" y="91955"/>
                    <a:pt x="18823" y="91955"/>
                  </a:cubicBezTo>
                  <a:lnTo>
                    <a:pt x="29886" y="91955"/>
                  </a:lnTo>
                  <a:cubicBezTo>
                    <a:pt x="30654" y="91955"/>
                    <a:pt x="32498" y="90651"/>
                    <a:pt x="33036" y="89194"/>
                  </a:cubicBezTo>
                  <a:cubicBezTo>
                    <a:pt x="34112" y="86049"/>
                    <a:pt x="35418" y="82905"/>
                    <a:pt x="36878" y="79914"/>
                  </a:cubicBezTo>
                  <a:cubicBezTo>
                    <a:pt x="37569" y="78533"/>
                    <a:pt x="37185" y="76386"/>
                    <a:pt x="36570" y="75849"/>
                  </a:cubicBezTo>
                  <a:lnTo>
                    <a:pt x="28734" y="67950"/>
                  </a:lnTo>
                  <a:cubicBezTo>
                    <a:pt x="21435" y="60664"/>
                    <a:pt x="21435" y="48777"/>
                    <a:pt x="28734" y="41414"/>
                  </a:cubicBezTo>
                  <a:lnTo>
                    <a:pt x="41487" y="28683"/>
                  </a:lnTo>
                  <a:cubicBezTo>
                    <a:pt x="45021" y="25155"/>
                    <a:pt x="49785" y="23238"/>
                    <a:pt x="54779" y="23238"/>
                  </a:cubicBezTo>
                  <a:cubicBezTo>
                    <a:pt x="59849" y="23238"/>
                    <a:pt x="64536" y="25155"/>
                    <a:pt x="68070" y="28683"/>
                  </a:cubicBezTo>
                  <a:lnTo>
                    <a:pt x="75983" y="36583"/>
                  </a:lnTo>
                  <a:cubicBezTo>
                    <a:pt x="76214" y="36813"/>
                    <a:pt x="77059" y="37196"/>
                    <a:pt x="78211" y="37196"/>
                  </a:cubicBezTo>
                  <a:cubicBezTo>
                    <a:pt x="78903" y="37196"/>
                    <a:pt x="79594" y="37043"/>
                    <a:pt x="80055" y="36813"/>
                  </a:cubicBezTo>
                  <a:cubicBezTo>
                    <a:pt x="83051" y="35355"/>
                    <a:pt x="86201" y="34052"/>
                    <a:pt x="89351" y="32978"/>
                  </a:cubicBezTo>
                  <a:cubicBezTo>
                    <a:pt x="90811" y="32441"/>
                    <a:pt x="92117" y="30677"/>
                    <a:pt x="92117" y="29834"/>
                  </a:cubicBezTo>
                  <a:lnTo>
                    <a:pt x="92117" y="18790"/>
                  </a:lnTo>
                  <a:cubicBezTo>
                    <a:pt x="92117" y="8436"/>
                    <a:pt x="100491" y="0"/>
                    <a:pt x="110863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 vert="horz" wrap="square" lIns="91440" tIns="45720" rIns="91440" bIns="45720" anchor="t">
              <a:normAutofit/>
            </a:bodyPr>
            <a:p>
              <a:pPr marL="0" algn="l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654050" y="3756028"/>
            <a:ext cx="2825172" cy="33718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/>
          <a:p>
            <a:pPr marL="0" algn="ctr">
              <a:spcBef>
                <a:spcPct val="0"/>
              </a:spcBef>
              <a:defRPr/>
            </a:pPr>
            <a:r>
              <a:rPr lang="en-US" altLang="zh-CN" sz="1600" b="1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/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54050" y="4163552"/>
            <a:ext cx="2825172" cy="349250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p>
            <a:pPr marL="0" algn="ctr">
              <a:lnSpc>
                <a:spcPct val="120000"/>
              </a:lnSpc>
            </a:pPr>
            <a:r>
              <a:rPr lang="en-US" altLang="zh-CN" sz="140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/>
            </a:r>
            <a:endParaRPr lang="zh-CN" altLang="en-US" sz="1400" b="0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2" name="Group 22"/>
          <p:cNvGrpSpPr/>
          <p:nvPr/>
        </p:nvGrpSpPr>
        <p:grpSpPr>
          <a:xfrm>
            <a:off x="7846187" y="4265973"/>
            <a:ext cx="853890" cy="853890"/>
            <a:chOff x="7852537" y="4265973"/>
            <a:chExt cx="853890" cy="853890"/>
          </a:xfrm>
        </p:grpSpPr>
        <p:sp>
          <p:nvSpPr>
            <p:cNvPr id="23" name="AutoShape 23"/>
            <p:cNvSpPr/>
            <p:nvPr/>
          </p:nvSpPr>
          <p:spPr>
            <a:xfrm>
              <a:off x="7852537" y="4265973"/>
              <a:ext cx="853890" cy="853890"/>
            </a:xfrm>
            <a:prstGeom prst="ellipse">
              <a:avLst/>
            </a:prstGeom>
            <a:gradFill>
              <a:gsLst>
                <a:gs pos="0">
                  <a:srgbClr val="B27640">
                    <a:lumMod val="60000"/>
                    <a:lumOff val="40000"/>
                  </a:srgbClr>
                </a:gs>
                <a:gs pos="60000">
                  <a:srgbClr val="B27640"/>
                </a:gs>
              </a:gsLst>
              <a:lin ang="2700000"/>
            </a:gradFill>
            <a:ln cap="rnd" cmpd="sng">
              <a:prstDash val="solid"/>
            </a:ln>
            <a:effectLst>
              <a:outerShdw blurRad="76200" dist="50800" dir="5400000" algn="ctr" rotWithShape="0">
                <a:schemeClr val="accent3">
                  <a:alpha val="20000"/>
                </a:schemeClr>
              </a:outerShdw>
            </a:effectLst>
          </p:spPr>
          <p:txBody>
            <a:bodyPr rot="0" vert="horz" wrap="square" lIns="91440" tIns="45720" rIns="91440" bIns="45720" anchor="ctr">
              <a:normAutofit/>
            </a:bodyPr>
            <a:p>
              <a:pPr marL="0" algn="ctr"/>
            </a:p>
          </p:txBody>
        </p:sp>
        <p:sp>
          <p:nvSpPr>
            <p:cNvPr id="24" name="Freeform 24"/>
            <p:cNvSpPr/>
            <p:nvPr/>
          </p:nvSpPr>
          <p:spPr>
            <a:xfrm>
              <a:off x="8090191" y="4503913"/>
              <a:ext cx="378584" cy="378010"/>
            </a:xfrm>
            <a:custGeom>
              <a:avLst/>
              <a:gdLst/>
              <a:ahLst/>
              <a:cxnLst/>
              <a:rect l="l" t="t" r="r" b="b"/>
              <a:pathLst>
                <a:path w="578649" h="594741">
                  <a:moveTo>
                    <a:pt x="411175" y="315251"/>
                  </a:moveTo>
                  <a:cubicBezTo>
                    <a:pt x="392328" y="315251"/>
                    <a:pt x="373301" y="322420"/>
                    <a:pt x="358940" y="336757"/>
                  </a:cubicBezTo>
                  <a:cubicBezTo>
                    <a:pt x="330220" y="365432"/>
                    <a:pt x="330220" y="411311"/>
                    <a:pt x="358940" y="439986"/>
                  </a:cubicBezTo>
                  <a:cubicBezTo>
                    <a:pt x="387661" y="468660"/>
                    <a:pt x="435049" y="468660"/>
                    <a:pt x="462333" y="439986"/>
                  </a:cubicBezTo>
                  <a:cubicBezTo>
                    <a:pt x="491053" y="411311"/>
                    <a:pt x="491053" y="365432"/>
                    <a:pt x="462333" y="336757"/>
                  </a:cubicBezTo>
                  <a:cubicBezTo>
                    <a:pt x="448691" y="322420"/>
                    <a:pt x="430023" y="315251"/>
                    <a:pt x="411175" y="315251"/>
                  </a:cubicBezTo>
                  <a:close/>
                  <a:moveTo>
                    <a:pt x="410816" y="276182"/>
                  </a:moveTo>
                  <a:cubicBezTo>
                    <a:pt x="439716" y="276182"/>
                    <a:pt x="468795" y="287293"/>
                    <a:pt x="491053" y="309516"/>
                  </a:cubicBezTo>
                  <a:cubicBezTo>
                    <a:pt x="525517" y="342492"/>
                    <a:pt x="532697" y="394106"/>
                    <a:pt x="514029" y="435685"/>
                  </a:cubicBezTo>
                  <a:lnTo>
                    <a:pt x="578649" y="500203"/>
                  </a:lnTo>
                  <a:lnTo>
                    <a:pt x="522645" y="556118"/>
                  </a:lnTo>
                  <a:lnTo>
                    <a:pt x="458025" y="491600"/>
                  </a:lnTo>
                  <a:cubicBezTo>
                    <a:pt x="416381" y="510239"/>
                    <a:pt x="366121" y="503070"/>
                    <a:pt x="331656" y="468660"/>
                  </a:cubicBezTo>
                  <a:cubicBezTo>
                    <a:pt x="287140" y="424215"/>
                    <a:pt x="287140" y="352528"/>
                    <a:pt x="331656" y="309516"/>
                  </a:cubicBezTo>
                  <a:cubicBezTo>
                    <a:pt x="353197" y="287293"/>
                    <a:pt x="381917" y="276182"/>
                    <a:pt x="410816" y="276182"/>
                  </a:cubicBezTo>
                  <a:close/>
                  <a:moveTo>
                    <a:pt x="134949" y="20001"/>
                  </a:moveTo>
                  <a:lnTo>
                    <a:pt x="134949" y="144835"/>
                  </a:lnTo>
                  <a:lnTo>
                    <a:pt x="17242" y="144835"/>
                  </a:lnTo>
                  <a:close/>
                  <a:moveTo>
                    <a:pt x="172278" y="0"/>
                  </a:moveTo>
                  <a:lnTo>
                    <a:pt x="480943" y="0"/>
                  </a:lnTo>
                  <a:lnTo>
                    <a:pt x="480943" y="276591"/>
                  </a:lnTo>
                  <a:cubicBezTo>
                    <a:pt x="460844" y="263693"/>
                    <a:pt x="436438" y="256527"/>
                    <a:pt x="410596" y="256527"/>
                  </a:cubicBezTo>
                  <a:cubicBezTo>
                    <a:pt x="381883" y="256527"/>
                    <a:pt x="354606" y="265126"/>
                    <a:pt x="331636" y="282323"/>
                  </a:cubicBezTo>
                  <a:lnTo>
                    <a:pt x="81832" y="282323"/>
                  </a:lnTo>
                  <a:lnTo>
                    <a:pt x="81832" y="322450"/>
                  </a:lnTo>
                  <a:lnTo>
                    <a:pt x="295744" y="322450"/>
                  </a:lnTo>
                  <a:cubicBezTo>
                    <a:pt x="288566" y="335348"/>
                    <a:pt x="282823" y="351112"/>
                    <a:pt x="279952" y="366877"/>
                  </a:cubicBezTo>
                  <a:lnTo>
                    <a:pt x="81832" y="366877"/>
                  </a:lnTo>
                  <a:lnTo>
                    <a:pt x="81832" y="407004"/>
                  </a:lnTo>
                  <a:lnTo>
                    <a:pt x="279952" y="407004"/>
                  </a:lnTo>
                  <a:cubicBezTo>
                    <a:pt x="281388" y="422768"/>
                    <a:pt x="287130" y="438532"/>
                    <a:pt x="294309" y="451430"/>
                  </a:cubicBezTo>
                  <a:lnTo>
                    <a:pt x="81832" y="451430"/>
                  </a:lnTo>
                  <a:lnTo>
                    <a:pt x="81832" y="491557"/>
                  </a:lnTo>
                  <a:lnTo>
                    <a:pt x="327329" y="491557"/>
                  </a:lnTo>
                  <a:cubicBezTo>
                    <a:pt x="350299" y="511621"/>
                    <a:pt x="380448" y="521653"/>
                    <a:pt x="410596" y="521653"/>
                  </a:cubicBezTo>
                  <a:cubicBezTo>
                    <a:pt x="424953" y="521653"/>
                    <a:pt x="439309" y="518786"/>
                    <a:pt x="453666" y="514487"/>
                  </a:cubicBezTo>
                  <a:lnTo>
                    <a:pt x="480943" y="543149"/>
                  </a:lnTo>
                  <a:lnTo>
                    <a:pt x="480943" y="594741"/>
                  </a:lnTo>
                  <a:lnTo>
                    <a:pt x="0" y="594741"/>
                  </a:lnTo>
                  <a:lnTo>
                    <a:pt x="0" y="180572"/>
                  </a:lnTo>
                  <a:lnTo>
                    <a:pt x="172278" y="18057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vert="horz" wrap="square" lIns="91440" tIns="45720" rIns="91440" bIns="45720" anchor="t">
              <a:normAutofit/>
            </a:bodyPr>
            <a:p>
              <a:pPr marL="0" algn="l"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8619215" y="3756028"/>
            <a:ext cx="2893336" cy="33718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/>
          <a:p>
            <a:pPr marL="0" algn="ctr">
              <a:spcBef>
                <a:spcPct val="0"/>
              </a:spcBef>
              <a:defRPr/>
            </a:pPr>
            <a:r>
              <a:rPr lang="en-US" altLang="zh-CN" sz="1600" b="1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/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8619215" y="4163552"/>
            <a:ext cx="2893336" cy="349250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p>
            <a:pPr marL="0" algn="ctr">
              <a:lnSpc>
                <a:spcPct val="120000"/>
              </a:lnSpc>
            </a:pPr>
            <a:r>
              <a:rPr lang="en-US" altLang="zh-CN" sz="140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/>
            </a:r>
            <a:endParaRPr lang="zh-CN" altLang="en-US" sz="1400" b="0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670718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algn="l">
              <a:lnSpc>
                <a:spcPct val="90000"/>
              </a:lnSpc>
              <a:spcBef>
                <a:spcPct val="0"/>
              </a:spcBef>
              <a:defRPr/>
            </a:pPr>
            <a:r>
              <a:rPr lang="en-US" altLang="zh-CN" sz="2800" b="1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下一节准备</a:t>
            </a:r>
            <a:endParaRPr lang="en-US" altLang="zh-CN" sz="2800" b="1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utoShape 2"/>
          <p:cNvSpPr/>
          <p:nvPr>
            <p:ph type="title"/>
          </p:nvPr>
        </p:nvSpPr>
        <p:spPr>
          <a:xfrm>
            <a:off x="2270986" y="2703928"/>
            <a:ext cx="7637325" cy="1015663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zh-CN" altLang="en-US" sz="6000" b="1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感谢聆听</a:t>
            </a:r>
            <a:endParaRPr lang="zh-CN" altLang="en-US" sz="6000" b="1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4921405" y="3984702"/>
            <a:ext cx="2014654" cy="36933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defRPr/>
            </a:pPr>
            <a:r>
              <a:rPr lang="zh-CN" altLang="en-US" sz="1800" b="0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汇报人</a:t>
            </a:r>
            <a:endParaRPr lang="en-US" sz="11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PP_MARK_KEY" val="e88effda-2717-429e-ab37-5bae06f1dc82"/>
  <p:tag name="COMMONDATA" val="eyJoZGlkIjoiZDkzMDc0ZDcwY2M0YmNmZTFlZjBlNjNhZWExNjJmNWUifQ==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2F2F2F"/>
      </a:dk1>
      <a:lt1>
        <a:srgbClr val="FFFFFF"/>
      </a:lt1>
      <a:dk2>
        <a:srgbClr val="778495"/>
      </a:dk2>
      <a:lt2>
        <a:srgbClr val="F0F0F0"/>
      </a:lt2>
      <a:accent1>
        <a:srgbClr val="8AAEA2"/>
      </a:accent1>
      <a:accent2>
        <a:srgbClr val="CFB278"/>
      </a:accent2>
      <a:accent3>
        <a:srgbClr val="B27640"/>
      </a:accent3>
      <a:accent4>
        <a:srgbClr val="F6F0E0"/>
      </a:accent4>
      <a:accent5>
        <a:srgbClr val="92CCD4"/>
      </a:accent5>
      <a:accent6>
        <a:srgbClr val="C8E5E8"/>
      </a:accent6>
      <a:hlink>
        <a:srgbClr val="F84D4D"/>
      </a:hlink>
      <a:folHlink>
        <a:srgbClr val="97979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907</Words>
  <Application>WPS 演示</Application>
  <PresentationFormat>全屏显示(4:3)</PresentationFormat>
  <Paragraphs>196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2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{topic}</vt:lpstr>
      <vt:lpstr>PowerPoint 演示文稿</vt:lpstr>
      <vt:lpstr>{title}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感谢聆听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swing</cp:lastModifiedBy>
  <cp:revision>57</cp:revision>
  <dcterms:created xsi:type="dcterms:W3CDTF">2006-08-16T00:00:00Z</dcterms:created>
  <dcterms:modified xsi:type="dcterms:W3CDTF">2025-02-11T12:53:43Z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C75D4121AE9F4816B7C2DF9683B8C696_12</vt:lpwstr>
  </property>
  <property fmtid="{D5CDD505-2E9C-101B-9397-08002B2CF9AE}" pid="3" name="KSOProductBuildVer">
    <vt:lpwstr>2052-11.1.0.14309</vt:lpwstr>
  </property>
</Properties>
</file>