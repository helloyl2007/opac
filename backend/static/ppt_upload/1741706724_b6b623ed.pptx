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10" Target="ppt/slideLayouts/slideLayout7.xml" Type="http://schemas.openxmlformats.org/officeDocument/2006/relationships/slideLayou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ppt/slideLayouts/slideLayout2.xml" Type="http://schemas.openxmlformats.org/officeDocument/2006/relationships/slideLayout"/><Relationship Id="rId6" Target="ppt/slideLayouts/slideLayout3.xml" Type="http://schemas.openxmlformats.org/officeDocument/2006/relationships/slideLayout"/><Relationship Id="rId7" Target="ppt/slideLayouts/slideLayout4.xml" Type="http://schemas.openxmlformats.org/officeDocument/2006/relationships/slideLayout"/><Relationship Id="rId8" Target="ppt/slideLayouts/slideLayout5.xml" Type="http://schemas.openxmlformats.org/officeDocument/2006/relationships/slideLayout"/><Relationship Id="rId9" Target="ppt/slideLayouts/slideLayout6.xml" Type="http://schemas.openxmlformats.org/officeDocument/2006/relationships/slideLayout"/></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4" d="100"/>
          <a:sy n="114" d="100"/>
        </p:scale>
        <p:origin x="91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Sp="false">
  <p:cSld name="Blank">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3" id="3"/>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4" id="4"/>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showMasterSp="false">
  <p:cSld name="Title Slide">
    <p:bg>
      <p:bgPr>
        <a:gradFill rotWithShape="true" flip="none">
          <a:gsLst>
            <a:gs pos="0">
              <a:schemeClr val="accent2">
                <a:lumMod val="20000"/>
                <a:lumOff val="80000"/>
              </a:schemeClr>
            </a:gs>
            <a:gs pos="100000">
              <a:srgbClr val="FFFFFF"/>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5809" cy="6866205"/>
            <a:chOff x="0" y="0"/>
            <a:chExt cx="12195809" cy="6866205"/>
          </a:xfrm>
        </p:grpSpPr>
        <p:sp>
          <p:nvSpPr>
            <p:cNvPr name="Freeform 3" id="3"/>
            <p:cNvSpPr/>
            <p:nvPr/>
          </p:nvSpPr>
          <p:spPr>
            <a:xfrm>
              <a:off x="0" y="1735058"/>
              <a:ext cx="2320200" cy="2569054"/>
            </a:xfrm>
            <a:custGeom>
              <a:avLst/>
              <a:gdLst/>
              <a:ahLst/>
              <a:cxnLst/>
              <a:rect r="r" b="b" t="t" l="l"/>
              <a:pathLst>
                <a:path w="2158365" h="2389861" stroke="true" fill="norm" extrusionOk="true">
                  <a:moveTo>
                    <a:pt x="0" y="39"/>
                  </a:moveTo>
                  <a:cubicBezTo>
                    <a:pt x="0" y="39"/>
                    <a:pt x="368618" y="-11391"/>
                    <a:pt x="389573" y="359131"/>
                  </a:cubicBezTo>
                  <a:cubicBezTo>
                    <a:pt x="389573" y="359131"/>
                    <a:pt x="542925" y="352464"/>
                    <a:pt x="537210" y="506769"/>
                  </a:cubicBezTo>
                  <a:cubicBezTo>
                    <a:pt x="537210" y="506769"/>
                    <a:pt x="937260" y="426759"/>
                    <a:pt x="1013460" y="826809"/>
                  </a:cubicBezTo>
                  <a:cubicBezTo>
                    <a:pt x="1013460" y="826809"/>
                    <a:pt x="1510665" y="637261"/>
                    <a:pt x="1704023" y="1113511"/>
                  </a:cubicBezTo>
                  <a:cubicBezTo>
                    <a:pt x="1704023" y="1113511"/>
                    <a:pt x="2036445" y="989686"/>
                    <a:pt x="2158365" y="1268769"/>
                  </a:cubicBezTo>
                  <a:lnTo>
                    <a:pt x="2158365" y="2389861"/>
                  </a:lnTo>
                  <a:lnTo>
                    <a:pt x="0" y="2389861"/>
                  </a:lnTo>
                  <a:lnTo>
                    <a:pt x="0" y="39"/>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 id="4"/>
            <p:cNvSpPr/>
            <p:nvPr/>
          </p:nvSpPr>
          <p:spPr>
            <a:xfrm>
              <a:off x="3885247" y="0"/>
              <a:ext cx="8310562" cy="5036888"/>
            </a:xfrm>
            <a:custGeom>
              <a:avLst/>
              <a:gdLst/>
              <a:ahLst/>
              <a:cxnLst/>
              <a:rect r="r" b="b" t="t" l="l"/>
              <a:pathLst>
                <a:path w="8310562" h="5036888" stroke="true" fill="norm" extrusionOk="true">
                  <a:moveTo>
                    <a:pt x="8310563" y="4913064"/>
                  </a:moveTo>
                  <a:lnTo>
                    <a:pt x="8310563" y="69"/>
                  </a:lnTo>
                  <a:cubicBezTo>
                    <a:pt x="8310563" y="69"/>
                    <a:pt x="7718108" y="-18981"/>
                    <a:pt x="7684770" y="577284"/>
                  </a:cubicBezTo>
                  <a:cubicBezTo>
                    <a:pt x="7684770" y="577284"/>
                    <a:pt x="7438073" y="566806"/>
                    <a:pt x="7447598" y="814456"/>
                  </a:cubicBezTo>
                  <a:cubicBezTo>
                    <a:pt x="7447598" y="814456"/>
                    <a:pt x="6804660" y="685869"/>
                    <a:pt x="6682740" y="1328806"/>
                  </a:cubicBezTo>
                  <a:cubicBezTo>
                    <a:pt x="6682740" y="1328806"/>
                    <a:pt x="5872163" y="1025911"/>
                    <a:pt x="5626418" y="1791721"/>
                  </a:cubicBezTo>
                  <a:cubicBezTo>
                    <a:pt x="5626418" y="1791721"/>
                    <a:pt x="5246370" y="1719331"/>
                    <a:pt x="5216843" y="2061279"/>
                  </a:cubicBezTo>
                  <a:cubicBezTo>
                    <a:pt x="5216843" y="2061279"/>
                    <a:pt x="4340543" y="1791721"/>
                    <a:pt x="4130993" y="2650876"/>
                  </a:cubicBezTo>
                  <a:cubicBezTo>
                    <a:pt x="4130993" y="2650876"/>
                    <a:pt x="3026093" y="2220346"/>
                    <a:pt x="2679383" y="3293814"/>
                  </a:cubicBezTo>
                  <a:cubicBezTo>
                    <a:pt x="2679383" y="3293814"/>
                    <a:pt x="2227898" y="3110934"/>
                    <a:pt x="2018348" y="3445261"/>
                  </a:cubicBezTo>
                  <a:cubicBezTo>
                    <a:pt x="2018348" y="3445261"/>
                    <a:pt x="1587818" y="3009016"/>
                    <a:pt x="932498" y="3245236"/>
                  </a:cubicBezTo>
                  <a:cubicBezTo>
                    <a:pt x="932498" y="3245236"/>
                    <a:pt x="487680" y="2961391"/>
                    <a:pt x="0" y="3274764"/>
                  </a:cubicBezTo>
                  <a:lnTo>
                    <a:pt x="94298" y="5036889"/>
                  </a:lnTo>
                  <a:lnTo>
                    <a:pt x="8310563" y="4913064"/>
                  </a:lnTo>
                  <a:close/>
                </a:path>
              </a:pathLst>
            </a:custGeom>
            <a:solidFill>
              <a:srgbClr val="FFFFFF">
                <a:alpha val="50000"/>
              </a:srgbClr>
            </a:solidFill>
            <a:ln cap="flat">
              <a:noFill/>
              <a:prstDash val="solid"/>
              <a:miter lim="800000"/>
            </a:ln>
          </p:spPr>
          <p:txBody>
            <a:bodyPr vert="horz" anchor="ctr" tIns="45720" lIns="91440" bIns="45720" rIns="91440"/>
            <a:p>
              <a:pPr algn="l" marL="0"/>
            </a:p>
          </p:txBody>
        </p:sp>
        <p:sp>
          <p:nvSpPr>
            <p:cNvPr name="Freeform 5" id="5"/>
            <p:cNvSpPr/>
            <p:nvPr/>
          </p:nvSpPr>
          <p:spPr>
            <a:xfrm>
              <a:off x="0" y="3122010"/>
              <a:ext cx="12192000" cy="1644777"/>
            </a:xfrm>
            <a:custGeom>
              <a:avLst/>
              <a:gdLst/>
              <a:ahLst/>
              <a:cxnLst/>
              <a:rect r="r" b="b" t="t" l="l"/>
              <a:pathLst>
                <a:path w="12192000" h="1644777" stroke="true" fill="norm" extrusionOk="true">
                  <a:moveTo>
                    <a:pt x="3510249" y="0"/>
                  </a:moveTo>
                  <a:cubicBezTo>
                    <a:pt x="3807429" y="0"/>
                    <a:pt x="4183666" y="103156"/>
                    <a:pt x="4762500" y="512635"/>
                  </a:cubicBezTo>
                  <a:cubicBezTo>
                    <a:pt x="5341335" y="103156"/>
                    <a:pt x="5717572" y="0"/>
                    <a:pt x="6014752" y="0"/>
                  </a:cubicBezTo>
                  <a:cubicBezTo>
                    <a:pt x="6406229" y="0"/>
                    <a:pt x="6776847" y="368617"/>
                    <a:pt x="7222617" y="368617"/>
                  </a:cubicBezTo>
                  <a:cubicBezTo>
                    <a:pt x="7721632" y="368617"/>
                    <a:pt x="7856506" y="75343"/>
                    <a:pt x="8400574" y="75343"/>
                  </a:cubicBezTo>
                  <a:cubicBezTo>
                    <a:pt x="8731187" y="75343"/>
                    <a:pt x="8973788" y="188595"/>
                    <a:pt x="9088374" y="224409"/>
                  </a:cubicBezTo>
                  <a:cubicBezTo>
                    <a:pt x="9234297" y="270129"/>
                    <a:pt x="9380029" y="314801"/>
                    <a:pt x="9525000" y="362902"/>
                  </a:cubicBezTo>
                  <a:lnTo>
                    <a:pt x="9525000" y="362902"/>
                  </a:lnTo>
                  <a:cubicBezTo>
                    <a:pt x="9669971" y="314801"/>
                    <a:pt x="9815703" y="270129"/>
                    <a:pt x="9961626" y="224409"/>
                  </a:cubicBezTo>
                  <a:cubicBezTo>
                    <a:pt x="10076212" y="188595"/>
                    <a:pt x="10318813" y="75343"/>
                    <a:pt x="10649426" y="75343"/>
                  </a:cubicBezTo>
                  <a:cubicBezTo>
                    <a:pt x="11193494" y="75343"/>
                    <a:pt x="11328368" y="368617"/>
                    <a:pt x="11827383" y="368617"/>
                  </a:cubicBezTo>
                  <a:cubicBezTo>
                    <a:pt x="11938825" y="368617"/>
                    <a:pt x="12045571" y="345579"/>
                    <a:pt x="12149120" y="311021"/>
                  </a:cubicBezTo>
                  <a:lnTo>
                    <a:pt x="12192000" y="294487"/>
                  </a:lnTo>
                  <a:lnTo>
                    <a:pt x="12192000" y="1644777"/>
                  </a:lnTo>
                  <a:lnTo>
                    <a:pt x="9525000" y="1644777"/>
                  </a:lnTo>
                  <a:lnTo>
                    <a:pt x="4762500" y="1644777"/>
                  </a:lnTo>
                  <a:lnTo>
                    <a:pt x="0" y="1644777"/>
                  </a:lnTo>
                  <a:lnTo>
                    <a:pt x="0" y="362902"/>
                  </a:lnTo>
                  <a:cubicBezTo>
                    <a:pt x="144971" y="314801"/>
                    <a:pt x="290703" y="270129"/>
                    <a:pt x="436626" y="224409"/>
                  </a:cubicBezTo>
                  <a:cubicBezTo>
                    <a:pt x="551212" y="188595"/>
                    <a:pt x="793813" y="75343"/>
                    <a:pt x="1124426" y="75343"/>
                  </a:cubicBezTo>
                  <a:cubicBezTo>
                    <a:pt x="1668494" y="75343"/>
                    <a:pt x="1803368" y="368617"/>
                    <a:pt x="2302383" y="368617"/>
                  </a:cubicBezTo>
                  <a:cubicBezTo>
                    <a:pt x="2748153" y="368617"/>
                    <a:pt x="3118771" y="0"/>
                    <a:pt x="3510249" y="0"/>
                  </a:cubicBezTo>
                  <a:close/>
                </a:path>
              </a:pathLst>
            </a:custGeom>
            <a:solidFill>
              <a:schemeClr val="accent2">
                <a:alpha val="31000"/>
                <a:lumMod val="20000"/>
                <a:lumOff val="80000"/>
              </a:schemeClr>
            </a:solidFill>
            <a:ln cap="flat">
              <a:noFill/>
              <a:prstDash val="solid"/>
              <a:miter lim="800000"/>
            </a:ln>
          </p:spPr>
          <p:txBody>
            <a:bodyPr vert="horz" anchor="ctr" wrap="square" tIns="45720" lIns="91440" bIns="45720" rIns="91440">
              <a:noAutofit/>
            </a:bodyPr>
            <a:p>
              <a:pPr algn="l" marL="0"/>
            </a:p>
          </p:txBody>
        </p:sp>
        <p:sp>
          <p:nvSpPr>
            <p:cNvPr name="Freeform 6" id="6"/>
            <p:cNvSpPr/>
            <p:nvPr/>
          </p:nvSpPr>
          <p:spPr>
            <a:xfrm>
              <a:off x="0" y="2782212"/>
              <a:ext cx="12192000" cy="4083993"/>
            </a:xfrm>
            <a:custGeom>
              <a:avLst/>
              <a:gdLst/>
              <a:ahLst/>
              <a:cxnLst/>
              <a:rect r="r" b="b" t="t" l="l"/>
              <a:pathLst>
                <a:path w="12192000" h="4083993" stroke="true" fill="norm" extrusionOk="true">
                  <a:moveTo>
                    <a:pt x="2149808" y="2108"/>
                  </a:moveTo>
                  <a:cubicBezTo>
                    <a:pt x="2544009" y="-11555"/>
                    <a:pt x="3005853" y="39684"/>
                    <a:pt x="3536633" y="200608"/>
                  </a:cubicBezTo>
                  <a:cubicBezTo>
                    <a:pt x="5659755" y="844303"/>
                    <a:pt x="5632133" y="1960729"/>
                    <a:pt x="7490460" y="1574512"/>
                  </a:cubicBezTo>
                  <a:cubicBezTo>
                    <a:pt x="8945880" y="1271718"/>
                    <a:pt x="10866120" y="1060585"/>
                    <a:pt x="12192000" y="1590991"/>
                  </a:cubicBezTo>
                  <a:lnTo>
                    <a:pt x="12192000" y="4083993"/>
                  </a:lnTo>
                  <a:lnTo>
                    <a:pt x="0" y="4083993"/>
                  </a:lnTo>
                  <a:lnTo>
                    <a:pt x="0" y="1036897"/>
                  </a:lnTo>
                  <a:lnTo>
                    <a:pt x="393383" y="668188"/>
                  </a:lnTo>
                  <a:cubicBezTo>
                    <a:pt x="393383" y="668188"/>
                    <a:pt x="967205" y="43095"/>
                    <a:pt x="2149808" y="210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7" id="7"/>
            <p:cNvSpPr/>
            <p:nvPr/>
          </p:nvSpPr>
          <p:spPr>
            <a:xfrm>
              <a:off x="4291967" y="4410316"/>
              <a:ext cx="6529275" cy="2447684"/>
            </a:xfrm>
            <a:custGeom>
              <a:avLst/>
              <a:gdLst/>
              <a:ahLst/>
              <a:cxnLst/>
              <a:rect r="r" b="b" t="t" l="l"/>
              <a:pathLst>
                <a:path w="6529275" h="2447684" stroke="true" fill="norm" extrusionOk="true">
                  <a:moveTo>
                    <a:pt x="3232079" y="104"/>
                  </a:moveTo>
                  <a:cubicBezTo>
                    <a:pt x="3953858" y="3924"/>
                    <a:pt x="5232440" y="112871"/>
                    <a:pt x="5928361" y="376063"/>
                  </a:cubicBezTo>
                  <a:cubicBezTo>
                    <a:pt x="5928361" y="376063"/>
                    <a:pt x="7071361" y="764682"/>
                    <a:pt x="6204586" y="1029592"/>
                  </a:cubicBezTo>
                  <a:cubicBezTo>
                    <a:pt x="5781676" y="1159548"/>
                    <a:pt x="3789998" y="1549416"/>
                    <a:pt x="4656773" y="2018008"/>
                  </a:cubicBezTo>
                  <a:cubicBezTo>
                    <a:pt x="4981814" y="2193730"/>
                    <a:pt x="5376372" y="2327278"/>
                    <a:pt x="5742601" y="2425573"/>
                  </a:cubicBezTo>
                  <a:lnTo>
                    <a:pt x="5832565" y="2447684"/>
                  </a:lnTo>
                  <a:lnTo>
                    <a:pt x="3480389" y="2447684"/>
                  </a:lnTo>
                  <a:lnTo>
                    <a:pt x="0" y="2235435"/>
                  </a:lnTo>
                  <a:cubicBezTo>
                    <a:pt x="0" y="2235435"/>
                    <a:pt x="1866900" y="2038000"/>
                    <a:pt x="542925" y="1540669"/>
                  </a:cubicBezTo>
                  <a:cubicBezTo>
                    <a:pt x="-781050" y="1043337"/>
                    <a:pt x="1295400" y="883391"/>
                    <a:pt x="2866073" y="763432"/>
                  </a:cubicBezTo>
                  <a:cubicBezTo>
                    <a:pt x="4436745" y="643473"/>
                    <a:pt x="3351848" y="264851"/>
                    <a:pt x="2780348" y="96158"/>
                  </a:cubicBezTo>
                  <a:cubicBezTo>
                    <a:pt x="2566393" y="33367"/>
                    <a:pt x="2799011" y="-2188"/>
                    <a:pt x="3232079" y="104"/>
                  </a:cubicBezTo>
                  <a:close/>
                </a:path>
              </a:pathLst>
            </a:custGeom>
            <a:solidFill>
              <a:srgbClr val="FFFFFF">
                <a:alpha val="80000"/>
              </a:srgbClr>
            </a:solidFill>
            <a:ln cap="flat">
              <a:noFill/>
              <a:prstDash val="solid"/>
              <a:miter lim="800000"/>
            </a:ln>
          </p:spPr>
          <p:txBody>
            <a:bodyPr vert="horz" anchor="ctr" tIns="45720" lIns="91440" bIns="45720" rIns="91440"/>
            <a:p>
              <a:pPr algn="l" marL="0"/>
            </a:p>
          </p:txBody>
        </p:sp>
        <p:sp>
          <p:nvSpPr>
            <p:cNvPr name="Freeform 8" id="8"/>
            <p:cNvSpPr/>
            <p:nvPr/>
          </p:nvSpPr>
          <p:spPr>
            <a:xfrm>
              <a:off x="4253867" y="4474344"/>
              <a:ext cx="3955401" cy="2251736"/>
            </a:xfrm>
            <a:custGeom>
              <a:avLst/>
              <a:gdLst/>
              <a:ahLst/>
              <a:cxnLst/>
              <a:rect r="r" b="b" t="t" l="l"/>
              <a:pathLst>
                <a:path w="3955401" h="1716404" stroke="true" fill="norm" extrusionOk="true">
                  <a:moveTo>
                    <a:pt x="0" y="1647825"/>
                  </a:moveTo>
                  <a:lnTo>
                    <a:pt x="1472565" y="1716405"/>
                  </a:lnTo>
                  <a:cubicBezTo>
                    <a:pt x="2049780" y="1598295"/>
                    <a:pt x="2260283" y="1307783"/>
                    <a:pt x="1631633" y="1115377"/>
                  </a:cubicBezTo>
                  <a:cubicBezTo>
                    <a:pt x="1002983" y="922973"/>
                    <a:pt x="1629728" y="874395"/>
                    <a:pt x="2463165" y="802005"/>
                  </a:cubicBezTo>
                  <a:cubicBezTo>
                    <a:pt x="3496628" y="712470"/>
                    <a:pt x="4088130" y="574358"/>
                    <a:pt x="3930015" y="316230"/>
                  </a:cubicBezTo>
                  <a:cubicBezTo>
                    <a:pt x="3769995" y="58103"/>
                    <a:pt x="2720340" y="0"/>
                    <a:pt x="2720340" y="0"/>
                  </a:cubicBezTo>
                  <a:lnTo>
                    <a:pt x="2720340" y="0"/>
                  </a:lnTo>
                  <a:cubicBezTo>
                    <a:pt x="2733675" y="5715"/>
                    <a:pt x="2753678" y="11430"/>
                    <a:pt x="2780348" y="17145"/>
                  </a:cubicBezTo>
                  <a:cubicBezTo>
                    <a:pt x="3351848" y="146685"/>
                    <a:pt x="4436745" y="434340"/>
                    <a:pt x="2866073" y="525780"/>
                  </a:cubicBezTo>
                  <a:cubicBezTo>
                    <a:pt x="1295400" y="617220"/>
                    <a:pt x="-781050" y="738188"/>
                    <a:pt x="542925" y="1118235"/>
                  </a:cubicBezTo>
                  <a:cubicBezTo>
                    <a:pt x="1866900" y="1497330"/>
                    <a:pt x="0" y="1647825"/>
                    <a:pt x="0" y="1647825"/>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9" id="9"/>
            <p:cNvSpPr/>
            <p:nvPr/>
          </p:nvSpPr>
          <p:spPr>
            <a:xfrm>
              <a:off x="7069913" y="4387850"/>
              <a:ext cx="3818460" cy="2457450"/>
            </a:xfrm>
            <a:custGeom>
              <a:avLst/>
              <a:gdLst/>
              <a:ahLst/>
              <a:cxnLst/>
              <a:rect r="r" b="b" t="t" l="l"/>
              <a:pathLst>
                <a:path w="3818460" h="2457450" stroke="true" fill="norm" extrusionOk="true">
                  <a:moveTo>
                    <a:pt x="439921" y="147"/>
                  </a:moveTo>
                  <a:cubicBezTo>
                    <a:pt x="1143179" y="-4540"/>
                    <a:pt x="2494598" y="102534"/>
                    <a:pt x="3217546" y="376192"/>
                  </a:cubicBezTo>
                  <a:cubicBezTo>
                    <a:pt x="3217546" y="376192"/>
                    <a:pt x="4360546" y="764810"/>
                    <a:pt x="3493771" y="1029720"/>
                  </a:cubicBezTo>
                  <a:cubicBezTo>
                    <a:pt x="3071813" y="1158427"/>
                    <a:pt x="1079182" y="1549544"/>
                    <a:pt x="1945957" y="2018136"/>
                  </a:cubicBezTo>
                  <a:cubicBezTo>
                    <a:pt x="2270641" y="2193858"/>
                    <a:pt x="2664976" y="2327406"/>
                    <a:pt x="3031065" y="2425701"/>
                  </a:cubicBezTo>
                  <a:lnTo>
                    <a:pt x="3160203" y="2457450"/>
                  </a:lnTo>
                  <a:lnTo>
                    <a:pt x="1505023" y="2457450"/>
                  </a:lnTo>
                  <a:lnTo>
                    <a:pt x="1325176" y="2385698"/>
                  </a:lnTo>
                  <a:cubicBezTo>
                    <a:pt x="23330" y="1832550"/>
                    <a:pt x="503635" y="1494798"/>
                    <a:pt x="1357313" y="1292132"/>
                  </a:cubicBezTo>
                  <a:cubicBezTo>
                    <a:pt x="2399348" y="1044715"/>
                    <a:pt x="3439477" y="741068"/>
                    <a:pt x="2405063" y="342453"/>
                  </a:cubicBezTo>
                  <a:cubicBezTo>
                    <a:pt x="1369695" y="-54913"/>
                    <a:pt x="0" y="40055"/>
                    <a:pt x="0" y="40055"/>
                  </a:cubicBezTo>
                  <a:cubicBezTo>
                    <a:pt x="43101" y="15688"/>
                    <a:pt x="205502" y="1708"/>
                    <a:pt x="439921" y="147"/>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0" id="10"/>
            <p:cNvGrpSpPr/>
            <p:nvPr/>
          </p:nvGrpSpPr>
          <p:grpSpPr>
            <a:xfrm>
              <a:off x="394092" y="418322"/>
              <a:ext cx="5074756" cy="6439678"/>
              <a:chOff x="144" y="988156"/>
              <a:chExt cx="4585245" cy="5818507"/>
            </a:xfrm>
          </p:grpSpPr>
          <p:grpSp>
            <p:nvGrpSpPr>
              <p:cNvPr name="Group 11" id="11"/>
              <p:cNvGrpSpPr/>
              <p:nvPr/>
            </p:nvGrpSpPr>
            <p:grpSpPr>
              <a:xfrm>
                <a:off x="701361" y="988156"/>
                <a:ext cx="2760108" cy="2668094"/>
                <a:chOff x="701361" y="988156"/>
                <a:chExt cx="2760108" cy="2668094"/>
              </a:xfrm>
            </p:grpSpPr>
            <p:sp>
              <p:nvSpPr>
                <p:cNvPr name="Freeform 12" id="12"/>
                <p:cNvSpPr/>
                <p:nvPr/>
              </p:nvSpPr>
              <p:spPr>
                <a:xfrm>
                  <a:off x="1276255" y="1028139"/>
                  <a:ext cx="1567522" cy="1312563"/>
                </a:xfrm>
                <a:custGeom>
                  <a:avLst/>
                  <a:gdLst/>
                  <a:ahLst/>
                  <a:cxnLst/>
                  <a:rect r="r" b="b" t="t" l="l"/>
                  <a:pathLst>
                    <a:path w="1567522" h="1312563" stroke="true" fill="norm" extrusionOk="true">
                      <a:moveTo>
                        <a:pt x="1551149" y="531475"/>
                      </a:moveTo>
                      <a:cubicBezTo>
                        <a:pt x="1738469" y="966142"/>
                        <a:pt x="260602" y="1601584"/>
                        <a:pt x="74316" y="1166917"/>
                      </a:cubicBezTo>
                      <a:cubicBezTo>
                        <a:pt x="-113005" y="732250"/>
                        <a:pt x="66037" y="237558"/>
                        <a:pt x="473796" y="61621"/>
                      </a:cubicBezTo>
                      <a:cubicBezTo>
                        <a:pt x="881555" y="-113280"/>
                        <a:pt x="1363828" y="96809"/>
                        <a:pt x="1551149" y="531475"/>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13" id="13"/>
                <p:cNvSpPr/>
                <p:nvPr/>
              </p:nvSpPr>
              <p:spPr>
                <a:xfrm>
                  <a:off x="1276277" y="1206115"/>
                  <a:ext cx="1567510" cy="1134586"/>
                </a:xfrm>
                <a:custGeom>
                  <a:avLst/>
                  <a:gdLst/>
                  <a:ahLst/>
                  <a:cxnLst/>
                  <a:rect r="r" b="b" t="t" l="l"/>
                  <a:pathLst>
                    <a:path w="1567510" h="1134586" stroke="true" fill="norm" extrusionOk="true">
                      <a:moveTo>
                        <a:pt x="508961" y="132026"/>
                      </a:moveTo>
                      <a:cubicBezTo>
                        <a:pt x="300942" y="229308"/>
                        <a:pt x="130180" y="369022"/>
                        <a:pt x="5989" y="530470"/>
                      </a:cubicBezTo>
                      <a:cubicBezTo>
                        <a:pt x="-11604" y="679499"/>
                        <a:pt x="9094" y="837842"/>
                        <a:pt x="74294" y="988940"/>
                      </a:cubicBezTo>
                      <a:cubicBezTo>
                        <a:pt x="261615" y="1423607"/>
                        <a:pt x="1738447" y="788166"/>
                        <a:pt x="1551127" y="353499"/>
                      </a:cubicBezTo>
                      <a:cubicBezTo>
                        <a:pt x="1493171" y="218959"/>
                        <a:pt x="1406238" y="105118"/>
                        <a:pt x="1302745" y="18184"/>
                      </a:cubicBezTo>
                      <a:cubicBezTo>
                        <a:pt x="1053330" y="-25282"/>
                        <a:pt x="773901" y="7835"/>
                        <a:pt x="508961" y="13202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14" id="14"/>
                <p:cNvSpPr/>
                <p:nvPr/>
              </p:nvSpPr>
              <p:spPr>
                <a:xfrm rot="-1261930">
                  <a:off x="817748" y="1404443"/>
                  <a:ext cx="2527333" cy="1117739"/>
                </a:xfrm>
                <a:custGeom>
                  <a:avLst/>
                  <a:gdLst/>
                  <a:ahLst/>
                  <a:cxnLst/>
                  <a:rect r="r" b="b" t="t" l="l"/>
                  <a:pathLst>
                    <a:path w="2527333" h="1117739" stroke="true" fill="norm" extrusionOk="true">
                      <a:moveTo>
                        <a:pt x="2527334" y="558870"/>
                      </a:moveTo>
                      <a:cubicBezTo>
                        <a:pt x="2527334" y="867525"/>
                        <a:pt x="1961571" y="1117740"/>
                        <a:pt x="1263667" y="1117740"/>
                      </a:cubicBezTo>
                      <a:cubicBezTo>
                        <a:pt x="565763" y="1117740"/>
                        <a:pt x="0" y="867525"/>
                        <a:pt x="0" y="558870"/>
                      </a:cubicBezTo>
                      <a:cubicBezTo>
                        <a:pt x="0" y="250215"/>
                        <a:pt x="565763" y="0"/>
                        <a:pt x="1263667" y="0"/>
                      </a:cubicBezTo>
                      <a:cubicBezTo>
                        <a:pt x="1961571" y="0"/>
                        <a:pt x="2527334" y="250215"/>
                        <a:pt x="2527334" y="558870"/>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5" id="15"/>
                <p:cNvGrpSpPr/>
                <p:nvPr/>
              </p:nvGrpSpPr>
              <p:grpSpPr>
                <a:xfrm>
                  <a:off x="1356903" y="1494414"/>
                  <a:ext cx="1516940" cy="2161836"/>
                  <a:chOff x="1356903" y="1494414"/>
                  <a:chExt cx="1516940" cy="2161836"/>
                </a:xfrm>
              </p:grpSpPr>
              <p:sp>
                <p:nvSpPr>
                  <p:cNvPr name="Freeform 16" id="16"/>
                  <p:cNvSpPr/>
                  <p:nvPr/>
                </p:nvSpPr>
                <p:spPr>
                  <a:xfrm>
                    <a:off x="1768679" y="2747703"/>
                    <a:ext cx="814911" cy="908547"/>
                  </a:xfrm>
                  <a:custGeom>
                    <a:avLst/>
                    <a:gdLst/>
                    <a:ahLst/>
                    <a:cxnLst/>
                    <a:rect r="r" b="b" t="t" l="l"/>
                    <a:pathLst>
                      <a:path w="814911" h="908547" stroke="true" fill="norm" extrusionOk="true">
                        <a:moveTo>
                          <a:pt x="0" y="0"/>
                        </a:moveTo>
                        <a:cubicBezTo>
                          <a:pt x="0" y="0"/>
                          <a:pt x="25873" y="543334"/>
                          <a:pt x="28978" y="709956"/>
                        </a:cubicBezTo>
                        <a:cubicBezTo>
                          <a:pt x="31048" y="870368"/>
                          <a:pt x="778261" y="1060794"/>
                          <a:pt x="813448" y="713061"/>
                        </a:cubicBezTo>
                        <a:cubicBezTo>
                          <a:pt x="814483" y="699607"/>
                          <a:pt x="815518" y="685118"/>
                          <a:pt x="814483" y="669594"/>
                        </a:cubicBezTo>
                        <a:cubicBezTo>
                          <a:pt x="814483" y="664419"/>
                          <a:pt x="682013" y="443981"/>
                          <a:pt x="625092" y="201810"/>
                        </a:cubicBezTo>
                        <a:cubicBezTo>
                          <a:pt x="619918" y="182146"/>
                          <a:pt x="596115" y="162483"/>
                          <a:pt x="558857" y="142819"/>
                        </a:cubicBezTo>
                        <a:cubicBezTo>
                          <a:pt x="397410" y="62095"/>
                          <a:pt x="0" y="0"/>
                          <a:pt x="0" y="0"/>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1853543" y="2812903"/>
                    <a:ext cx="730047" cy="647860"/>
                  </a:xfrm>
                  <a:custGeom>
                    <a:avLst/>
                    <a:gdLst/>
                    <a:ahLst/>
                    <a:cxnLst/>
                    <a:rect r="r" b="b" t="t" l="l"/>
                    <a:pathLst>
                      <a:path w="730047" h="647860" stroke="true" fill="norm" extrusionOk="true">
                        <a:moveTo>
                          <a:pt x="0" y="0"/>
                        </a:moveTo>
                        <a:cubicBezTo>
                          <a:pt x="0" y="0"/>
                          <a:pt x="93143" y="591975"/>
                          <a:pt x="719270" y="646826"/>
                        </a:cubicBezTo>
                        <a:cubicBezTo>
                          <a:pt x="722375" y="646826"/>
                          <a:pt x="725480" y="647861"/>
                          <a:pt x="728584" y="647861"/>
                        </a:cubicBezTo>
                        <a:cubicBezTo>
                          <a:pt x="729619" y="634407"/>
                          <a:pt x="730654" y="619918"/>
                          <a:pt x="729619" y="604394"/>
                        </a:cubicBezTo>
                        <a:cubicBezTo>
                          <a:pt x="729619" y="599219"/>
                          <a:pt x="597149" y="378781"/>
                          <a:pt x="540229" y="136610"/>
                        </a:cubicBezTo>
                        <a:cubicBezTo>
                          <a:pt x="535054" y="116946"/>
                          <a:pt x="511251" y="97283"/>
                          <a:pt x="473994" y="77619"/>
                        </a:cubicBezTo>
                        <a:lnTo>
                          <a:pt x="0"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18" id="18"/>
                  <p:cNvSpPr/>
                  <p:nvPr/>
                </p:nvSpPr>
                <p:spPr>
                  <a:xfrm>
                    <a:off x="1631035" y="1717957"/>
                    <a:ext cx="1218192" cy="1386858"/>
                  </a:xfrm>
                  <a:custGeom>
                    <a:avLst/>
                    <a:gdLst/>
                    <a:ahLst/>
                    <a:cxnLst/>
                    <a:rect r="r" b="b" t="t" l="l"/>
                    <a:pathLst>
                      <a:path w="1218192" h="1386858" stroke="true" fill="norm" extrusionOk="true">
                        <a:moveTo>
                          <a:pt x="1150832" y="167657"/>
                        </a:moveTo>
                        <a:cubicBezTo>
                          <a:pt x="1150832" y="167657"/>
                          <a:pt x="1283302" y="737899"/>
                          <a:pt x="1176705" y="1091842"/>
                        </a:cubicBezTo>
                        <a:cubicBezTo>
                          <a:pt x="1102191" y="1339188"/>
                          <a:pt x="701676" y="1533753"/>
                          <a:pt x="338419" y="1236731"/>
                        </a:cubicBezTo>
                        <a:cubicBezTo>
                          <a:pt x="70375" y="1017327"/>
                          <a:pt x="0" y="876578"/>
                          <a:pt x="0" y="876578"/>
                        </a:cubicBezTo>
                        <a:lnTo>
                          <a:pt x="45536" y="50711"/>
                        </a:lnTo>
                        <a:lnTo>
                          <a:pt x="888997" y="0"/>
                        </a:lnTo>
                        <a:lnTo>
                          <a:pt x="1150832" y="1676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9" id="19"/>
                  <p:cNvSpPr/>
                  <p:nvPr/>
                </p:nvSpPr>
                <p:spPr>
                  <a:xfrm>
                    <a:off x="2161688" y="2482298"/>
                    <a:ext cx="223162" cy="146854"/>
                  </a:xfrm>
                  <a:custGeom>
                    <a:avLst/>
                    <a:gdLst/>
                    <a:ahLst/>
                    <a:cxnLst/>
                    <a:rect r="r" b="b" t="t" l="l"/>
                    <a:pathLst>
                      <a:path w="223162" h="146854" stroke="true" fill="norm" extrusionOk="true">
                        <a:moveTo>
                          <a:pt x="261" y="87399"/>
                        </a:moveTo>
                        <a:cubicBezTo>
                          <a:pt x="5436" y="126726"/>
                          <a:pt x="59252" y="153634"/>
                          <a:pt x="120312" y="145354"/>
                        </a:cubicBezTo>
                        <a:cubicBezTo>
                          <a:pt x="181372" y="138110"/>
                          <a:pt x="227944" y="98783"/>
                          <a:pt x="222769" y="59456"/>
                        </a:cubicBezTo>
                        <a:cubicBezTo>
                          <a:pt x="217595" y="20129"/>
                          <a:pt x="163779" y="-6779"/>
                          <a:pt x="102719" y="1500"/>
                        </a:cubicBezTo>
                        <a:cubicBezTo>
                          <a:pt x="41658" y="8745"/>
                          <a:pt x="-3878" y="47037"/>
                          <a:pt x="261" y="87399"/>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0" id="20"/>
                  <p:cNvSpPr/>
                  <p:nvPr/>
                </p:nvSpPr>
                <p:spPr>
                  <a:xfrm>
                    <a:off x="2611848" y="2480428"/>
                    <a:ext cx="198253" cy="130932"/>
                  </a:xfrm>
                  <a:custGeom>
                    <a:avLst/>
                    <a:gdLst/>
                    <a:ahLst/>
                    <a:cxnLst/>
                    <a:rect r="r" b="b" t="t" l="l"/>
                    <a:pathLst>
                      <a:path w="198253" h="130932" stroke="true" fill="norm" extrusionOk="true">
                        <a:moveTo>
                          <a:pt x="292" y="77885"/>
                        </a:moveTo>
                        <a:cubicBezTo>
                          <a:pt x="4432" y="113072"/>
                          <a:pt x="53073" y="136876"/>
                          <a:pt x="106889" y="129631"/>
                        </a:cubicBezTo>
                        <a:cubicBezTo>
                          <a:pt x="161740" y="122387"/>
                          <a:pt x="202102" y="88234"/>
                          <a:pt x="197962" y="53047"/>
                        </a:cubicBezTo>
                        <a:cubicBezTo>
                          <a:pt x="193822" y="17860"/>
                          <a:pt x="145181" y="-5944"/>
                          <a:pt x="91365" y="1301"/>
                        </a:cubicBezTo>
                        <a:cubicBezTo>
                          <a:pt x="36514" y="8545"/>
                          <a:pt x="-3848" y="42698"/>
                          <a:pt x="292" y="77885"/>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1" id="21"/>
                  <p:cNvSpPr/>
                  <p:nvPr/>
                </p:nvSpPr>
                <p:spPr>
                  <a:xfrm>
                    <a:off x="2367899" y="1714263"/>
                    <a:ext cx="505945" cy="357637"/>
                  </a:xfrm>
                  <a:custGeom>
                    <a:avLst/>
                    <a:gdLst/>
                    <a:ahLst/>
                    <a:cxnLst/>
                    <a:rect r="r" b="b" t="t" l="l"/>
                    <a:pathLst>
                      <a:path w="505945" h="357637" stroke="true" fill="norm" extrusionOk="true">
                        <a:moveTo>
                          <a:pt x="0" y="126850"/>
                        </a:moveTo>
                        <a:cubicBezTo>
                          <a:pt x="166622" y="116501"/>
                          <a:pt x="401549" y="302786"/>
                          <a:pt x="431562" y="357637"/>
                        </a:cubicBezTo>
                        <a:cubicBezTo>
                          <a:pt x="441911" y="311066"/>
                          <a:pt x="432597" y="277948"/>
                          <a:pt x="418108" y="254145"/>
                        </a:cubicBezTo>
                        <a:cubicBezTo>
                          <a:pt x="443981" y="263459"/>
                          <a:pt x="468819" y="283123"/>
                          <a:pt x="475029" y="330729"/>
                        </a:cubicBezTo>
                        <a:cubicBezTo>
                          <a:pt x="502972" y="265529"/>
                          <a:pt x="520565" y="196190"/>
                          <a:pt x="489518" y="137199"/>
                        </a:cubicBezTo>
                        <a:cubicBezTo>
                          <a:pt x="458470" y="78209"/>
                          <a:pt x="404654" y="31637"/>
                          <a:pt x="341524" y="9904"/>
                        </a:cubicBezTo>
                        <a:cubicBezTo>
                          <a:pt x="216298" y="-33563"/>
                          <a:pt x="123156" y="77174"/>
                          <a:pt x="0" y="126850"/>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2" id="22"/>
                  <p:cNvSpPr/>
                  <p:nvPr/>
                </p:nvSpPr>
                <p:spPr>
                  <a:xfrm>
                    <a:off x="2444066" y="1815972"/>
                    <a:ext cx="201900" cy="282835"/>
                  </a:xfrm>
                  <a:custGeom>
                    <a:avLst/>
                    <a:gdLst/>
                    <a:ahLst/>
                    <a:cxnLst/>
                    <a:rect r="r" b="b" t="t" l="l"/>
                    <a:pathLst>
                      <a:path w="201900" h="282835" stroke="true" fill="norm" extrusionOk="true">
                        <a:moveTo>
                          <a:pt x="1451" y="28245"/>
                        </a:moveTo>
                        <a:cubicBezTo>
                          <a:pt x="-3723" y="51013"/>
                          <a:pt x="5591" y="75851"/>
                          <a:pt x="19045" y="93445"/>
                        </a:cubicBezTo>
                        <a:cubicBezTo>
                          <a:pt x="32499" y="111039"/>
                          <a:pt x="51128" y="122423"/>
                          <a:pt x="68721" y="132772"/>
                        </a:cubicBezTo>
                        <a:cubicBezTo>
                          <a:pt x="86315" y="144156"/>
                          <a:pt x="104944" y="154505"/>
                          <a:pt x="119432" y="172099"/>
                        </a:cubicBezTo>
                        <a:cubicBezTo>
                          <a:pt x="143236" y="201077"/>
                          <a:pt x="156690" y="245578"/>
                          <a:pt x="146340" y="282835"/>
                        </a:cubicBezTo>
                        <a:cubicBezTo>
                          <a:pt x="186702" y="250753"/>
                          <a:pt x="208436" y="189693"/>
                          <a:pt x="200156" y="130702"/>
                        </a:cubicBezTo>
                        <a:cubicBezTo>
                          <a:pt x="191877" y="71712"/>
                          <a:pt x="152550" y="19965"/>
                          <a:pt x="104944" y="3407"/>
                        </a:cubicBezTo>
                        <a:cubicBezTo>
                          <a:pt x="67686" y="-11082"/>
                          <a:pt x="38709" y="25140"/>
                          <a:pt x="1451" y="28245"/>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3" id="23"/>
                  <p:cNvSpPr/>
                  <p:nvPr/>
                </p:nvSpPr>
                <p:spPr>
                  <a:xfrm>
                    <a:off x="1356903" y="2012124"/>
                    <a:ext cx="561839" cy="881503"/>
                  </a:xfrm>
                  <a:custGeom>
                    <a:avLst/>
                    <a:gdLst/>
                    <a:ahLst/>
                    <a:cxnLst/>
                    <a:rect r="r" b="b" t="t" l="l"/>
                    <a:pathLst>
                      <a:path w="561839" h="881503" stroke="true" fill="norm" extrusionOk="true">
                        <a:moveTo>
                          <a:pt x="561840" y="49427"/>
                        </a:moveTo>
                        <a:cubicBezTo>
                          <a:pt x="561840" y="49427"/>
                          <a:pt x="541141" y="314367"/>
                          <a:pt x="389008" y="358868"/>
                        </a:cubicBezTo>
                        <a:cubicBezTo>
                          <a:pt x="389008" y="358868"/>
                          <a:pt x="256538" y="531700"/>
                          <a:pt x="410741" y="697287"/>
                        </a:cubicBezTo>
                        <a:lnTo>
                          <a:pt x="420056" y="881503"/>
                        </a:lnTo>
                        <a:cubicBezTo>
                          <a:pt x="420056" y="881503"/>
                          <a:pt x="-33240" y="652786"/>
                          <a:pt x="1947" y="84614"/>
                        </a:cubicBezTo>
                        <a:cubicBezTo>
                          <a:pt x="1947" y="85649"/>
                          <a:pt x="369344" y="-79938"/>
                          <a:pt x="561840" y="4942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4" id="24"/>
                  <p:cNvSpPr/>
                  <p:nvPr/>
                </p:nvSpPr>
                <p:spPr>
                  <a:xfrm>
                    <a:off x="1813181" y="1806960"/>
                    <a:ext cx="492790" cy="391200"/>
                  </a:xfrm>
                  <a:custGeom>
                    <a:avLst/>
                    <a:gdLst/>
                    <a:ahLst/>
                    <a:cxnLst/>
                    <a:rect r="r" b="b" t="t" l="l"/>
                    <a:pathLst>
                      <a:path w="492790" h="391200" stroke="true" fill="norm" extrusionOk="true">
                        <a:moveTo>
                          <a:pt x="467784" y="0"/>
                        </a:moveTo>
                        <a:cubicBezTo>
                          <a:pt x="489518" y="27943"/>
                          <a:pt x="495727" y="65200"/>
                          <a:pt x="491587" y="100387"/>
                        </a:cubicBezTo>
                        <a:cubicBezTo>
                          <a:pt x="486413" y="135575"/>
                          <a:pt x="471924" y="167657"/>
                          <a:pt x="452260" y="197670"/>
                        </a:cubicBezTo>
                        <a:cubicBezTo>
                          <a:pt x="391200" y="290813"/>
                          <a:pt x="288743" y="354978"/>
                          <a:pt x="179041" y="369467"/>
                        </a:cubicBezTo>
                        <a:cubicBezTo>
                          <a:pt x="224578" y="331175"/>
                          <a:pt x="247346" y="261835"/>
                          <a:pt x="224578" y="206984"/>
                        </a:cubicBezTo>
                        <a:cubicBezTo>
                          <a:pt x="188356" y="285638"/>
                          <a:pt x="128330" y="346699"/>
                          <a:pt x="53816" y="391200"/>
                        </a:cubicBezTo>
                        <a:cubicBezTo>
                          <a:pt x="55886" y="338419"/>
                          <a:pt x="36222" y="294952"/>
                          <a:pt x="0" y="257695"/>
                        </a:cubicBezTo>
                        <a:cubicBezTo>
                          <a:pt x="173867" y="232857"/>
                          <a:pt x="366362" y="143854"/>
                          <a:pt x="467784"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5" id="25"/>
                  <p:cNvSpPr/>
                  <p:nvPr/>
                </p:nvSpPr>
                <p:spPr>
                  <a:xfrm>
                    <a:off x="1490834" y="2357701"/>
                    <a:ext cx="313032" cy="399078"/>
                  </a:xfrm>
                  <a:custGeom>
                    <a:avLst/>
                    <a:gdLst/>
                    <a:ahLst/>
                    <a:cxnLst/>
                    <a:rect r="r" b="b" t="t" l="l"/>
                    <a:pathLst>
                      <a:path w="313032" h="399078" stroke="true" fill="norm" extrusionOk="true">
                        <a:moveTo>
                          <a:pt x="313033" y="147831"/>
                        </a:moveTo>
                        <a:cubicBezTo>
                          <a:pt x="313033" y="147831"/>
                          <a:pt x="240588" y="-62258"/>
                          <a:pt x="72931" y="18466"/>
                        </a:cubicBezTo>
                        <a:cubicBezTo>
                          <a:pt x="-94726" y="99189"/>
                          <a:pt x="44988" y="487285"/>
                          <a:pt x="305788" y="380688"/>
                        </a:cubicBezTo>
                        <a:lnTo>
                          <a:pt x="313033" y="147831"/>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6" id="26"/>
                  <p:cNvSpPr/>
                  <p:nvPr/>
                </p:nvSpPr>
                <p:spPr>
                  <a:xfrm>
                    <a:off x="2483656" y="2485101"/>
                    <a:ext cx="113566" cy="139274"/>
                  </a:xfrm>
                  <a:custGeom>
                    <a:avLst/>
                    <a:gdLst/>
                    <a:ahLst/>
                    <a:cxnLst/>
                    <a:rect r="r" b="b" t="t" l="l"/>
                    <a:pathLst>
                      <a:path w="113566" h="139274" stroke="true" fill="norm" extrusionOk="true">
                        <a:moveTo>
                          <a:pt x="4294" y="15256"/>
                        </a:moveTo>
                        <a:cubicBezTo>
                          <a:pt x="11538" y="-8548"/>
                          <a:pt x="42586" y="-1303"/>
                          <a:pt x="51900" y="15256"/>
                        </a:cubicBezTo>
                        <a:cubicBezTo>
                          <a:pt x="60180" y="29745"/>
                          <a:pt x="69494" y="46303"/>
                          <a:pt x="79843" y="59757"/>
                        </a:cubicBezTo>
                        <a:cubicBezTo>
                          <a:pt x="92262" y="76316"/>
                          <a:pt x="107786" y="85630"/>
                          <a:pt x="112960" y="107364"/>
                        </a:cubicBezTo>
                        <a:cubicBezTo>
                          <a:pt x="116065" y="118748"/>
                          <a:pt x="106751" y="132202"/>
                          <a:pt x="96402" y="136341"/>
                        </a:cubicBezTo>
                        <a:cubicBezTo>
                          <a:pt x="65354" y="147726"/>
                          <a:pt x="36376" y="123922"/>
                          <a:pt x="18783" y="100119"/>
                        </a:cubicBezTo>
                        <a:cubicBezTo>
                          <a:pt x="-881" y="73211"/>
                          <a:pt x="-3986" y="46303"/>
                          <a:pt x="4294" y="15256"/>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7" id="27"/>
                  <p:cNvSpPr/>
                  <p:nvPr/>
                </p:nvSpPr>
                <p:spPr>
                  <a:xfrm>
                    <a:off x="2271651" y="2362382"/>
                    <a:ext cx="112915" cy="170389"/>
                  </a:xfrm>
                  <a:custGeom>
                    <a:avLst/>
                    <a:gdLst/>
                    <a:ahLst/>
                    <a:cxnLst/>
                    <a:rect r="r" b="b" t="t" l="l"/>
                    <a:pathLst>
                      <a:path w="112915" h="170389" stroke="true" fill="norm" extrusionOk="true">
                        <a:moveTo>
                          <a:pt x="1035" y="92439"/>
                        </a:moveTo>
                        <a:cubicBezTo>
                          <a:pt x="7244" y="139011"/>
                          <a:pt x="36222" y="174198"/>
                          <a:pt x="67270" y="170058"/>
                        </a:cubicBezTo>
                        <a:cubicBezTo>
                          <a:pt x="98317" y="165918"/>
                          <a:pt x="117981" y="125557"/>
                          <a:pt x="111772" y="77950"/>
                        </a:cubicBezTo>
                        <a:cubicBezTo>
                          <a:pt x="105562" y="31379"/>
                          <a:pt x="76584" y="-3809"/>
                          <a:pt x="45536" y="331"/>
                        </a:cubicBezTo>
                        <a:cubicBezTo>
                          <a:pt x="24838" y="3436"/>
                          <a:pt x="8279" y="23099"/>
                          <a:pt x="2070" y="51042"/>
                        </a:cubicBezTo>
                        <a:lnTo>
                          <a:pt x="36222" y="73810"/>
                        </a:lnTo>
                        <a:lnTo>
                          <a:pt x="0" y="74845"/>
                        </a:lnTo>
                        <a:cubicBezTo>
                          <a:pt x="0" y="80020"/>
                          <a:pt x="0" y="86229"/>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8" id="28"/>
                  <p:cNvSpPr/>
                  <p:nvPr/>
                </p:nvSpPr>
                <p:spPr>
                  <a:xfrm>
                    <a:off x="2626629" y="2332369"/>
                    <a:ext cx="112915" cy="170389"/>
                  </a:xfrm>
                  <a:custGeom>
                    <a:avLst/>
                    <a:gdLst/>
                    <a:ahLst/>
                    <a:cxnLst/>
                    <a:rect r="r" b="b" t="t" l="l"/>
                    <a:pathLst>
                      <a:path w="112915" h="170389" stroke="true" fill="norm" extrusionOk="true">
                        <a:moveTo>
                          <a:pt x="1035" y="92439"/>
                        </a:moveTo>
                        <a:cubicBezTo>
                          <a:pt x="7244" y="139010"/>
                          <a:pt x="36222" y="174198"/>
                          <a:pt x="67270" y="170058"/>
                        </a:cubicBezTo>
                        <a:cubicBezTo>
                          <a:pt x="98317" y="165918"/>
                          <a:pt x="117981" y="125557"/>
                          <a:pt x="111772" y="77950"/>
                        </a:cubicBezTo>
                        <a:cubicBezTo>
                          <a:pt x="105562" y="31379"/>
                          <a:pt x="76584" y="-3809"/>
                          <a:pt x="45537" y="331"/>
                        </a:cubicBezTo>
                        <a:cubicBezTo>
                          <a:pt x="24838" y="3436"/>
                          <a:pt x="8279" y="23099"/>
                          <a:pt x="2070" y="51042"/>
                        </a:cubicBezTo>
                        <a:lnTo>
                          <a:pt x="36222" y="73810"/>
                        </a:lnTo>
                        <a:lnTo>
                          <a:pt x="0" y="74845"/>
                        </a:lnTo>
                        <a:cubicBezTo>
                          <a:pt x="0" y="81055"/>
                          <a:pt x="0" y="87264"/>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9" id="29"/>
                  <p:cNvSpPr/>
                  <p:nvPr/>
                </p:nvSpPr>
                <p:spPr>
                  <a:xfrm>
                    <a:off x="2245729" y="2300617"/>
                    <a:ext cx="140620" cy="30012"/>
                  </a:xfrm>
                  <a:custGeom>
                    <a:avLst/>
                    <a:gdLst/>
                    <a:ahLst/>
                    <a:cxnLst/>
                    <a:rect r="r" b="b" t="t" l="l"/>
                    <a:pathLst>
                      <a:path w="140620" h="30012" stroke="true" fill="norm" extrusionOk="true">
                        <a:moveTo>
                          <a:pt x="1084" y="22768"/>
                        </a:moveTo>
                        <a:cubicBezTo>
                          <a:pt x="18678" y="5175"/>
                          <a:pt x="46620" y="0"/>
                          <a:pt x="70424" y="0"/>
                        </a:cubicBezTo>
                        <a:cubicBezTo>
                          <a:pt x="95262" y="0"/>
                          <a:pt x="120100" y="7244"/>
                          <a:pt x="139763" y="21733"/>
                        </a:cubicBezTo>
                        <a:cubicBezTo>
                          <a:pt x="141833" y="22768"/>
                          <a:pt x="139763" y="26908"/>
                          <a:pt x="137694" y="25873"/>
                        </a:cubicBezTo>
                        <a:cubicBezTo>
                          <a:pt x="116995" y="17594"/>
                          <a:pt x="94227" y="12419"/>
                          <a:pt x="71459" y="13454"/>
                        </a:cubicBezTo>
                        <a:cubicBezTo>
                          <a:pt x="60075" y="13454"/>
                          <a:pt x="49725" y="15524"/>
                          <a:pt x="38341" y="18629"/>
                        </a:cubicBezTo>
                        <a:cubicBezTo>
                          <a:pt x="27992" y="21733"/>
                          <a:pt x="16608" y="26908"/>
                          <a:pt x="6259" y="30013"/>
                        </a:cubicBezTo>
                        <a:cubicBezTo>
                          <a:pt x="2119" y="30013"/>
                          <a:pt x="-2021" y="25873"/>
                          <a:pt x="1084" y="22768"/>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0" id="30"/>
                  <p:cNvSpPr/>
                  <p:nvPr/>
                </p:nvSpPr>
                <p:spPr>
                  <a:xfrm>
                    <a:off x="2604213" y="2268076"/>
                    <a:ext cx="137971" cy="41096"/>
                  </a:xfrm>
                  <a:custGeom>
                    <a:avLst/>
                    <a:gdLst/>
                    <a:ahLst/>
                    <a:cxnLst/>
                    <a:rect r="r" b="b" t="t" l="l"/>
                    <a:pathLst>
                      <a:path w="137971" h="41096" stroke="true" fill="norm" extrusionOk="true">
                        <a:moveTo>
                          <a:pt x="136257" y="10808"/>
                        </a:moveTo>
                        <a:cubicBezTo>
                          <a:pt x="115559" y="-2646"/>
                          <a:pt x="87616" y="-1611"/>
                          <a:pt x="63813" y="3564"/>
                        </a:cubicBezTo>
                        <a:cubicBezTo>
                          <a:pt x="38975" y="8739"/>
                          <a:pt x="17241" y="20123"/>
                          <a:pt x="683" y="37716"/>
                        </a:cubicBezTo>
                        <a:cubicBezTo>
                          <a:pt x="-1387" y="39786"/>
                          <a:pt x="1718" y="41856"/>
                          <a:pt x="3787" y="40821"/>
                        </a:cubicBezTo>
                        <a:cubicBezTo>
                          <a:pt x="22416" y="28402"/>
                          <a:pt x="43114" y="19088"/>
                          <a:pt x="65883" y="15983"/>
                        </a:cubicBezTo>
                        <a:cubicBezTo>
                          <a:pt x="77267" y="13913"/>
                          <a:pt x="87616" y="13913"/>
                          <a:pt x="99000" y="13913"/>
                        </a:cubicBezTo>
                        <a:cubicBezTo>
                          <a:pt x="110384" y="14948"/>
                          <a:pt x="121768" y="17018"/>
                          <a:pt x="132118" y="18053"/>
                        </a:cubicBezTo>
                        <a:cubicBezTo>
                          <a:pt x="136257" y="18053"/>
                          <a:pt x="140397" y="13913"/>
                          <a:pt x="136257" y="10808"/>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31" id="31"/>
                  <p:cNvGrpSpPr/>
                  <p:nvPr/>
                </p:nvGrpSpPr>
                <p:grpSpPr>
                  <a:xfrm>
                    <a:off x="2288827" y="2713551"/>
                    <a:ext cx="292133" cy="202844"/>
                    <a:chOff x="2288827" y="2713551"/>
                    <a:chExt cx="292133" cy="202844"/>
                  </a:xfrm>
                </p:grpSpPr>
                <p:sp>
                  <p:nvSpPr>
                    <p:cNvPr name="Freeform 32" id="32"/>
                    <p:cNvSpPr/>
                    <p:nvPr/>
                  </p:nvSpPr>
                  <p:spPr>
                    <a:xfrm>
                      <a:off x="2288827" y="2713551"/>
                      <a:ext cx="292133" cy="202844"/>
                    </a:xfrm>
                    <a:custGeom>
                      <a:avLst/>
                      <a:gdLst/>
                      <a:ahLst/>
                      <a:cxnLst/>
                      <a:rect r="r" b="b" t="t" l="l"/>
                      <a:pathLst>
                        <a:path w="292133" h="202844" stroke="true" fill="norm" extrusionOk="true">
                          <a:moveTo>
                            <a:pt x="11802" y="116946"/>
                          </a:moveTo>
                          <a:cubicBezTo>
                            <a:pt x="24221" y="156273"/>
                            <a:pt x="54234" y="192495"/>
                            <a:pt x="117364" y="200775"/>
                          </a:cubicBezTo>
                          <a:cubicBezTo>
                            <a:pt x="129783" y="202844"/>
                            <a:pt x="142202" y="202844"/>
                            <a:pt x="152551" y="202844"/>
                          </a:cubicBezTo>
                          <a:cubicBezTo>
                            <a:pt x="280882" y="198705"/>
                            <a:pt x="309860" y="57956"/>
                            <a:pt x="282952" y="19663"/>
                          </a:cubicBezTo>
                          <a:cubicBezTo>
                            <a:pt x="277777" y="12419"/>
                            <a:pt x="271567" y="9314"/>
                            <a:pt x="263288" y="10349"/>
                          </a:cubicBezTo>
                          <a:cubicBezTo>
                            <a:pt x="215682" y="16559"/>
                            <a:pt x="105980" y="25873"/>
                            <a:pt x="26291" y="1035"/>
                          </a:cubicBezTo>
                          <a:cubicBezTo>
                            <a:pt x="20082" y="-1035"/>
                            <a:pt x="14907" y="0"/>
                            <a:pt x="10767" y="4140"/>
                          </a:cubicBezTo>
                          <a:cubicBezTo>
                            <a:pt x="-4756" y="19663"/>
                            <a:pt x="-2687" y="71410"/>
                            <a:pt x="11802" y="116946"/>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33" id="33"/>
                    <p:cNvSpPr/>
                    <p:nvPr/>
                  </p:nvSpPr>
                  <p:spPr>
                    <a:xfrm>
                      <a:off x="2300629" y="2803766"/>
                      <a:ext cx="154625" cy="112629"/>
                    </a:xfrm>
                    <a:custGeom>
                      <a:avLst/>
                      <a:gdLst/>
                      <a:ahLst/>
                      <a:cxnLst/>
                      <a:rect r="r" b="b" t="t" l="l"/>
                      <a:pathLst>
                        <a:path w="154625" h="112629" stroke="true" fill="norm" extrusionOk="true">
                          <a:moveTo>
                            <a:pt x="0" y="26731"/>
                          </a:moveTo>
                          <a:cubicBezTo>
                            <a:pt x="12419" y="66058"/>
                            <a:pt x="42432" y="102280"/>
                            <a:pt x="105562" y="110559"/>
                          </a:cubicBezTo>
                          <a:cubicBezTo>
                            <a:pt x="117981" y="112629"/>
                            <a:pt x="130400" y="112629"/>
                            <a:pt x="140749" y="112629"/>
                          </a:cubicBezTo>
                          <a:cubicBezTo>
                            <a:pt x="154203" y="92966"/>
                            <a:pt x="158343" y="70198"/>
                            <a:pt x="151098" y="48464"/>
                          </a:cubicBezTo>
                          <a:cubicBezTo>
                            <a:pt x="136610" y="8102"/>
                            <a:pt x="85898" y="-10526"/>
                            <a:pt x="35187" y="6033"/>
                          </a:cubicBezTo>
                          <a:cubicBezTo>
                            <a:pt x="22768" y="11207"/>
                            <a:pt x="10349" y="18452"/>
                            <a:pt x="0" y="26731"/>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34" id="34"/>
                    <p:cNvSpPr/>
                    <p:nvPr/>
                  </p:nvSpPr>
                  <p:spPr>
                    <a:xfrm>
                      <a:off x="2300629" y="2713551"/>
                      <a:ext cx="272524" cy="56595"/>
                    </a:xfrm>
                    <a:custGeom>
                      <a:avLst/>
                      <a:gdLst/>
                      <a:ahLst/>
                      <a:cxnLst/>
                      <a:rect r="r" b="b" t="t" l="l"/>
                      <a:pathLst>
                        <a:path w="272524" h="56595" stroke="true" fill="norm" extrusionOk="true">
                          <a:moveTo>
                            <a:pt x="9314" y="37257"/>
                          </a:moveTo>
                          <a:cubicBezTo>
                            <a:pt x="23803" y="63130"/>
                            <a:pt x="248381" y="60026"/>
                            <a:pt x="264940" y="45537"/>
                          </a:cubicBezTo>
                          <a:cubicBezTo>
                            <a:pt x="272184" y="39327"/>
                            <a:pt x="273219" y="28978"/>
                            <a:pt x="272184" y="19663"/>
                          </a:cubicBezTo>
                          <a:cubicBezTo>
                            <a:pt x="267010" y="12419"/>
                            <a:pt x="260800" y="9314"/>
                            <a:pt x="252521" y="10349"/>
                          </a:cubicBezTo>
                          <a:cubicBezTo>
                            <a:pt x="204914" y="16559"/>
                            <a:pt x="95213" y="25873"/>
                            <a:pt x="15524" y="1035"/>
                          </a:cubicBezTo>
                          <a:cubicBezTo>
                            <a:pt x="9314" y="-1035"/>
                            <a:pt x="4140" y="0"/>
                            <a:pt x="0" y="4140"/>
                          </a:cubicBezTo>
                          <a:cubicBezTo>
                            <a:pt x="0" y="15524"/>
                            <a:pt x="3105" y="26908"/>
                            <a:pt x="9314" y="37257"/>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35" id="35"/>
                  <p:cNvSpPr/>
                  <p:nvPr/>
                </p:nvSpPr>
                <p:spPr>
                  <a:xfrm>
                    <a:off x="1579649" y="2469498"/>
                    <a:ext cx="203863" cy="236190"/>
                  </a:xfrm>
                  <a:custGeom>
                    <a:avLst/>
                    <a:gdLst/>
                    <a:ahLst/>
                    <a:cxnLst/>
                    <a:rect r="r" b="b" t="t" l="l"/>
                    <a:pathLst>
                      <a:path w="203863" h="236190" stroke="true" fill="norm" extrusionOk="true">
                        <a:moveTo>
                          <a:pt x="26547" y="3952"/>
                        </a:moveTo>
                        <a:cubicBezTo>
                          <a:pt x="76224" y="-7433"/>
                          <a:pt x="120725" y="6021"/>
                          <a:pt x="156948" y="41209"/>
                        </a:cubicBezTo>
                        <a:cubicBezTo>
                          <a:pt x="198344" y="80536"/>
                          <a:pt x="221113" y="140561"/>
                          <a:pt x="187995" y="193342"/>
                        </a:cubicBezTo>
                        <a:cubicBezTo>
                          <a:pt x="157982" y="240948"/>
                          <a:pt x="91748" y="252333"/>
                          <a:pt x="52420" y="209901"/>
                        </a:cubicBezTo>
                        <a:cubicBezTo>
                          <a:pt x="20338" y="174713"/>
                          <a:pt x="26547" y="124002"/>
                          <a:pt x="57595" y="97094"/>
                        </a:cubicBezTo>
                        <a:cubicBezTo>
                          <a:pt x="45176" y="85710"/>
                          <a:pt x="31722" y="73291"/>
                          <a:pt x="18268" y="66047"/>
                        </a:cubicBezTo>
                        <a:cubicBezTo>
                          <a:pt x="-9675" y="48453"/>
                          <a:pt x="-4500" y="11196"/>
                          <a:pt x="26547" y="3952"/>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6" id="36"/>
                  <p:cNvSpPr/>
                  <p:nvPr/>
                </p:nvSpPr>
                <p:spPr>
                  <a:xfrm>
                    <a:off x="1428190" y="1494414"/>
                    <a:ext cx="1253289" cy="596114"/>
                  </a:xfrm>
                  <a:custGeom>
                    <a:avLst/>
                    <a:gdLst/>
                    <a:ahLst/>
                    <a:cxnLst/>
                    <a:rect r="r" b="b" t="t" l="l"/>
                    <a:pathLst>
                      <a:path w="1253289" h="596114" stroke="true" fill="norm" extrusionOk="true">
                        <a:moveTo>
                          <a:pt x="1243975" y="221473"/>
                        </a:moveTo>
                        <a:lnTo>
                          <a:pt x="939708" y="346699"/>
                        </a:lnTo>
                        <a:lnTo>
                          <a:pt x="843461" y="381886"/>
                        </a:lnTo>
                        <a:lnTo>
                          <a:pt x="608534" y="518495"/>
                        </a:lnTo>
                        <a:lnTo>
                          <a:pt x="363257" y="596114"/>
                        </a:lnTo>
                        <a:lnTo>
                          <a:pt x="0" y="576451"/>
                        </a:lnTo>
                        <a:lnTo>
                          <a:pt x="128330" y="276324"/>
                        </a:lnTo>
                        <a:lnTo>
                          <a:pt x="390165" y="160413"/>
                        </a:lnTo>
                        <a:lnTo>
                          <a:pt x="1023537" y="0"/>
                        </a:lnTo>
                        <a:lnTo>
                          <a:pt x="1253289" y="120051"/>
                        </a:lnTo>
                        <a:close/>
                      </a:path>
                    </a:pathLst>
                  </a:custGeom>
                  <a:solidFill>
                    <a:srgbClr val="341F02"/>
                  </a:solidFill>
                  <a:ln cap="flat">
                    <a:noFill/>
                    <a:prstDash val="solid"/>
                    <a:miter lim="800000"/>
                  </a:ln>
                </p:spPr>
                <p:txBody>
                  <a:bodyPr vert="horz" anchor="ctr" tIns="45720" lIns="91440" bIns="45720" rIns="91440"/>
                  <a:p>
                    <a:pPr algn="l" marL="0"/>
                  </a:p>
                </p:txBody>
              </p:sp>
            </p:grpSp>
            <p:sp>
              <p:nvSpPr>
                <p:cNvPr name="Freeform 37" id="37"/>
                <p:cNvSpPr/>
                <p:nvPr/>
              </p:nvSpPr>
              <p:spPr>
                <a:xfrm>
                  <a:off x="1177740" y="1432319"/>
                  <a:ext cx="1602057" cy="991454"/>
                </a:xfrm>
                <a:custGeom>
                  <a:avLst/>
                  <a:gdLst/>
                  <a:ahLst/>
                  <a:cxnLst/>
                  <a:rect r="r" b="b" t="t" l="l"/>
                  <a:pathLst>
                    <a:path w="1602057" h="991454" stroke="true" fill="norm" extrusionOk="true">
                      <a:moveTo>
                        <a:pt x="219403" y="991454"/>
                      </a:moveTo>
                      <a:cubicBezTo>
                        <a:pt x="203879" y="556788"/>
                        <a:pt x="1080458" y="38292"/>
                        <a:pt x="1602058" y="330140"/>
                      </a:cubicBezTo>
                      <a:lnTo>
                        <a:pt x="1450959" y="0"/>
                      </a:lnTo>
                      <a:lnTo>
                        <a:pt x="538159" y="169727"/>
                      </a:lnTo>
                      <a:lnTo>
                        <a:pt x="64165" y="565067"/>
                      </a:lnTo>
                      <a:lnTo>
                        <a:pt x="0" y="965581"/>
                      </a:lnTo>
                      <a:cubicBezTo>
                        <a:pt x="0" y="965581"/>
                        <a:pt x="139714" y="975931"/>
                        <a:pt x="219403" y="991454"/>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sp>
            <p:nvSpPr>
              <p:cNvPr name="Freeform 38" id="38"/>
              <p:cNvSpPr/>
              <p:nvPr/>
            </p:nvSpPr>
            <p:spPr>
              <a:xfrm>
                <a:off x="2562464" y="3076396"/>
                <a:ext cx="2016666" cy="1569374"/>
              </a:xfrm>
              <a:custGeom>
                <a:avLst/>
                <a:gdLst/>
                <a:ahLst/>
                <a:cxnLst/>
                <a:rect r="r" b="b" t="t" l="l"/>
                <a:pathLst>
                  <a:path w="2016666" h="1569374" stroke="true" fill="norm" extrusionOk="true">
                    <a:moveTo>
                      <a:pt x="0" y="289155"/>
                    </a:moveTo>
                    <a:cubicBezTo>
                      <a:pt x="0" y="289155"/>
                      <a:pt x="184216" y="1575562"/>
                      <a:pt x="470889" y="1569352"/>
                    </a:cubicBezTo>
                    <a:cubicBezTo>
                      <a:pt x="484343" y="1569352"/>
                      <a:pt x="498832" y="1567282"/>
                      <a:pt x="515391" y="1563143"/>
                    </a:cubicBezTo>
                    <a:cubicBezTo>
                      <a:pt x="724445" y="1519676"/>
                      <a:pt x="1179810" y="1229898"/>
                      <a:pt x="1532718" y="967028"/>
                    </a:cubicBezTo>
                    <a:cubicBezTo>
                      <a:pt x="1750052" y="805581"/>
                      <a:pt x="1929093" y="653447"/>
                      <a:pt x="1988083" y="573758"/>
                    </a:cubicBezTo>
                    <a:cubicBezTo>
                      <a:pt x="2152636" y="356425"/>
                      <a:pt x="1561696" y="-34775"/>
                      <a:pt x="1361956" y="2482"/>
                    </a:cubicBezTo>
                    <a:cubicBezTo>
                      <a:pt x="721340" y="123567"/>
                      <a:pt x="0" y="289155"/>
                      <a:pt x="0" y="289155"/>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39" id="39"/>
              <p:cNvSpPr/>
              <p:nvPr/>
            </p:nvSpPr>
            <p:spPr>
              <a:xfrm>
                <a:off x="2915372" y="3689481"/>
                <a:ext cx="1179809" cy="950057"/>
              </a:xfrm>
              <a:custGeom>
                <a:avLst/>
                <a:gdLst/>
                <a:ahLst/>
                <a:cxnLst/>
                <a:rect r="r" b="b" t="t" l="l"/>
                <a:pathLst>
                  <a:path w="1179809" h="950057" stroke="true" fill="norm" extrusionOk="true">
                    <a:moveTo>
                      <a:pt x="0" y="0"/>
                    </a:moveTo>
                    <a:cubicBezTo>
                      <a:pt x="1035" y="297022"/>
                      <a:pt x="28978" y="570242"/>
                      <a:pt x="125225" y="851740"/>
                    </a:cubicBezTo>
                    <a:cubicBezTo>
                      <a:pt x="136609" y="884857"/>
                      <a:pt x="149029" y="917975"/>
                      <a:pt x="162482" y="950057"/>
                    </a:cubicBezTo>
                    <a:cubicBezTo>
                      <a:pt x="371537" y="906591"/>
                      <a:pt x="826902" y="616813"/>
                      <a:pt x="1179810" y="353943"/>
                    </a:cubicBezTo>
                    <a:cubicBezTo>
                      <a:pt x="1008013" y="428457"/>
                      <a:pt x="830006" y="487448"/>
                      <a:pt x="647860" y="527810"/>
                    </a:cubicBezTo>
                    <a:cubicBezTo>
                      <a:pt x="532984" y="553683"/>
                      <a:pt x="401549" y="569207"/>
                      <a:pt x="305302" y="500902"/>
                    </a:cubicBezTo>
                    <a:cubicBezTo>
                      <a:pt x="141784" y="387060"/>
                      <a:pt x="170762" y="104527"/>
                      <a:pt x="0"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0" id="40"/>
              <p:cNvSpPr/>
              <p:nvPr/>
            </p:nvSpPr>
            <p:spPr>
              <a:xfrm>
                <a:off x="937006" y="3299316"/>
                <a:ext cx="2437007" cy="2720391"/>
              </a:xfrm>
              <a:custGeom>
                <a:avLst/>
                <a:gdLst/>
                <a:ahLst/>
                <a:cxnLst/>
                <a:rect r="r" b="b" t="t" l="l"/>
                <a:pathLst>
                  <a:path w="2437007" h="2720391" stroke="true" fill="norm" extrusionOk="true">
                    <a:moveTo>
                      <a:pt x="175533" y="1381620"/>
                    </a:moveTo>
                    <a:cubicBezTo>
                      <a:pt x="242803" y="1613442"/>
                      <a:pt x="305933" y="1876312"/>
                      <a:pt x="321457" y="2147461"/>
                    </a:cubicBezTo>
                    <a:cubicBezTo>
                      <a:pt x="330772" y="2317188"/>
                      <a:pt x="320422" y="2488985"/>
                      <a:pt x="280060" y="2658712"/>
                    </a:cubicBezTo>
                    <a:cubicBezTo>
                      <a:pt x="236594" y="2837754"/>
                      <a:pt x="2392334" y="2586268"/>
                      <a:pt x="2431661" y="2421715"/>
                    </a:cubicBezTo>
                    <a:cubicBezTo>
                      <a:pt x="2470988" y="2257163"/>
                      <a:pt x="2286772" y="970756"/>
                      <a:pt x="2095312" y="558857"/>
                    </a:cubicBezTo>
                    <a:cubicBezTo>
                      <a:pt x="1903852" y="146959"/>
                      <a:pt x="1810709" y="0"/>
                      <a:pt x="1810709" y="0"/>
                    </a:cubicBezTo>
                    <a:lnTo>
                      <a:pt x="1624423" y="64165"/>
                    </a:lnTo>
                    <a:cubicBezTo>
                      <a:pt x="1624423" y="64165"/>
                      <a:pt x="1590270" y="271149"/>
                      <a:pt x="1334645" y="308406"/>
                    </a:cubicBezTo>
                    <a:cubicBezTo>
                      <a:pt x="1079020" y="345664"/>
                      <a:pt x="865826" y="133505"/>
                      <a:pt x="865826" y="133505"/>
                    </a:cubicBezTo>
                    <a:cubicBezTo>
                      <a:pt x="865826" y="133505"/>
                      <a:pt x="227279" y="389130"/>
                      <a:pt x="35819" y="580591"/>
                    </a:cubicBezTo>
                    <a:cubicBezTo>
                      <a:pt x="-62498" y="677873"/>
                      <a:pt x="60657" y="984210"/>
                      <a:pt x="175533" y="1381620"/>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41" id="41"/>
              <p:cNvSpPr/>
              <p:nvPr/>
            </p:nvSpPr>
            <p:spPr>
              <a:xfrm>
                <a:off x="1833012" y="3400738"/>
                <a:ext cx="1256929" cy="1323536"/>
              </a:xfrm>
              <a:custGeom>
                <a:avLst/>
                <a:gdLst/>
                <a:ahLst/>
                <a:cxnLst/>
                <a:rect r="r" b="b" t="t" l="l"/>
                <a:pathLst>
                  <a:path w="1256929" h="1323536" stroke="true" fill="norm" extrusionOk="true">
                    <a:moveTo>
                      <a:pt x="791547" y="0"/>
                    </a:moveTo>
                    <a:cubicBezTo>
                      <a:pt x="835014" y="157308"/>
                      <a:pt x="879515" y="314616"/>
                      <a:pt x="922982" y="470889"/>
                    </a:cubicBezTo>
                    <a:cubicBezTo>
                      <a:pt x="944715" y="548508"/>
                      <a:pt x="966449" y="633372"/>
                      <a:pt x="935401" y="708921"/>
                    </a:cubicBezTo>
                    <a:cubicBezTo>
                      <a:pt x="896074" y="805169"/>
                      <a:pt x="778093" y="851740"/>
                      <a:pt x="674601" y="837251"/>
                    </a:cubicBezTo>
                    <a:cubicBezTo>
                      <a:pt x="571109" y="822762"/>
                      <a:pt x="481071" y="760667"/>
                      <a:pt x="402417" y="691327"/>
                    </a:cubicBezTo>
                    <a:cubicBezTo>
                      <a:pt x="253388" y="559892"/>
                      <a:pt x="132302" y="399479"/>
                      <a:pt x="12252" y="241137"/>
                    </a:cubicBezTo>
                    <a:cubicBezTo>
                      <a:pt x="-18796" y="305302"/>
                      <a:pt x="16391" y="393270"/>
                      <a:pt x="38125" y="461575"/>
                    </a:cubicBezTo>
                    <a:cubicBezTo>
                      <a:pt x="109534" y="682013"/>
                      <a:pt x="180944" y="902451"/>
                      <a:pt x="252353" y="1121854"/>
                    </a:cubicBezTo>
                    <a:cubicBezTo>
                      <a:pt x="275121" y="1191194"/>
                      <a:pt x="303064" y="1267778"/>
                      <a:pt x="367230" y="1302966"/>
                    </a:cubicBezTo>
                    <a:cubicBezTo>
                      <a:pt x="427255" y="1336083"/>
                      <a:pt x="500734" y="1322629"/>
                      <a:pt x="566969" y="1308140"/>
                    </a:cubicBezTo>
                    <a:cubicBezTo>
                      <a:pt x="721173" y="1275023"/>
                      <a:pt x="874341" y="1236731"/>
                      <a:pt x="1026474" y="1195334"/>
                    </a:cubicBezTo>
                    <a:cubicBezTo>
                      <a:pt x="1108233" y="1172566"/>
                      <a:pt x="1199306" y="1141518"/>
                      <a:pt x="1237598" y="1065969"/>
                    </a:cubicBezTo>
                    <a:cubicBezTo>
                      <a:pt x="1267611" y="1006978"/>
                      <a:pt x="1257262" y="935569"/>
                      <a:pt x="1242773" y="870368"/>
                    </a:cubicBezTo>
                    <a:cubicBezTo>
                      <a:pt x="1175503" y="560927"/>
                      <a:pt x="988182" y="247346"/>
                      <a:pt x="79154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2" id="42"/>
              <p:cNvSpPr/>
              <p:nvPr/>
            </p:nvSpPr>
            <p:spPr>
              <a:xfrm>
                <a:off x="2562464" y="3298281"/>
                <a:ext cx="619917" cy="1093911"/>
              </a:xfrm>
              <a:custGeom>
                <a:avLst/>
                <a:gdLst/>
                <a:ahLst/>
                <a:cxnLst/>
                <a:rect r="r" b="b" t="t" l="l"/>
                <a:pathLst>
                  <a:path w="619917" h="1093911" stroke="true" fill="norm" extrusionOk="true">
                    <a:moveTo>
                      <a:pt x="0" y="67270"/>
                    </a:moveTo>
                    <a:cubicBezTo>
                      <a:pt x="50711" y="77619"/>
                      <a:pt x="420178" y="966616"/>
                      <a:pt x="395340" y="1093911"/>
                    </a:cubicBezTo>
                    <a:lnTo>
                      <a:pt x="619918" y="1047340"/>
                    </a:lnTo>
                    <a:cubicBezTo>
                      <a:pt x="619918" y="1047340"/>
                      <a:pt x="446051" y="291848"/>
                      <a:pt x="185251" y="0"/>
                    </a:cubicBezTo>
                    <a:lnTo>
                      <a:pt x="0" y="6727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3" id="43"/>
              <p:cNvSpPr/>
              <p:nvPr/>
            </p:nvSpPr>
            <p:spPr>
              <a:xfrm>
                <a:off x="1574114" y="3451450"/>
                <a:ext cx="661314" cy="1144622"/>
              </a:xfrm>
              <a:custGeom>
                <a:avLst/>
                <a:gdLst/>
                <a:ahLst/>
                <a:cxnLst/>
                <a:rect r="r" b="b" t="t" l="l"/>
                <a:pathLst>
                  <a:path w="661314" h="1144622" stroke="true" fill="norm" extrusionOk="true">
                    <a:moveTo>
                      <a:pt x="170762" y="0"/>
                    </a:moveTo>
                    <a:cubicBezTo>
                      <a:pt x="170762" y="0"/>
                      <a:pt x="366362" y="231822"/>
                      <a:pt x="462610" y="476064"/>
                    </a:cubicBezTo>
                    <a:cubicBezTo>
                      <a:pt x="543334" y="677873"/>
                      <a:pt x="650965" y="1051480"/>
                      <a:pt x="661314" y="1072178"/>
                    </a:cubicBezTo>
                    <a:lnTo>
                      <a:pt x="471924" y="1144623"/>
                    </a:lnTo>
                    <a:cubicBezTo>
                      <a:pt x="471924" y="1144623"/>
                      <a:pt x="370502" y="764807"/>
                      <a:pt x="289778" y="542299"/>
                    </a:cubicBezTo>
                    <a:cubicBezTo>
                      <a:pt x="202844" y="301162"/>
                      <a:pt x="0" y="74514"/>
                      <a:pt x="0" y="74514"/>
                    </a:cubicBezTo>
                    <a:lnTo>
                      <a:pt x="170762"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4" id="44"/>
              <p:cNvSpPr/>
              <p:nvPr/>
            </p:nvSpPr>
            <p:spPr>
              <a:xfrm>
                <a:off x="1167409" y="4206942"/>
                <a:ext cx="2397052" cy="2599721"/>
              </a:xfrm>
              <a:custGeom>
                <a:avLst/>
                <a:gdLst/>
                <a:ahLst/>
                <a:cxnLst/>
                <a:rect r="r" b="b" t="t" l="l"/>
                <a:pathLst>
                  <a:path w="2397052" h="2599721" stroke="true" fill="norm" extrusionOk="true">
                    <a:moveTo>
                      <a:pt x="2373055" y="2524172"/>
                    </a:moveTo>
                    <a:cubicBezTo>
                      <a:pt x="2368916" y="2551080"/>
                      <a:pt x="2363741" y="2575918"/>
                      <a:pt x="2357531" y="2599721"/>
                    </a:cubicBezTo>
                    <a:lnTo>
                      <a:pt x="103473" y="2599721"/>
                    </a:lnTo>
                    <a:cubicBezTo>
                      <a:pt x="19645" y="2478636"/>
                      <a:pt x="-10368" y="2273721"/>
                      <a:pt x="3086" y="2047074"/>
                    </a:cubicBezTo>
                    <a:cubicBezTo>
                      <a:pt x="10330" y="1917708"/>
                      <a:pt x="32064" y="1782134"/>
                      <a:pt x="65181" y="1650699"/>
                    </a:cubicBezTo>
                    <a:cubicBezTo>
                      <a:pt x="69321" y="1636210"/>
                      <a:pt x="72426" y="1621721"/>
                      <a:pt x="77600" y="1608267"/>
                    </a:cubicBezTo>
                    <a:cubicBezTo>
                      <a:pt x="82775" y="1590673"/>
                      <a:pt x="88984" y="1573080"/>
                      <a:pt x="96229" y="1556521"/>
                    </a:cubicBezTo>
                    <a:cubicBezTo>
                      <a:pt x="173848" y="1365061"/>
                      <a:pt x="317702" y="1251219"/>
                      <a:pt x="458451" y="1105296"/>
                    </a:cubicBezTo>
                    <a:cubicBezTo>
                      <a:pt x="498813" y="1062864"/>
                      <a:pt x="540210" y="1018362"/>
                      <a:pt x="578502" y="968686"/>
                    </a:cubicBezTo>
                    <a:cubicBezTo>
                      <a:pt x="732705" y="767911"/>
                      <a:pt x="829988" y="433632"/>
                      <a:pt x="861035" y="316686"/>
                    </a:cubicBezTo>
                    <a:cubicBezTo>
                      <a:pt x="868280" y="289778"/>
                      <a:pt x="871385" y="274254"/>
                      <a:pt x="871385" y="274254"/>
                    </a:cubicBezTo>
                    <a:cubicBezTo>
                      <a:pt x="874489" y="274254"/>
                      <a:pt x="886908" y="272184"/>
                      <a:pt x="905537" y="269079"/>
                    </a:cubicBezTo>
                    <a:cubicBezTo>
                      <a:pt x="935550" y="262870"/>
                      <a:pt x="985226" y="252521"/>
                      <a:pt x="1044216" y="239067"/>
                    </a:cubicBezTo>
                    <a:cubicBezTo>
                      <a:pt x="1205664" y="201810"/>
                      <a:pt x="1445766" y="144889"/>
                      <a:pt x="1615493" y="103492"/>
                    </a:cubicBezTo>
                    <a:cubicBezTo>
                      <a:pt x="1681728" y="87968"/>
                      <a:pt x="1737614" y="73479"/>
                      <a:pt x="1773836" y="65200"/>
                    </a:cubicBezTo>
                    <a:cubicBezTo>
                      <a:pt x="1784185" y="62095"/>
                      <a:pt x="1793499" y="60025"/>
                      <a:pt x="1800744" y="58990"/>
                    </a:cubicBezTo>
                    <a:cubicBezTo>
                      <a:pt x="1812128" y="55886"/>
                      <a:pt x="1818337" y="54851"/>
                      <a:pt x="1818337" y="54851"/>
                    </a:cubicBezTo>
                    <a:lnTo>
                      <a:pt x="1900096" y="22768"/>
                    </a:lnTo>
                    <a:lnTo>
                      <a:pt x="1957017" y="0"/>
                    </a:lnTo>
                    <a:cubicBezTo>
                      <a:pt x="1957017" y="0"/>
                      <a:pt x="1975646" y="33117"/>
                      <a:pt x="2005658" y="101422"/>
                    </a:cubicBezTo>
                    <a:cubicBezTo>
                      <a:pt x="2005658" y="101422"/>
                      <a:pt x="2005658" y="102457"/>
                      <a:pt x="2005658" y="102457"/>
                    </a:cubicBezTo>
                    <a:cubicBezTo>
                      <a:pt x="2031531" y="161448"/>
                      <a:pt x="2065683" y="247346"/>
                      <a:pt x="2102941" y="361187"/>
                    </a:cubicBezTo>
                    <a:cubicBezTo>
                      <a:pt x="2168141" y="559892"/>
                      <a:pt x="2242655" y="843461"/>
                      <a:pt x="2302680" y="1225346"/>
                    </a:cubicBezTo>
                    <a:cubicBezTo>
                      <a:pt x="2384439" y="1740737"/>
                      <a:pt x="2426871" y="2215766"/>
                      <a:pt x="2373055" y="25241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45" id="45"/>
              <p:cNvSpPr/>
              <p:nvPr/>
            </p:nvSpPr>
            <p:spPr>
              <a:xfrm>
                <a:off x="1167409" y="5312237"/>
                <a:ext cx="2373055" cy="1494425"/>
              </a:xfrm>
              <a:custGeom>
                <a:avLst/>
                <a:gdLst/>
                <a:ahLst/>
                <a:cxnLst/>
                <a:rect r="r" b="b" t="t" l="l"/>
                <a:pathLst>
                  <a:path w="2373055" h="1494425" stroke="true" fill="norm" extrusionOk="true">
                    <a:moveTo>
                      <a:pt x="2373055" y="1418877"/>
                    </a:moveTo>
                    <a:cubicBezTo>
                      <a:pt x="2368916" y="1445784"/>
                      <a:pt x="2363741" y="1470623"/>
                      <a:pt x="2357531" y="1494426"/>
                    </a:cubicBezTo>
                    <a:lnTo>
                      <a:pt x="103473" y="1494426"/>
                    </a:lnTo>
                    <a:cubicBezTo>
                      <a:pt x="19645" y="1373340"/>
                      <a:pt x="-10368" y="1168426"/>
                      <a:pt x="3086" y="941778"/>
                    </a:cubicBezTo>
                    <a:cubicBezTo>
                      <a:pt x="10330" y="812413"/>
                      <a:pt x="32064" y="676838"/>
                      <a:pt x="65181" y="545404"/>
                    </a:cubicBezTo>
                    <a:cubicBezTo>
                      <a:pt x="69321" y="530915"/>
                      <a:pt x="72426" y="516426"/>
                      <a:pt x="77600" y="502972"/>
                    </a:cubicBezTo>
                    <a:cubicBezTo>
                      <a:pt x="82775" y="485378"/>
                      <a:pt x="88984" y="467784"/>
                      <a:pt x="96229" y="451226"/>
                    </a:cubicBezTo>
                    <a:cubicBezTo>
                      <a:pt x="173848" y="259765"/>
                      <a:pt x="317702" y="145924"/>
                      <a:pt x="458451" y="0"/>
                    </a:cubicBezTo>
                    <a:cubicBezTo>
                      <a:pt x="484324" y="93143"/>
                      <a:pt x="509162" y="189391"/>
                      <a:pt x="547454" y="245276"/>
                    </a:cubicBezTo>
                    <a:cubicBezTo>
                      <a:pt x="647842" y="391200"/>
                      <a:pt x="788591" y="508146"/>
                      <a:pt x="843442" y="680978"/>
                    </a:cubicBezTo>
                    <a:cubicBezTo>
                      <a:pt x="845512" y="687187"/>
                      <a:pt x="847581" y="693397"/>
                      <a:pt x="848616" y="699607"/>
                    </a:cubicBezTo>
                    <a:cubicBezTo>
                      <a:pt x="876559" y="801029"/>
                      <a:pt x="869315" y="909695"/>
                      <a:pt x="898293" y="1011118"/>
                    </a:cubicBezTo>
                    <a:cubicBezTo>
                      <a:pt x="971772" y="1272953"/>
                      <a:pt x="1260515" y="1417842"/>
                      <a:pt x="1531664" y="1447854"/>
                    </a:cubicBezTo>
                    <a:cubicBezTo>
                      <a:pt x="1801779" y="1478902"/>
                      <a:pt x="2080172" y="1389899"/>
                      <a:pt x="2351322" y="1416807"/>
                    </a:cubicBezTo>
                    <a:cubicBezTo>
                      <a:pt x="2357531" y="1417842"/>
                      <a:pt x="2365811" y="1417842"/>
                      <a:pt x="2373055" y="1418877"/>
                    </a:cubicBezTo>
                    <a:close/>
                  </a:path>
                </a:pathLst>
              </a:custGeom>
              <a:solidFill>
                <a:schemeClr val="accent1">
                  <a:alpha val="46000"/>
                  <a:lumMod val="50000"/>
                </a:schemeClr>
              </a:solidFill>
              <a:ln cap="flat">
                <a:noFill/>
                <a:prstDash val="solid"/>
                <a:miter lim="800000"/>
              </a:ln>
            </p:spPr>
            <p:txBody>
              <a:bodyPr vert="horz" anchor="ctr" tIns="45720" lIns="91440" bIns="45720" rIns="91440"/>
              <a:p>
                <a:pPr algn="l" marL="0"/>
              </a:p>
            </p:txBody>
          </p:sp>
          <p:sp>
            <p:nvSpPr>
              <p:cNvPr name="Freeform 46" id="46"/>
              <p:cNvSpPr/>
              <p:nvPr/>
            </p:nvSpPr>
            <p:spPr>
              <a:xfrm>
                <a:off x="2292209" y="4885761"/>
                <a:ext cx="808458" cy="607580"/>
              </a:xfrm>
              <a:custGeom>
                <a:avLst/>
                <a:gdLst/>
                <a:ahLst/>
                <a:cxnLst/>
                <a:rect r="r" b="b" t="t" l="l"/>
                <a:pathLst>
                  <a:path w="808458" h="607580" stroke="true" fill="norm" extrusionOk="true">
                    <a:moveTo>
                      <a:pt x="744249" y="22857"/>
                    </a:moveTo>
                    <a:cubicBezTo>
                      <a:pt x="820833" y="113930"/>
                      <a:pt x="835322" y="444070"/>
                      <a:pt x="752528" y="520654"/>
                    </a:cubicBezTo>
                    <a:cubicBezTo>
                      <a:pt x="684223" y="584819"/>
                      <a:pt x="157448" y="642774"/>
                      <a:pt x="91214" y="581714"/>
                    </a:cubicBezTo>
                    <a:cubicBezTo>
                      <a:pt x="-10209" y="488571"/>
                      <a:pt x="-17453" y="198793"/>
                      <a:pt x="22909" y="124279"/>
                    </a:cubicBezTo>
                    <a:cubicBezTo>
                      <a:pt x="51886" y="68393"/>
                      <a:pt x="683188" y="-49588"/>
                      <a:pt x="744249" y="22857"/>
                    </a:cubicBezTo>
                    <a:close/>
                  </a:path>
                </a:pathLst>
              </a:custGeom>
              <a:solidFill>
                <a:srgbClr val="FF8E38"/>
              </a:solidFill>
              <a:ln cap="flat">
                <a:noFill/>
                <a:prstDash val="solid"/>
                <a:miter lim="800000"/>
              </a:ln>
            </p:spPr>
            <p:txBody>
              <a:bodyPr vert="horz" anchor="ctr" tIns="45720" lIns="91440" bIns="45720" rIns="91440"/>
              <a:p>
                <a:pPr algn="l" marL="0"/>
              </a:p>
            </p:txBody>
          </p:sp>
          <p:sp>
            <p:nvSpPr>
              <p:cNvPr name="Freeform 47" id="47"/>
              <p:cNvSpPr/>
              <p:nvPr/>
            </p:nvSpPr>
            <p:spPr>
              <a:xfrm>
                <a:off x="3283303" y="2163023"/>
                <a:ext cx="1302085" cy="1597713"/>
              </a:xfrm>
              <a:custGeom>
                <a:avLst/>
                <a:gdLst/>
                <a:ahLst/>
                <a:cxnLst/>
                <a:rect r="r" b="b" t="t" l="l"/>
                <a:pathLst>
                  <a:path w="1302085" h="1597713" stroke="true" fill="norm" extrusionOk="true">
                    <a:moveTo>
                      <a:pt x="1265174" y="1486097"/>
                    </a:moveTo>
                    <a:cubicBezTo>
                      <a:pt x="1019897" y="1747932"/>
                      <a:pt x="739434" y="1499551"/>
                      <a:pt x="560393" y="1249100"/>
                    </a:cubicBezTo>
                    <a:cubicBezTo>
                      <a:pt x="374107" y="989334"/>
                      <a:pt x="45002" y="374591"/>
                      <a:pt x="4640" y="309391"/>
                    </a:cubicBezTo>
                    <a:cubicBezTo>
                      <a:pt x="-36757" y="244191"/>
                      <a:pt x="210589" y="-25923"/>
                      <a:pt x="279929" y="2020"/>
                    </a:cubicBezTo>
                    <a:cubicBezTo>
                      <a:pt x="349269" y="30998"/>
                      <a:pt x="1522869" y="1210808"/>
                      <a:pt x="1265174" y="1486097"/>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8" id="48"/>
              <p:cNvSpPr/>
              <p:nvPr/>
            </p:nvSpPr>
            <p:spPr>
              <a:xfrm>
                <a:off x="2828870" y="1692831"/>
                <a:ext cx="734362" cy="780617"/>
              </a:xfrm>
              <a:custGeom>
                <a:avLst/>
                <a:gdLst/>
                <a:ahLst/>
                <a:cxnLst/>
                <a:rect r="r" b="b" t="t" l="l"/>
                <a:pathLst>
                  <a:path w="734362" h="780617" stroke="true" fill="norm" extrusionOk="true">
                    <a:moveTo>
                      <a:pt x="734362" y="473246"/>
                    </a:moveTo>
                    <a:cubicBezTo>
                      <a:pt x="734362" y="473246"/>
                      <a:pt x="635010" y="359405"/>
                      <a:pt x="592578" y="287995"/>
                    </a:cubicBezTo>
                    <a:cubicBezTo>
                      <a:pt x="528413" y="180364"/>
                      <a:pt x="535657" y="114129"/>
                      <a:pt x="520134" y="67557"/>
                    </a:cubicBezTo>
                    <a:cubicBezTo>
                      <a:pt x="496330" y="-5922"/>
                      <a:pt x="409397" y="-27656"/>
                      <a:pt x="362826" y="43754"/>
                    </a:cubicBezTo>
                    <a:cubicBezTo>
                      <a:pt x="313149" y="-13167"/>
                      <a:pt x="228286" y="-2817"/>
                      <a:pt x="198273" y="48929"/>
                    </a:cubicBezTo>
                    <a:cubicBezTo>
                      <a:pt x="159981" y="-12132"/>
                      <a:pt x="98921" y="26160"/>
                      <a:pt x="72013" y="69627"/>
                    </a:cubicBezTo>
                    <a:cubicBezTo>
                      <a:pt x="72013" y="69627"/>
                      <a:pt x="-7676" y="263157"/>
                      <a:pt x="603" y="375964"/>
                    </a:cubicBezTo>
                    <a:cubicBezTo>
                      <a:pt x="8883" y="487735"/>
                      <a:pt x="203448" y="532237"/>
                      <a:pt x="267613" y="603646"/>
                    </a:cubicBezTo>
                    <a:cubicBezTo>
                      <a:pt x="330743" y="675056"/>
                      <a:pt x="460108" y="780618"/>
                      <a:pt x="460108" y="780618"/>
                    </a:cubicBezTo>
                    <a:cubicBezTo>
                      <a:pt x="460108" y="780618"/>
                      <a:pt x="679511" y="772338"/>
                      <a:pt x="734362" y="473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9" id="49"/>
              <p:cNvSpPr/>
              <p:nvPr/>
            </p:nvSpPr>
            <p:spPr>
              <a:xfrm>
                <a:off x="2779630" y="1678259"/>
                <a:ext cx="381747" cy="524046"/>
              </a:xfrm>
              <a:custGeom>
                <a:avLst/>
                <a:gdLst/>
                <a:ahLst/>
                <a:cxnLst/>
                <a:rect r="r" b="b" t="t" l="l"/>
                <a:pathLst>
                  <a:path w="381747" h="524046" stroke="true" fill="norm" extrusionOk="true">
                    <a:moveTo>
                      <a:pt x="347900" y="367768"/>
                    </a:moveTo>
                    <a:cubicBezTo>
                      <a:pt x="347900" y="367768"/>
                      <a:pt x="234059" y="357418"/>
                      <a:pt x="201977" y="280834"/>
                    </a:cubicBezTo>
                    <a:cubicBezTo>
                      <a:pt x="169894" y="204250"/>
                      <a:pt x="140916" y="10720"/>
                      <a:pt x="72611" y="371"/>
                    </a:cubicBezTo>
                    <a:cubicBezTo>
                      <a:pt x="4307" y="-9979"/>
                      <a:pt x="-18462" y="199075"/>
                      <a:pt x="15691" y="294288"/>
                    </a:cubicBezTo>
                    <a:cubicBezTo>
                      <a:pt x="49843" y="389501"/>
                      <a:pt x="33284" y="428828"/>
                      <a:pt x="96414" y="472295"/>
                    </a:cubicBezTo>
                    <a:cubicBezTo>
                      <a:pt x="187488" y="537495"/>
                      <a:pt x="480370" y="575787"/>
                      <a:pt x="347900" y="367768"/>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50" id="50"/>
              <p:cNvSpPr/>
              <p:nvPr/>
            </p:nvSpPr>
            <p:spPr>
              <a:xfrm>
                <a:off x="1112540" y="4127253"/>
                <a:ext cx="365505" cy="1319524"/>
              </a:xfrm>
              <a:custGeom>
                <a:avLst/>
                <a:gdLst/>
                <a:ahLst/>
                <a:cxnLst/>
                <a:rect r="r" b="b" t="t" l="l"/>
                <a:pathLst>
                  <a:path w="365505" h="1319524" stroke="true" fill="norm" extrusionOk="true">
                    <a:moveTo>
                      <a:pt x="0" y="553683"/>
                    </a:moveTo>
                    <a:cubicBezTo>
                      <a:pt x="67270" y="785505"/>
                      <a:pt x="130400" y="1048375"/>
                      <a:pt x="145924" y="1319524"/>
                    </a:cubicBezTo>
                    <a:cubicBezTo>
                      <a:pt x="280464" y="1153937"/>
                      <a:pt x="345664" y="936604"/>
                      <a:pt x="361187" y="722375"/>
                    </a:cubicBezTo>
                    <a:cubicBezTo>
                      <a:pt x="378781" y="480203"/>
                      <a:pt x="339454" y="239067"/>
                      <a:pt x="300127" y="0"/>
                    </a:cubicBezTo>
                    <a:cubicBezTo>
                      <a:pt x="172832" y="202845"/>
                      <a:pt x="60025" y="358083"/>
                      <a:pt x="0" y="55368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1" id="51"/>
              <p:cNvSpPr/>
              <p:nvPr/>
            </p:nvSpPr>
            <p:spPr>
              <a:xfrm>
                <a:off x="144" y="4790568"/>
                <a:ext cx="1156552" cy="1344841"/>
              </a:xfrm>
              <a:custGeom>
                <a:avLst/>
                <a:gdLst/>
                <a:ahLst/>
                <a:cxnLst/>
                <a:rect r="r" b="b" t="t" l="l"/>
                <a:pathLst>
                  <a:path w="1156552" h="1344841" stroke="true" fill="norm" extrusionOk="true">
                    <a:moveTo>
                      <a:pt x="846421" y="404724"/>
                    </a:moveTo>
                    <a:cubicBezTo>
                      <a:pt x="846421" y="404724"/>
                      <a:pt x="727405" y="535124"/>
                      <a:pt x="724300" y="585835"/>
                    </a:cubicBezTo>
                    <a:cubicBezTo>
                      <a:pt x="721195" y="637581"/>
                      <a:pt x="1045126" y="955302"/>
                      <a:pt x="1134129" y="983245"/>
                    </a:cubicBezTo>
                    <a:cubicBezTo>
                      <a:pt x="1223132" y="1011188"/>
                      <a:pt x="1030637" y="1384794"/>
                      <a:pt x="847456" y="1341327"/>
                    </a:cubicBezTo>
                    <a:cubicBezTo>
                      <a:pt x="665310" y="1297861"/>
                      <a:pt x="38148" y="764876"/>
                      <a:pt x="2960" y="566172"/>
                    </a:cubicBezTo>
                    <a:cubicBezTo>
                      <a:pt x="-32227" y="367467"/>
                      <a:pt x="257551" y="6279"/>
                      <a:pt x="275144" y="70"/>
                    </a:cubicBezTo>
                    <a:cubicBezTo>
                      <a:pt x="292738" y="-6140"/>
                      <a:pt x="846421" y="404724"/>
                      <a:pt x="846421" y="404724"/>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52" id="52"/>
              <p:cNvSpPr/>
              <p:nvPr/>
            </p:nvSpPr>
            <p:spPr>
              <a:xfrm>
                <a:off x="846565" y="5639264"/>
                <a:ext cx="1041632" cy="696430"/>
              </a:xfrm>
              <a:custGeom>
                <a:avLst/>
                <a:gdLst/>
                <a:ahLst/>
                <a:cxnLst/>
                <a:rect r="r" b="b" t="t" l="l"/>
                <a:pathLst>
                  <a:path w="1041632" h="696430" stroke="true" fill="norm" extrusionOk="true">
                    <a:moveTo>
                      <a:pt x="222508" y="110745"/>
                    </a:moveTo>
                    <a:cubicBezTo>
                      <a:pt x="286673" y="135583"/>
                      <a:pt x="387060" y="148002"/>
                      <a:pt x="459505" y="105571"/>
                    </a:cubicBezTo>
                    <a:cubicBezTo>
                      <a:pt x="531949" y="64174"/>
                      <a:pt x="573346" y="1044"/>
                      <a:pt x="633372" y="9"/>
                    </a:cubicBezTo>
                    <a:cubicBezTo>
                      <a:pt x="693397" y="-1026"/>
                      <a:pt x="697537" y="92116"/>
                      <a:pt x="643721" y="120059"/>
                    </a:cubicBezTo>
                    <a:cubicBezTo>
                      <a:pt x="728584" y="113850"/>
                      <a:pt x="951092" y="101431"/>
                      <a:pt x="949023" y="145932"/>
                    </a:cubicBezTo>
                    <a:cubicBezTo>
                      <a:pt x="946953" y="190434"/>
                      <a:pt x="735829" y="204923"/>
                      <a:pt x="721340" y="250460"/>
                    </a:cubicBezTo>
                    <a:cubicBezTo>
                      <a:pt x="706851" y="295996"/>
                      <a:pt x="1056654" y="330148"/>
                      <a:pt x="1041130" y="388104"/>
                    </a:cubicBezTo>
                    <a:cubicBezTo>
                      <a:pt x="1025607" y="445025"/>
                      <a:pt x="757562" y="429501"/>
                      <a:pt x="738934" y="443990"/>
                    </a:cubicBezTo>
                    <a:cubicBezTo>
                      <a:pt x="720305" y="458478"/>
                      <a:pt x="993524" y="500910"/>
                      <a:pt x="952127" y="563006"/>
                    </a:cubicBezTo>
                    <a:cubicBezTo>
                      <a:pt x="910731" y="625101"/>
                      <a:pt x="720305" y="561971"/>
                      <a:pt x="702711" y="579564"/>
                    </a:cubicBezTo>
                    <a:cubicBezTo>
                      <a:pt x="685118" y="597158"/>
                      <a:pt x="810343" y="680986"/>
                      <a:pt x="724445" y="695476"/>
                    </a:cubicBezTo>
                    <a:cubicBezTo>
                      <a:pt x="638546" y="709964"/>
                      <a:pt x="70375" y="555761"/>
                      <a:pt x="0" y="492631"/>
                    </a:cubicBezTo>
                    <a:lnTo>
                      <a:pt x="222508" y="110745"/>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3" id="53"/>
              <p:cNvSpPr/>
              <p:nvPr/>
            </p:nvSpPr>
            <p:spPr>
              <a:xfrm>
                <a:off x="90229" y="3736303"/>
                <a:ext cx="1586085" cy="1681272"/>
              </a:xfrm>
              <a:custGeom>
                <a:avLst/>
                <a:gdLst/>
                <a:ahLst/>
                <a:cxnLst/>
                <a:rect r="r" b="b" t="t" l="l"/>
                <a:pathLst>
                  <a:path w="1586085" h="1681272" stroke="true" fill="norm" extrusionOk="true">
                    <a:moveTo>
                      <a:pt x="1453872" y="82544"/>
                    </a:moveTo>
                    <a:cubicBezTo>
                      <a:pt x="1209631" y="-76834"/>
                      <a:pt x="1001612" y="-9564"/>
                      <a:pt x="672507" y="320576"/>
                    </a:cubicBezTo>
                    <a:cubicBezTo>
                      <a:pt x="343402" y="650715"/>
                      <a:pt x="30856" y="1032601"/>
                      <a:pt x="843" y="1146443"/>
                    </a:cubicBezTo>
                    <a:cubicBezTo>
                      <a:pt x="-29170" y="1260284"/>
                      <a:pt x="751161" y="1753941"/>
                      <a:pt x="902259" y="1672183"/>
                    </a:cubicBezTo>
                    <a:cubicBezTo>
                      <a:pt x="1054393" y="1589389"/>
                      <a:pt x="1909237" y="378531"/>
                      <a:pt x="1453872" y="82544"/>
                    </a:cubicBezTo>
                    <a:close/>
                  </a:path>
                </a:pathLst>
              </a:custGeom>
              <a:solidFill>
                <a:srgbClr val="FEFEFE"/>
              </a:solidFill>
              <a:ln cap="flat">
                <a:noFill/>
                <a:prstDash val="solid"/>
                <a:miter lim="800000"/>
              </a:ln>
            </p:spPr>
            <p:txBody>
              <a:bodyPr vert="horz" anchor="ctr" tIns="45720" lIns="91440" bIns="45720" rIns="91440"/>
              <a:p>
                <a:pPr algn="l" marL="0"/>
              </a:p>
            </p:txBody>
          </p:sp>
        </p:grpSp>
        <p:sp>
          <p:nvSpPr>
            <p:cNvPr name="Freeform 54" id="54"/>
            <p:cNvSpPr/>
            <p:nvPr/>
          </p:nvSpPr>
          <p:spPr>
            <a:xfrm>
              <a:off x="10821243" y="0"/>
              <a:ext cx="1370758" cy="913938"/>
            </a:xfrm>
            <a:custGeom>
              <a:avLst/>
              <a:gdLst/>
              <a:ahLst/>
              <a:cxnLst/>
              <a:rect r="r" b="b" t="t" l="l"/>
              <a:pathLst>
                <a:path w="1367105" h="911502" stroke="true" fill="norm" extrusionOk="true">
                  <a:moveTo>
                    <a:pt x="0" y="0"/>
                  </a:moveTo>
                  <a:lnTo>
                    <a:pt x="1367105" y="0"/>
                  </a:lnTo>
                  <a:lnTo>
                    <a:pt x="1367105" y="810954"/>
                  </a:lnTo>
                  <a:lnTo>
                    <a:pt x="1312987" y="837024"/>
                  </a:lnTo>
                  <a:cubicBezTo>
                    <a:pt x="1199601" y="884982"/>
                    <a:pt x="1074940" y="911502"/>
                    <a:pt x="944085" y="911502"/>
                  </a:cubicBezTo>
                  <a:cubicBezTo>
                    <a:pt x="486092" y="911502"/>
                    <a:pt x="103975" y="586635"/>
                    <a:pt x="15602" y="154767"/>
                  </a:cubicBezTo>
                  <a:close/>
                </a:path>
              </a:pathLst>
            </a:custGeom>
            <a:gradFill>
              <a:gsLst>
                <a:gs pos="0">
                  <a:schemeClr val="accent1">
                    <a:lumMod val="20000"/>
                    <a:lumOff val="80000"/>
                  </a:schemeClr>
                </a:gs>
                <a:gs pos="50000">
                  <a:schemeClr val="accent1">
                    <a:lumMod val="60000"/>
                    <a:lumOff val="40000"/>
                  </a:schemeClr>
                </a:gs>
                <a:gs pos="100000">
                  <a:schemeClr val="accent1"/>
                </a:gs>
              </a:gsLst>
              <a:lin ang="4457485"/>
            </a:gradFill>
            <a:ln cap="flat">
              <a:noFill/>
              <a:prstDash val="solid"/>
              <a:miter lim="800000"/>
            </a:ln>
          </p:spPr>
          <p:txBody>
            <a:bodyPr vert="horz" anchor="ctr" tIns="45720" lIns="91440" bIns="45720" rIns="91440"/>
            <a:p>
              <a:pPr algn="l" marL="0"/>
            </a:p>
          </p:txBody>
        </p:sp>
        <p:sp>
          <p:nvSpPr>
            <p:cNvPr name="AutoShape 55" id="55"/>
            <p:cNvSpPr/>
            <p:nvPr/>
          </p:nvSpPr>
          <p:spPr>
            <a:xfrm>
              <a:off x="0" y="6567418"/>
              <a:ext cx="12192000" cy="290582"/>
            </a:xfrm>
            <a:prstGeom prst="rect">
              <a:avLst/>
            </a:prstGeom>
            <a:solidFill>
              <a:schemeClr val="accent1">
                <a:lumMod val="20000"/>
                <a:lumOff val="80000"/>
              </a:schemeClr>
            </a:solidFill>
            <a:ln>
              <a:noFill/>
            </a:ln>
          </p:spPr>
          <p:txBody>
            <a:bodyPr vert="horz" anchor="ctr" tIns="45720" lIns="91440" bIns="45720" rIns="91440"/>
            <a:p>
              <a:pPr algn="ctr" marL="0"/>
            </a:p>
          </p:txBody>
        </p:sp>
        <p:grpSp>
          <p:nvGrpSpPr>
            <p:cNvPr name="Group 56" id="56"/>
            <p:cNvGrpSpPr/>
            <p:nvPr/>
          </p:nvGrpSpPr>
          <p:grpSpPr>
            <a:xfrm>
              <a:off x="4128148" y="262572"/>
              <a:ext cx="2057794" cy="1367632"/>
              <a:chOff x="3537553" y="204778"/>
              <a:chExt cx="2378432" cy="1580731"/>
            </a:xfrm>
          </p:grpSpPr>
          <p:sp>
            <p:nvSpPr>
              <p:cNvPr name="Freeform 57" id="57"/>
              <p:cNvSpPr/>
              <p:nvPr/>
            </p:nvSpPr>
            <p:spPr>
              <a:xfrm flipH="true" rot="475182">
                <a:off x="3613648" y="243987"/>
                <a:ext cx="2302337" cy="1541522"/>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58" id="58"/>
              <p:cNvGrpSpPr/>
              <p:nvPr/>
            </p:nvGrpSpPr>
            <p:grpSpPr>
              <a:xfrm flipH="true">
                <a:off x="3537553" y="204778"/>
                <a:ext cx="2302337" cy="1541522"/>
                <a:chOff x="4397448" y="340771"/>
                <a:chExt cx="1698415" cy="1137168"/>
              </a:xfrm>
            </p:grpSpPr>
            <p:sp>
              <p:nvSpPr>
                <p:cNvPr name="Freeform 59" id="59"/>
                <p:cNvSpPr/>
                <p:nvPr/>
              </p:nvSpPr>
              <p:spPr>
                <a:xfrm rot="21124818">
                  <a:off x="4397448" y="340771"/>
                  <a:ext cx="1698415" cy="1137168"/>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60" id="60"/>
                <p:cNvSpPr/>
                <p:nvPr/>
              </p:nvSpPr>
              <p:spPr>
                <a:xfrm rot="1383781">
                  <a:off x="5059086" y="529298"/>
                  <a:ext cx="548756" cy="577934"/>
                </a:xfrm>
                <a:custGeom>
                  <a:avLst/>
                  <a:gdLst/>
                  <a:ahLst/>
                  <a:cxnLst/>
                  <a:rect r="r" b="b" t="t" l="l"/>
                  <a:pathLst>
                    <a:path w="123300" h="129856" stroke="true" fill="norm" extrusionOk="true">
                      <a:moveTo>
                        <a:pt x="53099" y="40914"/>
                      </a:moveTo>
                      <a:cubicBezTo>
                        <a:pt x="52294" y="34771"/>
                        <a:pt x="51200" y="29165"/>
                        <a:pt x="50865" y="23537"/>
                      </a:cubicBezTo>
                      <a:cubicBezTo>
                        <a:pt x="49703" y="2921"/>
                        <a:pt x="68265" y="-3512"/>
                        <a:pt x="82515" y="1201"/>
                      </a:cubicBezTo>
                      <a:cubicBezTo>
                        <a:pt x="97993" y="6338"/>
                        <a:pt x="107821" y="17774"/>
                        <a:pt x="114477" y="31823"/>
                      </a:cubicBezTo>
                      <a:cubicBezTo>
                        <a:pt x="123085" y="49611"/>
                        <a:pt x="125402" y="69794"/>
                        <a:pt x="121044" y="89070"/>
                      </a:cubicBezTo>
                      <a:cubicBezTo>
                        <a:pt x="118565" y="100796"/>
                        <a:pt x="111909" y="107519"/>
                        <a:pt x="103175" y="112790"/>
                      </a:cubicBezTo>
                      <a:cubicBezTo>
                        <a:pt x="90399" y="120518"/>
                        <a:pt x="77199" y="127800"/>
                        <a:pt x="61742" y="129229"/>
                      </a:cubicBezTo>
                      <a:cubicBezTo>
                        <a:pt x="45377" y="131027"/>
                        <a:pt x="28987" y="126058"/>
                        <a:pt x="16379" y="115470"/>
                      </a:cubicBezTo>
                      <a:cubicBezTo>
                        <a:pt x="2731" y="104303"/>
                        <a:pt x="-3724" y="80381"/>
                        <a:pt x="1950" y="63585"/>
                      </a:cubicBezTo>
                      <a:cubicBezTo>
                        <a:pt x="7243" y="47704"/>
                        <a:pt x="24710" y="37563"/>
                        <a:pt x="43628" y="39462"/>
                      </a:cubicBezTo>
                      <a:cubicBezTo>
                        <a:pt x="46778" y="39819"/>
                        <a:pt x="49905" y="40445"/>
                        <a:pt x="53099" y="40914"/>
                      </a:cubicBezTo>
                      <a:close/>
                      <a:moveTo>
                        <a:pt x="89126" y="16009"/>
                      </a:moveTo>
                      <a:cubicBezTo>
                        <a:pt x="82425" y="7432"/>
                        <a:pt x="74005" y="4841"/>
                        <a:pt x="66031" y="8236"/>
                      </a:cubicBezTo>
                      <a:cubicBezTo>
                        <a:pt x="61405" y="9865"/>
                        <a:pt x="58591" y="14555"/>
                        <a:pt x="59330" y="19404"/>
                      </a:cubicBezTo>
                      <a:cubicBezTo>
                        <a:pt x="68399" y="13642"/>
                        <a:pt x="77981" y="10984"/>
                        <a:pt x="89126" y="16009"/>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61" id="61"/>
                <p:cNvSpPr/>
                <p:nvPr/>
              </p:nvSpPr>
              <p:spPr>
                <a:xfrm flipH="true" rot="19693525">
                  <a:off x="4826140" y="994319"/>
                  <a:ext cx="182762" cy="211033"/>
                </a:xfrm>
                <a:custGeom>
                  <a:avLst/>
                  <a:gdLst/>
                  <a:ahLst/>
                  <a:cxnLst/>
                  <a:rect r="r" b="b" t="t" l="l"/>
                  <a:pathLst>
                    <a:path w="130359" h="150524" stroke="true" fill="norm" extrusionOk="true">
                      <a:moveTo>
                        <a:pt x="88973" y="40490"/>
                      </a:moveTo>
                      <a:cubicBezTo>
                        <a:pt x="96589" y="43148"/>
                        <a:pt x="104385" y="44488"/>
                        <a:pt x="110616" y="48352"/>
                      </a:cubicBezTo>
                      <a:cubicBezTo>
                        <a:pt x="129401" y="59967"/>
                        <a:pt x="135900" y="87060"/>
                        <a:pt x="124866" y="107006"/>
                      </a:cubicBezTo>
                      <a:cubicBezTo>
                        <a:pt x="121137" y="113906"/>
                        <a:pt x="116178" y="120075"/>
                        <a:pt x="110259" y="125210"/>
                      </a:cubicBezTo>
                      <a:cubicBezTo>
                        <a:pt x="89062" y="142810"/>
                        <a:pt x="64605" y="152013"/>
                        <a:pt x="36730" y="149980"/>
                      </a:cubicBezTo>
                      <a:cubicBezTo>
                        <a:pt x="26500" y="149221"/>
                        <a:pt x="16627" y="145513"/>
                        <a:pt x="10909" y="136579"/>
                      </a:cubicBezTo>
                      <a:cubicBezTo>
                        <a:pt x="6404" y="129773"/>
                        <a:pt x="3362" y="122107"/>
                        <a:pt x="1975" y="114064"/>
                      </a:cubicBezTo>
                      <a:cubicBezTo>
                        <a:pt x="-2916" y="82794"/>
                        <a:pt x="255" y="52484"/>
                        <a:pt x="17364" y="24855"/>
                      </a:cubicBezTo>
                      <a:cubicBezTo>
                        <a:pt x="26500" y="10158"/>
                        <a:pt x="38650" y="-49"/>
                        <a:pt x="57055" y="-250"/>
                      </a:cubicBezTo>
                      <a:cubicBezTo>
                        <a:pt x="72735" y="-757"/>
                        <a:pt x="86159" y="10859"/>
                        <a:pt x="87923" y="26441"/>
                      </a:cubicBezTo>
                      <a:cubicBezTo>
                        <a:pt x="88683" y="31556"/>
                        <a:pt x="88727" y="36715"/>
                        <a:pt x="88973" y="40490"/>
                      </a:cubicBezTo>
                      <a:close/>
                      <a:moveTo>
                        <a:pt x="60741" y="11297"/>
                      </a:moveTo>
                      <a:cubicBezTo>
                        <a:pt x="47339" y="9957"/>
                        <a:pt x="34273" y="17998"/>
                        <a:pt x="29783" y="29389"/>
                      </a:cubicBezTo>
                      <a:cubicBezTo>
                        <a:pt x="34297" y="25757"/>
                        <a:pt x="38986" y="22358"/>
                        <a:pt x="43855" y="19204"/>
                      </a:cubicBezTo>
                      <a:cubicBezTo>
                        <a:pt x="48858" y="16278"/>
                        <a:pt x="54375" y="14223"/>
                        <a:pt x="60741" y="11297"/>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sp>
          <p:nvSpPr>
            <p:cNvPr name="Freeform 62" id="62"/>
            <p:cNvSpPr/>
            <p:nvPr/>
          </p:nvSpPr>
          <p:spPr>
            <a:xfrm rot="1753597">
              <a:off x="235846" y="6146874"/>
              <a:ext cx="735558" cy="551774"/>
            </a:xfrm>
            <a:custGeom>
              <a:avLst/>
              <a:gdLst/>
              <a:ahLst/>
              <a:cxnLst/>
              <a:rect r="r" b="b" t="t" l="l"/>
              <a:pathLst>
                <a:path w="1848686" h="1386780" stroke="true" fill="norm" extrusionOk="true">
                  <a:moveTo>
                    <a:pt x="1847764" y="141559"/>
                  </a:moveTo>
                  <a:cubicBezTo>
                    <a:pt x="1849148" y="15601"/>
                    <a:pt x="1766099" y="-63296"/>
                    <a:pt x="1424213" y="66815"/>
                  </a:cubicBezTo>
                  <a:cubicBezTo>
                    <a:pt x="1155688" y="169242"/>
                    <a:pt x="1004815" y="437768"/>
                    <a:pt x="953601" y="548500"/>
                  </a:cubicBezTo>
                  <a:cubicBezTo>
                    <a:pt x="948065" y="524970"/>
                    <a:pt x="942528" y="508360"/>
                    <a:pt x="935607" y="500055"/>
                  </a:cubicBezTo>
                  <a:cubicBezTo>
                    <a:pt x="945296" y="491750"/>
                    <a:pt x="952217" y="470988"/>
                    <a:pt x="952217" y="447457"/>
                  </a:cubicBezTo>
                  <a:cubicBezTo>
                    <a:pt x="952217" y="429463"/>
                    <a:pt x="948065" y="414237"/>
                    <a:pt x="942528" y="404548"/>
                  </a:cubicBezTo>
                  <a:lnTo>
                    <a:pt x="1076791" y="190004"/>
                  </a:lnTo>
                  <a:cubicBezTo>
                    <a:pt x="1086480" y="196925"/>
                    <a:pt x="1107242" y="187236"/>
                    <a:pt x="1125236" y="166474"/>
                  </a:cubicBezTo>
                  <a:cubicBezTo>
                    <a:pt x="1143230" y="145712"/>
                    <a:pt x="1150151" y="122181"/>
                    <a:pt x="1140462" y="115260"/>
                  </a:cubicBezTo>
                  <a:cubicBezTo>
                    <a:pt x="1130773" y="108339"/>
                    <a:pt x="1110011" y="118029"/>
                    <a:pt x="1092017" y="138791"/>
                  </a:cubicBezTo>
                  <a:cubicBezTo>
                    <a:pt x="1075407" y="158169"/>
                    <a:pt x="1068486" y="180315"/>
                    <a:pt x="1075407" y="188620"/>
                  </a:cubicBezTo>
                  <a:cubicBezTo>
                    <a:pt x="992357" y="279974"/>
                    <a:pt x="953601" y="363024"/>
                    <a:pt x="938376" y="399012"/>
                  </a:cubicBezTo>
                  <a:cubicBezTo>
                    <a:pt x="934223" y="393475"/>
                    <a:pt x="928686" y="389323"/>
                    <a:pt x="923150" y="389323"/>
                  </a:cubicBezTo>
                  <a:cubicBezTo>
                    <a:pt x="917613" y="389323"/>
                    <a:pt x="913461" y="396243"/>
                    <a:pt x="909308" y="401780"/>
                  </a:cubicBezTo>
                  <a:cubicBezTo>
                    <a:pt x="894083" y="364408"/>
                    <a:pt x="855326" y="282743"/>
                    <a:pt x="772277" y="191389"/>
                  </a:cubicBezTo>
                  <a:cubicBezTo>
                    <a:pt x="780582" y="183084"/>
                    <a:pt x="773661" y="160937"/>
                    <a:pt x="755667" y="141559"/>
                  </a:cubicBezTo>
                  <a:cubicBezTo>
                    <a:pt x="737673" y="120797"/>
                    <a:pt x="716911" y="109724"/>
                    <a:pt x="707222" y="118029"/>
                  </a:cubicBezTo>
                  <a:cubicBezTo>
                    <a:pt x="697533" y="124949"/>
                    <a:pt x="704454" y="148480"/>
                    <a:pt x="722448" y="169242"/>
                  </a:cubicBezTo>
                  <a:cubicBezTo>
                    <a:pt x="740442" y="190004"/>
                    <a:pt x="761204" y="201078"/>
                    <a:pt x="770893" y="192773"/>
                  </a:cubicBezTo>
                  <a:lnTo>
                    <a:pt x="905156" y="407317"/>
                  </a:lnTo>
                  <a:cubicBezTo>
                    <a:pt x="899619" y="417006"/>
                    <a:pt x="895467" y="433615"/>
                    <a:pt x="895467" y="450225"/>
                  </a:cubicBezTo>
                  <a:cubicBezTo>
                    <a:pt x="895467" y="473756"/>
                    <a:pt x="902388" y="494518"/>
                    <a:pt x="912077" y="502823"/>
                  </a:cubicBezTo>
                  <a:cubicBezTo>
                    <a:pt x="905156" y="511128"/>
                    <a:pt x="898235" y="527738"/>
                    <a:pt x="894083" y="551268"/>
                  </a:cubicBezTo>
                  <a:cubicBezTo>
                    <a:pt x="841485" y="440536"/>
                    <a:pt x="690612" y="172011"/>
                    <a:pt x="423471" y="69583"/>
                  </a:cubicBezTo>
                  <a:cubicBezTo>
                    <a:pt x="82969" y="-63296"/>
                    <a:pt x="-1464" y="16985"/>
                    <a:pt x="1304" y="141559"/>
                  </a:cubicBezTo>
                  <a:cubicBezTo>
                    <a:pt x="2688" y="267517"/>
                    <a:pt x="-13922" y="372713"/>
                    <a:pt x="41444" y="382402"/>
                  </a:cubicBezTo>
                  <a:cubicBezTo>
                    <a:pt x="41444" y="382402"/>
                    <a:pt x="-7001" y="465451"/>
                    <a:pt x="71896" y="497286"/>
                  </a:cubicBezTo>
                  <a:cubicBezTo>
                    <a:pt x="71896" y="497286"/>
                    <a:pt x="27603" y="583104"/>
                    <a:pt x="113420" y="577567"/>
                  </a:cubicBezTo>
                  <a:cubicBezTo>
                    <a:pt x="113420" y="577567"/>
                    <a:pt x="98195" y="635702"/>
                    <a:pt x="164634" y="626013"/>
                  </a:cubicBezTo>
                  <a:cubicBezTo>
                    <a:pt x="164634" y="626013"/>
                    <a:pt x="175707" y="691068"/>
                    <a:pt x="257372" y="664769"/>
                  </a:cubicBezTo>
                  <a:cubicBezTo>
                    <a:pt x="257372" y="664769"/>
                    <a:pt x="262909" y="706294"/>
                    <a:pt x="311354" y="688300"/>
                  </a:cubicBezTo>
                  <a:cubicBezTo>
                    <a:pt x="314123" y="686915"/>
                    <a:pt x="316891" y="686915"/>
                    <a:pt x="321043" y="686915"/>
                  </a:cubicBezTo>
                  <a:cubicBezTo>
                    <a:pt x="278135" y="706294"/>
                    <a:pt x="229689" y="732593"/>
                    <a:pt x="195085" y="767196"/>
                  </a:cubicBezTo>
                  <a:cubicBezTo>
                    <a:pt x="117573" y="843325"/>
                    <a:pt x="125878" y="882081"/>
                    <a:pt x="148024" y="893154"/>
                  </a:cubicBezTo>
                  <a:cubicBezTo>
                    <a:pt x="148024" y="893154"/>
                    <a:pt x="82969" y="956825"/>
                    <a:pt x="159097" y="980356"/>
                  </a:cubicBezTo>
                  <a:cubicBezTo>
                    <a:pt x="159097" y="980356"/>
                    <a:pt x="102347" y="1113235"/>
                    <a:pt x="206159" y="1103545"/>
                  </a:cubicBezTo>
                  <a:cubicBezTo>
                    <a:pt x="206159" y="1103545"/>
                    <a:pt x="175707" y="1265491"/>
                    <a:pt x="305818" y="1247497"/>
                  </a:cubicBezTo>
                  <a:cubicBezTo>
                    <a:pt x="305818" y="1247497"/>
                    <a:pt x="296129" y="1380376"/>
                    <a:pt x="441465" y="1354077"/>
                  </a:cubicBezTo>
                  <a:cubicBezTo>
                    <a:pt x="441465" y="1354077"/>
                    <a:pt x="437312" y="1399754"/>
                    <a:pt x="561886" y="1383144"/>
                  </a:cubicBezTo>
                  <a:cubicBezTo>
                    <a:pt x="671234" y="1369303"/>
                    <a:pt x="863631" y="1261339"/>
                    <a:pt x="907924" y="889002"/>
                  </a:cubicBezTo>
                  <a:cubicBezTo>
                    <a:pt x="907924" y="890386"/>
                    <a:pt x="909308" y="891770"/>
                    <a:pt x="909308" y="891770"/>
                  </a:cubicBezTo>
                  <a:cubicBezTo>
                    <a:pt x="907924" y="909764"/>
                    <a:pt x="906540" y="931911"/>
                    <a:pt x="906540" y="955441"/>
                  </a:cubicBezTo>
                  <a:cubicBezTo>
                    <a:pt x="906540" y="1024649"/>
                    <a:pt x="914845" y="1081399"/>
                    <a:pt x="923150" y="1081399"/>
                  </a:cubicBezTo>
                  <a:cubicBezTo>
                    <a:pt x="932839" y="1081399"/>
                    <a:pt x="939760" y="1024649"/>
                    <a:pt x="939760" y="955441"/>
                  </a:cubicBezTo>
                  <a:cubicBezTo>
                    <a:pt x="939760" y="931911"/>
                    <a:pt x="938376" y="911148"/>
                    <a:pt x="936991" y="891770"/>
                  </a:cubicBezTo>
                  <a:cubicBezTo>
                    <a:pt x="936991" y="890386"/>
                    <a:pt x="938376" y="889002"/>
                    <a:pt x="938376" y="889002"/>
                  </a:cubicBezTo>
                  <a:cubicBezTo>
                    <a:pt x="984053" y="1259955"/>
                    <a:pt x="1176450" y="1366535"/>
                    <a:pt x="1285798" y="1380376"/>
                  </a:cubicBezTo>
                  <a:cubicBezTo>
                    <a:pt x="1408988" y="1396986"/>
                    <a:pt x="1406219" y="1351309"/>
                    <a:pt x="1406219" y="1351309"/>
                  </a:cubicBezTo>
                  <a:cubicBezTo>
                    <a:pt x="1551555" y="1376224"/>
                    <a:pt x="1541866" y="1244729"/>
                    <a:pt x="1541866" y="1244729"/>
                  </a:cubicBezTo>
                  <a:cubicBezTo>
                    <a:pt x="1673361" y="1262723"/>
                    <a:pt x="1641525" y="1100777"/>
                    <a:pt x="1641525" y="1100777"/>
                  </a:cubicBezTo>
                  <a:cubicBezTo>
                    <a:pt x="1745337" y="1110466"/>
                    <a:pt x="1688587" y="977588"/>
                    <a:pt x="1688587" y="977588"/>
                  </a:cubicBezTo>
                  <a:cubicBezTo>
                    <a:pt x="1764715" y="954057"/>
                    <a:pt x="1699660" y="890386"/>
                    <a:pt x="1699660" y="890386"/>
                  </a:cubicBezTo>
                  <a:cubicBezTo>
                    <a:pt x="1721806" y="879313"/>
                    <a:pt x="1730111" y="841941"/>
                    <a:pt x="1652599" y="764428"/>
                  </a:cubicBezTo>
                  <a:cubicBezTo>
                    <a:pt x="1616611" y="729824"/>
                    <a:pt x="1568165" y="703525"/>
                    <a:pt x="1526641" y="684147"/>
                  </a:cubicBezTo>
                  <a:cubicBezTo>
                    <a:pt x="1530793" y="684147"/>
                    <a:pt x="1533561" y="685531"/>
                    <a:pt x="1536330" y="685531"/>
                  </a:cubicBezTo>
                  <a:cubicBezTo>
                    <a:pt x="1584775" y="703525"/>
                    <a:pt x="1590312" y="662001"/>
                    <a:pt x="1590312" y="662001"/>
                  </a:cubicBezTo>
                  <a:cubicBezTo>
                    <a:pt x="1671977" y="689684"/>
                    <a:pt x="1683050" y="623244"/>
                    <a:pt x="1683050" y="623244"/>
                  </a:cubicBezTo>
                  <a:cubicBezTo>
                    <a:pt x="1748105" y="632933"/>
                    <a:pt x="1734264" y="574799"/>
                    <a:pt x="1734264" y="574799"/>
                  </a:cubicBezTo>
                  <a:cubicBezTo>
                    <a:pt x="1820081" y="580336"/>
                    <a:pt x="1775788" y="494518"/>
                    <a:pt x="1775788" y="494518"/>
                  </a:cubicBezTo>
                  <a:cubicBezTo>
                    <a:pt x="1856069" y="464067"/>
                    <a:pt x="1806240" y="379633"/>
                    <a:pt x="1806240" y="379633"/>
                  </a:cubicBezTo>
                  <a:cubicBezTo>
                    <a:pt x="1861606" y="372713"/>
                    <a:pt x="1846380" y="267517"/>
                    <a:pt x="1847764" y="141559"/>
                  </a:cubicBezTo>
                  <a:close/>
                </a:path>
              </a:pathLst>
            </a:custGeom>
            <a:solidFill>
              <a:schemeClr val="bg1">
                <a:alpha val="50000"/>
              </a:schemeClr>
            </a:solidFill>
            <a:ln cap="flat">
              <a:noFill/>
              <a:prstDash val="solid"/>
              <a:miter lim="800000"/>
            </a:ln>
          </p:spPr>
          <p:txBody>
            <a:bodyPr vert="horz" anchor="ctr" tIns="45720" lIns="91440" bIns="45720" rIns="91440"/>
            <a:p>
              <a:pPr algn="l" marL="0"/>
            </a:p>
          </p:txBody>
        </p:sp>
        <p:sp>
          <p:nvSpPr>
            <p:cNvPr name="Freeform 63" id="63"/>
            <p:cNvSpPr/>
            <p:nvPr/>
          </p:nvSpPr>
          <p:spPr>
            <a:xfrm>
              <a:off x="10506028" y="5542976"/>
              <a:ext cx="1366888" cy="1228515"/>
            </a:xfrm>
            <a:custGeom>
              <a:avLst/>
              <a:gdLst/>
              <a:ahLst/>
              <a:cxnLst/>
              <a:rect r="r" b="b" t="t" l="l"/>
              <a:pathLst>
                <a:path w="1059079" h="951867" stroke="true" fill="norm" extrusionOk="true">
                  <a:moveTo>
                    <a:pt x="1058756" y="575993"/>
                  </a:moveTo>
                  <a:cubicBezTo>
                    <a:pt x="1053993" y="423593"/>
                    <a:pt x="943503" y="438833"/>
                    <a:pt x="943503" y="438833"/>
                  </a:cubicBezTo>
                  <a:cubicBezTo>
                    <a:pt x="976841" y="400733"/>
                    <a:pt x="982556" y="367396"/>
                    <a:pt x="943503" y="249286"/>
                  </a:cubicBezTo>
                  <a:cubicBezTo>
                    <a:pt x="904451" y="131176"/>
                    <a:pt x="943503" y="63548"/>
                    <a:pt x="895878" y="15923"/>
                  </a:cubicBezTo>
                  <a:cubicBezTo>
                    <a:pt x="848253" y="-31702"/>
                    <a:pt x="762528" y="21638"/>
                    <a:pt x="680613" y="255953"/>
                  </a:cubicBezTo>
                  <a:cubicBezTo>
                    <a:pt x="607271" y="463598"/>
                    <a:pt x="615843" y="615046"/>
                    <a:pt x="617748" y="646478"/>
                  </a:cubicBezTo>
                  <a:cubicBezTo>
                    <a:pt x="612986" y="644573"/>
                    <a:pt x="608223" y="643621"/>
                    <a:pt x="605366" y="643621"/>
                  </a:cubicBezTo>
                  <a:cubicBezTo>
                    <a:pt x="608223" y="639811"/>
                    <a:pt x="609176" y="635048"/>
                    <a:pt x="609176" y="629333"/>
                  </a:cubicBezTo>
                  <a:cubicBezTo>
                    <a:pt x="609176" y="614093"/>
                    <a:pt x="596793" y="602663"/>
                    <a:pt x="582506" y="602663"/>
                  </a:cubicBezTo>
                  <a:cubicBezTo>
                    <a:pt x="581553" y="602663"/>
                    <a:pt x="580601" y="602663"/>
                    <a:pt x="579648" y="602663"/>
                  </a:cubicBezTo>
                  <a:lnTo>
                    <a:pt x="566313" y="552181"/>
                  </a:lnTo>
                  <a:cubicBezTo>
                    <a:pt x="569171" y="575041"/>
                    <a:pt x="573933" y="591233"/>
                    <a:pt x="576791" y="601711"/>
                  </a:cubicBezTo>
                  <a:cubicBezTo>
                    <a:pt x="570123" y="602663"/>
                    <a:pt x="564408" y="606473"/>
                    <a:pt x="560598" y="611236"/>
                  </a:cubicBezTo>
                  <a:cubicBezTo>
                    <a:pt x="553931" y="603616"/>
                    <a:pt x="541548" y="593138"/>
                    <a:pt x="521546" y="583613"/>
                  </a:cubicBezTo>
                  <a:lnTo>
                    <a:pt x="558693" y="613141"/>
                  </a:lnTo>
                  <a:cubicBezTo>
                    <a:pt x="555836" y="616951"/>
                    <a:pt x="553931" y="622666"/>
                    <a:pt x="553931" y="628381"/>
                  </a:cubicBezTo>
                  <a:cubicBezTo>
                    <a:pt x="553931" y="643621"/>
                    <a:pt x="566313" y="655051"/>
                    <a:pt x="580601" y="655051"/>
                  </a:cubicBezTo>
                  <a:cubicBezTo>
                    <a:pt x="582506" y="655051"/>
                    <a:pt x="584411" y="655051"/>
                    <a:pt x="586316" y="654098"/>
                  </a:cubicBezTo>
                  <a:cubicBezTo>
                    <a:pt x="584411" y="657908"/>
                    <a:pt x="582506" y="661718"/>
                    <a:pt x="582506" y="667433"/>
                  </a:cubicBezTo>
                  <a:cubicBezTo>
                    <a:pt x="523451" y="620761"/>
                    <a:pt x="138641" y="328343"/>
                    <a:pt x="9101" y="360728"/>
                  </a:cubicBezTo>
                  <a:cubicBezTo>
                    <a:pt x="-10902" y="365491"/>
                    <a:pt x="-6139" y="407401"/>
                    <a:pt x="109113" y="483601"/>
                  </a:cubicBezTo>
                  <a:cubicBezTo>
                    <a:pt x="151023" y="511223"/>
                    <a:pt x="257703" y="687436"/>
                    <a:pt x="360573" y="690293"/>
                  </a:cubicBezTo>
                  <a:cubicBezTo>
                    <a:pt x="360573" y="690293"/>
                    <a:pt x="305328" y="708391"/>
                    <a:pt x="390101" y="792211"/>
                  </a:cubicBezTo>
                  <a:cubicBezTo>
                    <a:pt x="476778" y="876031"/>
                    <a:pt x="624416" y="971281"/>
                    <a:pt x="668231" y="948421"/>
                  </a:cubicBezTo>
                  <a:cubicBezTo>
                    <a:pt x="708236" y="927466"/>
                    <a:pt x="704426" y="815071"/>
                    <a:pt x="657753" y="751253"/>
                  </a:cubicBezTo>
                  <a:cubicBezTo>
                    <a:pt x="704426" y="790306"/>
                    <a:pt x="719666" y="814118"/>
                    <a:pt x="741573" y="843646"/>
                  </a:cubicBezTo>
                  <a:cubicBezTo>
                    <a:pt x="766338" y="876983"/>
                    <a:pt x="781578" y="872221"/>
                    <a:pt x="772053" y="838883"/>
                  </a:cubicBezTo>
                  <a:cubicBezTo>
                    <a:pt x="767291" y="821738"/>
                    <a:pt x="753956" y="800783"/>
                    <a:pt x="737763" y="778876"/>
                  </a:cubicBezTo>
                  <a:cubicBezTo>
                    <a:pt x="778721" y="802688"/>
                    <a:pt x="834918" y="824596"/>
                    <a:pt x="900641" y="824596"/>
                  </a:cubicBezTo>
                  <a:cubicBezTo>
                    <a:pt x="1015893" y="824596"/>
                    <a:pt x="1063518" y="728393"/>
                    <a:pt x="1058756" y="575993"/>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AutoShape 64" id="64"/>
          <p:cNvSpPr/>
          <p:nvPr>
            <p:ph type="ctrTitle"/>
          </p:nvPr>
        </p:nvSpPr>
        <p:spPr>
          <a:xfrm>
            <a:off x="6098721" y="1130300"/>
            <a:ext cx="5420179" cy="2463800"/>
          </a:xfrm>
          <a:prstGeom prst="rect">
            <a:avLst/>
          </a:prstGeom>
        </p:spPr>
        <p:txBody>
          <a:bodyPr vert="horz" anchor="b" wrap="square" tIns="45720" lIns="91440" bIns="45720" rIns="91440">
            <a:noAutofit/>
          </a:bodyPr>
          <a:p>
            <a:pPr algn="r">
              <a:lnSpc>
                <a:spcPct val="100000"/>
              </a:lnSpc>
              <a:spcBef>
                <a:spcPct val="0"/>
              </a:spcBef>
              <a:buNone/>
            </a:pPr>
            <a:r>
              <a:rPr lang="en-US" b="true" i="false" sz="5400" baseline="0" u="none">
                <a:solidFill>
                  <a:schemeClr val="tx1"/>
                </a:solidFill>
                <a:latin typeface="Arial"/>
                <a:ea typeface="Arial"/>
              </a:rPr>
              <a:t>Click to add title</a:t>
            </a:r>
          </a:p>
        </p:txBody>
      </p:sp>
      <p:sp>
        <p:nvSpPr>
          <p:cNvPr name="AutoShape 65" id="65"/>
          <p:cNvSpPr/>
          <p:nvPr>
            <p:ph type="subTitle" sz="quarter" idx="1"/>
          </p:nvPr>
        </p:nvSpPr>
        <p:spPr>
          <a:xfrm>
            <a:off x="6790288" y="3671055"/>
            <a:ext cx="4615868" cy="757524"/>
          </a:xfrm>
          <a:prstGeom prst="roundRect">
            <a:avLst>
              <a:gd name="adj" fmla="val 50000"/>
            </a:avLst>
          </a:prstGeom>
          <a:gradFill>
            <a:gsLst>
              <a:gs pos="0">
                <a:schemeClr val="accent2">
                  <a:lumMod val="60000"/>
                  <a:lumOff val="40000"/>
                </a:schemeClr>
              </a:gs>
              <a:gs pos="60000">
                <a:schemeClr val="accent2"/>
              </a:gs>
            </a:gsLst>
            <a:lin ang="2700000"/>
          </a:gradFill>
          <a:ln>
            <a:noFill/>
          </a:ln>
          <a:effectLst>
            <a:outerShdw algn="t" blurRad="127000" dir="5400000" dist="38100" rotWithShape="false">
              <a:schemeClr val="accent1">
                <a:alpha val="20000"/>
                <a:lumMod val="75000"/>
              </a:schemeClr>
            </a:outerShdw>
          </a:effectLst>
        </p:spPr>
        <p:txBody>
          <a:bodyPr vert="horz" anchor="ctr" wrap="square" tIns="45720" lIns="91440" bIns="45720" rIns="91440">
            <a:normAutofit/>
          </a:bodyPr>
          <a:p>
            <a:pPr algn="ctr" indent="0" marL="0">
              <a:lnSpc>
                <a:spcPct val="100000"/>
              </a:lnSpc>
              <a:spcBef>
                <a:spcPts val="1000"/>
              </a:spcBef>
              <a:buNone/>
            </a:pPr>
            <a:r>
              <a:rPr lang="en-US" b="false" i="false" sz="1800" baseline="0" u="none">
                <a:solidFill>
                  <a:schemeClr val="bg1"/>
                </a:solidFill>
                <a:latin typeface="Arial"/>
                <a:ea typeface="Arial"/>
              </a:rPr>
              <a:t>Click to add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itle and Content">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en-US" b="true" i="false" sz="2800" baseline="0" u="none">
                <a:solidFill>
                  <a:schemeClr val="tx1"/>
                </a:solidFill>
                <a:latin typeface="Arial"/>
                <a:ea typeface="Arial"/>
              </a:rPr>
              <a:t>Click to add title</a:t>
            </a:r>
          </a:p>
        </p:txBody>
      </p:sp>
      <p:sp>
        <p:nvSpPr>
          <p:cNvPr name="AutoShape 3" id="3"/>
          <p:cNvSpPr/>
          <p:nvPr>
            <p:ph type="obj" idx="1"/>
          </p:nvPr>
        </p:nvSpPr>
        <p:spPr>
          <a:xfrm>
            <a:off x="660400" y="1130300"/>
            <a:ext cx="10858500" cy="5003800"/>
          </a:xfrm>
        </p:spPr>
        <p:txBody>
          <a:bodyPr vert="horz" anchor="t" tIns="45720" lIns="91440" bIns="45720" rIns="91440"/>
          <a:p>
            <a:pPr algn="l" indent="-228600" marL="228600">
              <a:lnSpc>
                <a:spcPct val="120000"/>
              </a:lnSpc>
              <a:spcBef>
                <a:spcPts val="1000"/>
              </a:spcBef>
              <a:buNone/>
            </a:pPr>
            <a:r>
              <a:rPr lang="en-US" b="false" i="false" sz="1800" baseline="0" u="none">
                <a:solidFill>
                  <a:schemeClr val="tx1"/>
                </a:solidFill>
                <a:latin typeface="Arial"/>
                <a:ea typeface="Arial"/>
              </a:rPr>
              <a:t>Click to add text</a:t>
            </a:r>
          </a:p>
          <a:p>
            <a:pPr algn="l" indent="-228600" lvl="1" marL="685800">
              <a:lnSpc>
                <a:spcPct val="120000"/>
              </a:lnSpc>
              <a:spcBef>
                <a:spcPts val="500"/>
              </a:spcBef>
              <a:buNone/>
            </a:pPr>
            <a:r>
              <a:rPr lang="en-US" b="false" i="false" sz="1600" baseline="0" u="none">
                <a:solidFill>
                  <a:schemeClr val="tx1"/>
                </a:solidFill>
                <a:latin typeface="Arial"/>
                <a:ea typeface="Arial"/>
              </a:rPr>
              <a:t>Second level</a:t>
            </a:r>
          </a:p>
          <a:p>
            <a:pPr algn="l" indent="-228600" lvl="2" marL="1143000">
              <a:lnSpc>
                <a:spcPct val="120000"/>
              </a:lnSpc>
              <a:spcBef>
                <a:spcPts val="500"/>
              </a:spcBef>
              <a:buNone/>
            </a:pPr>
            <a:r>
              <a:rPr lang="en-US" b="false" i="false" sz="1400" baseline="0" u="none">
                <a:solidFill>
                  <a:schemeClr val="tx1"/>
                </a:solidFill>
                <a:latin typeface="Arial"/>
                <a:ea typeface="Arial"/>
              </a:rPr>
              <a:t>Third level</a:t>
            </a:r>
          </a:p>
          <a:p>
            <a:pPr algn="l" indent="-228600" lvl="3" marL="1600200">
              <a:lnSpc>
                <a:spcPct val="120000"/>
              </a:lnSpc>
              <a:spcBef>
                <a:spcPts val="500"/>
              </a:spcBef>
              <a:buNone/>
            </a:pPr>
            <a:r>
              <a:rPr lang="en-US" b="false" i="false" sz="1200" baseline="0" u="none">
                <a:solidFill>
                  <a:schemeClr val="tx1"/>
                </a:solidFill>
                <a:latin typeface="Arial"/>
                <a:ea typeface="Arial"/>
              </a:rPr>
              <a:t>Fourth level</a:t>
            </a:r>
          </a:p>
          <a:p>
            <a:pPr algn="l" indent="-228600" lvl="4" marL="2057400">
              <a:lnSpc>
                <a:spcPct val="120000"/>
              </a:lnSpc>
              <a:spcBef>
                <a:spcPts val="500"/>
              </a:spcBef>
              <a:buNone/>
            </a:pPr>
            <a:r>
              <a:rPr lang="en-US" b="false" i="false" sz="1200" baseline="0" u="none">
                <a:solidFill>
                  <a:schemeClr val="tx1"/>
                </a:solidFill>
                <a:latin typeface="Arial"/>
                <a:ea typeface="Arial"/>
              </a:rPr>
              <a:t>Fifth level</a:t>
            </a:r>
          </a:p>
        </p:txBody>
      </p:sp>
      <p:sp>
        <p:nvSpPr>
          <p:cNvPr name="AutoShape 4" id="4"/>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5" id="5"/>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6" id="6"/>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showMasterSp="false">
  <p:cSld name="Agenda">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2000" cy="2590800"/>
            <a:chOff x="0" y="0"/>
            <a:chExt cx="12192000" cy="2366996"/>
          </a:xfrm>
        </p:grpSpPr>
        <p:sp>
          <p:nvSpPr>
            <p:cNvPr name="Freeform 3" id="3"/>
            <p:cNvSpPr/>
            <p:nvPr/>
          </p:nvSpPr>
          <p:spPr>
            <a:xfrm>
              <a:off x="0" y="1354110"/>
              <a:ext cx="12192000" cy="1012886"/>
            </a:xfrm>
            <a:custGeom>
              <a:avLst/>
              <a:gdLst/>
              <a:ahLst/>
              <a:cxnLst/>
              <a:rect r="r" b="b" t="t" l="l"/>
              <a:pathLst>
                <a:path w="12192000" h="1012886" stroke="true" fill="norm" extrusionOk="true">
                  <a:moveTo>
                    <a:pt x="0" y="0"/>
                  </a:moveTo>
                  <a:lnTo>
                    <a:pt x="12192000" y="0"/>
                  </a:lnTo>
                  <a:lnTo>
                    <a:pt x="12192000" y="623295"/>
                  </a:lnTo>
                  <a:lnTo>
                    <a:pt x="11817509" y="678453"/>
                  </a:lnTo>
                  <a:cubicBezTo>
                    <a:pt x="10312035" y="886099"/>
                    <a:pt x="8302762" y="1012886"/>
                    <a:pt x="6096000" y="1012886"/>
                  </a:cubicBezTo>
                  <a:cubicBezTo>
                    <a:pt x="3889238" y="1012886"/>
                    <a:pt x="1879965" y="886099"/>
                    <a:pt x="374491" y="678453"/>
                  </a:cubicBezTo>
                  <a:lnTo>
                    <a:pt x="0" y="623295"/>
                  </a:lnTo>
                  <a:close/>
                </a:path>
              </a:pathLst>
            </a:custGeom>
            <a:solidFill>
              <a:schemeClr val="accent1">
                <a:alpha val="45000"/>
              </a:schemeClr>
            </a:solidFill>
            <a:ln>
              <a:noFill/>
            </a:ln>
          </p:spPr>
          <p:txBody>
            <a:bodyPr vert="horz" anchor="ctr" wrap="square" tIns="45720" lIns="91440" bIns="45720" rIns="91440">
              <a:noAutofit/>
            </a:bodyPr>
            <a:p>
              <a:pPr algn="ctr" marL="0"/>
            </a:p>
          </p:txBody>
        </p:sp>
        <p:sp>
          <p:nvSpPr>
            <p:cNvPr name="Freeform 4" id="4"/>
            <p:cNvSpPr/>
            <p:nvPr/>
          </p:nvSpPr>
          <p:spPr>
            <a:xfrm>
              <a:off x="0" y="0"/>
              <a:ext cx="12192000" cy="2366996"/>
            </a:xfrm>
            <a:custGeom>
              <a:avLst/>
              <a:gdLst/>
              <a:ahLst/>
              <a:cxnLst/>
              <a:rect r="r" b="b" t="t" l="l"/>
              <a:pathLst>
                <a:path w="12192000" h="2366996" stroke="true" fill="norm" extrusionOk="true">
                  <a:moveTo>
                    <a:pt x="0" y="0"/>
                  </a:moveTo>
                  <a:lnTo>
                    <a:pt x="12192000" y="0"/>
                  </a:lnTo>
                  <a:lnTo>
                    <a:pt x="12192000" y="1700829"/>
                  </a:lnTo>
                  <a:lnTo>
                    <a:pt x="11817509" y="1795145"/>
                  </a:lnTo>
                  <a:cubicBezTo>
                    <a:pt x="10312035" y="2150202"/>
                    <a:pt x="8302762" y="2366996"/>
                    <a:pt x="6096000" y="2366996"/>
                  </a:cubicBezTo>
                  <a:cubicBezTo>
                    <a:pt x="3889238" y="2366996"/>
                    <a:pt x="1879965" y="2150202"/>
                    <a:pt x="374491" y="1795145"/>
                  </a:cubicBezTo>
                  <a:lnTo>
                    <a:pt x="0" y="1700829"/>
                  </a:lnTo>
                  <a:close/>
                </a:path>
              </a:pathLst>
            </a:custGeom>
            <a:gradFill rotWithShape="true" flip="none">
              <a:gsLst>
                <a:gs pos="1000">
                  <a:schemeClr val="accent1"/>
                </a:gs>
                <a:gs pos="100000">
                  <a:schemeClr val="accent1">
                    <a:lumMod val="60000"/>
                    <a:lumOff val="40000"/>
                  </a:schemeClr>
                </a:gs>
              </a:gsLst>
              <a:tileRect/>
            </a:gradFill>
            <a:ln cap="flat" cmpd="sng">
              <a:noFill/>
              <a:prstDash val="solid"/>
              <a:miter lim="800000"/>
            </a:ln>
            <a:effectLst/>
          </p:spPr>
          <p:txBody>
            <a:bodyPr vert="horz" anchor="ctr" wrap="square" tIns="45720" lIns="91440" bIns="45720" rIns="91440">
              <a:normAutofit/>
            </a:bodyPr>
            <a:p>
              <a:pPr algn="ctr" marL="0"/>
            </a:p>
          </p:txBody>
        </p:sp>
      </p:grpSp>
      <p:sp>
        <p:nvSpPr>
          <p:cNvPr name="AutoShape 5" id="5"/>
          <p:cNvSpPr/>
          <p:nvPr>
            <p:ph type="title"/>
          </p:nvPr>
        </p:nvSpPr>
        <p:spPr>
          <a:xfrm>
            <a:off x="660400" y="1130300"/>
            <a:ext cx="10858500" cy="777873"/>
          </a:xfrm>
          <a:prstGeom prst="roundRect">
            <a:avLst>
              <a:gd name="adj" fmla="val 0"/>
            </a:avLst>
          </a:prstGeom>
          <a:noFill/>
        </p:spPr>
        <p:txBody>
          <a:bodyPr vert="horz" anchor="ctr" tIns="45720" lIns="91440" bIns="45720" rIns="91440">
            <a:normAutofit/>
          </a:bodyPr>
          <a:p>
            <a:pPr algn="l">
              <a:lnSpc>
                <a:spcPct val="100000"/>
              </a:lnSpc>
              <a:spcBef>
                <a:spcPct val="0"/>
              </a:spcBef>
              <a:buNone/>
            </a:pPr>
            <a:r>
              <a:rPr lang="en-US" b="true" i="false" sz="4000" baseline="0" u="none">
                <a:solidFill>
                  <a:srgbClr val="FFFFFF"/>
                </a:solidFill>
                <a:latin typeface="Arial"/>
                <a:ea typeface="Arial"/>
              </a:rPr>
              <a:t>Agenda</a:t>
            </a:r>
          </a:p>
        </p:txBody>
      </p:sp>
      <p:sp>
        <p:nvSpPr>
          <p:cNvPr name="AutoShape 6" id="6"/>
          <p:cNvSpPr/>
          <p:nvPr>
            <p:ph type="obj" sz="quarter" idx="1"/>
          </p:nvPr>
        </p:nvSpPr>
        <p:spPr>
          <a:xfrm>
            <a:off x="660400" y="3038473"/>
            <a:ext cx="10858500" cy="2852646"/>
          </a:xfrm>
        </p:spPr>
        <p:txBody>
          <a:bodyPr vert="horz" anchor="t" tIns="45720" lIns="91440" bIns="45720" rIns="91440"/>
          <a:p>
            <a:pPr algn="l" indent="-342900" marL="342900">
              <a:lnSpc>
                <a:spcPct val="100000"/>
              </a:lnSpc>
              <a:spcBef>
                <a:spcPts val="1000"/>
              </a:spcBef>
              <a:buNone/>
            </a:pPr>
            <a:r>
              <a:rPr lang="en-US" b="false" i="false" sz="1800" baseline="0" u="none">
                <a:solidFill>
                  <a:schemeClr val="tx1"/>
                </a:solidFill>
                <a:latin typeface="Arial"/>
                <a:ea typeface="Arial"/>
              </a:rPr>
              <a:t>Click to add text</a:t>
            </a:r>
          </a:p>
          <a:p>
            <a:pPr algn="l" indent="-342900" lvl="1" marL="800100">
              <a:lnSpc>
                <a:spcPct val="100000"/>
              </a:lnSpc>
              <a:spcBef>
                <a:spcPts val="500"/>
              </a:spcBef>
              <a:buNone/>
            </a:pPr>
            <a:r>
              <a:rPr lang="en-US" b="false" i="false" sz="1600" baseline="0" u="none">
                <a:solidFill>
                  <a:schemeClr val="tx1"/>
                </a:solidFill>
                <a:latin typeface="Arial"/>
                <a:ea typeface="Arial"/>
              </a:rPr>
              <a:t>Second level</a:t>
            </a:r>
          </a:p>
          <a:p>
            <a:pPr algn="l" indent="-342900" lvl="2" marL="1257300">
              <a:lnSpc>
                <a:spcPct val="100000"/>
              </a:lnSpc>
              <a:spcBef>
                <a:spcPts val="500"/>
              </a:spcBef>
              <a:buNone/>
            </a:pPr>
            <a:r>
              <a:rPr lang="en-US" b="false" i="false" sz="1400" baseline="0" u="none">
                <a:solidFill>
                  <a:schemeClr val="tx1"/>
                </a:solidFill>
                <a:latin typeface="Arial"/>
                <a:ea typeface="Arial"/>
              </a:rPr>
              <a:t>Third level</a:t>
            </a:r>
          </a:p>
          <a:p>
            <a:pPr algn="l" indent="-228600" lvl="3" marL="1600200">
              <a:lnSpc>
                <a:spcPct val="100000"/>
              </a:lnSpc>
              <a:spcBef>
                <a:spcPts val="500"/>
              </a:spcBef>
              <a:buNone/>
            </a:pPr>
            <a:r>
              <a:rPr lang="en-US" b="false" i="false" sz="1200" baseline="0" u="none">
                <a:solidFill>
                  <a:schemeClr val="tx1"/>
                </a:solidFill>
                <a:latin typeface="Arial"/>
                <a:ea typeface="Arial"/>
              </a:rPr>
              <a:t>Fourth level</a:t>
            </a:r>
          </a:p>
          <a:p>
            <a:pPr algn="l" indent="-228600" lvl="4" marL="2057400">
              <a:lnSpc>
                <a:spcPct val="100000"/>
              </a:lnSpc>
              <a:spcBef>
                <a:spcPts val="500"/>
              </a:spcBef>
              <a:buNone/>
            </a:pPr>
            <a:r>
              <a:rPr lang="en-US" b="false" i="false" sz="1200" baseline="0" u="none">
                <a:solidFill>
                  <a:schemeClr val="tx1"/>
                </a:solidFill>
                <a:latin typeface="Arial"/>
                <a:ea typeface="Arial"/>
              </a:rPr>
              <a:t>Fifth level</a:t>
            </a:r>
          </a:p>
        </p:txBody>
      </p:sp>
      <p:sp>
        <p:nvSpPr>
          <p:cNvPr name="AutoShape 7" id="7"/>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8" id="8"/>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9" id="9"/>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cxnSp>
        <p:nvCxnSpPr>
          <p:cNvPr name="Connector 10" id="10"/>
          <p:cNvCxnSpPr/>
          <p:nvPr/>
        </p:nvCxnSpPr>
        <p:spPr>
          <a:xfrm>
            <a:off x="5259319" y="3038473"/>
            <a:ext cx="0" cy="2852646"/>
          </a:xfrm>
          <a:prstGeom prst="line">
            <a:avLst/>
          </a:prstGeom>
          <a:solidFill>
            <a:srgbClr val="FFCC00"/>
          </a:solidFill>
          <a:ln w="3175" cap="flat" cmpd="sng">
            <a:solidFill>
              <a:schemeClr val="bg1">
                <a:lumMod val="75000"/>
              </a:schemeClr>
            </a:solidFill>
            <a:prstDash val="soli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secHead" showMasterSp="false">
  <p:cSld name="Section Header">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5809" cy="6866205"/>
            <a:chOff x="0" y="0"/>
            <a:chExt cx="12195809" cy="6866205"/>
          </a:xfrm>
        </p:grpSpPr>
        <p:grpSp>
          <p:nvGrpSpPr>
            <p:cNvPr name="Group 3" id="3"/>
            <p:cNvGrpSpPr/>
            <p:nvPr/>
          </p:nvGrpSpPr>
          <p:grpSpPr>
            <a:xfrm>
              <a:off x="0" y="0"/>
              <a:ext cx="12195809" cy="6866205"/>
              <a:chOff x="0" y="0"/>
              <a:chExt cx="12195809" cy="6866205"/>
            </a:xfrm>
          </p:grpSpPr>
          <p:sp>
            <p:nvSpPr>
              <p:cNvPr name="Freeform 4" id="4"/>
              <p:cNvSpPr/>
              <p:nvPr/>
            </p:nvSpPr>
            <p:spPr>
              <a:xfrm flipH="true">
                <a:off x="9875609" y="1735058"/>
                <a:ext cx="2320200" cy="2569054"/>
              </a:xfrm>
              <a:custGeom>
                <a:avLst/>
                <a:gdLst/>
                <a:ahLst/>
                <a:cxnLst/>
                <a:rect r="r" b="b" t="t" l="l"/>
                <a:pathLst>
                  <a:path w="2158365" h="2389861" stroke="true" fill="norm" extrusionOk="true">
                    <a:moveTo>
                      <a:pt x="0" y="39"/>
                    </a:moveTo>
                    <a:cubicBezTo>
                      <a:pt x="0" y="39"/>
                      <a:pt x="368618" y="-11391"/>
                      <a:pt x="389573" y="359131"/>
                    </a:cubicBezTo>
                    <a:cubicBezTo>
                      <a:pt x="389573" y="359131"/>
                      <a:pt x="542925" y="352464"/>
                      <a:pt x="537210" y="506769"/>
                    </a:cubicBezTo>
                    <a:cubicBezTo>
                      <a:pt x="537210" y="506769"/>
                      <a:pt x="937260" y="426759"/>
                      <a:pt x="1013460" y="826809"/>
                    </a:cubicBezTo>
                    <a:cubicBezTo>
                      <a:pt x="1013460" y="826809"/>
                      <a:pt x="1510665" y="637261"/>
                      <a:pt x="1704023" y="1113511"/>
                    </a:cubicBezTo>
                    <a:cubicBezTo>
                      <a:pt x="1704023" y="1113511"/>
                      <a:pt x="2036445" y="989686"/>
                      <a:pt x="2158365" y="1268769"/>
                    </a:cubicBezTo>
                    <a:lnTo>
                      <a:pt x="2158365" y="2389861"/>
                    </a:lnTo>
                    <a:lnTo>
                      <a:pt x="0" y="2389861"/>
                    </a:lnTo>
                    <a:lnTo>
                      <a:pt x="0" y="39"/>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 id="5"/>
              <p:cNvSpPr/>
              <p:nvPr/>
            </p:nvSpPr>
            <p:spPr>
              <a:xfrm flipH="true">
                <a:off x="0" y="0"/>
                <a:ext cx="8310562" cy="5036888"/>
              </a:xfrm>
              <a:custGeom>
                <a:avLst/>
                <a:gdLst/>
                <a:ahLst/>
                <a:cxnLst/>
                <a:rect r="r" b="b" t="t" l="l"/>
                <a:pathLst>
                  <a:path w="8310562" h="5036888" stroke="true" fill="norm" extrusionOk="true">
                    <a:moveTo>
                      <a:pt x="8310563" y="4913064"/>
                    </a:moveTo>
                    <a:lnTo>
                      <a:pt x="8310563" y="69"/>
                    </a:lnTo>
                    <a:cubicBezTo>
                      <a:pt x="8310563" y="69"/>
                      <a:pt x="7718108" y="-18981"/>
                      <a:pt x="7684770" y="577284"/>
                    </a:cubicBezTo>
                    <a:cubicBezTo>
                      <a:pt x="7684770" y="577284"/>
                      <a:pt x="7438073" y="566806"/>
                      <a:pt x="7447598" y="814456"/>
                    </a:cubicBezTo>
                    <a:cubicBezTo>
                      <a:pt x="7447598" y="814456"/>
                      <a:pt x="6804660" y="685869"/>
                      <a:pt x="6682740" y="1328806"/>
                    </a:cubicBezTo>
                    <a:cubicBezTo>
                      <a:pt x="6682740" y="1328806"/>
                      <a:pt x="5872163" y="1025911"/>
                      <a:pt x="5626418" y="1791721"/>
                    </a:cubicBezTo>
                    <a:cubicBezTo>
                      <a:pt x="5626418" y="1791721"/>
                      <a:pt x="5246370" y="1719331"/>
                      <a:pt x="5216843" y="2061279"/>
                    </a:cubicBezTo>
                    <a:cubicBezTo>
                      <a:pt x="5216843" y="2061279"/>
                      <a:pt x="4340543" y="1791721"/>
                      <a:pt x="4130993" y="2650876"/>
                    </a:cubicBezTo>
                    <a:cubicBezTo>
                      <a:pt x="4130993" y="2650876"/>
                      <a:pt x="3026093" y="2220346"/>
                      <a:pt x="2679383" y="3293814"/>
                    </a:cubicBezTo>
                    <a:cubicBezTo>
                      <a:pt x="2679383" y="3293814"/>
                      <a:pt x="2227898" y="3110934"/>
                      <a:pt x="2018348" y="3445261"/>
                    </a:cubicBezTo>
                    <a:cubicBezTo>
                      <a:pt x="2018348" y="3445261"/>
                      <a:pt x="1587818" y="3009016"/>
                      <a:pt x="932498" y="3245236"/>
                    </a:cubicBezTo>
                    <a:cubicBezTo>
                      <a:pt x="932498" y="3245236"/>
                      <a:pt x="487680" y="2961391"/>
                      <a:pt x="0" y="3274764"/>
                    </a:cubicBezTo>
                    <a:lnTo>
                      <a:pt x="94298" y="5036889"/>
                    </a:lnTo>
                    <a:lnTo>
                      <a:pt x="8310563" y="4913064"/>
                    </a:lnTo>
                    <a:close/>
                  </a:path>
                </a:pathLst>
              </a:custGeom>
              <a:solidFill>
                <a:srgbClr val="FFFFFF">
                  <a:alpha val="50000"/>
                </a:srgbClr>
              </a:solidFill>
              <a:ln cap="flat">
                <a:noFill/>
                <a:prstDash val="solid"/>
                <a:miter lim="800000"/>
              </a:ln>
            </p:spPr>
            <p:txBody>
              <a:bodyPr vert="horz" anchor="ctr" tIns="45720" lIns="91440" bIns="45720" rIns="91440"/>
              <a:p>
                <a:pPr algn="l" marL="0"/>
              </a:p>
            </p:txBody>
          </p:sp>
          <p:sp>
            <p:nvSpPr>
              <p:cNvPr name="Freeform 6" id="6"/>
              <p:cNvSpPr/>
              <p:nvPr/>
            </p:nvSpPr>
            <p:spPr>
              <a:xfrm flipH="true">
                <a:off x="3809" y="3122010"/>
                <a:ext cx="12192000" cy="1644777"/>
              </a:xfrm>
              <a:custGeom>
                <a:avLst/>
                <a:gdLst/>
                <a:ahLst/>
                <a:cxnLst/>
                <a:rect r="r" b="b" t="t" l="l"/>
                <a:pathLst>
                  <a:path w="12192000" h="1644777" stroke="true" fill="norm" extrusionOk="true">
                    <a:moveTo>
                      <a:pt x="3510249" y="0"/>
                    </a:moveTo>
                    <a:cubicBezTo>
                      <a:pt x="3807429" y="0"/>
                      <a:pt x="4183666" y="103156"/>
                      <a:pt x="4762500" y="512635"/>
                    </a:cubicBezTo>
                    <a:cubicBezTo>
                      <a:pt x="5341335" y="103156"/>
                      <a:pt x="5717572" y="0"/>
                      <a:pt x="6014752" y="0"/>
                    </a:cubicBezTo>
                    <a:cubicBezTo>
                      <a:pt x="6406229" y="0"/>
                      <a:pt x="6776847" y="368617"/>
                      <a:pt x="7222617" y="368617"/>
                    </a:cubicBezTo>
                    <a:cubicBezTo>
                      <a:pt x="7721632" y="368617"/>
                      <a:pt x="7856506" y="75343"/>
                      <a:pt x="8400574" y="75343"/>
                    </a:cubicBezTo>
                    <a:cubicBezTo>
                      <a:pt x="8731187" y="75343"/>
                      <a:pt x="8973788" y="188595"/>
                      <a:pt x="9088374" y="224409"/>
                    </a:cubicBezTo>
                    <a:cubicBezTo>
                      <a:pt x="9234297" y="270129"/>
                      <a:pt x="9380029" y="314801"/>
                      <a:pt x="9525000" y="362902"/>
                    </a:cubicBezTo>
                    <a:lnTo>
                      <a:pt x="9525000" y="362902"/>
                    </a:lnTo>
                    <a:cubicBezTo>
                      <a:pt x="9669971" y="314801"/>
                      <a:pt x="9815703" y="270129"/>
                      <a:pt x="9961626" y="224409"/>
                    </a:cubicBezTo>
                    <a:cubicBezTo>
                      <a:pt x="10076212" y="188595"/>
                      <a:pt x="10318813" y="75343"/>
                      <a:pt x="10649426" y="75343"/>
                    </a:cubicBezTo>
                    <a:cubicBezTo>
                      <a:pt x="11193494" y="75343"/>
                      <a:pt x="11328368" y="368617"/>
                      <a:pt x="11827383" y="368617"/>
                    </a:cubicBezTo>
                    <a:cubicBezTo>
                      <a:pt x="11938825" y="368617"/>
                      <a:pt x="12045571" y="345579"/>
                      <a:pt x="12149120" y="311021"/>
                    </a:cubicBezTo>
                    <a:lnTo>
                      <a:pt x="12192000" y="294487"/>
                    </a:lnTo>
                    <a:lnTo>
                      <a:pt x="12192000" y="1644777"/>
                    </a:lnTo>
                    <a:lnTo>
                      <a:pt x="9525000" y="1644777"/>
                    </a:lnTo>
                    <a:lnTo>
                      <a:pt x="4762500" y="1644777"/>
                    </a:lnTo>
                    <a:lnTo>
                      <a:pt x="0" y="1644777"/>
                    </a:lnTo>
                    <a:lnTo>
                      <a:pt x="0" y="362902"/>
                    </a:lnTo>
                    <a:cubicBezTo>
                      <a:pt x="144971" y="314801"/>
                      <a:pt x="290703" y="270129"/>
                      <a:pt x="436626" y="224409"/>
                    </a:cubicBezTo>
                    <a:cubicBezTo>
                      <a:pt x="551212" y="188595"/>
                      <a:pt x="793813" y="75343"/>
                      <a:pt x="1124426" y="75343"/>
                    </a:cubicBezTo>
                    <a:cubicBezTo>
                      <a:pt x="1668494" y="75343"/>
                      <a:pt x="1803368" y="368617"/>
                      <a:pt x="2302383" y="368617"/>
                    </a:cubicBezTo>
                    <a:cubicBezTo>
                      <a:pt x="2748153" y="368617"/>
                      <a:pt x="3118771" y="0"/>
                      <a:pt x="3510249" y="0"/>
                    </a:cubicBezTo>
                    <a:close/>
                  </a:path>
                </a:pathLst>
              </a:custGeom>
              <a:solidFill>
                <a:schemeClr val="accent2">
                  <a:alpha val="31000"/>
                  <a:lumMod val="20000"/>
                  <a:lumOff val="80000"/>
                </a:schemeClr>
              </a:solidFill>
              <a:ln cap="flat">
                <a:noFill/>
                <a:prstDash val="solid"/>
                <a:miter lim="800000"/>
              </a:ln>
            </p:spPr>
            <p:txBody>
              <a:bodyPr vert="horz" anchor="ctr" wrap="square" tIns="45720" lIns="91440" bIns="45720" rIns="91440">
                <a:noAutofit/>
              </a:bodyPr>
              <a:p>
                <a:pPr algn="l" marL="0"/>
              </a:p>
            </p:txBody>
          </p:sp>
          <p:sp>
            <p:nvSpPr>
              <p:cNvPr name="Freeform 7" id="7"/>
              <p:cNvSpPr/>
              <p:nvPr/>
            </p:nvSpPr>
            <p:spPr>
              <a:xfrm flipH="true">
                <a:off x="3809" y="2782212"/>
                <a:ext cx="12192000" cy="4083993"/>
              </a:xfrm>
              <a:custGeom>
                <a:avLst/>
                <a:gdLst/>
                <a:ahLst/>
                <a:cxnLst/>
                <a:rect r="r" b="b" t="t" l="l"/>
                <a:pathLst>
                  <a:path w="12192000" h="4083993" stroke="true" fill="norm" extrusionOk="true">
                    <a:moveTo>
                      <a:pt x="2149808" y="2108"/>
                    </a:moveTo>
                    <a:cubicBezTo>
                      <a:pt x="2544009" y="-11555"/>
                      <a:pt x="3005853" y="39684"/>
                      <a:pt x="3536633" y="200608"/>
                    </a:cubicBezTo>
                    <a:cubicBezTo>
                      <a:pt x="5659755" y="844303"/>
                      <a:pt x="5632133" y="1960729"/>
                      <a:pt x="7490460" y="1574512"/>
                    </a:cubicBezTo>
                    <a:cubicBezTo>
                      <a:pt x="8945880" y="1271718"/>
                      <a:pt x="10866120" y="1060585"/>
                      <a:pt x="12192000" y="1590991"/>
                    </a:cubicBezTo>
                    <a:lnTo>
                      <a:pt x="12192000" y="4083993"/>
                    </a:lnTo>
                    <a:lnTo>
                      <a:pt x="0" y="4083993"/>
                    </a:lnTo>
                    <a:lnTo>
                      <a:pt x="0" y="1036897"/>
                    </a:lnTo>
                    <a:lnTo>
                      <a:pt x="393383" y="668188"/>
                    </a:lnTo>
                    <a:cubicBezTo>
                      <a:pt x="393383" y="668188"/>
                      <a:pt x="967205" y="43095"/>
                      <a:pt x="2149808" y="2108"/>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8" id="8"/>
              <p:cNvSpPr/>
              <p:nvPr/>
            </p:nvSpPr>
            <p:spPr>
              <a:xfrm flipH="true">
                <a:off x="1374567" y="4410316"/>
                <a:ext cx="6529275" cy="2447684"/>
              </a:xfrm>
              <a:custGeom>
                <a:avLst/>
                <a:gdLst/>
                <a:ahLst/>
                <a:cxnLst/>
                <a:rect r="r" b="b" t="t" l="l"/>
                <a:pathLst>
                  <a:path w="6529275" h="2447684" stroke="true" fill="norm" extrusionOk="true">
                    <a:moveTo>
                      <a:pt x="3232079" y="104"/>
                    </a:moveTo>
                    <a:cubicBezTo>
                      <a:pt x="3953858" y="3924"/>
                      <a:pt x="5232440" y="112871"/>
                      <a:pt x="5928361" y="376063"/>
                    </a:cubicBezTo>
                    <a:cubicBezTo>
                      <a:pt x="5928361" y="376063"/>
                      <a:pt x="7071361" y="764682"/>
                      <a:pt x="6204586" y="1029592"/>
                    </a:cubicBezTo>
                    <a:cubicBezTo>
                      <a:pt x="5781676" y="1159548"/>
                      <a:pt x="3789998" y="1549416"/>
                      <a:pt x="4656773" y="2018008"/>
                    </a:cubicBezTo>
                    <a:cubicBezTo>
                      <a:pt x="4981814" y="2193730"/>
                      <a:pt x="5376372" y="2327278"/>
                      <a:pt x="5742601" y="2425573"/>
                    </a:cubicBezTo>
                    <a:lnTo>
                      <a:pt x="5832565" y="2447684"/>
                    </a:lnTo>
                    <a:lnTo>
                      <a:pt x="3480389" y="2447684"/>
                    </a:lnTo>
                    <a:lnTo>
                      <a:pt x="0" y="2235435"/>
                    </a:lnTo>
                    <a:cubicBezTo>
                      <a:pt x="0" y="2235435"/>
                      <a:pt x="1866900" y="2038000"/>
                      <a:pt x="542925" y="1540669"/>
                    </a:cubicBezTo>
                    <a:cubicBezTo>
                      <a:pt x="-781050" y="1043337"/>
                      <a:pt x="1295400" y="883391"/>
                      <a:pt x="2866073" y="763432"/>
                    </a:cubicBezTo>
                    <a:cubicBezTo>
                      <a:pt x="4436745" y="643473"/>
                      <a:pt x="3351848" y="264851"/>
                      <a:pt x="2780348" y="96158"/>
                    </a:cubicBezTo>
                    <a:cubicBezTo>
                      <a:pt x="2566393" y="33367"/>
                      <a:pt x="2799011" y="-2188"/>
                      <a:pt x="3232079" y="104"/>
                    </a:cubicBezTo>
                    <a:close/>
                  </a:path>
                </a:pathLst>
              </a:custGeom>
              <a:solidFill>
                <a:srgbClr val="FFFFFF">
                  <a:alpha val="80000"/>
                </a:srgbClr>
              </a:solidFill>
              <a:ln cap="flat">
                <a:noFill/>
                <a:prstDash val="solid"/>
                <a:miter lim="800000"/>
              </a:ln>
            </p:spPr>
            <p:txBody>
              <a:bodyPr vert="horz" anchor="ctr" tIns="45720" lIns="91440" bIns="45720" rIns="91440"/>
              <a:p>
                <a:pPr algn="l" marL="0"/>
              </a:p>
            </p:txBody>
          </p:sp>
          <p:sp>
            <p:nvSpPr>
              <p:cNvPr name="Freeform 9" id="9"/>
              <p:cNvSpPr/>
              <p:nvPr/>
            </p:nvSpPr>
            <p:spPr>
              <a:xfrm flipH="true">
                <a:off x="3986541" y="4474344"/>
                <a:ext cx="3955401" cy="2251736"/>
              </a:xfrm>
              <a:custGeom>
                <a:avLst/>
                <a:gdLst/>
                <a:ahLst/>
                <a:cxnLst/>
                <a:rect r="r" b="b" t="t" l="l"/>
                <a:pathLst>
                  <a:path w="3955401" h="1716404" stroke="true" fill="norm" extrusionOk="true">
                    <a:moveTo>
                      <a:pt x="0" y="1647825"/>
                    </a:moveTo>
                    <a:lnTo>
                      <a:pt x="1472565" y="1716405"/>
                    </a:lnTo>
                    <a:cubicBezTo>
                      <a:pt x="2049780" y="1598295"/>
                      <a:pt x="2260283" y="1307783"/>
                      <a:pt x="1631633" y="1115377"/>
                    </a:cubicBezTo>
                    <a:cubicBezTo>
                      <a:pt x="1002983" y="922973"/>
                      <a:pt x="1629728" y="874395"/>
                      <a:pt x="2463165" y="802005"/>
                    </a:cubicBezTo>
                    <a:cubicBezTo>
                      <a:pt x="3496628" y="712470"/>
                      <a:pt x="4088130" y="574358"/>
                      <a:pt x="3930015" y="316230"/>
                    </a:cubicBezTo>
                    <a:cubicBezTo>
                      <a:pt x="3769995" y="58103"/>
                      <a:pt x="2720340" y="0"/>
                      <a:pt x="2720340" y="0"/>
                    </a:cubicBezTo>
                    <a:lnTo>
                      <a:pt x="2720340" y="0"/>
                    </a:lnTo>
                    <a:cubicBezTo>
                      <a:pt x="2733675" y="5715"/>
                      <a:pt x="2753678" y="11430"/>
                      <a:pt x="2780348" y="17145"/>
                    </a:cubicBezTo>
                    <a:cubicBezTo>
                      <a:pt x="3351848" y="146685"/>
                      <a:pt x="4436745" y="434340"/>
                      <a:pt x="2866073" y="525780"/>
                    </a:cubicBezTo>
                    <a:cubicBezTo>
                      <a:pt x="1295400" y="617220"/>
                      <a:pt x="-781050" y="738188"/>
                      <a:pt x="542925" y="1118235"/>
                    </a:cubicBezTo>
                    <a:cubicBezTo>
                      <a:pt x="1866900" y="1497330"/>
                      <a:pt x="0" y="1647825"/>
                      <a:pt x="0" y="164782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0" id="10"/>
              <p:cNvSpPr/>
              <p:nvPr/>
            </p:nvSpPr>
            <p:spPr>
              <a:xfrm flipH="true">
                <a:off x="1307436" y="4387850"/>
                <a:ext cx="3818460" cy="2457450"/>
              </a:xfrm>
              <a:custGeom>
                <a:avLst/>
                <a:gdLst/>
                <a:ahLst/>
                <a:cxnLst/>
                <a:rect r="r" b="b" t="t" l="l"/>
                <a:pathLst>
                  <a:path w="3818460" h="2457450" stroke="true" fill="norm" extrusionOk="true">
                    <a:moveTo>
                      <a:pt x="439921" y="147"/>
                    </a:moveTo>
                    <a:cubicBezTo>
                      <a:pt x="1143179" y="-4540"/>
                      <a:pt x="2494598" y="102534"/>
                      <a:pt x="3217546" y="376192"/>
                    </a:cubicBezTo>
                    <a:cubicBezTo>
                      <a:pt x="3217546" y="376192"/>
                      <a:pt x="4360546" y="764810"/>
                      <a:pt x="3493771" y="1029720"/>
                    </a:cubicBezTo>
                    <a:cubicBezTo>
                      <a:pt x="3071813" y="1158427"/>
                      <a:pt x="1079182" y="1549544"/>
                      <a:pt x="1945957" y="2018136"/>
                    </a:cubicBezTo>
                    <a:cubicBezTo>
                      <a:pt x="2270641" y="2193858"/>
                      <a:pt x="2664976" y="2327406"/>
                      <a:pt x="3031065" y="2425701"/>
                    </a:cubicBezTo>
                    <a:lnTo>
                      <a:pt x="3160203" y="2457450"/>
                    </a:lnTo>
                    <a:lnTo>
                      <a:pt x="1505023" y="2457450"/>
                    </a:lnTo>
                    <a:lnTo>
                      <a:pt x="1325176" y="2385698"/>
                    </a:lnTo>
                    <a:cubicBezTo>
                      <a:pt x="23330" y="1832550"/>
                      <a:pt x="503635" y="1494798"/>
                      <a:pt x="1357313" y="1292132"/>
                    </a:cubicBezTo>
                    <a:cubicBezTo>
                      <a:pt x="2399348" y="1044715"/>
                      <a:pt x="3439477" y="741068"/>
                      <a:pt x="2405063" y="342453"/>
                    </a:cubicBezTo>
                    <a:cubicBezTo>
                      <a:pt x="1369695" y="-54913"/>
                      <a:pt x="0" y="40055"/>
                      <a:pt x="0" y="40055"/>
                    </a:cubicBezTo>
                    <a:cubicBezTo>
                      <a:pt x="43101" y="15688"/>
                      <a:pt x="205502" y="1708"/>
                      <a:pt x="439921" y="147"/>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nvGrpSpPr>
              <p:cNvPr name="Group 11" id="11"/>
              <p:cNvGrpSpPr/>
              <p:nvPr/>
            </p:nvGrpSpPr>
            <p:grpSpPr>
              <a:xfrm>
                <a:off x="5925847" y="798155"/>
                <a:ext cx="6063501" cy="5876760"/>
                <a:chOff x="5805607" y="903772"/>
                <a:chExt cx="5875436" cy="5694487"/>
              </a:xfrm>
            </p:grpSpPr>
            <p:sp>
              <p:nvSpPr>
                <p:cNvPr name="Freeform 12" id="12"/>
                <p:cNvSpPr/>
                <p:nvPr/>
              </p:nvSpPr>
              <p:spPr>
                <a:xfrm>
                  <a:off x="7882446" y="2685344"/>
                  <a:ext cx="2324913" cy="3376708"/>
                </a:xfrm>
                <a:custGeom>
                  <a:avLst/>
                  <a:gdLst/>
                  <a:ahLst/>
                  <a:cxnLst/>
                  <a:rect r="r" b="b" t="t" l="l"/>
                  <a:pathLst>
                    <a:path w="2324913" h="3376708" stroke="true" fill="norm" extrusionOk="true">
                      <a:moveTo>
                        <a:pt x="600" y="1508304"/>
                      </a:moveTo>
                      <a:cubicBezTo>
                        <a:pt x="5618" y="1910745"/>
                        <a:pt x="18665" y="3009680"/>
                        <a:pt x="98953" y="3233482"/>
                      </a:cubicBezTo>
                      <a:cubicBezTo>
                        <a:pt x="178236" y="3457283"/>
                        <a:pt x="1767929" y="3401082"/>
                        <a:pt x="1897393" y="3187317"/>
                      </a:cubicBezTo>
                      <a:cubicBezTo>
                        <a:pt x="2024850" y="2975558"/>
                        <a:pt x="1747858" y="2348312"/>
                        <a:pt x="1802052" y="1890673"/>
                      </a:cubicBezTo>
                      <a:cubicBezTo>
                        <a:pt x="1803055" y="1884651"/>
                        <a:pt x="1803055" y="1879634"/>
                        <a:pt x="1804059" y="1873612"/>
                      </a:cubicBezTo>
                      <a:cubicBezTo>
                        <a:pt x="1824131" y="1730098"/>
                        <a:pt x="1893379" y="1557480"/>
                        <a:pt x="1975673" y="1381851"/>
                      </a:cubicBezTo>
                      <a:cubicBezTo>
                        <a:pt x="2156320" y="996471"/>
                        <a:pt x="2396179" y="599048"/>
                        <a:pt x="2304852" y="479620"/>
                      </a:cubicBezTo>
                      <a:cubicBezTo>
                        <a:pt x="2233597" y="387289"/>
                        <a:pt x="2060979" y="284923"/>
                        <a:pt x="1854239" y="201624"/>
                      </a:cubicBezTo>
                      <a:cubicBezTo>
                        <a:pt x="1839185" y="195603"/>
                        <a:pt x="1823127" y="189581"/>
                        <a:pt x="1808073" y="183560"/>
                      </a:cubicBezTo>
                      <a:cubicBezTo>
                        <a:pt x="1782983" y="173524"/>
                        <a:pt x="1756890" y="164491"/>
                        <a:pt x="1730796" y="155459"/>
                      </a:cubicBezTo>
                      <a:cubicBezTo>
                        <a:pt x="1711728" y="148434"/>
                        <a:pt x="1691656" y="142412"/>
                        <a:pt x="1672588" y="136391"/>
                      </a:cubicBezTo>
                      <a:cubicBezTo>
                        <a:pt x="1669577" y="135387"/>
                        <a:pt x="1666566" y="134384"/>
                        <a:pt x="1663556" y="133380"/>
                      </a:cubicBezTo>
                      <a:cubicBezTo>
                        <a:pt x="1605347" y="114312"/>
                        <a:pt x="1547139" y="98254"/>
                        <a:pt x="1488930" y="84204"/>
                      </a:cubicBezTo>
                      <a:cubicBezTo>
                        <a:pt x="1416672" y="67143"/>
                        <a:pt x="1344413" y="53093"/>
                        <a:pt x="1276168" y="44060"/>
                      </a:cubicBezTo>
                      <a:cubicBezTo>
                        <a:pt x="1089500" y="19974"/>
                        <a:pt x="902831" y="-5116"/>
                        <a:pt x="736235" y="906"/>
                      </a:cubicBezTo>
                      <a:cubicBezTo>
                        <a:pt x="727202" y="906"/>
                        <a:pt x="718170" y="1909"/>
                        <a:pt x="710141" y="1909"/>
                      </a:cubicBezTo>
                      <a:cubicBezTo>
                        <a:pt x="695087" y="2913"/>
                        <a:pt x="680034" y="3916"/>
                        <a:pt x="664980" y="4920"/>
                      </a:cubicBezTo>
                      <a:cubicBezTo>
                        <a:pt x="660965" y="4920"/>
                        <a:pt x="657954" y="5924"/>
                        <a:pt x="653940" y="5924"/>
                      </a:cubicBezTo>
                      <a:cubicBezTo>
                        <a:pt x="626843" y="8934"/>
                        <a:pt x="599746" y="12949"/>
                        <a:pt x="573653" y="17967"/>
                      </a:cubicBezTo>
                      <a:cubicBezTo>
                        <a:pt x="562613" y="19974"/>
                        <a:pt x="551573" y="22985"/>
                        <a:pt x="540534" y="25996"/>
                      </a:cubicBezTo>
                      <a:cubicBezTo>
                        <a:pt x="471286" y="43057"/>
                        <a:pt x="408060" y="70154"/>
                        <a:pt x="352862" y="110297"/>
                      </a:cubicBezTo>
                      <a:cubicBezTo>
                        <a:pt x="303686" y="145423"/>
                        <a:pt x="261535" y="191589"/>
                        <a:pt x="226409" y="249797"/>
                      </a:cubicBezTo>
                      <a:cubicBezTo>
                        <a:pt x="148129" y="380264"/>
                        <a:pt x="69848" y="700411"/>
                        <a:pt x="29704" y="1041632"/>
                      </a:cubicBezTo>
                      <a:cubicBezTo>
                        <a:pt x="14651" y="1171096"/>
                        <a:pt x="4615" y="1303571"/>
                        <a:pt x="2607" y="1430024"/>
                      </a:cubicBezTo>
                      <a:cubicBezTo>
                        <a:pt x="-403" y="1456117"/>
                        <a:pt x="-403" y="1482211"/>
                        <a:pt x="600" y="1508304"/>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3" id="13"/>
                <p:cNvSpPr/>
                <p:nvPr/>
              </p:nvSpPr>
              <p:spPr>
                <a:xfrm>
                  <a:off x="9078327" y="2840803"/>
                  <a:ext cx="611188" cy="1043737"/>
                </a:xfrm>
                <a:custGeom>
                  <a:avLst/>
                  <a:gdLst/>
                  <a:ahLst/>
                  <a:cxnLst/>
                  <a:rect r="r" b="b" t="t" l="l"/>
                  <a:pathLst>
                    <a:path w="611188" h="1043737" stroke="true" fill="norm" extrusionOk="true">
                      <a:moveTo>
                        <a:pt x="0" y="885170"/>
                      </a:moveTo>
                      <a:lnTo>
                        <a:pt x="135485" y="1043738"/>
                      </a:lnTo>
                      <a:cubicBezTo>
                        <a:pt x="254913" y="633268"/>
                        <a:pt x="505811" y="199715"/>
                        <a:pt x="611189" y="28101"/>
                      </a:cubicBezTo>
                      <a:cubicBezTo>
                        <a:pt x="586099" y="18065"/>
                        <a:pt x="560005" y="9032"/>
                        <a:pt x="533912" y="0"/>
                      </a:cubicBezTo>
                      <a:lnTo>
                        <a:pt x="0" y="885170"/>
                      </a:ln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4" id="14"/>
                <p:cNvSpPr/>
                <p:nvPr/>
              </p:nvSpPr>
              <p:spPr>
                <a:xfrm>
                  <a:off x="8264151" y="2686250"/>
                  <a:ext cx="1280847" cy="1198738"/>
                </a:xfrm>
                <a:custGeom>
                  <a:avLst/>
                  <a:gdLst/>
                  <a:ahLst/>
                  <a:cxnLst/>
                  <a:rect r="r" b="b" t="t" l="l"/>
                  <a:pathLst>
                    <a:path w="1280847" h="1198738" stroke="true" fill="norm" extrusionOk="true">
                      <a:moveTo>
                        <a:pt x="4275" y="982518"/>
                      </a:moveTo>
                      <a:cubicBezTo>
                        <a:pt x="22340" y="1050763"/>
                        <a:pt x="96606" y="1085889"/>
                        <a:pt x="162843" y="1111982"/>
                      </a:cubicBezTo>
                      <a:cubicBezTo>
                        <a:pt x="329440" y="1177216"/>
                        <a:pt x="521126" y="1242449"/>
                        <a:pt x="680698" y="1160155"/>
                      </a:cubicBezTo>
                      <a:cubicBezTo>
                        <a:pt x="824212" y="1085889"/>
                        <a:pt x="888442" y="918289"/>
                        <a:pt x="948657" y="767749"/>
                      </a:cubicBezTo>
                      <a:cubicBezTo>
                        <a:pt x="1038981" y="546959"/>
                        <a:pt x="1150380" y="334197"/>
                        <a:pt x="1280847" y="133478"/>
                      </a:cubicBezTo>
                      <a:cubicBezTo>
                        <a:pt x="1222639" y="114410"/>
                        <a:pt x="1164430" y="98352"/>
                        <a:pt x="1106222" y="84302"/>
                      </a:cubicBezTo>
                      <a:cubicBezTo>
                        <a:pt x="1040988" y="186668"/>
                        <a:pt x="997834" y="303085"/>
                        <a:pt x="946650" y="413481"/>
                      </a:cubicBezTo>
                      <a:cubicBezTo>
                        <a:pt x="885431" y="547962"/>
                        <a:pt x="806147" y="683447"/>
                        <a:pt x="678691" y="758717"/>
                      </a:cubicBezTo>
                      <a:cubicBezTo>
                        <a:pt x="551234" y="833987"/>
                        <a:pt x="364566" y="827965"/>
                        <a:pt x="275246" y="709541"/>
                      </a:cubicBezTo>
                      <a:cubicBezTo>
                        <a:pt x="219044" y="635275"/>
                        <a:pt x="215030" y="583088"/>
                        <a:pt x="229080" y="490757"/>
                      </a:cubicBezTo>
                      <a:cubicBezTo>
                        <a:pt x="243131" y="398427"/>
                        <a:pt x="284278" y="312118"/>
                        <a:pt x="315390" y="223801"/>
                      </a:cubicBezTo>
                      <a:cubicBezTo>
                        <a:pt x="340479" y="152546"/>
                        <a:pt x="359548" y="75270"/>
                        <a:pt x="352523" y="0"/>
                      </a:cubicBezTo>
                      <a:cubicBezTo>
                        <a:pt x="295318" y="2007"/>
                        <a:pt x="240120" y="8029"/>
                        <a:pt x="188937" y="18065"/>
                      </a:cubicBezTo>
                      <a:cubicBezTo>
                        <a:pt x="128721" y="305093"/>
                        <a:pt x="70513" y="589110"/>
                        <a:pt x="9293" y="877141"/>
                      </a:cubicBezTo>
                      <a:cubicBezTo>
                        <a:pt x="2268" y="912267"/>
                        <a:pt x="-4757" y="948396"/>
                        <a:pt x="4275" y="982518"/>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5" id="15"/>
                <p:cNvSpPr/>
                <p:nvPr/>
              </p:nvSpPr>
              <p:spPr>
                <a:xfrm>
                  <a:off x="8977323" y="2795544"/>
                  <a:ext cx="720220" cy="945788"/>
                </a:xfrm>
                <a:custGeom>
                  <a:avLst/>
                  <a:gdLst/>
                  <a:ahLst/>
                  <a:cxnLst/>
                  <a:rect r="r" b="b" t="t" l="l"/>
                  <a:pathLst>
                    <a:path w="720220" h="945788" stroke="true" fill="norm" extrusionOk="true">
                      <a:moveTo>
                        <a:pt x="239499" y="943475"/>
                      </a:moveTo>
                      <a:cubicBezTo>
                        <a:pt x="239499" y="943475"/>
                        <a:pt x="460290" y="280099"/>
                        <a:pt x="720221" y="65330"/>
                      </a:cubicBezTo>
                      <a:cubicBezTo>
                        <a:pt x="720221" y="65330"/>
                        <a:pt x="560649" y="-2914"/>
                        <a:pt x="521509" y="97"/>
                      </a:cubicBezTo>
                      <a:cubicBezTo>
                        <a:pt x="521509" y="97"/>
                        <a:pt x="256560" y="223898"/>
                        <a:pt x="644" y="916378"/>
                      </a:cubicBezTo>
                      <a:cubicBezTo>
                        <a:pt x="-14410" y="957525"/>
                        <a:pt x="239499" y="943475"/>
                        <a:pt x="239499" y="94347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6" id="16"/>
                <p:cNvSpPr/>
                <p:nvPr/>
              </p:nvSpPr>
              <p:spPr>
                <a:xfrm>
                  <a:off x="6342822" y="2547113"/>
                  <a:ext cx="376363" cy="349243"/>
                </a:xfrm>
                <a:custGeom>
                  <a:avLst/>
                  <a:gdLst/>
                  <a:ahLst/>
                  <a:cxnLst/>
                  <a:rect r="r" b="b" t="t" l="l"/>
                  <a:pathLst>
                    <a:path w="376363" h="349243" stroke="true" fill="norm" extrusionOk="true">
                      <a:moveTo>
                        <a:pt x="357991" y="317776"/>
                      </a:moveTo>
                      <a:cubicBezTo>
                        <a:pt x="357991" y="317776"/>
                        <a:pt x="387095" y="56842"/>
                        <a:pt x="372041" y="23723"/>
                      </a:cubicBezTo>
                      <a:cubicBezTo>
                        <a:pt x="356987" y="-9395"/>
                        <a:pt x="26805" y="-6384"/>
                        <a:pt x="5729" y="23723"/>
                      </a:cubicBezTo>
                      <a:cubicBezTo>
                        <a:pt x="-15346" y="53831"/>
                        <a:pt x="24798" y="284658"/>
                        <a:pt x="75981" y="331827"/>
                      </a:cubicBezTo>
                      <a:cubicBezTo>
                        <a:pt x="127164" y="377992"/>
                        <a:pt x="357991" y="317776"/>
                        <a:pt x="357991" y="317776"/>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6365612" y="2795091"/>
                  <a:ext cx="1961954" cy="1431279"/>
                </a:xfrm>
                <a:custGeom>
                  <a:avLst/>
                  <a:gdLst/>
                  <a:ahLst/>
                  <a:cxnLst/>
                  <a:rect r="r" b="b" t="t" l="l"/>
                  <a:pathLst>
                    <a:path w="1961954" h="1431279" stroke="true" fill="norm" extrusionOk="true">
                      <a:moveTo>
                        <a:pt x="0" y="107935"/>
                      </a:moveTo>
                      <a:cubicBezTo>
                        <a:pt x="1004" y="240410"/>
                        <a:pt x="121435" y="1021206"/>
                        <a:pt x="604164" y="1297194"/>
                      </a:cubicBezTo>
                      <a:cubicBezTo>
                        <a:pt x="689469" y="1346370"/>
                        <a:pt x="774775" y="1379489"/>
                        <a:pt x="857069" y="1401568"/>
                      </a:cubicBezTo>
                      <a:cubicBezTo>
                        <a:pt x="1238435" y="1500924"/>
                        <a:pt x="1574639" y="1334327"/>
                        <a:pt x="1735214" y="1149666"/>
                      </a:cubicBezTo>
                      <a:cubicBezTo>
                        <a:pt x="1736218" y="1148662"/>
                        <a:pt x="1736218" y="1148662"/>
                        <a:pt x="1737221" y="1147659"/>
                      </a:cubicBezTo>
                      <a:cubicBezTo>
                        <a:pt x="1796433" y="1079414"/>
                        <a:pt x="1849624" y="937907"/>
                        <a:pt x="1889768" y="776329"/>
                      </a:cubicBezTo>
                      <a:cubicBezTo>
                        <a:pt x="1950987" y="529445"/>
                        <a:pt x="1980091" y="235392"/>
                        <a:pt x="1949983" y="90874"/>
                      </a:cubicBezTo>
                      <a:cubicBezTo>
                        <a:pt x="1934929" y="17612"/>
                        <a:pt x="1903818" y="-17514"/>
                        <a:pt x="1853638" y="8579"/>
                      </a:cubicBezTo>
                      <a:cubicBezTo>
                        <a:pt x="1669981" y="105928"/>
                        <a:pt x="1496359" y="376898"/>
                        <a:pt x="1358866" y="578621"/>
                      </a:cubicBezTo>
                      <a:cubicBezTo>
                        <a:pt x="1256500" y="727153"/>
                        <a:pt x="997572" y="809448"/>
                        <a:pt x="853055" y="766293"/>
                      </a:cubicBezTo>
                      <a:cubicBezTo>
                        <a:pt x="709541" y="722135"/>
                        <a:pt x="408463" y="183205"/>
                        <a:pt x="395416" y="89870"/>
                      </a:cubicBezTo>
                      <a:cubicBezTo>
                        <a:pt x="383373" y="-1456"/>
                        <a:pt x="0" y="-20525"/>
                        <a:pt x="0" y="10793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8" id="18"/>
                <p:cNvSpPr/>
                <p:nvPr/>
              </p:nvSpPr>
              <p:spPr>
                <a:xfrm>
                  <a:off x="8134948" y="2690264"/>
                  <a:ext cx="409466" cy="1035709"/>
                </a:xfrm>
                <a:custGeom>
                  <a:avLst/>
                  <a:gdLst/>
                  <a:ahLst/>
                  <a:cxnLst/>
                  <a:rect r="r" b="b" t="t" l="l"/>
                  <a:pathLst>
                    <a:path w="409466" h="1035709" stroke="true" fill="norm" extrusionOk="true">
                      <a:moveTo>
                        <a:pt x="0" y="1035709"/>
                      </a:moveTo>
                      <a:lnTo>
                        <a:pt x="75270" y="1034706"/>
                      </a:lnTo>
                      <a:lnTo>
                        <a:pt x="128460" y="1033702"/>
                      </a:lnTo>
                      <a:lnTo>
                        <a:pt x="409466" y="0"/>
                      </a:lnTo>
                      <a:cubicBezTo>
                        <a:pt x="405452" y="0"/>
                        <a:pt x="402441" y="1004"/>
                        <a:pt x="398427" y="1004"/>
                      </a:cubicBezTo>
                      <a:cubicBezTo>
                        <a:pt x="371330" y="4014"/>
                        <a:pt x="344233" y="8029"/>
                        <a:pt x="318139" y="13047"/>
                      </a:cubicBezTo>
                      <a:cubicBezTo>
                        <a:pt x="307100" y="15054"/>
                        <a:pt x="296060" y="18065"/>
                        <a:pt x="285021" y="21076"/>
                      </a:cubicBezTo>
                      <a:cubicBezTo>
                        <a:pt x="258927" y="80288"/>
                        <a:pt x="224805" y="162582"/>
                        <a:pt x="189679" y="261938"/>
                      </a:cubicBezTo>
                      <a:cubicBezTo>
                        <a:pt x="113406" y="473696"/>
                        <a:pt x="28101" y="756710"/>
                        <a:pt x="0" y="1035709"/>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9" id="19"/>
                <p:cNvSpPr/>
                <p:nvPr/>
              </p:nvSpPr>
              <p:spPr>
                <a:xfrm>
                  <a:off x="8165056" y="2686250"/>
                  <a:ext cx="452620" cy="1040403"/>
                </a:xfrm>
                <a:custGeom>
                  <a:avLst/>
                  <a:gdLst/>
                  <a:ahLst/>
                  <a:cxnLst/>
                  <a:rect r="r" b="b" t="t" l="l"/>
                  <a:pathLst>
                    <a:path w="452620" h="1040403" stroke="true" fill="norm" extrusionOk="true">
                      <a:moveTo>
                        <a:pt x="0" y="934346"/>
                      </a:moveTo>
                      <a:cubicBezTo>
                        <a:pt x="0" y="934346"/>
                        <a:pt x="129464" y="318139"/>
                        <a:pt x="324161" y="7025"/>
                      </a:cubicBezTo>
                      <a:lnTo>
                        <a:pt x="452621" y="0"/>
                      </a:lnTo>
                      <a:cubicBezTo>
                        <a:pt x="395416" y="57205"/>
                        <a:pt x="178640" y="704523"/>
                        <a:pt x="153550" y="951407"/>
                      </a:cubicBezTo>
                      <a:cubicBezTo>
                        <a:pt x="131471" y="1161158"/>
                        <a:pt x="0" y="934346"/>
                        <a:pt x="0" y="93434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0" id="20"/>
                <p:cNvSpPr/>
                <p:nvPr/>
              </p:nvSpPr>
              <p:spPr>
                <a:xfrm>
                  <a:off x="11003122" y="2598860"/>
                  <a:ext cx="677846" cy="1535520"/>
                </a:xfrm>
                <a:custGeom>
                  <a:avLst/>
                  <a:gdLst/>
                  <a:ahLst/>
                  <a:cxnLst/>
                  <a:rect r="r" b="b" t="t" l="l"/>
                  <a:pathLst>
                    <a:path w="677846" h="1535520" stroke="true" fill="norm" extrusionOk="true">
                      <a:moveTo>
                        <a:pt x="95440" y="76"/>
                      </a:moveTo>
                      <a:lnTo>
                        <a:pt x="530999" y="12120"/>
                      </a:lnTo>
                      <a:cubicBezTo>
                        <a:pt x="530999" y="12120"/>
                        <a:pt x="668492" y="451694"/>
                        <a:pt x="676520" y="828042"/>
                      </a:cubicBezTo>
                      <a:cubicBezTo>
                        <a:pt x="684549" y="1204389"/>
                        <a:pt x="654441" y="1472349"/>
                        <a:pt x="631358" y="1521525"/>
                      </a:cubicBezTo>
                      <a:cubicBezTo>
                        <a:pt x="608276" y="1570701"/>
                        <a:pt x="-8934" y="1480378"/>
                        <a:pt x="98" y="1404104"/>
                      </a:cubicBezTo>
                      <a:cubicBezTo>
                        <a:pt x="8127" y="1327832"/>
                        <a:pt x="144615" y="1045822"/>
                        <a:pt x="134579" y="686535"/>
                      </a:cubicBezTo>
                      <a:cubicBezTo>
                        <a:pt x="127554" y="413557"/>
                        <a:pt x="89418" y="96422"/>
                        <a:pt x="79382" y="18141"/>
                      </a:cubicBezTo>
                      <a:cubicBezTo>
                        <a:pt x="78378" y="8105"/>
                        <a:pt x="85404" y="-927"/>
                        <a:pt x="95440" y="7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1" id="21"/>
                <p:cNvSpPr/>
                <p:nvPr/>
              </p:nvSpPr>
              <p:spPr>
                <a:xfrm>
                  <a:off x="11571254" y="4125403"/>
                  <a:ext cx="58208" cy="9032"/>
                </a:xfrm>
                <a:custGeom>
                  <a:avLst/>
                  <a:gdLst/>
                  <a:ahLst/>
                  <a:cxnLst/>
                  <a:rect r="r" b="b" t="t" l="l"/>
                  <a:pathLst>
                    <a:path w="58208" h="9032" stroke="true" fill="norm" extrusionOk="true">
                      <a:moveTo>
                        <a:pt x="58208" y="0"/>
                      </a:moveTo>
                      <a:cubicBezTo>
                        <a:pt x="48172" y="5018"/>
                        <a:pt x="28101" y="8029"/>
                        <a:pt x="0" y="9032"/>
                      </a:cubicBezTo>
                      <a:cubicBezTo>
                        <a:pt x="28101" y="8029"/>
                        <a:pt x="49176" y="5018"/>
                        <a:pt x="58208" y="0"/>
                      </a:cubicBezTo>
                      <a:close/>
                    </a:path>
                  </a:pathLst>
                </a:custGeom>
                <a:solidFill>
                  <a:srgbClr val="AFC5CF"/>
                </a:solidFill>
                <a:ln cap="flat">
                  <a:noFill/>
                  <a:prstDash val="solid"/>
                  <a:miter lim="800000"/>
                </a:ln>
              </p:spPr>
              <p:txBody>
                <a:bodyPr vert="horz" anchor="ctr" tIns="45720" lIns="91440" bIns="45720" rIns="91440"/>
                <a:p>
                  <a:pPr algn="l" marL="0"/>
                </a:p>
              </p:txBody>
            </p:sp>
            <p:sp>
              <p:nvSpPr>
                <p:cNvPr name="Freeform 22" id="22"/>
                <p:cNvSpPr/>
                <p:nvPr/>
              </p:nvSpPr>
              <p:spPr>
                <a:xfrm>
                  <a:off x="11478923" y="2609976"/>
                  <a:ext cx="202119" cy="1502380"/>
                </a:xfrm>
                <a:custGeom>
                  <a:avLst/>
                  <a:gdLst/>
                  <a:ahLst/>
                  <a:cxnLst/>
                  <a:rect r="r" b="b" t="t" l="l"/>
                  <a:pathLst>
                    <a:path w="202119" h="1502380" stroke="true" fill="norm" extrusionOk="true">
                      <a:moveTo>
                        <a:pt x="0" y="0"/>
                      </a:moveTo>
                      <a:cubicBezTo>
                        <a:pt x="0" y="0"/>
                        <a:pt x="97349" y="275988"/>
                        <a:pt x="150539" y="686458"/>
                      </a:cubicBezTo>
                      <a:cubicBezTo>
                        <a:pt x="201723" y="1078864"/>
                        <a:pt x="180647" y="1434136"/>
                        <a:pt x="157564" y="1502380"/>
                      </a:cubicBezTo>
                      <a:cubicBezTo>
                        <a:pt x="180647" y="1439154"/>
                        <a:pt x="208747" y="1178219"/>
                        <a:pt x="200719" y="815922"/>
                      </a:cubicBezTo>
                      <a:cubicBezTo>
                        <a:pt x="192690" y="439574"/>
                        <a:pt x="55198" y="0"/>
                        <a:pt x="55198" y="0"/>
                      </a:cubicBezTo>
                      <a:lnTo>
                        <a:pt x="0"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3" id="23"/>
                <p:cNvSpPr/>
                <p:nvPr/>
              </p:nvSpPr>
              <p:spPr>
                <a:xfrm>
                  <a:off x="5815429" y="2436141"/>
                  <a:ext cx="5527241" cy="568449"/>
                </a:xfrm>
                <a:custGeom>
                  <a:avLst/>
                  <a:gdLst/>
                  <a:ahLst/>
                  <a:cxnLst/>
                  <a:rect r="r" b="b" t="t" l="l"/>
                  <a:pathLst>
                    <a:path w="5527241" h="568449" stroke="true" fill="norm" extrusionOk="true">
                      <a:moveTo>
                        <a:pt x="5506934" y="535129"/>
                      </a:moveTo>
                      <a:cubicBezTo>
                        <a:pt x="5530016" y="476920"/>
                        <a:pt x="5533027" y="416705"/>
                        <a:pt x="5517973" y="357493"/>
                      </a:cubicBezTo>
                      <a:cubicBezTo>
                        <a:pt x="5511952" y="333406"/>
                        <a:pt x="5491880" y="316345"/>
                        <a:pt x="5467793" y="315342"/>
                      </a:cubicBezTo>
                      <a:lnTo>
                        <a:pt x="134695" y="213"/>
                      </a:lnTo>
                      <a:cubicBezTo>
                        <a:pt x="64443" y="-3801"/>
                        <a:pt x="4227" y="49389"/>
                        <a:pt x="213" y="119641"/>
                      </a:cubicBezTo>
                      <a:lnTo>
                        <a:pt x="213" y="119641"/>
                      </a:lnTo>
                      <a:cubicBezTo>
                        <a:pt x="-3801" y="189892"/>
                        <a:pt x="49389" y="250108"/>
                        <a:pt x="119641" y="254122"/>
                      </a:cubicBezTo>
                      <a:lnTo>
                        <a:pt x="5452740" y="568247"/>
                      </a:lnTo>
                      <a:cubicBezTo>
                        <a:pt x="5475822" y="570254"/>
                        <a:pt x="5497901" y="557208"/>
                        <a:pt x="5506934" y="535129"/>
                      </a:cubicBezTo>
                      <a:close/>
                    </a:path>
                  </a:pathLst>
                </a:custGeom>
                <a:solidFill>
                  <a:schemeClr val="accent1">
                    <a:lumMod val="50000"/>
                  </a:schemeClr>
                </a:solidFill>
                <a:ln cap="flat">
                  <a:noFill/>
                  <a:prstDash val="solid"/>
                  <a:miter lim="800000"/>
                </a:ln>
              </p:spPr>
              <p:txBody>
                <a:bodyPr vert="horz" anchor="ctr" tIns="45720" lIns="91440" bIns="45720" rIns="91440"/>
                <a:p>
                  <a:pPr algn="l" marL="0"/>
                </a:p>
              </p:txBody>
            </p:sp>
            <p:grpSp>
              <p:nvGrpSpPr>
                <p:cNvPr name="Group 24" id="24"/>
                <p:cNvGrpSpPr/>
                <p:nvPr/>
              </p:nvGrpSpPr>
              <p:grpSpPr>
                <a:xfrm>
                  <a:off x="8088285" y="903772"/>
                  <a:ext cx="1648436" cy="2089800"/>
                  <a:chOff x="8088285" y="903772"/>
                  <a:chExt cx="1648436" cy="2089800"/>
                </a:xfrm>
              </p:grpSpPr>
              <p:sp>
                <p:nvSpPr>
                  <p:cNvPr name="Freeform 25" id="25"/>
                  <p:cNvSpPr/>
                  <p:nvPr/>
                </p:nvSpPr>
                <p:spPr>
                  <a:xfrm>
                    <a:off x="8761999" y="2234632"/>
                    <a:ext cx="573247" cy="758940"/>
                  </a:xfrm>
                  <a:custGeom>
                    <a:avLst/>
                    <a:gdLst/>
                    <a:ahLst/>
                    <a:cxnLst/>
                    <a:rect r="r" b="b" t="t" l="l"/>
                    <a:pathLst>
                      <a:path w="573247" h="758940" stroke="true" fill="norm" extrusionOk="true">
                        <a:moveTo>
                          <a:pt x="196" y="662372"/>
                        </a:moveTo>
                        <a:cubicBezTo>
                          <a:pt x="196" y="658358"/>
                          <a:pt x="1199" y="653340"/>
                          <a:pt x="1199" y="648322"/>
                        </a:cubicBezTo>
                        <a:cubicBezTo>
                          <a:pt x="11235" y="534916"/>
                          <a:pt x="14246" y="374340"/>
                          <a:pt x="23278" y="250899"/>
                        </a:cubicBezTo>
                        <a:cubicBezTo>
                          <a:pt x="25286" y="231830"/>
                          <a:pt x="26289" y="213765"/>
                          <a:pt x="28296" y="196704"/>
                        </a:cubicBezTo>
                        <a:cubicBezTo>
                          <a:pt x="38332" y="98352"/>
                          <a:pt x="573248" y="0"/>
                          <a:pt x="573248" y="0"/>
                        </a:cubicBezTo>
                        <a:cubicBezTo>
                          <a:pt x="573248" y="0"/>
                          <a:pt x="530093" y="492765"/>
                          <a:pt x="533104" y="639289"/>
                        </a:cubicBezTo>
                        <a:cubicBezTo>
                          <a:pt x="536115" y="786818"/>
                          <a:pt x="-11848" y="801872"/>
                          <a:pt x="196" y="66237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6" id="26"/>
                  <p:cNvSpPr/>
                  <p:nvPr/>
                </p:nvSpPr>
                <p:spPr>
                  <a:xfrm>
                    <a:off x="8764202" y="2312912"/>
                    <a:ext cx="476707" cy="570041"/>
                  </a:xfrm>
                  <a:custGeom>
                    <a:avLst/>
                    <a:gdLst/>
                    <a:ahLst/>
                    <a:cxnLst/>
                    <a:rect r="r" b="b" t="t" l="l"/>
                    <a:pathLst>
                      <a:path w="476707" h="570041" stroke="true" fill="norm" extrusionOk="true">
                        <a:moveTo>
                          <a:pt x="476707" y="0"/>
                        </a:moveTo>
                        <a:cubicBezTo>
                          <a:pt x="476707" y="0"/>
                          <a:pt x="355273" y="439574"/>
                          <a:pt x="0" y="570041"/>
                        </a:cubicBezTo>
                        <a:cubicBezTo>
                          <a:pt x="10036" y="456635"/>
                          <a:pt x="13047" y="296060"/>
                          <a:pt x="22079" y="172618"/>
                        </a:cubicBezTo>
                        <a:lnTo>
                          <a:pt x="476707"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7" id="27"/>
                  <p:cNvSpPr/>
                  <p:nvPr/>
                </p:nvSpPr>
                <p:spPr>
                  <a:xfrm>
                    <a:off x="8103349" y="1437735"/>
                    <a:ext cx="455115" cy="303129"/>
                  </a:xfrm>
                  <a:custGeom>
                    <a:avLst/>
                    <a:gdLst/>
                    <a:ahLst/>
                    <a:cxnLst/>
                    <a:rect r="r" b="b" t="t" l="l"/>
                    <a:pathLst>
                      <a:path w="455115" h="303129" stroke="true" fill="norm" extrusionOk="true">
                        <a:moveTo>
                          <a:pt x="339702" y="303129"/>
                        </a:moveTo>
                        <a:cubicBezTo>
                          <a:pt x="161062" y="292090"/>
                          <a:pt x="27584" y="236892"/>
                          <a:pt x="487" y="196748"/>
                        </a:cubicBezTo>
                        <a:cubicBezTo>
                          <a:pt x="-516" y="147572"/>
                          <a:pt x="-5534" y="99400"/>
                          <a:pt x="61707" y="39184"/>
                        </a:cubicBezTo>
                        <a:cubicBezTo>
                          <a:pt x="97836" y="7069"/>
                          <a:pt x="371817" y="-20028"/>
                          <a:pt x="455115" y="20116"/>
                        </a:cubicBezTo>
                        <a:cubicBezTo>
                          <a:pt x="439058" y="37177"/>
                          <a:pt x="336691" y="294097"/>
                          <a:pt x="339702" y="30312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28" id="28"/>
                  <p:cNvSpPr/>
                  <p:nvPr/>
                </p:nvSpPr>
                <p:spPr>
                  <a:xfrm>
                    <a:off x="8374504" y="1347455"/>
                    <a:ext cx="1079166" cy="1219683"/>
                  </a:xfrm>
                  <a:custGeom>
                    <a:avLst/>
                    <a:gdLst/>
                    <a:ahLst/>
                    <a:cxnLst/>
                    <a:rect r="r" b="b" t="t" l="l"/>
                    <a:pathLst>
                      <a:path w="1079166" h="1219683" stroke="true" fill="norm" extrusionOk="true">
                        <a:moveTo>
                          <a:pt x="44461" y="155557"/>
                        </a:moveTo>
                        <a:cubicBezTo>
                          <a:pt x="44461" y="155557"/>
                          <a:pt x="-56902" y="662372"/>
                          <a:pt x="46469" y="971479"/>
                        </a:cubicBezTo>
                        <a:cubicBezTo>
                          <a:pt x="118727" y="1187252"/>
                          <a:pt x="478014" y="1348830"/>
                          <a:pt x="790132" y="1075853"/>
                        </a:cubicBezTo>
                        <a:cubicBezTo>
                          <a:pt x="1019955" y="875134"/>
                          <a:pt x="1079167" y="748681"/>
                          <a:pt x="1079167" y="748681"/>
                        </a:cubicBezTo>
                        <a:lnTo>
                          <a:pt x="1015940" y="22079"/>
                        </a:lnTo>
                        <a:lnTo>
                          <a:pt x="270270" y="0"/>
                        </a:lnTo>
                        <a:lnTo>
                          <a:pt x="44461" y="1555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9" id="29"/>
                  <p:cNvSpPr/>
                  <p:nvPr/>
                </p:nvSpPr>
                <p:spPr>
                  <a:xfrm>
                    <a:off x="8787020" y="2014954"/>
                    <a:ext cx="197124" cy="129244"/>
                  </a:xfrm>
                  <a:custGeom>
                    <a:avLst/>
                    <a:gdLst/>
                    <a:ahLst/>
                    <a:cxnLst/>
                    <a:rect r="r" b="b" t="t" l="l"/>
                    <a:pathLst>
                      <a:path w="197124" h="129244" stroke="true" fill="norm" extrusionOk="true">
                        <a:moveTo>
                          <a:pt x="196969" y="74157"/>
                        </a:moveTo>
                        <a:cubicBezTo>
                          <a:pt x="193958" y="109282"/>
                          <a:pt x="146789" y="134372"/>
                          <a:pt x="92595" y="128351"/>
                        </a:cubicBezTo>
                        <a:cubicBezTo>
                          <a:pt x="38401" y="123333"/>
                          <a:pt x="-3750" y="90214"/>
                          <a:pt x="265" y="55088"/>
                        </a:cubicBezTo>
                        <a:cubicBezTo>
                          <a:pt x="3275" y="19962"/>
                          <a:pt x="50444" y="-5127"/>
                          <a:pt x="104638" y="894"/>
                        </a:cubicBezTo>
                        <a:cubicBezTo>
                          <a:pt x="158832" y="5912"/>
                          <a:pt x="199980" y="39031"/>
                          <a:pt x="196969" y="7415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0" id="30"/>
                  <p:cNvSpPr/>
                  <p:nvPr/>
                </p:nvSpPr>
                <p:spPr>
                  <a:xfrm rot="-5080596">
                    <a:off x="8442770" y="1995634"/>
                    <a:ext cx="114411" cy="176634"/>
                  </a:xfrm>
                  <a:custGeom>
                    <a:avLst/>
                    <a:gdLst/>
                    <a:ahLst/>
                    <a:cxnLst/>
                    <a:rect r="r" b="b" t="t" l="l"/>
                    <a:pathLst>
                      <a:path w="114411" h="176634" stroke="true" fill="norm" extrusionOk="true">
                        <a:moveTo>
                          <a:pt x="114411" y="88317"/>
                        </a:moveTo>
                        <a:cubicBezTo>
                          <a:pt x="114411" y="137094"/>
                          <a:pt x="88800" y="176635"/>
                          <a:pt x="57206" y="176635"/>
                        </a:cubicBezTo>
                        <a:cubicBezTo>
                          <a:pt x="25612" y="176635"/>
                          <a:pt x="0" y="137094"/>
                          <a:pt x="0" y="88317"/>
                        </a:cubicBezTo>
                        <a:cubicBezTo>
                          <a:pt x="0" y="39541"/>
                          <a:pt x="25612" y="0"/>
                          <a:pt x="57206" y="0"/>
                        </a:cubicBezTo>
                        <a:cubicBezTo>
                          <a:pt x="88799" y="0"/>
                          <a:pt x="114411" y="39541"/>
                          <a:pt x="114411" y="8831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1" id="31"/>
                  <p:cNvSpPr/>
                  <p:nvPr/>
                </p:nvSpPr>
                <p:spPr>
                  <a:xfrm>
                    <a:off x="8339002" y="1349086"/>
                    <a:ext cx="443264" cy="319519"/>
                  </a:xfrm>
                  <a:custGeom>
                    <a:avLst/>
                    <a:gdLst/>
                    <a:ahLst/>
                    <a:cxnLst/>
                    <a:rect r="r" b="b" t="t" l="l"/>
                    <a:pathLst>
                      <a:path w="443264" h="319519" stroke="true" fill="norm" extrusionOk="true">
                        <a:moveTo>
                          <a:pt x="443265" y="103747"/>
                        </a:moveTo>
                        <a:cubicBezTo>
                          <a:pt x="296740" y="99732"/>
                          <a:pt x="94014" y="270343"/>
                          <a:pt x="69927" y="319519"/>
                        </a:cubicBezTo>
                        <a:cubicBezTo>
                          <a:pt x="59892" y="278372"/>
                          <a:pt x="66917" y="249268"/>
                          <a:pt x="78960" y="228192"/>
                        </a:cubicBezTo>
                        <a:cubicBezTo>
                          <a:pt x="55877" y="237225"/>
                          <a:pt x="34802" y="255289"/>
                          <a:pt x="30787" y="297440"/>
                        </a:cubicBezTo>
                        <a:cubicBezTo>
                          <a:pt x="4694" y="241239"/>
                          <a:pt x="-13371" y="180020"/>
                          <a:pt x="12723" y="127833"/>
                        </a:cubicBezTo>
                        <a:cubicBezTo>
                          <a:pt x="38816" y="74642"/>
                          <a:pt x="84981" y="32491"/>
                          <a:pt x="140179" y="11416"/>
                        </a:cubicBezTo>
                        <a:cubicBezTo>
                          <a:pt x="248567" y="-32742"/>
                          <a:pt x="333873" y="62599"/>
                          <a:pt x="443265" y="10374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2" id="32"/>
                  <p:cNvSpPr/>
                  <p:nvPr/>
                </p:nvSpPr>
                <p:spPr>
                  <a:xfrm>
                    <a:off x="8541387" y="1433941"/>
                    <a:ext cx="175277" cy="250722"/>
                  </a:xfrm>
                  <a:custGeom>
                    <a:avLst/>
                    <a:gdLst/>
                    <a:ahLst/>
                    <a:cxnLst/>
                    <a:rect r="r" b="b" t="t" l="l"/>
                    <a:pathLst>
                      <a:path w="175277" h="250722" stroke="true" fill="norm" extrusionOk="true">
                        <a:moveTo>
                          <a:pt x="173639" y="22906"/>
                        </a:moveTo>
                        <a:cubicBezTo>
                          <a:pt x="178657" y="42978"/>
                          <a:pt x="171632" y="65057"/>
                          <a:pt x="159589" y="80111"/>
                        </a:cubicBezTo>
                        <a:cubicBezTo>
                          <a:pt x="147545" y="96169"/>
                          <a:pt x="132491" y="106205"/>
                          <a:pt x="116434" y="116240"/>
                        </a:cubicBezTo>
                        <a:cubicBezTo>
                          <a:pt x="101380" y="126276"/>
                          <a:pt x="85323" y="136312"/>
                          <a:pt x="73279" y="152370"/>
                        </a:cubicBezTo>
                        <a:cubicBezTo>
                          <a:pt x="53207" y="178463"/>
                          <a:pt x="42168" y="217603"/>
                          <a:pt x="52204" y="250722"/>
                        </a:cubicBezTo>
                        <a:cubicBezTo>
                          <a:pt x="16075" y="223625"/>
                          <a:pt x="-5001" y="170435"/>
                          <a:pt x="1021" y="118248"/>
                        </a:cubicBezTo>
                        <a:cubicBezTo>
                          <a:pt x="7042" y="66061"/>
                          <a:pt x="40161" y="19895"/>
                          <a:pt x="82312" y="2834"/>
                        </a:cubicBezTo>
                        <a:cubicBezTo>
                          <a:pt x="113423" y="-9209"/>
                          <a:pt x="140520" y="20899"/>
                          <a:pt x="173639" y="22906"/>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3" id="33"/>
                  <p:cNvSpPr/>
                  <p:nvPr/>
                </p:nvSpPr>
                <p:spPr>
                  <a:xfrm>
                    <a:off x="9185711" y="1585269"/>
                    <a:ext cx="497630" cy="773808"/>
                  </a:xfrm>
                  <a:custGeom>
                    <a:avLst/>
                    <a:gdLst/>
                    <a:ahLst/>
                    <a:cxnLst/>
                    <a:rect r="r" b="b" t="t" l="l"/>
                    <a:pathLst>
                      <a:path w="497630" h="773808" stroke="true" fill="norm" extrusionOk="true">
                        <a:moveTo>
                          <a:pt x="0" y="49213"/>
                        </a:moveTo>
                        <a:cubicBezTo>
                          <a:pt x="0" y="49213"/>
                          <a:pt x="25090" y="282047"/>
                          <a:pt x="160575" y="317173"/>
                        </a:cubicBezTo>
                        <a:cubicBezTo>
                          <a:pt x="160575" y="317173"/>
                          <a:pt x="285021" y="468716"/>
                          <a:pt x="153550" y="619255"/>
                        </a:cubicBezTo>
                        <a:lnTo>
                          <a:pt x="140503" y="773808"/>
                        </a:lnTo>
                        <a:cubicBezTo>
                          <a:pt x="140503" y="773808"/>
                          <a:pt x="540937" y="565061"/>
                          <a:pt x="493768" y="65271"/>
                        </a:cubicBezTo>
                        <a:cubicBezTo>
                          <a:pt x="493768" y="65271"/>
                          <a:pt x="165593" y="-70214"/>
                          <a:pt x="0" y="49213"/>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4" id="34"/>
                  <p:cNvSpPr/>
                  <p:nvPr/>
                </p:nvSpPr>
                <p:spPr>
                  <a:xfrm>
                    <a:off x="8838638" y="1419714"/>
                    <a:ext cx="439404" cy="331186"/>
                  </a:xfrm>
                  <a:custGeom>
                    <a:avLst/>
                    <a:gdLst/>
                    <a:ahLst/>
                    <a:cxnLst/>
                    <a:rect r="r" b="b" t="t" l="l"/>
                    <a:pathLst>
                      <a:path w="439404" h="331186" stroke="true" fill="norm" extrusionOk="true">
                        <a:moveTo>
                          <a:pt x="19902" y="0"/>
                        </a:moveTo>
                        <a:cubicBezTo>
                          <a:pt x="1837" y="25090"/>
                          <a:pt x="-3181" y="58208"/>
                          <a:pt x="1837" y="88316"/>
                        </a:cubicBezTo>
                        <a:cubicBezTo>
                          <a:pt x="6855" y="118424"/>
                          <a:pt x="20905" y="147528"/>
                          <a:pt x="38970" y="172618"/>
                        </a:cubicBezTo>
                        <a:cubicBezTo>
                          <a:pt x="95172" y="252906"/>
                          <a:pt x="187502" y="307100"/>
                          <a:pt x="284851" y="316132"/>
                        </a:cubicBezTo>
                        <a:cubicBezTo>
                          <a:pt x="243703" y="284017"/>
                          <a:pt x="221624" y="222798"/>
                          <a:pt x="239689" y="173622"/>
                        </a:cubicBezTo>
                        <a:cubicBezTo>
                          <a:pt x="273811" y="241866"/>
                          <a:pt x="329009" y="294053"/>
                          <a:pt x="395246" y="331186"/>
                        </a:cubicBezTo>
                        <a:cubicBezTo>
                          <a:pt x="392235" y="285021"/>
                          <a:pt x="407289" y="245881"/>
                          <a:pt x="439404" y="211758"/>
                        </a:cubicBezTo>
                        <a:cubicBezTo>
                          <a:pt x="284851" y="196704"/>
                          <a:pt x="113236" y="123442"/>
                          <a:pt x="19902"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5" id="35"/>
                  <p:cNvSpPr/>
                  <p:nvPr/>
                </p:nvSpPr>
                <p:spPr>
                  <a:xfrm>
                    <a:off x="9452667" y="1633479"/>
                    <a:ext cx="39140" cy="10035"/>
                  </a:xfrm>
                  <a:custGeom>
                    <a:avLst/>
                    <a:gdLst/>
                    <a:ahLst/>
                    <a:cxnLst/>
                    <a:rect r="r" b="b" t="t" l="l"/>
                    <a:pathLst>
                      <a:path w="39140" h="10035" stroke="true" fill="norm" extrusionOk="true">
                        <a:moveTo>
                          <a:pt x="39140" y="3011"/>
                        </a:moveTo>
                        <a:cubicBezTo>
                          <a:pt x="39140" y="3011"/>
                          <a:pt x="25090" y="6022"/>
                          <a:pt x="0" y="10036"/>
                        </a:cubicBezTo>
                        <a:cubicBezTo>
                          <a:pt x="8029" y="7025"/>
                          <a:pt x="16058" y="4014"/>
                          <a:pt x="25090" y="2007"/>
                        </a:cubicBezTo>
                        <a:cubicBezTo>
                          <a:pt x="27097" y="1004"/>
                          <a:pt x="29104" y="1004"/>
                          <a:pt x="32115" y="0"/>
                        </a:cubicBezTo>
                        <a:lnTo>
                          <a:pt x="39140" y="3011"/>
                        </a:lnTo>
                        <a:lnTo>
                          <a:pt x="39140" y="3011"/>
                        </a:lnTo>
                        <a:close/>
                      </a:path>
                    </a:pathLst>
                  </a:custGeom>
                  <a:solidFill>
                    <a:srgbClr val="D1AA8F"/>
                  </a:solidFill>
                  <a:ln cap="flat">
                    <a:noFill/>
                    <a:prstDash val="solid"/>
                    <a:miter lim="800000"/>
                  </a:ln>
                </p:spPr>
                <p:txBody>
                  <a:bodyPr vert="horz" anchor="ctr" tIns="45720" lIns="91440" bIns="45720" rIns="91440"/>
                  <a:p>
                    <a:pPr algn="l" marL="0"/>
                  </a:p>
                </p:txBody>
              </p:sp>
              <p:sp>
                <p:nvSpPr>
                  <p:cNvPr name="Freeform 36" id="36"/>
                  <p:cNvSpPr/>
                  <p:nvPr/>
                </p:nvSpPr>
                <p:spPr>
                  <a:xfrm>
                    <a:off x="8395883" y="903772"/>
                    <a:ext cx="1281850" cy="886268"/>
                  </a:xfrm>
                  <a:custGeom>
                    <a:avLst/>
                    <a:gdLst/>
                    <a:ahLst/>
                    <a:cxnLst/>
                    <a:rect r="r" b="b" t="t" l="l"/>
                    <a:pathLst>
                      <a:path w="1281850" h="886268" stroke="true" fill="norm" extrusionOk="true">
                        <a:moveTo>
                          <a:pt x="1039724" y="886268"/>
                        </a:moveTo>
                        <a:lnTo>
                          <a:pt x="843019" y="862182"/>
                        </a:lnTo>
                        <a:lnTo>
                          <a:pt x="394412" y="717664"/>
                        </a:lnTo>
                        <a:lnTo>
                          <a:pt x="153550" y="592215"/>
                        </a:lnTo>
                        <a:lnTo>
                          <a:pt x="124446" y="577161"/>
                        </a:lnTo>
                        <a:lnTo>
                          <a:pt x="0" y="512931"/>
                        </a:lnTo>
                        <a:cubicBezTo>
                          <a:pt x="0" y="512931"/>
                          <a:pt x="3011" y="504903"/>
                          <a:pt x="8029" y="491856"/>
                        </a:cubicBezTo>
                        <a:cubicBezTo>
                          <a:pt x="33118" y="426622"/>
                          <a:pt x="117420" y="223896"/>
                          <a:pt x="256920" y="127551"/>
                        </a:cubicBezTo>
                        <a:cubicBezTo>
                          <a:pt x="424520" y="12138"/>
                          <a:pt x="677426" y="-10945"/>
                          <a:pt x="770760" y="4109"/>
                        </a:cubicBezTo>
                        <a:cubicBezTo>
                          <a:pt x="864095" y="19163"/>
                          <a:pt x="1242449" y="191781"/>
                          <a:pt x="1278579" y="401532"/>
                        </a:cubicBezTo>
                        <a:cubicBezTo>
                          <a:pt x="1314708" y="612287"/>
                          <a:pt x="1039724" y="886268"/>
                          <a:pt x="1039724" y="88626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37" id="37"/>
                  <p:cNvSpPr/>
                  <p:nvPr/>
                </p:nvSpPr>
                <p:spPr>
                  <a:xfrm>
                    <a:off x="8088285" y="1394517"/>
                    <a:ext cx="1347321" cy="415991"/>
                  </a:xfrm>
                  <a:custGeom>
                    <a:avLst/>
                    <a:gdLst/>
                    <a:ahLst/>
                    <a:cxnLst/>
                    <a:rect r="r" b="b" t="t" l="l"/>
                    <a:pathLst>
                      <a:path w="1347321" h="415991" stroke="true" fill="norm" extrusionOk="true">
                        <a:moveTo>
                          <a:pt x="1347321" y="395523"/>
                        </a:moveTo>
                        <a:cubicBezTo>
                          <a:pt x="1108466" y="453731"/>
                          <a:pt x="767244" y="382476"/>
                          <a:pt x="525377" y="248998"/>
                        </a:cubicBezTo>
                        <a:cubicBezTo>
                          <a:pt x="406953" y="203837"/>
                          <a:pt x="183152" y="18172"/>
                          <a:pt x="76771" y="82402"/>
                        </a:cubicBezTo>
                        <a:cubicBezTo>
                          <a:pt x="9530" y="142617"/>
                          <a:pt x="19566" y="257027"/>
                          <a:pt x="15552" y="239966"/>
                        </a:cubicBezTo>
                        <a:cubicBezTo>
                          <a:pt x="-69754" y="-4911"/>
                          <a:pt x="215267" y="-11936"/>
                          <a:pt x="398925" y="6129"/>
                        </a:cubicBezTo>
                        <a:cubicBezTo>
                          <a:pt x="715057" y="33226"/>
                          <a:pt x="1089397" y="224912"/>
                          <a:pt x="1347321" y="39552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8" id="38"/>
                  <p:cNvSpPr/>
                  <p:nvPr/>
                </p:nvSpPr>
                <p:spPr>
                  <a:xfrm>
                    <a:off x="9166643" y="908884"/>
                    <a:ext cx="570078" cy="952410"/>
                  </a:xfrm>
                  <a:custGeom>
                    <a:avLst/>
                    <a:gdLst/>
                    <a:ahLst/>
                    <a:cxnLst/>
                    <a:rect r="r" b="b" t="t" l="l"/>
                    <a:pathLst>
                      <a:path w="570078" h="952410" stroke="true" fill="norm" extrusionOk="true">
                        <a:moveTo>
                          <a:pt x="509826" y="952411"/>
                        </a:moveTo>
                        <a:cubicBezTo>
                          <a:pt x="509826" y="952411"/>
                          <a:pt x="273981" y="880152"/>
                          <a:pt x="268963" y="882159"/>
                        </a:cubicBezTo>
                        <a:cubicBezTo>
                          <a:pt x="360290" y="271974"/>
                          <a:pt x="0" y="0"/>
                          <a:pt x="0" y="0"/>
                        </a:cubicBezTo>
                        <a:cubicBezTo>
                          <a:pt x="100359" y="16058"/>
                          <a:pt x="480721" y="199715"/>
                          <a:pt x="550973" y="459646"/>
                        </a:cubicBezTo>
                        <a:cubicBezTo>
                          <a:pt x="611189" y="678430"/>
                          <a:pt x="509826" y="952411"/>
                          <a:pt x="509826" y="952411"/>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39" id="39"/>
                  <p:cNvSpPr/>
                  <p:nvPr/>
                </p:nvSpPr>
                <p:spPr>
                  <a:xfrm>
                    <a:off x="9298114" y="1886891"/>
                    <a:ext cx="275512" cy="354476"/>
                  </a:xfrm>
                  <a:custGeom>
                    <a:avLst/>
                    <a:gdLst/>
                    <a:ahLst/>
                    <a:cxnLst/>
                    <a:rect r="r" b="b" t="t" l="l"/>
                    <a:pathLst>
                      <a:path w="275512" h="354476" stroke="true" fill="norm" extrusionOk="true">
                        <a:moveTo>
                          <a:pt x="0" y="134979"/>
                        </a:moveTo>
                        <a:cubicBezTo>
                          <a:pt x="0" y="134979"/>
                          <a:pt x="58208" y="-52693"/>
                          <a:pt x="207744" y="14548"/>
                        </a:cubicBezTo>
                        <a:cubicBezTo>
                          <a:pt x="357280" y="81788"/>
                          <a:pt x="244877" y="427025"/>
                          <a:pt x="12043" y="340716"/>
                        </a:cubicBezTo>
                        <a:lnTo>
                          <a:pt x="0" y="134979"/>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0" id="40"/>
                  <p:cNvSpPr/>
                  <p:nvPr/>
                </p:nvSpPr>
                <p:spPr>
                  <a:xfrm>
                    <a:off x="8601310" y="2023801"/>
                    <a:ext cx="98230" cy="124592"/>
                  </a:xfrm>
                  <a:custGeom>
                    <a:avLst/>
                    <a:gdLst/>
                    <a:ahLst/>
                    <a:cxnLst/>
                    <a:rect r="r" b="b" t="t" l="l"/>
                    <a:pathLst>
                      <a:path w="98230" h="124592" stroke="true" fill="norm" extrusionOk="true">
                        <a:moveTo>
                          <a:pt x="93644" y="13123"/>
                        </a:moveTo>
                        <a:cubicBezTo>
                          <a:pt x="86619" y="-7952"/>
                          <a:pt x="59522" y="-927"/>
                          <a:pt x="51493" y="15130"/>
                        </a:cubicBezTo>
                        <a:cubicBezTo>
                          <a:pt x="44468" y="28177"/>
                          <a:pt x="36439" y="43231"/>
                          <a:pt x="28410" y="55274"/>
                        </a:cubicBezTo>
                        <a:cubicBezTo>
                          <a:pt x="17371" y="70328"/>
                          <a:pt x="4324" y="79360"/>
                          <a:pt x="310" y="97425"/>
                        </a:cubicBezTo>
                        <a:cubicBezTo>
                          <a:pt x="-1698" y="107461"/>
                          <a:pt x="6331" y="119504"/>
                          <a:pt x="16367" y="122515"/>
                        </a:cubicBezTo>
                        <a:cubicBezTo>
                          <a:pt x="43464" y="131547"/>
                          <a:pt x="69558" y="109468"/>
                          <a:pt x="83608" y="88393"/>
                        </a:cubicBezTo>
                        <a:cubicBezTo>
                          <a:pt x="99665" y="64306"/>
                          <a:pt x="101673" y="40220"/>
                          <a:pt x="93644" y="13123"/>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41" id="41"/>
                  <p:cNvSpPr/>
                  <p:nvPr/>
                </p:nvSpPr>
                <p:spPr>
                  <a:xfrm>
                    <a:off x="8784743" y="1910276"/>
                    <a:ext cx="98886" cy="150930"/>
                  </a:xfrm>
                  <a:custGeom>
                    <a:avLst/>
                    <a:gdLst/>
                    <a:ahLst/>
                    <a:cxnLst/>
                    <a:rect r="r" b="b" t="t" l="l"/>
                    <a:pathLst>
                      <a:path w="98886"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8886" y="69444"/>
                          <a:pt x="98886"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2" id="42"/>
                  <p:cNvSpPr/>
                  <p:nvPr/>
                </p:nvSpPr>
                <p:spPr>
                  <a:xfrm>
                    <a:off x="8470618" y="1894218"/>
                    <a:ext cx="99638" cy="150930"/>
                  </a:xfrm>
                  <a:custGeom>
                    <a:avLst/>
                    <a:gdLst/>
                    <a:ahLst/>
                    <a:cxnLst/>
                    <a:rect r="r" b="b" t="t" l="l"/>
                    <a:pathLst>
                      <a:path w="99638"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9890" y="70447"/>
                          <a:pt x="99890"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3" id="43"/>
                  <p:cNvSpPr/>
                  <p:nvPr/>
                </p:nvSpPr>
                <p:spPr>
                  <a:xfrm>
                    <a:off x="8779428" y="1855129"/>
                    <a:ext cx="124336" cy="24433"/>
                  </a:xfrm>
                  <a:custGeom>
                    <a:avLst/>
                    <a:gdLst/>
                    <a:ahLst/>
                    <a:cxnLst/>
                    <a:rect r="r" b="b" t="t" l="l"/>
                    <a:pathLst>
                      <a:path w="124336" h="24433" stroke="true" fill="norm" extrusionOk="true">
                        <a:moveTo>
                          <a:pt x="123270" y="18210"/>
                        </a:moveTo>
                        <a:cubicBezTo>
                          <a:pt x="107212" y="3156"/>
                          <a:pt x="83126" y="-859"/>
                          <a:pt x="61047" y="145"/>
                        </a:cubicBezTo>
                        <a:cubicBezTo>
                          <a:pt x="38968" y="1149"/>
                          <a:pt x="17893" y="7170"/>
                          <a:pt x="831" y="21220"/>
                        </a:cubicBezTo>
                        <a:cubicBezTo>
                          <a:pt x="-1176" y="22224"/>
                          <a:pt x="831" y="25235"/>
                          <a:pt x="2839" y="24231"/>
                        </a:cubicBezTo>
                        <a:cubicBezTo>
                          <a:pt x="20903" y="16203"/>
                          <a:pt x="40975" y="11185"/>
                          <a:pt x="61047" y="11185"/>
                        </a:cubicBezTo>
                        <a:cubicBezTo>
                          <a:pt x="71083" y="11185"/>
                          <a:pt x="81119" y="12188"/>
                          <a:pt x="90151" y="15199"/>
                        </a:cubicBezTo>
                        <a:cubicBezTo>
                          <a:pt x="100187" y="18210"/>
                          <a:pt x="109220" y="21220"/>
                          <a:pt x="119256" y="24231"/>
                        </a:cubicBezTo>
                        <a:cubicBezTo>
                          <a:pt x="122266" y="25235"/>
                          <a:pt x="126281" y="21220"/>
                          <a:pt x="123270" y="1821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4" id="44"/>
                  <p:cNvSpPr/>
                  <p:nvPr/>
                </p:nvSpPr>
                <p:spPr>
                  <a:xfrm>
                    <a:off x="8464887" y="1838822"/>
                    <a:ext cx="120941" cy="33779"/>
                  </a:xfrm>
                  <a:custGeom>
                    <a:avLst/>
                    <a:gdLst/>
                    <a:ahLst/>
                    <a:cxnLst/>
                    <a:rect r="r" b="b" t="t" l="l"/>
                    <a:pathLst>
                      <a:path w="120941" h="33779" stroke="true" fill="norm" extrusionOk="true">
                        <a:moveTo>
                          <a:pt x="1247" y="10430"/>
                        </a:moveTo>
                        <a:cubicBezTo>
                          <a:pt x="19312" y="-1613"/>
                          <a:pt x="44402" y="-1613"/>
                          <a:pt x="64473" y="2401"/>
                        </a:cubicBezTo>
                        <a:cubicBezTo>
                          <a:pt x="86553" y="6415"/>
                          <a:pt x="106625" y="15448"/>
                          <a:pt x="120675" y="30502"/>
                        </a:cubicBezTo>
                        <a:cubicBezTo>
                          <a:pt x="121678" y="32509"/>
                          <a:pt x="119671" y="34516"/>
                          <a:pt x="117664" y="33512"/>
                        </a:cubicBezTo>
                        <a:cubicBezTo>
                          <a:pt x="101607" y="23476"/>
                          <a:pt x="81535" y="15448"/>
                          <a:pt x="62466" y="13440"/>
                        </a:cubicBezTo>
                        <a:cubicBezTo>
                          <a:pt x="52431" y="12437"/>
                          <a:pt x="43398" y="11433"/>
                          <a:pt x="33362" y="13440"/>
                        </a:cubicBezTo>
                        <a:cubicBezTo>
                          <a:pt x="23326" y="14444"/>
                          <a:pt x="13290" y="16451"/>
                          <a:pt x="4258" y="17455"/>
                        </a:cubicBezTo>
                        <a:cubicBezTo>
                          <a:pt x="1247" y="16451"/>
                          <a:pt x="-1764" y="12437"/>
                          <a:pt x="1247" y="10430"/>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45" id="45"/>
                  <p:cNvGrpSpPr/>
                  <p:nvPr/>
                </p:nvGrpSpPr>
                <p:grpSpPr>
                  <a:xfrm>
                    <a:off x="8619868" y="2219538"/>
                    <a:ext cx="257503" cy="183698"/>
                    <a:chOff x="8619868" y="2219538"/>
                    <a:chExt cx="257503" cy="183698"/>
                  </a:xfrm>
                </p:grpSpPr>
                <p:sp>
                  <p:nvSpPr>
                    <p:cNvPr name="Freeform 46" id="46"/>
                    <p:cNvSpPr/>
                    <p:nvPr/>
                  </p:nvSpPr>
                  <p:spPr>
                    <a:xfrm>
                      <a:off x="8619868" y="2220541"/>
                      <a:ext cx="257503" cy="182694"/>
                    </a:xfrm>
                    <a:custGeom>
                      <a:avLst/>
                      <a:gdLst/>
                      <a:ahLst/>
                      <a:cxnLst/>
                      <a:rect r="r" b="b" t="t" l="l"/>
                      <a:pathLst>
                        <a:path w="257503" h="182694" stroke="true" fill="norm" extrusionOk="true">
                          <a:moveTo>
                            <a:pt x="248708" y="102407"/>
                          </a:moveTo>
                          <a:cubicBezTo>
                            <a:pt x="238672" y="137533"/>
                            <a:pt x="212578" y="169648"/>
                            <a:pt x="158384" y="179684"/>
                          </a:cubicBezTo>
                          <a:cubicBezTo>
                            <a:pt x="147345" y="181691"/>
                            <a:pt x="137309" y="182695"/>
                            <a:pt x="127273" y="182695"/>
                          </a:cubicBezTo>
                          <a:cubicBezTo>
                            <a:pt x="13867" y="182695"/>
                            <a:pt x="-15238" y="59253"/>
                            <a:pt x="6842" y="25130"/>
                          </a:cubicBezTo>
                          <a:cubicBezTo>
                            <a:pt x="10856" y="19109"/>
                            <a:pt x="16878" y="16098"/>
                            <a:pt x="23903" y="16098"/>
                          </a:cubicBezTo>
                          <a:cubicBezTo>
                            <a:pt x="66054" y="21116"/>
                            <a:pt x="163402" y="25130"/>
                            <a:pt x="232650" y="1044"/>
                          </a:cubicBezTo>
                          <a:cubicBezTo>
                            <a:pt x="238672" y="-963"/>
                            <a:pt x="242686" y="41"/>
                            <a:pt x="246701" y="3051"/>
                          </a:cubicBezTo>
                          <a:cubicBezTo>
                            <a:pt x="260751" y="16098"/>
                            <a:pt x="260751" y="61260"/>
                            <a:pt x="248708" y="102407"/>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47" id="47"/>
                    <p:cNvSpPr/>
                    <p:nvPr/>
                  </p:nvSpPr>
                  <p:spPr>
                    <a:xfrm>
                      <a:off x="8733549" y="2302122"/>
                      <a:ext cx="135026" cy="101114"/>
                    </a:xfrm>
                    <a:custGeom>
                      <a:avLst/>
                      <a:gdLst/>
                      <a:ahLst/>
                      <a:cxnLst/>
                      <a:rect r="r" b="b" t="t" l="l"/>
                      <a:pathLst>
                        <a:path w="135026" h="101114" stroke="true" fill="norm" extrusionOk="true">
                          <a:moveTo>
                            <a:pt x="135026" y="20826"/>
                          </a:moveTo>
                          <a:cubicBezTo>
                            <a:pt x="124990" y="55952"/>
                            <a:pt x="98897" y="88067"/>
                            <a:pt x="44703" y="98103"/>
                          </a:cubicBezTo>
                          <a:cubicBezTo>
                            <a:pt x="33663" y="100111"/>
                            <a:pt x="23627" y="101114"/>
                            <a:pt x="13591" y="101114"/>
                          </a:cubicBezTo>
                          <a:cubicBezTo>
                            <a:pt x="1548" y="84053"/>
                            <a:pt x="-3470" y="63981"/>
                            <a:pt x="2552" y="44913"/>
                          </a:cubicBezTo>
                          <a:cubicBezTo>
                            <a:pt x="13591" y="8783"/>
                            <a:pt x="58753" y="-9281"/>
                            <a:pt x="102911" y="4769"/>
                          </a:cubicBezTo>
                          <a:cubicBezTo>
                            <a:pt x="115958" y="7780"/>
                            <a:pt x="125994" y="13801"/>
                            <a:pt x="135026" y="20826"/>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48" id="48"/>
                    <p:cNvSpPr/>
                    <p:nvPr/>
                  </p:nvSpPr>
                  <p:spPr>
                    <a:xfrm>
                      <a:off x="8627467" y="2219538"/>
                      <a:ext cx="240105" cy="54583"/>
                    </a:xfrm>
                    <a:custGeom>
                      <a:avLst/>
                      <a:gdLst/>
                      <a:ahLst/>
                      <a:cxnLst/>
                      <a:rect r="r" b="b" t="t" l="l"/>
                      <a:pathLst>
                        <a:path w="240105" h="54583" stroke="true" fill="norm" extrusionOk="true">
                          <a:moveTo>
                            <a:pt x="232076" y="33159"/>
                          </a:moveTo>
                          <a:cubicBezTo>
                            <a:pt x="220034" y="56242"/>
                            <a:pt x="21322" y="60256"/>
                            <a:pt x="7271" y="47210"/>
                          </a:cubicBezTo>
                          <a:cubicBezTo>
                            <a:pt x="1250" y="42192"/>
                            <a:pt x="-757" y="33159"/>
                            <a:pt x="246" y="25131"/>
                          </a:cubicBezTo>
                          <a:cubicBezTo>
                            <a:pt x="4261" y="19109"/>
                            <a:pt x="10282" y="16098"/>
                            <a:pt x="17307" y="16098"/>
                          </a:cubicBezTo>
                          <a:cubicBezTo>
                            <a:pt x="59458" y="21116"/>
                            <a:pt x="156807" y="25131"/>
                            <a:pt x="226055" y="1044"/>
                          </a:cubicBezTo>
                          <a:cubicBezTo>
                            <a:pt x="232076" y="-963"/>
                            <a:pt x="236091" y="41"/>
                            <a:pt x="240105" y="3051"/>
                          </a:cubicBezTo>
                          <a:cubicBezTo>
                            <a:pt x="239102" y="13087"/>
                            <a:pt x="237094" y="24127"/>
                            <a:pt x="232076" y="33159"/>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49" id="49"/>
                  <p:cNvSpPr/>
                  <p:nvPr/>
                </p:nvSpPr>
                <p:spPr>
                  <a:xfrm>
                    <a:off x="9320002" y="1985954"/>
                    <a:ext cx="176046" cy="208912"/>
                  </a:xfrm>
                  <a:custGeom>
                    <a:avLst/>
                    <a:gdLst/>
                    <a:ahLst/>
                    <a:cxnLst/>
                    <a:rect r="r" b="b" t="t" l="l"/>
                    <a:pathLst>
                      <a:path w="176046" h="208912" stroke="true" fill="norm" extrusionOk="true">
                        <a:moveTo>
                          <a:pt x="151733" y="2798"/>
                        </a:moveTo>
                        <a:cubicBezTo>
                          <a:pt x="107575" y="-6235"/>
                          <a:pt x="69439" y="6812"/>
                          <a:pt x="38327" y="38927"/>
                        </a:cubicBezTo>
                        <a:cubicBezTo>
                          <a:pt x="3201" y="75056"/>
                          <a:pt x="-14863" y="128247"/>
                          <a:pt x="15245" y="173409"/>
                        </a:cubicBezTo>
                        <a:cubicBezTo>
                          <a:pt x="42341" y="214556"/>
                          <a:pt x="101553" y="222585"/>
                          <a:pt x="135676" y="183445"/>
                        </a:cubicBezTo>
                        <a:cubicBezTo>
                          <a:pt x="163776" y="151330"/>
                          <a:pt x="156751" y="107171"/>
                          <a:pt x="127647" y="84089"/>
                        </a:cubicBezTo>
                        <a:cubicBezTo>
                          <a:pt x="137683" y="73049"/>
                          <a:pt x="149726" y="63013"/>
                          <a:pt x="161769" y="54985"/>
                        </a:cubicBezTo>
                        <a:cubicBezTo>
                          <a:pt x="184852" y="40934"/>
                          <a:pt x="178830" y="7816"/>
                          <a:pt x="151733" y="2798"/>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50" id="50"/>
                  <p:cNvSpPr/>
                  <p:nvPr/>
                </p:nvSpPr>
                <p:spPr>
                  <a:xfrm>
                    <a:off x="8719291" y="1209963"/>
                    <a:ext cx="165739" cy="186932"/>
                  </a:xfrm>
                  <a:custGeom>
                    <a:avLst/>
                    <a:gdLst/>
                    <a:ahLst/>
                    <a:cxnLst/>
                    <a:rect r="r" b="b" t="t" l="l"/>
                    <a:pathLst>
                      <a:path w="165739" h="186932" stroke="true" fill="norm" extrusionOk="true">
                        <a:moveTo>
                          <a:pt x="753" y="139500"/>
                        </a:moveTo>
                        <a:cubicBezTo>
                          <a:pt x="2760" y="147528"/>
                          <a:pt x="9785" y="154554"/>
                          <a:pt x="16810" y="157564"/>
                        </a:cubicBezTo>
                        <a:cubicBezTo>
                          <a:pt x="43907" y="167600"/>
                          <a:pt x="70001" y="177636"/>
                          <a:pt x="97098" y="185665"/>
                        </a:cubicBezTo>
                        <a:cubicBezTo>
                          <a:pt x="108137" y="189679"/>
                          <a:pt x="119177" y="183658"/>
                          <a:pt x="125198" y="174625"/>
                        </a:cubicBezTo>
                        <a:cubicBezTo>
                          <a:pt x="132224" y="164589"/>
                          <a:pt x="139249" y="154554"/>
                          <a:pt x="146274" y="143514"/>
                        </a:cubicBezTo>
                        <a:cubicBezTo>
                          <a:pt x="160324" y="118424"/>
                          <a:pt x="169357" y="92331"/>
                          <a:pt x="164339" y="62223"/>
                        </a:cubicBezTo>
                        <a:cubicBezTo>
                          <a:pt x="157313" y="24086"/>
                          <a:pt x="126202" y="2007"/>
                          <a:pt x="88066" y="0"/>
                        </a:cubicBezTo>
                        <a:cubicBezTo>
                          <a:pt x="84051" y="0"/>
                          <a:pt x="81040" y="0"/>
                          <a:pt x="78030" y="1004"/>
                        </a:cubicBezTo>
                        <a:cubicBezTo>
                          <a:pt x="73012" y="-1004"/>
                          <a:pt x="65986" y="0"/>
                          <a:pt x="60968" y="4014"/>
                        </a:cubicBezTo>
                        <a:cubicBezTo>
                          <a:pt x="43907" y="18065"/>
                          <a:pt x="36882" y="42151"/>
                          <a:pt x="27850" y="61219"/>
                        </a:cubicBezTo>
                        <a:cubicBezTo>
                          <a:pt x="17814" y="83298"/>
                          <a:pt x="8782" y="104374"/>
                          <a:pt x="753" y="127456"/>
                        </a:cubicBezTo>
                        <a:cubicBezTo>
                          <a:pt x="-251" y="132474"/>
                          <a:pt x="-251" y="136489"/>
                          <a:pt x="753" y="13950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51" id="51"/>
                <p:cNvSpPr/>
                <p:nvPr/>
              </p:nvSpPr>
              <p:spPr>
                <a:xfrm>
                  <a:off x="7647202" y="3562387"/>
                  <a:ext cx="2195863" cy="3035872"/>
                </a:xfrm>
                <a:custGeom>
                  <a:avLst/>
                  <a:gdLst/>
                  <a:ahLst/>
                  <a:cxnLst/>
                  <a:rect r="r" b="b" t="t" l="l"/>
                  <a:pathLst>
                    <a:path w="2195863" h="3035872" stroke="true" fill="norm" extrusionOk="true">
                      <a:moveTo>
                        <a:pt x="0" y="3035872"/>
                      </a:moveTo>
                      <a:lnTo>
                        <a:pt x="2195864" y="3035872"/>
                      </a:lnTo>
                      <a:cubicBezTo>
                        <a:pt x="2192853" y="2824114"/>
                        <a:pt x="2187835" y="2616370"/>
                        <a:pt x="2180810" y="2422676"/>
                      </a:cubicBezTo>
                      <a:cubicBezTo>
                        <a:pt x="2177799" y="2342388"/>
                        <a:pt x="2174789" y="2265112"/>
                        <a:pt x="2171778" y="2190846"/>
                      </a:cubicBezTo>
                      <a:lnTo>
                        <a:pt x="2171778" y="2190846"/>
                      </a:lnTo>
                      <a:cubicBezTo>
                        <a:pt x="2171778" y="2187835"/>
                        <a:pt x="2171778" y="2184824"/>
                        <a:pt x="2171778" y="2181813"/>
                      </a:cubicBezTo>
                      <a:cubicBezTo>
                        <a:pt x="2170774" y="2156724"/>
                        <a:pt x="2169771" y="2132637"/>
                        <a:pt x="2167763" y="2109555"/>
                      </a:cubicBezTo>
                      <a:lnTo>
                        <a:pt x="2167763" y="2109555"/>
                      </a:lnTo>
                      <a:cubicBezTo>
                        <a:pt x="2150702" y="1770340"/>
                        <a:pt x="2126616" y="1499369"/>
                        <a:pt x="2094501" y="1363884"/>
                      </a:cubicBezTo>
                      <a:cubicBezTo>
                        <a:pt x="2033282" y="1103953"/>
                        <a:pt x="2092494" y="796854"/>
                        <a:pt x="2094501" y="784811"/>
                      </a:cubicBezTo>
                      <a:cubicBezTo>
                        <a:pt x="2094501" y="784811"/>
                        <a:pt x="2094501" y="784811"/>
                        <a:pt x="2094501" y="784811"/>
                      </a:cubicBezTo>
                      <a:cubicBezTo>
                        <a:pt x="2094501" y="784811"/>
                        <a:pt x="2094501" y="784811"/>
                        <a:pt x="2094501" y="784811"/>
                      </a:cubicBezTo>
                      <a:lnTo>
                        <a:pt x="2094501" y="784811"/>
                      </a:lnTo>
                      <a:cubicBezTo>
                        <a:pt x="2038300" y="766746"/>
                        <a:pt x="1712132" y="395416"/>
                        <a:pt x="1597722" y="224805"/>
                      </a:cubicBezTo>
                      <a:cubicBezTo>
                        <a:pt x="1585679" y="206740"/>
                        <a:pt x="1575643" y="190683"/>
                        <a:pt x="1569621" y="178640"/>
                      </a:cubicBezTo>
                      <a:cubicBezTo>
                        <a:pt x="1569621" y="178640"/>
                        <a:pt x="1569621" y="178640"/>
                        <a:pt x="1569621" y="178640"/>
                      </a:cubicBezTo>
                      <a:cubicBezTo>
                        <a:pt x="1569621" y="178640"/>
                        <a:pt x="1569621" y="178640"/>
                        <a:pt x="1569621" y="178640"/>
                      </a:cubicBezTo>
                      <a:cubicBezTo>
                        <a:pt x="1563599" y="177636"/>
                        <a:pt x="1514423" y="167600"/>
                        <a:pt x="1440157" y="153550"/>
                      </a:cubicBezTo>
                      <a:lnTo>
                        <a:pt x="1440157" y="153550"/>
                      </a:lnTo>
                      <a:cubicBezTo>
                        <a:pt x="1440157" y="153550"/>
                        <a:pt x="1439154" y="153550"/>
                        <a:pt x="1439154" y="153550"/>
                      </a:cubicBezTo>
                      <a:lnTo>
                        <a:pt x="1439154" y="153550"/>
                      </a:lnTo>
                      <a:cubicBezTo>
                        <a:pt x="1409046" y="147528"/>
                        <a:pt x="1374924" y="141507"/>
                        <a:pt x="1337791" y="134482"/>
                      </a:cubicBezTo>
                      <a:cubicBezTo>
                        <a:pt x="1145101" y="98352"/>
                        <a:pt x="873127" y="49176"/>
                        <a:pt x="679433" y="20072"/>
                      </a:cubicBezTo>
                      <a:lnTo>
                        <a:pt x="679433" y="20072"/>
                      </a:lnTo>
                      <a:cubicBezTo>
                        <a:pt x="672408" y="19068"/>
                        <a:pt x="664379" y="18065"/>
                        <a:pt x="657354" y="17061"/>
                      </a:cubicBezTo>
                      <a:lnTo>
                        <a:pt x="657354" y="17061"/>
                      </a:lnTo>
                      <a:cubicBezTo>
                        <a:pt x="646315" y="15054"/>
                        <a:pt x="635275" y="14050"/>
                        <a:pt x="625239" y="12043"/>
                      </a:cubicBezTo>
                      <a:lnTo>
                        <a:pt x="625239" y="12043"/>
                      </a:lnTo>
                      <a:cubicBezTo>
                        <a:pt x="619218" y="11040"/>
                        <a:pt x="614200" y="10036"/>
                        <a:pt x="608178" y="10036"/>
                      </a:cubicBezTo>
                      <a:cubicBezTo>
                        <a:pt x="579074" y="6022"/>
                        <a:pt x="553984" y="3011"/>
                        <a:pt x="531905" y="0"/>
                      </a:cubicBezTo>
                      <a:lnTo>
                        <a:pt x="506815" y="30108"/>
                      </a:lnTo>
                      <a:lnTo>
                        <a:pt x="506815" y="30108"/>
                      </a:lnTo>
                      <a:lnTo>
                        <a:pt x="245881" y="332190"/>
                      </a:lnTo>
                      <a:lnTo>
                        <a:pt x="234841" y="345236"/>
                      </a:lnTo>
                      <a:cubicBezTo>
                        <a:pt x="221794" y="419502"/>
                        <a:pt x="209751" y="494772"/>
                        <a:pt x="198712" y="572049"/>
                      </a:cubicBezTo>
                      <a:cubicBezTo>
                        <a:pt x="198712" y="572049"/>
                        <a:pt x="198712" y="572049"/>
                        <a:pt x="198712" y="572049"/>
                      </a:cubicBezTo>
                      <a:cubicBezTo>
                        <a:pt x="86309" y="1328758"/>
                        <a:pt x="29104" y="2221957"/>
                        <a:pt x="0" y="30358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52" id="52"/>
                <p:cNvSpPr/>
                <p:nvPr/>
              </p:nvSpPr>
              <p:spPr>
                <a:xfrm>
                  <a:off x="9575577" y="5586704"/>
                  <a:ext cx="672186" cy="417550"/>
                </a:xfrm>
                <a:custGeom>
                  <a:avLst/>
                  <a:gdLst/>
                  <a:ahLst/>
                  <a:cxnLst/>
                  <a:rect r="r" b="b" t="t" l="l"/>
                  <a:pathLst>
                    <a:path w="672186" h="417550" stroke="true" fill="norm" extrusionOk="true">
                      <a:moveTo>
                        <a:pt x="656883" y="51116"/>
                      </a:moveTo>
                      <a:cubicBezTo>
                        <a:pt x="620754" y="-18132"/>
                        <a:pt x="483261" y="-7093"/>
                        <a:pt x="370859" y="26026"/>
                      </a:cubicBezTo>
                      <a:cubicBezTo>
                        <a:pt x="258456" y="59144"/>
                        <a:pt x="18597" y="216709"/>
                        <a:pt x="6554" y="228752"/>
                      </a:cubicBezTo>
                      <a:cubicBezTo>
                        <a:pt x="-5489" y="240795"/>
                        <a:pt x="-2478" y="268896"/>
                        <a:pt x="28633" y="254845"/>
                      </a:cubicBezTo>
                      <a:cubicBezTo>
                        <a:pt x="58741" y="240795"/>
                        <a:pt x="239388" y="151475"/>
                        <a:pt x="253438" y="156493"/>
                      </a:cubicBezTo>
                      <a:cubicBezTo>
                        <a:pt x="267488" y="161511"/>
                        <a:pt x="24619" y="330115"/>
                        <a:pt x="11572" y="346172"/>
                      </a:cubicBezTo>
                      <a:cubicBezTo>
                        <a:pt x="-1475" y="362230"/>
                        <a:pt x="-6493" y="393341"/>
                        <a:pt x="29637" y="382302"/>
                      </a:cubicBezTo>
                      <a:cubicBezTo>
                        <a:pt x="14583" y="396352"/>
                        <a:pt x="30640" y="419435"/>
                        <a:pt x="57737" y="417428"/>
                      </a:cubicBezTo>
                      <a:cubicBezTo>
                        <a:pt x="84834" y="415420"/>
                        <a:pt x="210284" y="374273"/>
                        <a:pt x="248420" y="356208"/>
                      </a:cubicBezTo>
                      <a:cubicBezTo>
                        <a:pt x="248420" y="356208"/>
                        <a:pt x="209280" y="379291"/>
                        <a:pt x="242398" y="397356"/>
                      </a:cubicBezTo>
                      <a:cubicBezTo>
                        <a:pt x="274514" y="415420"/>
                        <a:pt x="474229" y="321083"/>
                        <a:pt x="567563" y="268896"/>
                      </a:cubicBezTo>
                      <a:cubicBezTo>
                        <a:pt x="657887" y="215705"/>
                        <a:pt x="696023" y="126385"/>
                        <a:pt x="656883" y="51116"/>
                      </a:cubicBezTo>
                      <a:close/>
                    </a:path>
                  </a:pathLst>
                </a:custGeom>
                <a:solidFill>
                  <a:srgbClr val="FFDAC2"/>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Freeform 53" id="53"/>
                <p:cNvSpPr/>
                <p:nvPr/>
              </p:nvSpPr>
              <p:spPr>
                <a:xfrm>
                  <a:off x="9697684" y="3021328"/>
                  <a:ext cx="1377388" cy="2806757"/>
                </a:xfrm>
                <a:custGeom>
                  <a:avLst/>
                  <a:gdLst/>
                  <a:ahLst/>
                  <a:cxnLst/>
                  <a:rect r="r" b="b" t="t" l="l"/>
                  <a:pathLst>
                    <a:path w="1377388" h="2806757" stroke="true" fill="norm" extrusionOk="true">
                      <a:moveTo>
                        <a:pt x="116277" y="23205"/>
                      </a:moveTo>
                      <a:cubicBezTo>
                        <a:pt x="-184801" y="168726"/>
                        <a:pt x="174486" y="834109"/>
                        <a:pt x="343089" y="1076978"/>
                      </a:cubicBezTo>
                      <a:cubicBezTo>
                        <a:pt x="511693" y="1320852"/>
                        <a:pt x="738505" y="1628955"/>
                        <a:pt x="738505" y="1628955"/>
                      </a:cubicBezTo>
                      <a:cubicBezTo>
                        <a:pt x="738505" y="1628955"/>
                        <a:pt x="340079" y="2452906"/>
                        <a:pt x="278860" y="2536204"/>
                      </a:cubicBezTo>
                      <a:cubicBezTo>
                        <a:pt x="218644" y="2619503"/>
                        <a:pt x="522733" y="2837283"/>
                        <a:pt x="571909" y="2803160"/>
                      </a:cubicBezTo>
                      <a:cubicBezTo>
                        <a:pt x="682304" y="2726887"/>
                        <a:pt x="1353709" y="1964156"/>
                        <a:pt x="1376791" y="1674117"/>
                      </a:cubicBezTo>
                      <a:cubicBezTo>
                        <a:pt x="1399874" y="1384078"/>
                        <a:pt x="746534" y="516973"/>
                        <a:pt x="622089" y="316254"/>
                      </a:cubicBezTo>
                      <a:cubicBezTo>
                        <a:pt x="498647" y="117543"/>
                        <a:pt x="301942" y="-66115"/>
                        <a:pt x="116277" y="2320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54" id="54"/>
                <p:cNvSpPr/>
                <p:nvPr/>
              </p:nvSpPr>
              <p:spPr>
                <a:xfrm>
                  <a:off x="8206547" y="4128414"/>
                  <a:ext cx="592920" cy="593521"/>
                </a:xfrm>
                <a:custGeom>
                  <a:avLst/>
                  <a:gdLst/>
                  <a:ahLst/>
                  <a:cxnLst/>
                  <a:rect r="r" b="b" t="t" l="l"/>
                  <a:pathLst>
                    <a:path w="592920" h="593521" stroke="true" fill="norm" extrusionOk="true">
                      <a:moveTo>
                        <a:pt x="590774" y="60216"/>
                      </a:moveTo>
                      <a:lnTo>
                        <a:pt x="35786" y="0"/>
                      </a:lnTo>
                      <a:cubicBezTo>
                        <a:pt x="35786" y="0"/>
                        <a:pt x="-127800" y="561009"/>
                        <a:pt x="244534" y="592120"/>
                      </a:cubicBezTo>
                      <a:cubicBezTo>
                        <a:pt x="641957" y="625239"/>
                        <a:pt x="590774" y="60216"/>
                        <a:pt x="590774" y="6021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5" id="55"/>
                <p:cNvSpPr/>
                <p:nvPr/>
              </p:nvSpPr>
              <p:spPr>
                <a:xfrm>
                  <a:off x="8219250" y="4188630"/>
                  <a:ext cx="579315" cy="533305"/>
                </a:xfrm>
                <a:custGeom>
                  <a:avLst/>
                  <a:gdLst/>
                  <a:ahLst/>
                  <a:cxnLst/>
                  <a:rect r="r" b="b" t="t" l="l"/>
                  <a:pathLst>
                    <a:path w="579315" h="533305" stroke="true" fill="norm" extrusionOk="true">
                      <a:moveTo>
                        <a:pt x="0" y="324161"/>
                      </a:moveTo>
                      <a:cubicBezTo>
                        <a:pt x="24086" y="430542"/>
                        <a:pt x="88316" y="519862"/>
                        <a:pt x="230827" y="531905"/>
                      </a:cubicBezTo>
                      <a:cubicBezTo>
                        <a:pt x="629254" y="565024"/>
                        <a:pt x="577067" y="0"/>
                        <a:pt x="577067" y="0"/>
                      </a:cubicBezTo>
                      <a:cubicBezTo>
                        <a:pt x="577067" y="0"/>
                        <a:pt x="594128" y="472693"/>
                        <a:pt x="195701" y="439574"/>
                      </a:cubicBezTo>
                      <a:cubicBezTo>
                        <a:pt x="97349" y="431545"/>
                        <a:pt x="37133" y="386384"/>
                        <a:pt x="0" y="32416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56" id="56"/>
                <p:cNvSpPr/>
                <p:nvPr/>
              </p:nvSpPr>
              <p:spPr>
                <a:xfrm>
                  <a:off x="6312488" y="2381044"/>
                  <a:ext cx="437500" cy="219825"/>
                </a:xfrm>
                <a:custGeom>
                  <a:avLst/>
                  <a:gdLst/>
                  <a:ahLst/>
                  <a:cxnLst/>
                  <a:rect r="r" b="b" t="t" l="l"/>
                  <a:pathLst>
                    <a:path w="437500" h="219825" stroke="true" fill="norm" extrusionOk="true">
                      <a:moveTo>
                        <a:pt x="186602" y="112"/>
                      </a:moveTo>
                      <a:cubicBezTo>
                        <a:pt x="349185" y="-3902"/>
                        <a:pt x="437501" y="100472"/>
                        <a:pt x="437501" y="161691"/>
                      </a:cubicBezTo>
                      <a:cubicBezTo>
                        <a:pt x="437501" y="222910"/>
                        <a:pt x="374274" y="204846"/>
                        <a:pt x="358217" y="181763"/>
                      </a:cubicBezTo>
                      <a:cubicBezTo>
                        <a:pt x="358217" y="181763"/>
                        <a:pt x="347177" y="229936"/>
                        <a:pt x="301012" y="217892"/>
                      </a:cubicBezTo>
                      <a:cubicBezTo>
                        <a:pt x="254847" y="206853"/>
                        <a:pt x="249829" y="170723"/>
                        <a:pt x="249829" y="170723"/>
                      </a:cubicBezTo>
                      <a:cubicBezTo>
                        <a:pt x="249829" y="170723"/>
                        <a:pt x="224739" y="217892"/>
                        <a:pt x="190617" y="209864"/>
                      </a:cubicBezTo>
                      <a:cubicBezTo>
                        <a:pt x="156494" y="201835"/>
                        <a:pt x="131405" y="175741"/>
                        <a:pt x="131405" y="175741"/>
                      </a:cubicBezTo>
                      <a:cubicBezTo>
                        <a:pt x="131405" y="175741"/>
                        <a:pt x="126387" y="217892"/>
                        <a:pt x="79218" y="206853"/>
                      </a:cubicBezTo>
                      <a:cubicBezTo>
                        <a:pt x="48106" y="198824"/>
                        <a:pt x="26027" y="169720"/>
                        <a:pt x="12981" y="151655"/>
                      </a:cubicBezTo>
                      <a:cubicBezTo>
                        <a:pt x="-3077" y="130580"/>
                        <a:pt x="-42217" y="5130"/>
                        <a:pt x="186602" y="11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57" id="57"/>
                <p:cNvSpPr/>
                <p:nvPr/>
              </p:nvSpPr>
              <p:spPr>
                <a:xfrm>
                  <a:off x="5805607" y="2436355"/>
                  <a:ext cx="238855" cy="248891"/>
                </a:xfrm>
                <a:custGeom>
                  <a:avLst/>
                  <a:gdLst/>
                  <a:ahLst/>
                  <a:cxnLst/>
                  <a:rect r="r" b="b" t="t" l="l"/>
                  <a:pathLst>
                    <a:path w="238855" h="248891" stroke="true" fill="norm" extrusionOk="true">
                      <a:moveTo>
                        <a:pt x="238855" y="124446"/>
                      </a:moveTo>
                      <a:cubicBezTo>
                        <a:pt x="238855" y="193175"/>
                        <a:pt x="185386" y="248891"/>
                        <a:pt x="119428" y="248891"/>
                      </a:cubicBezTo>
                      <a:cubicBezTo>
                        <a:pt x="53470" y="248891"/>
                        <a:pt x="0" y="193175"/>
                        <a:pt x="0" y="124446"/>
                      </a:cubicBezTo>
                      <a:cubicBezTo>
                        <a:pt x="0" y="55716"/>
                        <a:pt x="53470" y="0"/>
                        <a:pt x="119428" y="0"/>
                      </a:cubicBezTo>
                      <a:cubicBezTo>
                        <a:pt x="185386" y="0"/>
                        <a:pt x="238855" y="55716"/>
                        <a:pt x="238855" y="124446"/>
                      </a:cubicBezTo>
                      <a:close/>
                    </a:path>
                  </a:pathLst>
                </a:custGeom>
                <a:solidFill>
                  <a:srgbClr val="8A3D3D"/>
                </a:solidFill>
                <a:ln cap="flat">
                  <a:noFill/>
                  <a:prstDash val="solid"/>
                  <a:miter lim="800000"/>
                </a:ln>
              </p:spPr>
              <p:txBody>
                <a:bodyPr vert="horz" anchor="ctr" tIns="45720" lIns="91440" bIns="45720" rIns="91440"/>
                <a:p>
                  <a:pPr algn="l" marL="0"/>
                </a:p>
              </p:txBody>
            </p:sp>
            <p:sp>
              <p:nvSpPr>
                <p:cNvPr name="Freeform 58" id="58"/>
                <p:cNvSpPr/>
                <p:nvPr/>
              </p:nvSpPr>
              <p:spPr>
                <a:xfrm>
                  <a:off x="8059610" y="6003860"/>
                  <a:ext cx="1279951" cy="307052"/>
                </a:xfrm>
                <a:custGeom>
                  <a:avLst/>
                  <a:gdLst/>
                  <a:ahLst/>
                  <a:cxnLst/>
                  <a:rect r="r" b="b" t="t" l="l"/>
                  <a:pathLst>
                    <a:path w="1279951" h="307052" stroke="true" fill="norm" extrusionOk="true">
                      <a:moveTo>
                        <a:pt x="43223" y="6293"/>
                      </a:moveTo>
                      <a:cubicBezTo>
                        <a:pt x="382438" y="322425"/>
                        <a:pt x="873196" y="197979"/>
                        <a:pt x="1267608" y="68516"/>
                      </a:cubicBezTo>
                      <a:cubicBezTo>
                        <a:pt x="1277644" y="65505"/>
                        <a:pt x="1285673" y="81562"/>
                        <a:pt x="1274633" y="86580"/>
                      </a:cubicBezTo>
                      <a:cubicBezTo>
                        <a:pt x="1041799" y="192961"/>
                        <a:pt x="796923" y="323429"/>
                        <a:pt x="532978" y="305364"/>
                      </a:cubicBezTo>
                      <a:cubicBezTo>
                        <a:pt x="330251" y="291314"/>
                        <a:pt x="119497" y="214037"/>
                        <a:pt x="4083" y="37404"/>
                      </a:cubicBezTo>
                      <a:cubicBezTo>
                        <a:pt x="-11974" y="12314"/>
                        <a:pt x="23152" y="-11772"/>
                        <a:pt x="43223" y="629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59" id="59"/>
              <p:cNvSpPr/>
              <p:nvPr/>
            </p:nvSpPr>
            <p:spPr>
              <a:xfrm flipH="true" rot="19846403">
                <a:off x="11224405" y="6146874"/>
                <a:ext cx="735558" cy="551774"/>
              </a:xfrm>
              <a:custGeom>
                <a:avLst/>
                <a:gdLst/>
                <a:ahLst/>
                <a:cxnLst/>
                <a:rect r="r" b="b" t="t" l="l"/>
                <a:pathLst>
                  <a:path w="1848686" h="1386780" stroke="true" fill="norm" extrusionOk="true">
                    <a:moveTo>
                      <a:pt x="1847764" y="141559"/>
                    </a:moveTo>
                    <a:cubicBezTo>
                      <a:pt x="1849148" y="15601"/>
                      <a:pt x="1766099" y="-63296"/>
                      <a:pt x="1424213" y="66815"/>
                    </a:cubicBezTo>
                    <a:cubicBezTo>
                      <a:pt x="1155688" y="169242"/>
                      <a:pt x="1004815" y="437768"/>
                      <a:pt x="953601" y="548500"/>
                    </a:cubicBezTo>
                    <a:cubicBezTo>
                      <a:pt x="948065" y="524970"/>
                      <a:pt x="942528" y="508360"/>
                      <a:pt x="935607" y="500055"/>
                    </a:cubicBezTo>
                    <a:cubicBezTo>
                      <a:pt x="945296" y="491750"/>
                      <a:pt x="952217" y="470988"/>
                      <a:pt x="952217" y="447457"/>
                    </a:cubicBezTo>
                    <a:cubicBezTo>
                      <a:pt x="952217" y="429463"/>
                      <a:pt x="948065" y="414237"/>
                      <a:pt x="942528" y="404548"/>
                    </a:cubicBezTo>
                    <a:lnTo>
                      <a:pt x="1076791" y="190004"/>
                    </a:lnTo>
                    <a:cubicBezTo>
                      <a:pt x="1086480" y="196925"/>
                      <a:pt x="1107242" y="187236"/>
                      <a:pt x="1125236" y="166474"/>
                    </a:cubicBezTo>
                    <a:cubicBezTo>
                      <a:pt x="1143230" y="145712"/>
                      <a:pt x="1150151" y="122181"/>
                      <a:pt x="1140462" y="115260"/>
                    </a:cubicBezTo>
                    <a:cubicBezTo>
                      <a:pt x="1130773" y="108339"/>
                      <a:pt x="1110011" y="118029"/>
                      <a:pt x="1092017" y="138791"/>
                    </a:cubicBezTo>
                    <a:cubicBezTo>
                      <a:pt x="1075407" y="158169"/>
                      <a:pt x="1068486" y="180315"/>
                      <a:pt x="1075407" y="188620"/>
                    </a:cubicBezTo>
                    <a:cubicBezTo>
                      <a:pt x="992357" y="279974"/>
                      <a:pt x="953601" y="363024"/>
                      <a:pt x="938376" y="399012"/>
                    </a:cubicBezTo>
                    <a:cubicBezTo>
                      <a:pt x="934223" y="393475"/>
                      <a:pt x="928686" y="389323"/>
                      <a:pt x="923150" y="389323"/>
                    </a:cubicBezTo>
                    <a:cubicBezTo>
                      <a:pt x="917613" y="389323"/>
                      <a:pt x="913461" y="396243"/>
                      <a:pt x="909308" y="401780"/>
                    </a:cubicBezTo>
                    <a:cubicBezTo>
                      <a:pt x="894083" y="364408"/>
                      <a:pt x="855326" y="282743"/>
                      <a:pt x="772277" y="191389"/>
                    </a:cubicBezTo>
                    <a:cubicBezTo>
                      <a:pt x="780582" y="183084"/>
                      <a:pt x="773661" y="160937"/>
                      <a:pt x="755667" y="141559"/>
                    </a:cubicBezTo>
                    <a:cubicBezTo>
                      <a:pt x="737673" y="120797"/>
                      <a:pt x="716911" y="109724"/>
                      <a:pt x="707222" y="118029"/>
                    </a:cubicBezTo>
                    <a:cubicBezTo>
                      <a:pt x="697533" y="124949"/>
                      <a:pt x="704454" y="148480"/>
                      <a:pt x="722448" y="169242"/>
                    </a:cubicBezTo>
                    <a:cubicBezTo>
                      <a:pt x="740442" y="190004"/>
                      <a:pt x="761204" y="201078"/>
                      <a:pt x="770893" y="192773"/>
                    </a:cubicBezTo>
                    <a:lnTo>
                      <a:pt x="905156" y="407317"/>
                    </a:lnTo>
                    <a:cubicBezTo>
                      <a:pt x="899619" y="417006"/>
                      <a:pt x="895467" y="433615"/>
                      <a:pt x="895467" y="450225"/>
                    </a:cubicBezTo>
                    <a:cubicBezTo>
                      <a:pt x="895467" y="473756"/>
                      <a:pt x="902388" y="494518"/>
                      <a:pt x="912077" y="502823"/>
                    </a:cubicBezTo>
                    <a:cubicBezTo>
                      <a:pt x="905156" y="511128"/>
                      <a:pt x="898235" y="527738"/>
                      <a:pt x="894083" y="551268"/>
                    </a:cubicBezTo>
                    <a:cubicBezTo>
                      <a:pt x="841485" y="440536"/>
                      <a:pt x="690612" y="172011"/>
                      <a:pt x="423471" y="69583"/>
                    </a:cubicBezTo>
                    <a:cubicBezTo>
                      <a:pt x="82969" y="-63296"/>
                      <a:pt x="-1464" y="16985"/>
                      <a:pt x="1304" y="141559"/>
                    </a:cubicBezTo>
                    <a:cubicBezTo>
                      <a:pt x="2688" y="267517"/>
                      <a:pt x="-13922" y="372713"/>
                      <a:pt x="41444" y="382402"/>
                    </a:cubicBezTo>
                    <a:cubicBezTo>
                      <a:pt x="41444" y="382402"/>
                      <a:pt x="-7001" y="465451"/>
                      <a:pt x="71896" y="497286"/>
                    </a:cubicBezTo>
                    <a:cubicBezTo>
                      <a:pt x="71896" y="497286"/>
                      <a:pt x="27603" y="583104"/>
                      <a:pt x="113420" y="577567"/>
                    </a:cubicBezTo>
                    <a:cubicBezTo>
                      <a:pt x="113420" y="577567"/>
                      <a:pt x="98195" y="635702"/>
                      <a:pt x="164634" y="626013"/>
                    </a:cubicBezTo>
                    <a:cubicBezTo>
                      <a:pt x="164634" y="626013"/>
                      <a:pt x="175707" y="691068"/>
                      <a:pt x="257372" y="664769"/>
                    </a:cubicBezTo>
                    <a:cubicBezTo>
                      <a:pt x="257372" y="664769"/>
                      <a:pt x="262909" y="706294"/>
                      <a:pt x="311354" y="688300"/>
                    </a:cubicBezTo>
                    <a:cubicBezTo>
                      <a:pt x="314123" y="686915"/>
                      <a:pt x="316891" y="686915"/>
                      <a:pt x="321043" y="686915"/>
                    </a:cubicBezTo>
                    <a:cubicBezTo>
                      <a:pt x="278135" y="706294"/>
                      <a:pt x="229689" y="732593"/>
                      <a:pt x="195085" y="767196"/>
                    </a:cubicBezTo>
                    <a:cubicBezTo>
                      <a:pt x="117573" y="843325"/>
                      <a:pt x="125878" y="882081"/>
                      <a:pt x="148024" y="893154"/>
                    </a:cubicBezTo>
                    <a:cubicBezTo>
                      <a:pt x="148024" y="893154"/>
                      <a:pt x="82969" y="956825"/>
                      <a:pt x="159097" y="980356"/>
                    </a:cubicBezTo>
                    <a:cubicBezTo>
                      <a:pt x="159097" y="980356"/>
                      <a:pt x="102347" y="1113235"/>
                      <a:pt x="206159" y="1103545"/>
                    </a:cubicBezTo>
                    <a:cubicBezTo>
                      <a:pt x="206159" y="1103545"/>
                      <a:pt x="175707" y="1265491"/>
                      <a:pt x="305818" y="1247497"/>
                    </a:cubicBezTo>
                    <a:cubicBezTo>
                      <a:pt x="305818" y="1247497"/>
                      <a:pt x="296129" y="1380376"/>
                      <a:pt x="441465" y="1354077"/>
                    </a:cubicBezTo>
                    <a:cubicBezTo>
                      <a:pt x="441465" y="1354077"/>
                      <a:pt x="437312" y="1399754"/>
                      <a:pt x="561886" y="1383144"/>
                    </a:cubicBezTo>
                    <a:cubicBezTo>
                      <a:pt x="671234" y="1369303"/>
                      <a:pt x="863631" y="1261339"/>
                      <a:pt x="907924" y="889002"/>
                    </a:cubicBezTo>
                    <a:cubicBezTo>
                      <a:pt x="907924" y="890386"/>
                      <a:pt x="909308" y="891770"/>
                      <a:pt x="909308" y="891770"/>
                    </a:cubicBezTo>
                    <a:cubicBezTo>
                      <a:pt x="907924" y="909764"/>
                      <a:pt x="906540" y="931911"/>
                      <a:pt x="906540" y="955441"/>
                    </a:cubicBezTo>
                    <a:cubicBezTo>
                      <a:pt x="906540" y="1024649"/>
                      <a:pt x="914845" y="1081399"/>
                      <a:pt x="923150" y="1081399"/>
                    </a:cubicBezTo>
                    <a:cubicBezTo>
                      <a:pt x="932839" y="1081399"/>
                      <a:pt x="939760" y="1024649"/>
                      <a:pt x="939760" y="955441"/>
                    </a:cubicBezTo>
                    <a:cubicBezTo>
                      <a:pt x="939760" y="931911"/>
                      <a:pt x="938376" y="911148"/>
                      <a:pt x="936991" y="891770"/>
                    </a:cubicBezTo>
                    <a:cubicBezTo>
                      <a:pt x="936991" y="890386"/>
                      <a:pt x="938376" y="889002"/>
                      <a:pt x="938376" y="889002"/>
                    </a:cubicBezTo>
                    <a:cubicBezTo>
                      <a:pt x="984053" y="1259955"/>
                      <a:pt x="1176450" y="1366535"/>
                      <a:pt x="1285798" y="1380376"/>
                    </a:cubicBezTo>
                    <a:cubicBezTo>
                      <a:pt x="1408988" y="1396986"/>
                      <a:pt x="1406219" y="1351309"/>
                      <a:pt x="1406219" y="1351309"/>
                    </a:cubicBezTo>
                    <a:cubicBezTo>
                      <a:pt x="1551555" y="1376224"/>
                      <a:pt x="1541866" y="1244729"/>
                      <a:pt x="1541866" y="1244729"/>
                    </a:cubicBezTo>
                    <a:cubicBezTo>
                      <a:pt x="1673361" y="1262723"/>
                      <a:pt x="1641525" y="1100777"/>
                      <a:pt x="1641525" y="1100777"/>
                    </a:cubicBezTo>
                    <a:cubicBezTo>
                      <a:pt x="1745337" y="1110466"/>
                      <a:pt x="1688587" y="977588"/>
                      <a:pt x="1688587" y="977588"/>
                    </a:cubicBezTo>
                    <a:cubicBezTo>
                      <a:pt x="1764715" y="954057"/>
                      <a:pt x="1699660" y="890386"/>
                      <a:pt x="1699660" y="890386"/>
                    </a:cubicBezTo>
                    <a:cubicBezTo>
                      <a:pt x="1721806" y="879313"/>
                      <a:pt x="1730111" y="841941"/>
                      <a:pt x="1652599" y="764428"/>
                    </a:cubicBezTo>
                    <a:cubicBezTo>
                      <a:pt x="1616611" y="729824"/>
                      <a:pt x="1568165" y="703525"/>
                      <a:pt x="1526641" y="684147"/>
                    </a:cubicBezTo>
                    <a:cubicBezTo>
                      <a:pt x="1530793" y="684147"/>
                      <a:pt x="1533561" y="685531"/>
                      <a:pt x="1536330" y="685531"/>
                    </a:cubicBezTo>
                    <a:cubicBezTo>
                      <a:pt x="1584775" y="703525"/>
                      <a:pt x="1590312" y="662001"/>
                      <a:pt x="1590312" y="662001"/>
                    </a:cubicBezTo>
                    <a:cubicBezTo>
                      <a:pt x="1671977" y="689684"/>
                      <a:pt x="1683050" y="623244"/>
                      <a:pt x="1683050" y="623244"/>
                    </a:cubicBezTo>
                    <a:cubicBezTo>
                      <a:pt x="1748105" y="632933"/>
                      <a:pt x="1734264" y="574799"/>
                      <a:pt x="1734264" y="574799"/>
                    </a:cubicBezTo>
                    <a:cubicBezTo>
                      <a:pt x="1820081" y="580336"/>
                      <a:pt x="1775788" y="494518"/>
                      <a:pt x="1775788" y="494518"/>
                    </a:cubicBezTo>
                    <a:cubicBezTo>
                      <a:pt x="1856069" y="464067"/>
                      <a:pt x="1806240" y="379633"/>
                      <a:pt x="1806240" y="379633"/>
                    </a:cubicBezTo>
                    <a:cubicBezTo>
                      <a:pt x="1861606" y="372713"/>
                      <a:pt x="1846380" y="267517"/>
                      <a:pt x="1847764" y="141559"/>
                    </a:cubicBezTo>
                    <a:close/>
                  </a:path>
                </a:pathLst>
              </a:custGeom>
              <a:solidFill>
                <a:schemeClr val="bg1">
                  <a:alpha val="50000"/>
                </a:schemeClr>
              </a:solidFill>
              <a:ln cap="flat">
                <a:noFill/>
                <a:prstDash val="solid"/>
                <a:miter lim="800000"/>
              </a:ln>
            </p:spPr>
            <p:txBody>
              <a:bodyPr vert="horz" anchor="ctr" tIns="45720" lIns="91440" bIns="45720" rIns="91440"/>
              <a:p>
                <a:pPr algn="l" marL="0"/>
              </a:p>
            </p:txBody>
          </p:sp>
          <p:sp>
            <p:nvSpPr>
              <p:cNvPr name="Freeform 60" id="60"/>
              <p:cNvSpPr/>
              <p:nvPr/>
            </p:nvSpPr>
            <p:spPr>
              <a:xfrm flipH="true">
                <a:off x="322893" y="5542976"/>
                <a:ext cx="1366888" cy="1228515"/>
              </a:xfrm>
              <a:custGeom>
                <a:avLst/>
                <a:gdLst/>
                <a:ahLst/>
                <a:cxnLst/>
                <a:rect r="r" b="b" t="t" l="l"/>
                <a:pathLst>
                  <a:path w="1059079" h="951867" stroke="true" fill="norm" extrusionOk="true">
                    <a:moveTo>
                      <a:pt x="1058756" y="575993"/>
                    </a:moveTo>
                    <a:cubicBezTo>
                      <a:pt x="1053993" y="423593"/>
                      <a:pt x="943503" y="438833"/>
                      <a:pt x="943503" y="438833"/>
                    </a:cubicBezTo>
                    <a:cubicBezTo>
                      <a:pt x="976841" y="400733"/>
                      <a:pt x="982556" y="367396"/>
                      <a:pt x="943503" y="249286"/>
                    </a:cubicBezTo>
                    <a:cubicBezTo>
                      <a:pt x="904451" y="131176"/>
                      <a:pt x="943503" y="63548"/>
                      <a:pt x="895878" y="15923"/>
                    </a:cubicBezTo>
                    <a:cubicBezTo>
                      <a:pt x="848253" y="-31702"/>
                      <a:pt x="762528" y="21638"/>
                      <a:pt x="680613" y="255953"/>
                    </a:cubicBezTo>
                    <a:cubicBezTo>
                      <a:pt x="607271" y="463598"/>
                      <a:pt x="615843" y="615046"/>
                      <a:pt x="617748" y="646478"/>
                    </a:cubicBezTo>
                    <a:cubicBezTo>
                      <a:pt x="612986" y="644573"/>
                      <a:pt x="608223" y="643621"/>
                      <a:pt x="605366" y="643621"/>
                    </a:cubicBezTo>
                    <a:cubicBezTo>
                      <a:pt x="608223" y="639811"/>
                      <a:pt x="609176" y="635048"/>
                      <a:pt x="609176" y="629333"/>
                    </a:cubicBezTo>
                    <a:cubicBezTo>
                      <a:pt x="609176" y="614093"/>
                      <a:pt x="596793" y="602663"/>
                      <a:pt x="582506" y="602663"/>
                    </a:cubicBezTo>
                    <a:cubicBezTo>
                      <a:pt x="581553" y="602663"/>
                      <a:pt x="580601" y="602663"/>
                      <a:pt x="579648" y="602663"/>
                    </a:cubicBezTo>
                    <a:lnTo>
                      <a:pt x="566313" y="552181"/>
                    </a:lnTo>
                    <a:cubicBezTo>
                      <a:pt x="569171" y="575041"/>
                      <a:pt x="573933" y="591233"/>
                      <a:pt x="576791" y="601711"/>
                    </a:cubicBezTo>
                    <a:cubicBezTo>
                      <a:pt x="570123" y="602663"/>
                      <a:pt x="564408" y="606473"/>
                      <a:pt x="560598" y="611236"/>
                    </a:cubicBezTo>
                    <a:cubicBezTo>
                      <a:pt x="553931" y="603616"/>
                      <a:pt x="541548" y="593138"/>
                      <a:pt x="521546" y="583613"/>
                    </a:cubicBezTo>
                    <a:lnTo>
                      <a:pt x="558693" y="613141"/>
                    </a:lnTo>
                    <a:cubicBezTo>
                      <a:pt x="555836" y="616951"/>
                      <a:pt x="553931" y="622666"/>
                      <a:pt x="553931" y="628381"/>
                    </a:cubicBezTo>
                    <a:cubicBezTo>
                      <a:pt x="553931" y="643621"/>
                      <a:pt x="566313" y="655051"/>
                      <a:pt x="580601" y="655051"/>
                    </a:cubicBezTo>
                    <a:cubicBezTo>
                      <a:pt x="582506" y="655051"/>
                      <a:pt x="584411" y="655051"/>
                      <a:pt x="586316" y="654098"/>
                    </a:cubicBezTo>
                    <a:cubicBezTo>
                      <a:pt x="584411" y="657908"/>
                      <a:pt x="582506" y="661718"/>
                      <a:pt x="582506" y="667433"/>
                    </a:cubicBezTo>
                    <a:cubicBezTo>
                      <a:pt x="523451" y="620761"/>
                      <a:pt x="138641" y="328343"/>
                      <a:pt x="9101" y="360728"/>
                    </a:cubicBezTo>
                    <a:cubicBezTo>
                      <a:pt x="-10902" y="365491"/>
                      <a:pt x="-6139" y="407401"/>
                      <a:pt x="109113" y="483601"/>
                    </a:cubicBezTo>
                    <a:cubicBezTo>
                      <a:pt x="151023" y="511223"/>
                      <a:pt x="257703" y="687436"/>
                      <a:pt x="360573" y="690293"/>
                    </a:cubicBezTo>
                    <a:cubicBezTo>
                      <a:pt x="360573" y="690293"/>
                      <a:pt x="305328" y="708391"/>
                      <a:pt x="390101" y="792211"/>
                    </a:cubicBezTo>
                    <a:cubicBezTo>
                      <a:pt x="476778" y="876031"/>
                      <a:pt x="624416" y="971281"/>
                      <a:pt x="668231" y="948421"/>
                    </a:cubicBezTo>
                    <a:cubicBezTo>
                      <a:pt x="708236" y="927466"/>
                      <a:pt x="704426" y="815071"/>
                      <a:pt x="657753" y="751253"/>
                    </a:cubicBezTo>
                    <a:cubicBezTo>
                      <a:pt x="704426" y="790306"/>
                      <a:pt x="719666" y="814118"/>
                      <a:pt x="741573" y="843646"/>
                    </a:cubicBezTo>
                    <a:cubicBezTo>
                      <a:pt x="766338" y="876983"/>
                      <a:pt x="781578" y="872221"/>
                      <a:pt x="772053" y="838883"/>
                    </a:cubicBezTo>
                    <a:cubicBezTo>
                      <a:pt x="767291" y="821738"/>
                      <a:pt x="753956" y="800783"/>
                      <a:pt x="737763" y="778876"/>
                    </a:cubicBezTo>
                    <a:cubicBezTo>
                      <a:pt x="778721" y="802688"/>
                      <a:pt x="834918" y="824596"/>
                      <a:pt x="900641" y="824596"/>
                    </a:cubicBezTo>
                    <a:cubicBezTo>
                      <a:pt x="1015893" y="824596"/>
                      <a:pt x="1063518" y="728393"/>
                      <a:pt x="1058756" y="575993"/>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AutoShape 61" id="61"/>
            <p:cNvSpPr/>
            <p:nvPr/>
          </p:nvSpPr>
          <p:spPr>
            <a:xfrm flipH="true">
              <a:off x="3809" y="6567418"/>
              <a:ext cx="12192000" cy="290582"/>
            </a:xfrm>
            <a:prstGeom prst="rect">
              <a:avLst/>
            </a:prstGeom>
            <a:solidFill>
              <a:schemeClr val="accent1">
                <a:lumMod val="60000"/>
                <a:lumOff val="40000"/>
              </a:schemeClr>
            </a:solidFill>
            <a:ln>
              <a:noFill/>
            </a:ln>
          </p:spPr>
          <p:txBody>
            <a:bodyPr vert="horz" anchor="ctr" tIns="45720" lIns="91440" bIns="45720" rIns="91440"/>
            <a:p>
              <a:pPr algn="ctr" marL="0"/>
            </a:p>
          </p:txBody>
        </p:sp>
      </p:grpSp>
      <p:sp>
        <p:nvSpPr>
          <p:cNvPr name="AutoShape 62" id="62"/>
          <p:cNvSpPr/>
          <p:nvPr>
            <p:ph type="title"/>
          </p:nvPr>
        </p:nvSpPr>
        <p:spPr>
          <a:xfrm>
            <a:off x="660400" y="1718616"/>
            <a:ext cx="5788978" cy="1628500"/>
          </a:xfrm>
          <a:prstGeom prst="rect">
            <a:avLst/>
          </a:prstGeom>
        </p:spPr>
        <p:txBody>
          <a:bodyPr vert="horz" anchor="b" tIns="45720" lIns="91440" bIns="45720" rIns="91440">
            <a:normAutofit/>
          </a:bodyPr>
          <a:p>
            <a:pPr algn="l">
              <a:lnSpc>
                <a:spcPct val="100000"/>
              </a:lnSpc>
              <a:spcBef>
                <a:spcPct val="0"/>
              </a:spcBef>
              <a:buNone/>
            </a:pPr>
            <a:r>
              <a:rPr lang="en-US" b="true" i="false" sz="4800" baseline="0" u="none">
                <a:solidFill>
                  <a:schemeClr val="tx1"/>
                </a:solidFill>
                <a:latin typeface="Arial"/>
                <a:ea typeface="Arial"/>
              </a:rPr>
              <a:t>Click to add title</a:t>
            </a:r>
          </a:p>
        </p:txBody>
      </p:sp>
      <p:sp>
        <p:nvSpPr>
          <p:cNvPr name="AutoShape 63" id="63"/>
          <p:cNvSpPr/>
          <p:nvPr>
            <p:ph type="body" sz="quarter" idx="1"/>
          </p:nvPr>
        </p:nvSpPr>
        <p:spPr>
          <a:xfrm>
            <a:off x="660400" y="3358969"/>
            <a:ext cx="5788978" cy="1104991"/>
          </a:xfrm>
          <a:prstGeom prst="rect">
            <a:avLst/>
          </a:prstGeom>
        </p:spPr>
        <p:txBody>
          <a:bodyPr vert="horz" anchor="t" tIns="45720" lIns="91440" bIns="45720" rIns="91440">
            <a:normAutofit/>
          </a:bodyPr>
          <a:p>
            <a:pPr algn="l" indent="0" marL="0">
              <a:lnSpc>
                <a:spcPct val="120000"/>
              </a:lnSpc>
              <a:spcBef>
                <a:spcPts val="1000"/>
              </a:spcBef>
              <a:buNone/>
            </a:pPr>
            <a:r>
              <a:rPr lang="en-US" b="false" i="false" sz="2000" baseline="0" u="none">
                <a:solidFill>
                  <a:schemeClr val="tx1"/>
                </a:solidFill>
                <a:latin typeface="Arial"/>
                <a:ea typeface="Arial"/>
              </a:rPr>
              <a:t>Click to add text</a:t>
            </a:r>
          </a:p>
        </p:txBody>
      </p:sp>
    </p:spTree>
  </p:cSld>
  <p:clrMapOvr>
    <a:overrideClrMapping accent6="accent6" accent4="accent4" accent5="accent5" accent2="accent2" accent3="accent3" accent1="accent1" bg2="lt2" tx1="dk1" bg1="lt1" hlink="hlink" tx2="dk2"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en-US" b="true" i="false" sz="2800" baseline="0" u="none">
                <a:solidFill>
                  <a:schemeClr val="tx1"/>
                </a:solidFill>
                <a:latin typeface="Arial"/>
                <a:ea typeface="Arial"/>
              </a:rPr>
              <a:t>Click to add title</a:t>
            </a:r>
          </a:p>
        </p:txBody>
      </p:sp>
      <p:sp>
        <p:nvSpPr>
          <p:cNvPr name="AutoShape 3" id="3"/>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4" id="4"/>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5" id="5"/>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showMasterSp="false">
  <p:cSld name="Closing">
    <p:bg>
      <p:bgPr>
        <a:gradFill rotWithShape="true" flip="none">
          <a:gsLst>
            <a:gs pos="0">
              <a:schemeClr val="accent2">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5809" cy="6866205"/>
            <a:chOff x="0" y="0"/>
            <a:chExt cx="12195809" cy="6866205"/>
          </a:xfrm>
        </p:grpSpPr>
        <p:sp>
          <p:nvSpPr>
            <p:cNvPr name="Freeform 3" id="3"/>
            <p:cNvSpPr/>
            <p:nvPr/>
          </p:nvSpPr>
          <p:spPr>
            <a:xfrm>
              <a:off x="0" y="1735058"/>
              <a:ext cx="2320200" cy="2569054"/>
            </a:xfrm>
            <a:custGeom>
              <a:avLst/>
              <a:gdLst/>
              <a:ahLst/>
              <a:cxnLst/>
              <a:rect r="r" b="b" t="t" l="l"/>
              <a:pathLst>
                <a:path w="2158365" h="2389861" stroke="true" fill="norm" extrusionOk="true">
                  <a:moveTo>
                    <a:pt x="0" y="39"/>
                  </a:moveTo>
                  <a:cubicBezTo>
                    <a:pt x="0" y="39"/>
                    <a:pt x="368618" y="-11391"/>
                    <a:pt x="389573" y="359131"/>
                  </a:cubicBezTo>
                  <a:cubicBezTo>
                    <a:pt x="389573" y="359131"/>
                    <a:pt x="542925" y="352464"/>
                    <a:pt x="537210" y="506769"/>
                  </a:cubicBezTo>
                  <a:cubicBezTo>
                    <a:pt x="537210" y="506769"/>
                    <a:pt x="937260" y="426759"/>
                    <a:pt x="1013460" y="826809"/>
                  </a:cubicBezTo>
                  <a:cubicBezTo>
                    <a:pt x="1013460" y="826809"/>
                    <a:pt x="1510665" y="637261"/>
                    <a:pt x="1704023" y="1113511"/>
                  </a:cubicBezTo>
                  <a:cubicBezTo>
                    <a:pt x="1704023" y="1113511"/>
                    <a:pt x="2036445" y="989686"/>
                    <a:pt x="2158365" y="1268769"/>
                  </a:cubicBezTo>
                  <a:lnTo>
                    <a:pt x="2158365" y="2389861"/>
                  </a:lnTo>
                  <a:lnTo>
                    <a:pt x="0" y="2389861"/>
                  </a:lnTo>
                  <a:lnTo>
                    <a:pt x="0" y="39"/>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 id="4"/>
            <p:cNvSpPr/>
            <p:nvPr/>
          </p:nvSpPr>
          <p:spPr>
            <a:xfrm>
              <a:off x="3885247" y="0"/>
              <a:ext cx="8310562" cy="5036888"/>
            </a:xfrm>
            <a:custGeom>
              <a:avLst/>
              <a:gdLst/>
              <a:ahLst/>
              <a:cxnLst/>
              <a:rect r="r" b="b" t="t" l="l"/>
              <a:pathLst>
                <a:path w="8310562" h="5036888" stroke="true" fill="norm" extrusionOk="true">
                  <a:moveTo>
                    <a:pt x="8310563" y="4913064"/>
                  </a:moveTo>
                  <a:lnTo>
                    <a:pt x="8310563" y="69"/>
                  </a:lnTo>
                  <a:cubicBezTo>
                    <a:pt x="8310563" y="69"/>
                    <a:pt x="7718108" y="-18981"/>
                    <a:pt x="7684770" y="577284"/>
                  </a:cubicBezTo>
                  <a:cubicBezTo>
                    <a:pt x="7684770" y="577284"/>
                    <a:pt x="7438073" y="566806"/>
                    <a:pt x="7447598" y="814456"/>
                  </a:cubicBezTo>
                  <a:cubicBezTo>
                    <a:pt x="7447598" y="814456"/>
                    <a:pt x="6804660" y="685869"/>
                    <a:pt x="6682740" y="1328806"/>
                  </a:cubicBezTo>
                  <a:cubicBezTo>
                    <a:pt x="6682740" y="1328806"/>
                    <a:pt x="5872163" y="1025911"/>
                    <a:pt x="5626418" y="1791721"/>
                  </a:cubicBezTo>
                  <a:cubicBezTo>
                    <a:pt x="5626418" y="1791721"/>
                    <a:pt x="5246370" y="1719331"/>
                    <a:pt x="5216843" y="2061279"/>
                  </a:cubicBezTo>
                  <a:cubicBezTo>
                    <a:pt x="5216843" y="2061279"/>
                    <a:pt x="4340543" y="1791721"/>
                    <a:pt x="4130993" y="2650876"/>
                  </a:cubicBezTo>
                  <a:cubicBezTo>
                    <a:pt x="4130993" y="2650876"/>
                    <a:pt x="3026093" y="2220346"/>
                    <a:pt x="2679383" y="3293814"/>
                  </a:cubicBezTo>
                  <a:cubicBezTo>
                    <a:pt x="2679383" y="3293814"/>
                    <a:pt x="2227898" y="3110934"/>
                    <a:pt x="2018348" y="3445261"/>
                  </a:cubicBezTo>
                  <a:cubicBezTo>
                    <a:pt x="2018348" y="3445261"/>
                    <a:pt x="1587818" y="3009016"/>
                    <a:pt x="932498" y="3245236"/>
                  </a:cubicBezTo>
                  <a:cubicBezTo>
                    <a:pt x="932498" y="3245236"/>
                    <a:pt x="487680" y="2961391"/>
                    <a:pt x="0" y="3274764"/>
                  </a:cubicBezTo>
                  <a:lnTo>
                    <a:pt x="94298" y="5036889"/>
                  </a:lnTo>
                  <a:lnTo>
                    <a:pt x="8310563" y="4913064"/>
                  </a:lnTo>
                  <a:close/>
                </a:path>
              </a:pathLst>
            </a:custGeom>
            <a:solidFill>
              <a:srgbClr val="FFFFFF">
                <a:alpha val="50000"/>
              </a:srgbClr>
            </a:solidFill>
            <a:ln cap="flat">
              <a:noFill/>
              <a:prstDash val="solid"/>
              <a:miter lim="800000"/>
            </a:ln>
          </p:spPr>
          <p:txBody>
            <a:bodyPr vert="horz" anchor="ctr" tIns="45720" lIns="91440" bIns="45720" rIns="91440"/>
            <a:p>
              <a:pPr algn="l" marL="0"/>
            </a:p>
          </p:txBody>
        </p:sp>
        <p:sp>
          <p:nvSpPr>
            <p:cNvPr name="Freeform 5" id="5"/>
            <p:cNvSpPr/>
            <p:nvPr/>
          </p:nvSpPr>
          <p:spPr>
            <a:xfrm>
              <a:off x="0" y="3122010"/>
              <a:ext cx="12192000" cy="1644777"/>
            </a:xfrm>
            <a:custGeom>
              <a:avLst/>
              <a:gdLst/>
              <a:ahLst/>
              <a:cxnLst/>
              <a:rect r="r" b="b" t="t" l="l"/>
              <a:pathLst>
                <a:path w="12192000" h="1644777" stroke="true" fill="norm" extrusionOk="true">
                  <a:moveTo>
                    <a:pt x="3510249" y="0"/>
                  </a:moveTo>
                  <a:cubicBezTo>
                    <a:pt x="3807429" y="0"/>
                    <a:pt x="4183666" y="103156"/>
                    <a:pt x="4762500" y="512635"/>
                  </a:cubicBezTo>
                  <a:cubicBezTo>
                    <a:pt x="5341335" y="103156"/>
                    <a:pt x="5717572" y="0"/>
                    <a:pt x="6014752" y="0"/>
                  </a:cubicBezTo>
                  <a:cubicBezTo>
                    <a:pt x="6406229" y="0"/>
                    <a:pt x="6776847" y="368617"/>
                    <a:pt x="7222617" y="368617"/>
                  </a:cubicBezTo>
                  <a:cubicBezTo>
                    <a:pt x="7721632" y="368617"/>
                    <a:pt x="7856506" y="75343"/>
                    <a:pt x="8400574" y="75343"/>
                  </a:cubicBezTo>
                  <a:cubicBezTo>
                    <a:pt x="8731187" y="75343"/>
                    <a:pt x="8973788" y="188595"/>
                    <a:pt x="9088374" y="224409"/>
                  </a:cubicBezTo>
                  <a:cubicBezTo>
                    <a:pt x="9234297" y="270129"/>
                    <a:pt x="9380029" y="314801"/>
                    <a:pt x="9525000" y="362902"/>
                  </a:cubicBezTo>
                  <a:lnTo>
                    <a:pt x="9525000" y="362902"/>
                  </a:lnTo>
                  <a:cubicBezTo>
                    <a:pt x="9669971" y="314801"/>
                    <a:pt x="9815703" y="270129"/>
                    <a:pt x="9961626" y="224409"/>
                  </a:cubicBezTo>
                  <a:cubicBezTo>
                    <a:pt x="10076212" y="188595"/>
                    <a:pt x="10318813" y="75343"/>
                    <a:pt x="10649426" y="75343"/>
                  </a:cubicBezTo>
                  <a:cubicBezTo>
                    <a:pt x="11193494" y="75343"/>
                    <a:pt x="11328368" y="368617"/>
                    <a:pt x="11827383" y="368617"/>
                  </a:cubicBezTo>
                  <a:cubicBezTo>
                    <a:pt x="11938825" y="368617"/>
                    <a:pt x="12045571" y="345579"/>
                    <a:pt x="12149120" y="311021"/>
                  </a:cubicBezTo>
                  <a:lnTo>
                    <a:pt x="12192000" y="294487"/>
                  </a:lnTo>
                  <a:lnTo>
                    <a:pt x="12192000" y="1644777"/>
                  </a:lnTo>
                  <a:lnTo>
                    <a:pt x="9525000" y="1644777"/>
                  </a:lnTo>
                  <a:lnTo>
                    <a:pt x="4762500" y="1644777"/>
                  </a:lnTo>
                  <a:lnTo>
                    <a:pt x="0" y="1644777"/>
                  </a:lnTo>
                  <a:lnTo>
                    <a:pt x="0" y="362902"/>
                  </a:lnTo>
                  <a:cubicBezTo>
                    <a:pt x="144971" y="314801"/>
                    <a:pt x="290703" y="270129"/>
                    <a:pt x="436626" y="224409"/>
                  </a:cubicBezTo>
                  <a:cubicBezTo>
                    <a:pt x="551212" y="188595"/>
                    <a:pt x="793813" y="75343"/>
                    <a:pt x="1124426" y="75343"/>
                  </a:cubicBezTo>
                  <a:cubicBezTo>
                    <a:pt x="1668494" y="75343"/>
                    <a:pt x="1803368" y="368617"/>
                    <a:pt x="2302383" y="368617"/>
                  </a:cubicBezTo>
                  <a:cubicBezTo>
                    <a:pt x="2748153" y="368617"/>
                    <a:pt x="3118771" y="0"/>
                    <a:pt x="3510249" y="0"/>
                  </a:cubicBezTo>
                  <a:close/>
                </a:path>
              </a:pathLst>
            </a:custGeom>
            <a:solidFill>
              <a:schemeClr val="accent2">
                <a:alpha val="31000"/>
                <a:lumMod val="20000"/>
                <a:lumOff val="80000"/>
              </a:schemeClr>
            </a:solidFill>
            <a:ln cap="flat">
              <a:noFill/>
              <a:prstDash val="solid"/>
              <a:miter lim="800000"/>
            </a:ln>
          </p:spPr>
          <p:txBody>
            <a:bodyPr vert="horz" anchor="ctr" wrap="square" tIns="45720" lIns="91440" bIns="45720" rIns="91440">
              <a:noAutofit/>
            </a:bodyPr>
            <a:p>
              <a:pPr algn="l" marL="0"/>
            </a:p>
          </p:txBody>
        </p:sp>
        <p:sp>
          <p:nvSpPr>
            <p:cNvPr name="Freeform 6" id="6"/>
            <p:cNvSpPr/>
            <p:nvPr/>
          </p:nvSpPr>
          <p:spPr>
            <a:xfrm>
              <a:off x="0" y="2782212"/>
              <a:ext cx="12192000" cy="4083993"/>
            </a:xfrm>
            <a:custGeom>
              <a:avLst/>
              <a:gdLst/>
              <a:ahLst/>
              <a:cxnLst/>
              <a:rect r="r" b="b" t="t" l="l"/>
              <a:pathLst>
                <a:path w="12192000" h="4083993" stroke="true" fill="norm" extrusionOk="true">
                  <a:moveTo>
                    <a:pt x="2149808" y="2108"/>
                  </a:moveTo>
                  <a:cubicBezTo>
                    <a:pt x="2544009" y="-11555"/>
                    <a:pt x="3005853" y="39684"/>
                    <a:pt x="3536633" y="200608"/>
                  </a:cubicBezTo>
                  <a:cubicBezTo>
                    <a:pt x="5659755" y="844303"/>
                    <a:pt x="5632133" y="1960729"/>
                    <a:pt x="7490460" y="1574512"/>
                  </a:cubicBezTo>
                  <a:cubicBezTo>
                    <a:pt x="8945880" y="1271718"/>
                    <a:pt x="10866120" y="1060585"/>
                    <a:pt x="12192000" y="1590991"/>
                  </a:cubicBezTo>
                  <a:lnTo>
                    <a:pt x="12192000" y="4083993"/>
                  </a:lnTo>
                  <a:lnTo>
                    <a:pt x="0" y="4083993"/>
                  </a:lnTo>
                  <a:lnTo>
                    <a:pt x="0" y="1036897"/>
                  </a:lnTo>
                  <a:lnTo>
                    <a:pt x="393383" y="668188"/>
                  </a:lnTo>
                  <a:cubicBezTo>
                    <a:pt x="393383" y="668188"/>
                    <a:pt x="967205" y="43095"/>
                    <a:pt x="2149808" y="210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7" id="7"/>
            <p:cNvSpPr/>
            <p:nvPr/>
          </p:nvSpPr>
          <p:spPr>
            <a:xfrm>
              <a:off x="4291967" y="4410316"/>
              <a:ext cx="6529275" cy="2447684"/>
            </a:xfrm>
            <a:custGeom>
              <a:avLst/>
              <a:gdLst/>
              <a:ahLst/>
              <a:cxnLst/>
              <a:rect r="r" b="b" t="t" l="l"/>
              <a:pathLst>
                <a:path w="6529275" h="2447684" stroke="true" fill="norm" extrusionOk="true">
                  <a:moveTo>
                    <a:pt x="3232079" y="104"/>
                  </a:moveTo>
                  <a:cubicBezTo>
                    <a:pt x="3953858" y="3924"/>
                    <a:pt x="5232440" y="112871"/>
                    <a:pt x="5928361" y="376063"/>
                  </a:cubicBezTo>
                  <a:cubicBezTo>
                    <a:pt x="5928361" y="376063"/>
                    <a:pt x="7071361" y="764682"/>
                    <a:pt x="6204586" y="1029592"/>
                  </a:cubicBezTo>
                  <a:cubicBezTo>
                    <a:pt x="5781676" y="1159548"/>
                    <a:pt x="3789998" y="1549416"/>
                    <a:pt x="4656773" y="2018008"/>
                  </a:cubicBezTo>
                  <a:cubicBezTo>
                    <a:pt x="4981814" y="2193730"/>
                    <a:pt x="5376372" y="2327278"/>
                    <a:pt x="5742601" y="2425573"/>
                  </a:cubicBezTo>
                  <a:lnTo>
                    <a:pt x="5832565" y="2447684"/>
                  </a:lnTo>
                  <a:lnTo>
                    <a:pt x="3480389" y="2447684"/>
                  </a:lnTo>
                  <a:lnTo>
                    <a:pt x="0" y="2235435"/>
                  </a:lnTo>
                  <a:cubicBezTo>
                    <a:pt x="0" y="2235435"/>
                    <a:pt x="1866900" y="2038000"/>
                    <a:pt x="542925" y="1540669"/>
                  </a:cubicBezTo>
                  <a:cubicBezTo>
                    <a:pt x="-781050" y="1043337"/>
                    <a:pt x="1295400" y="883391"/>
                    <a:pt x="2866073" y="763432"/>
                  </a:cubicBezTo>
                  <a:cubicBezTo>
                    <a:pt x="4436745" y="643473"/>
                    <a:pt x="3351848" y="264851"/>
                    <a:pt x="2780348" y="96158"/>
                  </a:cubicBezTo>
                  <a:cubicBezTo>
                    <a:pt x="2566393" y="33367"/>
                    <a:pt x="2799011" y="-2188"/>
                    <a:pt x="3232079" y="104"/>
                  </a:cubicBezTo>
                  <a:close/>
                </a:path>
              </a:pathLst>
            </a:custGeom>
            <a:solidFill>
              <a:srgbClr val="FFFFFF">
                <a:alpha val="80000"/>
              </a:srgbClr>
            </a:solidFill>
            <a:ln cap="flat">
              <a:noFill/>
              <a:prstDash val="solid"/>
              <a:miter lim="800000"/>
            </a:ln>
          </p:spPr>
          <p:txBody>
            <a:bodyPr vert="horz" anchor="ctr" tIns="45720" lIns="91440" bIns="45720" rIns="91440"/>
            <a:p>
              <a:pPr algn="l" marL="0"/>
            </a:p>
          </p:txBody>
        </p:sp>
        <p:sp>
          <p:nvSpPr>
            <p:cNvPr name="Freeform 8" id="8"/>
            <p:cNvSpPr/>
            <p:nvPr/>
          </p:nvSpPr>
          <p:spPr>
            <a:xfrm>
              <a:off x="4253867" y="4474344"/>
              <a:ext cx="3955401" cy="2251736"/>
            </a:xfrm>
            <a:custGeom>
              <a:avLst/>
              <a:gdLst/>
              <a:ahLst/>
              <a:cxnLst/>
              <a:rect r="r" b="b" t="t" l="l"/>
              <a:pathLst>
                <a:path w="3955401" h="1716404" stroke="true" fill="norm" extrusionOk="true">
                  <a:moveTo>
                    <a:pt x="0" y="1647825"/>
                  </a:moveTo>
                  <a:lnTo>
                    <a:pt x="1472565" y="1716405"/>
                  </a:lnTo>
                  <a:cubicBezTo>
                    <a:pt x="2049780" y="1598295"/>
                    <a:pt x="2260283" y="1307783"/>
                    <a:pt x="1631633" y="1115377"/>
                  </a:cubicBezTo>
                  <a:cubicBezTo>
                    <a:pt x="1002983" y="922973"/>
                    <a:pt x="1629728" y="874395"/>
                    <a:pt x="2463165" y="802005"/>
                  </a:cubicBezTo>
                  <a:cubicBezTo>
                    <a:pt x="3496628" y="712470"/>
                    <a:pt x="4088130" y="574358"/>
                    <a:pt x="3930015" y="316230"/>
                  </a:cubicBezTo>
                  <a:cubicBezTo>
                    <a:pt x="3769995" y="58103"/>
                    <a:pt x="2720340" y="0"/>
                    <a:pt x="2720340" y="0"/>
                  </a:cubicBezTo>
                  <a:lnTo>
                    <a:pt x="2720340" y="0"/>
                  </a:lnTo>
                  <a:cubicBezTo>
                    <a:pt x="2733675" y="5715"/>
                    <a:pt x="2753678" y="11430"/>
                    <a:pt x="2780348" y="17145"/>
                  </a:cubicBezTo>
                  <a:cubicBezTo>
                    <a:pt x="3351848" y="146685"/>
                    <a:pt x="4436745" y="434340"/>
                    <a:pt x="2866073" y="525780"/>
                  </a:cubicBezTo>
                  <a:cubicBezTo>
                    <a:pt x="1295400" y="617220"/>
                    <a:pt x="-781050" y="738188"/>
                    <a:pt x="542925" y="1118235"/>
                  </a:cubicBezTo>
                  <a:cubicBezTo>
                    <a:pt x="1866900" y="1497330"/>
                    <a:pt x="0" y="1647825"/>
                    <a:pt x="0" y="1647825"/>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9" id="9"/>
            <p:cNvSpPr/>
            <p:nvPr/>
          </p:nvSpPr>
          <p:spPr>
            <a:xfrm>
              <a:off x="7069913" y="4387850"/>
              <a:ext cx="3818460" cy="2457450"/>
            </a:xfrm>
            <a:custGeom>
              <a:avLst/>
              <a:gdLst/>
              <a:ahLst/>
              <a:cxnLst/>
              <a:rect r="r" b="b" t="t" l="l"/>
              <a:pathLst>
                <a:path w="3818460" h="2457450" stroke="true" fill="norm" extrusionOk="true">
                  <a:moveTo>
                    <a:pt x="439921" y="147"/>
                  </a:moveTo>
                  <a:cubicBezTo>
                    <a:pt x="1143179" y="-4540"/>
                    <a:pt x="2494598" y="102534"/>
                    <a:pt x="3217546" y="376192"/>
                  </a:cubicBezTo>
                  <a:cubicBezTo>
                    <a:pt x="3217546" y="376192"/>
                    <a:pt x="4360546" y="764810"/>
                    <a:pt x="3493771" y="1029720"/>
                  </a:cubicBezTo>
                  <a:cubicBezTo>
                    <a:pt x="3071813" y="1158427"/>
                    <a:pt x="1079182" y="1549544"/>
                    <a:pt x="1945957" y="2018136"/>
                  </a:cubicBezTo>
                  <a:cubicBezTo>
                    <a:pt x="2270641" y="2193858"/>
                    <a:pt x="2664976" y="2327406"/>
                    <a:pt x="3031065" y="2425701"/>
                  </a:cubicBezTo>
                  <a:lnTo>
                    <a:pt x="3160203" y="2457450"/>
                  </a:lnTo>
                  <a:lnTo>
                    <a:pt x="1505023" y="2457450"/>
                  </a:lnTo>
                  <a:lnTo>
                    <a:pt x="1325176" y="2385698"/>
                  </a:lnTo>
                  <a:cubicBezTo>
                    <a:pt x="23330" y="1832550"/>
                    <a:pt x="503635" y="1494798"/>
                    <a:pt x="1357313" y="1292132"/>
                  </a:cubicBezTo>
                  <a:cubicBezTo>
                    <a:pt x="2399348" y="1044715"/>
                    <a:pt x="3439477" y="741068"/>
                    <a:pt x="2405063" y="342453"/>
                  </a:cubicBezTo>
                  <a:cubicBezTo>
                    <a:pt x="1369695" y="-54913"/>
                    <a:pt x="0" y="40055"/>
                    <a:pt x="0" y="40055"/>
                  </a:cubicBezTo>
                  <a:cubicBezTo>
                    <a:pt x="43101" y="15688"/>
                    <a:pt x="205502" y="1708"/>
                    <a:pt x="439921" y="147"/>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0" id="10"/>
            <p:cNvGrpSpPr/>
            <p:nvPr/>
          </p:nvGrpSpPr>
          <p:grpSpPr>
            <a:xfrm>
              <a:off x="394092" y="418322"/>
              <a:ext cx="5074756" cy="6439678"/>
              <a:chOff x="144" y="988156"/>
              <a:chExt cx="4585245" cy="5818507"/>
            </a:xfrm>
          </p:grpSpPr>
          <p:grpSp>
            <p:nvGrpSpPr>
              <p:cNvPr name="Group 11" id="11"/>
              <p:cNvGrpSpPr/>
              <p:nvPr/>
            </p:nvGrpSpPr>
            <p:grpSpPr>
              <a:xfrm>
                <a:off x="701361" y="988156"/>
                <a:ext cx="2760108" cy="2668094"/>
                <a:chOff x="701361" y="988156"/>
                <a:chExt cx="2760108" cy="2668094"/>
              </a:xfrm>
            </p:grpSpPr>
            <p:sp>
              <p:nvSpPr>
                <p:cNvPr name="Freeform 12" id="12"/>
                <p:cNvSpPr/>
                <p:nvPr/>
              </p:nvSpPr>
              <p:spPr>
                <a:xfrm>
                  <a:off x="1276255" y="1028139"/>
                  <a:ext cx="1567522" cy="1312563"/>
                </a:xfrm>
                <a:custGeom>
                  <a:avLst/>
                  <a:gdLst/>
                  <a:ahLst/>
                  <a:cxnLst/>
                  <a:rect r="r" b="b" t="t" l="l"/>
                  <a:pathLst>
                    <a:path w="1567522" h="1312563" stroke="true" fill="norm" extrusionOk="true">
                      <a:moveTo>
                        <a:pt x="1551149" y="531475"/>
                      </a:moveTo>
                      <a:cubicBezTo>
                        <a:pt x="1738469" y="966142"/>
                        <a:pt x="260602" y="1601584"/>
                        <a:pt x="74316" y="1166917"/>
                      </a:cubicBezTo>
                      <a:cubicBezTo>
                        <a:pt x="-113005" y="732250"/>
                        <a:pt x="66037" y="237558"/>
                        <a:pt x="473796" y="61621"/>
                      </a:cubicBezTo>
                      <a:cubicBezTo>
                        <a:pt x="881555" y="-113280"/>
                        <a:pt x="1363828" y="96809"/>
                        <a:pt x="1551149" y="531475"/>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13" id="13"/>
                <p:cNvSpPr/>
                <p:nvPr/>
              </p:nvSpPr>
              <p:spPr>
                <a:xfrm>
                  <a:off x="1276277" y="1206115"/>
                  <a:ext cx="1567510" cy="1134586"/>
                </a:xfrm>
                <a:custGeom>
                  <a:avLst/>
                  <a:gdLst/>
                  <a:ahLst/>
                  <a:cxnLst/>
                  <a:rect r="r" b="b" t="t" l="l"/>
                  <a:pathLst>
                    <a:path w="1567510" h="1134586" stroke="true" fill="norm" extrusionOk="true">
                      <a:moveTo>
                        <a:pt x="508961" y="132026"/>
                      </a:moveTo>
                      <a:cubicBezTo>
                        <a:pt x="300942" y="229308"/>
                        <a:pt x="130180" y="369022"/>
                        <a:pt x="5989" y="530470"/>
                      </a:cubicBezTo>
                      <a:cubicBezTo>
                        <a:pt x="-11604" y="679499"/>
                        <a:pt x="9094" y="837842"/>
                        <a:pt x="74294" y="988940"/>
                      </a:cubicBezTo>
                      <a:cubicBezTo>
                        <a:pt x="261615" y="1423607"/>
                        <a:pt x="1738447" y="788166"/>
                        <a:pt x="1551127" y="353499"/>
                      </a:cubicBezTo>
                      <a:cubicBezTo>
                        <a:pt x="1493171" y="218959"/>
                        <a:pt x="1406238" y="105118"/>
                        <a:pt x="1302745" y="18184"/>
                      </a:cubicBezTo>
                      <a:cubicBezTo>
                        <a:pt x="1053330" y="-25282"/>
                        <a:pt x="773901" y="7835"/>
                        <a:pt x="508961" y="13202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14" id="14"/>
                <p:cNvSpPr/>
                <p:nvPr/>
              </p:nvSpPr>
              <p:spPr>
                <a:xfrm rot="-1261930">
                  <a:off x="817748" y="1404443"/>
                  <a:ext cx="2527333" cy="1117739"/>
                </a:xfrm>
                <a:custGeom>
                  <a:avLst/>
                  <a:gdLst/>
                  <a:ahLst/>
                  <a:cxnLst/>
                  <a:rect r="r" b="b" t="t" l="l"/>
                  <a:pathLst>
                    <a:path w="2527333" h="1117739" stroke="true" fill="norm" extrusionOk="true">
                      <a:moveTo>
                        <a:pt x="2527334" y="558870"/>
                      </a:moveTo>
                      <a:cubicBezTo>
                        <a:pt x="2527334" y="867525"/>
                        <a:pt x="1961571" y="1117740"/>
                        <a:pt x="1263667" y="1117740"/>
                      </a:cubicBezTo>
                      <a:cubicBezTo>
                        <a:pt x="565763" y="1117740"/>
                        <a:pt x="0" y="867525"/>
                        <a:pt x="0" y="558870"/>
                      </a:cubicBezTo>
                      <a:cubicBezTo>
                        <a:pt x="0" y="250215"/>
                        <a:pt x="565763" y="0"/>
                        <a:pt x="1263667" y="0"/>
                      </a:cubicBezTo>
                      <a:cubicBezTo>
                        <a:pt x="1961571" y="0"/>
                        <a:pt x="2527334" y="250215"/>
                        <a:pt x="2527334" y="558870"/>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5" id="15"/>
                <p:cNvGrpSpPr/>
                <p:nvPr/>
              </p:nvGrpSpPr>
              <p:grpSpPr>
                <a:xfrm>
                  <a:off x="1356903" y="1494414"/>
                  <a:ext cx="1516940" cy="2161836"/>
                  <a:chOff x="1356903" y="1494414"/>
                  <a:chExt cx="1516940" cy="2161836"/>
                </a:xfrm>
              </p:grpSpPr>
              <p:sp>
                <p:nvSpPr>
                  <p:cNvPr name="Freeform 16" id="16"/>
                  <p:cNvSpPr/>
                  <p:nvPr/>
                </p:nvSpPr>
                <p:spPr>
                  <a:xfrm>
                    <a:off x="1768679" y="2747703"/>
                    <a:ext cx="814911" cy="908547"/>
                  </a:xfrm>
                  <a:custGeom>
                    <a:avLst/>
                    <a:gdLst/>
                    <a:ahLst/>
                    <a:cxnLst/>
                    <a:rect r="r" b="b" t="t" l="l"/>
                    <a:pathLst>
                      <a:path w="814911" h="908547" stroke="true" fill="norm" extrusionOk="true">
                        <a:moveTo>
                          <a:pt x="0" y="0"/>
                        </a:moveTo>
                        <a:cubicBezTo>
                          <a:pt x="0" y="0"/>
                          <a:pt x="25873" y="543334"/>
                          <a:pt x="28978" y="709956"/>
                        </a:cubicBezTo>
                        <a:cubicBezTo>
                          <a:pt x="31048" y="870368"/>
                          <a:pt x="778261" y="1060794"/>
                          <a:pt x="813448" y="713061"/>
                        </a:cubicBezTo>
                        <a:cubicBezTo>
                          <a:pt x="814483" y="699607"/>
                          <a:pt x="815518" y="685118"/>
                          <a:pt x="814483" y="669594"/>
                        </a:cubicBezTo>
                        <a:cubicBezTo>
                          <a:pt x="814483" y="664419"/>
                          <a:pt x="682013" y="443981"/>
                          <a:pt x="625092" y="201810"/>
                        </a:cubicBezTo>
                        <a:cubicBezTo>
                          <a:pt x="619918" y="182146"/>
                          <a:pt x="596115" y="162483"/>
                          <a:pt x="558857" y="142819"/>
                        </a:cubicBezTo>
                        <a:cubicBezTo>
                          <a:pt x="397410" y="62095"/>
                          <a:pt x="0" y="0"/>
                          <a:pt x="0" y="0"/>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1853543" y="2812903"/>
                    <a:ext cx="730047" cy="647860"/>
                  </a:xfrm>
                  <a:custGeom>
                    <a:avLst/>
                    <a:gdLst/>
                    <a:ahLst/>
                    <a:cxnLst/>
                    <a:rect r="r" b="b" t="t" l="l"/>
                    <a:pathLst>
                      <a:path w="730047" h="647860" stroke="true" fill="norm" extrusionOk="true">
                        <a:moveTo>
                          <a:pt x="0" y="0"/>
                        </a:moveTo>
                        <a:cubicBezTo>
                          <a:pt x="0" y="0"/>
                          <a:pt x="93143" y="591975"/>
                          <a:pt x="719270" y="646826"/>
                        </a:cubicBezTo>
                        <a:cubicBezTo>
                          <a:pt x="722375" y="646826"/>
                          <a:pt x="725480" y="647861"/>
                          <a:pt x="728584" y="647861"/>
                        </a:cubicBezTo>
                        <a:cubicBezTo>
                          <a:pt x="729619" y="634407"/>
                          <a:pt x="730654" y="619918"/>
                          <a:pt x="729619" y="604394"/>
                        </a:cubicBezTo>
                        <a:cubicBezTo>
                          <a:pt x="729619" y="599219"/>
                          <a:pt x="597149" y="378781"/>
                          <a:pt x="540229" y="136610"/>
                        </a:cubicBezTo>
                        <a:cubicBezTo>
                          <a:pt x="535054" y="116946"/>
                          <a:pt x="511251" y="97283"/>
                          <a:pt x="473994" y="77619"/>
                        </a:cubicBezTo>
                        <a:lnTo>
                          <a:pt x="0"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18" id="18"/>
                  <p:cNvSpPr/>
                  <p:nvPr/>
                </p:nvSpPr>
                <p:spPr>
                  <a:xfrm>
                    <a:off x="1631035" y="1717957"/>
                    <a:ext cx="1218192" cy="1386858"/>
                  </a:xfrm>
                  <a:custGeom>
                    <a:avLst/>
                    <a:gdLst/>
                    <a:ahLst/>
                    <a:cxnLst/>
                    <a:rect r="r" b="b" t="t" l="l"/>
                    <a:pathLst>
                      <a:path w="1218192" h="1386858" stroke="true" fill="norm" extrusionOk="true">
                        <a:moveTo>
                          <a:pt x="1150832" y="167657"/>
                        </a:moveTo>
                        <a:cubicBezTo>
                          <a:pt x="1150832" y="167657"/>
                          <a:pt x="1283302" y="737899"/>
                          <a:pt x="1176705" y="1091842"/>
                        </a:cubicBezTo>
                        <a:cubicBezTo>
                          <a:pt x="1102191" y="1339188"/>
                          <a:pt x="701676" y="1533753"/>
                          <a:pt x="338419" y="1236731"/>
                        </a:cubicBezTo>
                        <a:cubicBezTo>
                          <a:pt x="70375" y="1017327"/>
                          <a:pt x="0" y="876578"/>
                          <a:pt x="0" y="876578"/>
                        </a:cubicBezTo>
                        <a:lnTo>
                          <a:pt x="45536" y="50711"/>
                        </a:lnTo>
                        <a:lnTo>
                          <a:pt x="888997" y="0"/>
                        </a:lnTo>
                        <a:lnTo>
                          <a:pt x="1150832" y="1676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9" id="19"/>
                  <p:cNvSpPr/>
                  <p:nvPr/>
                </p:nvSpPr>
                <p:spPr>
                  <a:xfrm>
                    <a:off x="2161688" y="2482298"/>
                    <a:ext cx="223162" cy="146854"/>
                  </a:xfrm>
                  <a:custGeom>
                    <a:avLst/>
                    <a:gdLst/>
                    <a:ahLst/>
                    <a:cxnLst/>
                    <a:rect r="r" b="b" t="t" l="l"/>
                    <a:pathLst>
                      <a:path w="223162" h="146854" stroke="true" fill="norm" extrusionOk="true">
                        <a:moveTo>
                          <a:pt x="261" y="87399"/>
                        </a:moveTo>
                        <a:cubicBezTo>
                          <a:pt x="5436" y="126726"/>
                          <a:pt x="59252" y="153634"/>
                          <a:pt x="120312" y="145354"/>
                        </a:cubicBezTo>
                        <a:cubicBezTo>
                          <a:pt x="181372" y="138110"/>
                          <a:pt x="227944" y="98783"/>
                          <a:pt x="222769" y="59456"/>
                        </a:cubicBezTo>
                        <a:cubicBezTo>
                          <a:pt x="217595" y="20129"/>
                          <a:pt x="163779" y="-6779"/>
                          <a:pt x="102719" y="1500"/>
                        </a:cubicBezTo>
                        <a:cubicBezTo>
                          <a:pt x="41658" y="8745"/>
                          <a:pt x="-3878" y="47037"/>
                          <a:pt x="261" y="87399"/>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0" id="20"/>
                  <p:cNvSpPr/>
                  <p:nvPr/>
                </p:nvSpPr>
                <p:spPr>
                  <a:xfrm>
                    <a:off x="2611848" y="2480428"/>
                    <a:ext cx="198253" cy="130932"/>
                  </a:xfrm>
                  <a:custGeom>
                    <a:avLst/>
                    <a:gdLst/>
                    <a:ahLst/>
                    <a:cxnLst/>
                    <a:rect r="r" b="b" t="t" l="l"/>
                    <a:pathLst>
                      <a:path w="198253" h="130932" stroke="true" fill="norm" extrusionOk="true">
                        <a:moveTo>
                          <a:pt x="292" y="77885"/>
                        </a:moveTo>
                        <a:cubicBezTo>
                          <a:pt x="4432" y="113072"/>
                          <a:pt x="53073" y="136876"/>
                          <a:pt x="106889" y="129631"/>
                        </a:cubicBezTo>
                        <a:cubicBezTo>
                          <a:pt x="161740" y="122387"/>
                          <a:pt x="202102" y="88234"/>
                          <a:pt x="197962" y="53047"/>
                        </a:cubicBezTo>
                        <a:cubicBezTo>
                          <a:pt x="193822" y="17860"/>
                          <a:pt x="145181" y="-5944"/>
                          <a:pt x="91365" y="1301"/>
                        </a:cubicBezTo>
                        <a:cubicBezTo>
                          <a:pt x="36514" y="8545"/>
                          <a:pt x="-3848" y="42698"/>
                          <a:pt x="292" y="77885"/>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1" id="21"/>
                  <p:cNvSpPr/>
                  <p:nvPr/>
                </p:nvSpPr>
                <p:spPr>
                  <a:xfrm>
                    <a:off x="2367899" y="1714263"/>
                    <a:ext cx="505945" cy="357637"/>
                  </a:xfrm>
                  <a:custGeom>
                    <a:avLst/>
                    <a:gdLst/>
                    <a:ahLst/>
                    <a:cxnLst/>
                    <a:rect r="r" b="b" t="t" l="l"/>
                    <a:pathLst>
                      <a:path w="505945" h="357637" stroke="true" fill="norm" extrusionOk="true">
                        <a:moveTo>
                          <a:pt x="0" y="126850"/>
                        </a:moveTo>
                        <a:cubicBezTo>
                          <a:pt x="166622" y="116501"/>
                          <a:pt x="401549" y="302786"/>
                          <a:pt x="431562" y="357637"/>
                        </a:cubicBezTo>
                        <a:cubicBezTo>
                          <a:pt x="441911" y="311066"/>
                          <a:pt x="432597" y="277948"/>
                          <a:pt x="418108" y="254145"/>
                        </a:cubicBezTo>
                        <a:cubicBezTo>
                          <a:pt x="443981" y="263459"/>
                          <a:pt x="468819" y="283123"/>
                          <a:pt x="475029" y="330729"/>
                        </a:cubicBezTo>
                        <a:cubicBezTo>
                          <a:pt x="502972" y="265529"/>
                          <a:pt x="520565" y="196190"/>
                          <a:pt x="489518" y="137199"/>
                        </a:cubicBezTo>
                        <a:cubicBezTo>
                          <a:pt x="458470" y="78209"/>
                          <a:pt x="404654" y="31637"/>
                          <a:pt x="341524" y="9904"/>
                        </a:cubicBezTo>
                        <a:cubicBezTo>
                          <a:pt x="216298" y="-33563"/>
                          <a:pt x="123156" y="77174"/>
                          <a:pt x="0" y="126850"/>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2" id="22"/>
                  <p:cNvSpPr/>
                  <p:nvPr/>
                </p:nvSpPr>
                <p:spPr>
                  <a:xfrm>
                    <a:off x="2444066" y="1815972"/>
                    <a:ext cx="201900" cy="282835"/>
                  </a:xfrm>
                  <a:custGeom>
                    <a:avLst/>
                    <a:gdLst/>
                    <a:ahLst/>
                    <a:cxnLst/>
                    <a:rect r="r" b="b" t="t" l="l"/>
                    <a:pathLst>
                      <a:path w="201900" h="282835" stroke="true" fill="norm" extrusionOk="true">
                        <a:moveTo>
                          <a:pt x="1451" y="28245"/>
                        </a:moveTo>
                        <a:cubicBezTo>
                          <a:pt x="-3723" y="51013"/>
                          <a:pt x="5591" y="75851"/>
                          <a:pt x="19045" y="93445"/>
                        </a:cubicBezTo>
                        <a:cubicBezTo>
                          <a:pt x="32499" y="111039"/>
                          <a:pt x="51128" y="122423"/>
                          <a:pt x="68721" y="132772"/>
                        </a:cubicBezTo>
                        <a:cubicBezTo>
                          <a:pt x="86315" y="144156"/>
                          <a:pt x="104944" y="154505"/>
                          <a:pt x="119432" y="172099"/>
                        </a:cubicBezTo>
                        <a:cubicBezTo>
                          <a:pt x="143236" y="201077"/>
                          <a:pt x="156690" y="245578"/>
                          <a:pt x="146340" y="282835"/>
                        </a:cubicBezTo>
                        <a:cubicBezTo>
                          <a:pt x="186702" y="250753"/>
                          <a:pt x="208436" y="189693"/>
                          <a:pt x="200156" y="130702"/>
                        </a:cubicBezTo>
                        <a:cubicBezTo>
                          <a:pt x="191877" y="71712"/>
                          <a:pt x="152550" y="19965"/>
                          <a:pt x="104944" y="3407"/>
                        </a:cubicBezTo>
                        <a:cubicBezTo>
                          <a:pt x="67686" y="-11082"/>
                          <a:pt x="38709" y="25140"/>
                          <a:pt x="1451" y="28245"/>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3" id="23"/>
                  <p:cNvSpPr/>
                  <p:nvPr/>
                </p:nvSpPr>
                <p:spPr>
                  <a:xfrm>
                    <a:off x="1356903" y="2012124"/>
                    <a:ext cx="561839" cy="881503"/>
                  </a:xfrm>
                  <a:custGeom>
                    <a:avLst/>
                    <a:gdLst/>
                    <a:ahLst/>
                    <a:cxnLst/>
                    <a:rect r="r" b="b" t="t" l="l"/>
                    <a:pathLst>
                      <a:path w="561839" h="881503" stroke="true" fill="norm" extrusionOk="true">
                        <a:moveTo>
                          <a:pt x="561840" y="49427"/>
                        </a:moveTo>
                        <a:cubicBezTo>
                          <a:pt x="561840" y="49427"/>
                          <a:pt x="541141" y="314367"/>
                          <a:pt x="389008" y="358868"/>
                        </a:cubicBezTo>
                        <a:cubicBezTo>
                          <a:pt x="389008" y="358868"/>
                          <a:pt x="256538" y="531700"/>
                          <a:pt x="410741" y="697287"/>
                        </a:cubicBezTo>
                        <a:lnTo>
                          <a:pt x="420056" y="881503"/>
                        </a:lnTo>
                        <a:cubicBezTo>
                          <a:pt x="420056" y="881503"/>
                          <a:pt x="-33240" y="652786"/>
                          <a:pt x="1947" y="84614"/>
                        </a:cubicBezTo>
                        <a:cubicBezTo>
                          <a:pt x="1947" y="85649"/>
                          <a:pt x="369344" y="-79938"/>
                          <a:pt x="561840" y="4942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4" id="24"/>
                  <p:cNvSpPr/>
                  <p:nvPr/>
                </p:nvSpPr>
                <p:spPr>
                  <a:xfrm>
                    <a:off x="1813181" y="1806960"/>
                    <a:ext cx="492790" cy="391200"/>
                  </a:xfrm>
                  <a:custGeom>
                    <a:avLst/>
                    <a:gdLst/>
                    <a:ahLst/>
                    <a:cxnLst/>
                    <a:rect r="r" b="b" t="t" l="l"/>
                    <a:pathLst>
                      <a:path w="492790" h="391200" stroke="true" fill="norm" extrusionOk="true">
                        <a:moveTo>
                          <a:pt x="467784" y="0"/>
                        </a:moveTo>
                        <a:cubicBezTo>
                          <a:pt x="489518" y="27943"/>
                          <a:pt x="495727" y="65200"/>
                          <a:pt x="491587" y="100387"/>
                        </a:cubicBezTo>
                        <a:cubicBezTo>
                          <a:pt x="486413" y="135575"/>
                          <a:pt x="471924" y="167657"/>
                          <a:pt x="452260" y="197670"/>
                        </a:cubicBezTo>
                        <a:cubicBezTo>
                          <a:pt x="391200" y="290813"/>
                          <a:pt x="288743" y="354978"/>
                          <a:pt x="179041" y="369467"/>
                        </a:cubicBezTo>
                        <a:cubicBezTo>
                          <a:pt x="224578" y="331175"/>
                          <a:pt x="247346" y="261835"/>
                          <a:pt x="224578" y="206984"/>
                        </a:cubicBezTo>
                        <a:cubicBezTo>
                          <a:pt x="188356" y="285638"/>
                          <a:pt x="128330" y="346699"/>
                          <a:pt x="53816" y="391200"/>
                        </a:cubicBezTo>
                        <a:cubicBezTo>
                          <a:pt x="55886" y="338419"/>
                          <a:pt x="36222" y="294952"/>
                          <a:pt x="0" y="257695"/>
                        </a:cubicBezTo>
                        <a:cubicBezTo>
                          <a:pt x="173867" y="232857"/>
                          <a:pt x="366362" y="143854"/>
                          <a:pt x="467784"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5" id="25"/>
                  <p:cNvSpPr/>
                  <p:nvPr/>
                </p:nvSpPr>
                <p:spPr>
                  <a:xfrm>
                    <a:off x="1490834" y="2357701"/>
                    <a:ext cx="313032" cy="399078"/>
                  </a:xfrm>
                  <a:custGeom>
                    <a:avLst/>
                    <a:gdLst/>
                    <a:ahLst/>
                    <a:cxnLst/>
                    <a:rect r="r" b="b" t="t" l="l"/>
                    <a:pathLst>
                      <a:path w="313032" h="399078" stroke="true" fill="norm" extrusionOk="true">
                        <a:moveTo>
                          <a:pt x="313033" y="147831"/>
                        </a:moveTo>
                        <a:cubicBezTo>
                          <a:pt x="313033" y="147831"/>
                          <a:pt x="240588" y="-62258"/>
                          <a:pt x="72931" y="18466"/>
                        </a:cubicBezTo>
                        <a:cubicBezTo>
                          <a:pt x="-94726" y="99189"/>
                          <a:pt x="44988" y="487285"/>
                          <a:pt x="305788" y="380688"/>
                        </a:cubicBezTo>
                        <a:lnTo>
                          <a:pt x="313033" y="147831"/>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6" id="26"/>
                  <p:cNvSpPr/>
                  <p:nvPr/>
                </p:nvSpPr>
                <p:spPr>
                  <a:xfrm>
                    <a:off x="2483656" y="2485101"/>
                    <a:ext cx="113566" cy="139274"/>
                  </a:xfrm>
                  <a:custGeom>
                    <a:avLst/>
                    <a:gdLst/>
                    <a:ahLst/>
                    <a:cxnLst/>
                    <a:rect r="r" b="b" t="t" l="l"/>
                    <a:pathLst>
                      <a:path w="113566" h="139274" stroke="true" fill="norm" extrusionOk="true">
                        <a:moveTo>
                          <a:pt x="4294" y="15256"/>
                        </a:moveTo>
                        <a:cubicBezTo>
                          <a:pt x="11538" y="-8548"/>
                          <a:pt x="42586" y="-1303"/>
                          <a:pt x="51900" y="15256"/>
                        </a:cubicBezTo>
                        <a:cubicBezTo>
                          <a:pt x="60180" y="29745"/>
                          <a:pt x="69494" y="46303"/>
                          <a:pt x="79843" y="59757"/>
                        </a:cubicBezTo>
                        <a:cubicBezTo>
                          <a:pt x="92262" y="76316"/>
                          <a:pt x="107786" y="85630"/>
                          <a:pt x="112960" y="107364"/>
                        </a:cubicBezTo>
                        <a:cubicBezTo>
                          <a:pt x="116065" y="118748"/>
                          <a:pt x="106751" y="132202"/>
                          <a:pt x="96402" y="136341"/>
                        </a:cubicBezTo>
                        <a:cubicBezTo>
                          <a:pt x="65354" y="147726"/>
                          <a:pt x="36376" y="123922"/>
                          <a:pt x="18783" y="100119"/>
                        </a:cubicBezTo>
                        <a:cubicBezTo>
                          <a:pt x="-881" y="73211"/>
                          <a:pt x="-3986" y="46303"/>
                          <a:pt x="4294" y="15256"/>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7" id="27"/>
                  <p:cNvSpPr/>
                  <p:nvPr/>
                </p:nvSpPr>
                <p:spPr>
                  <a:xfrm>
                    <a:off x="2271651" y="2362382"/>
                    <a:ext cx="112915" cy="170389"/>
                  </a:xfrm>
                  <a:custGeom>
                    <a:avLst/>
                    <a:gdLst/>
                    <a:ahLst/>
                    <a:cxnLst/>
                    <a:rect r="r" b="b" t="t" l="l"/>
                    <a:pathLst>
                      <a:path w="112915" h="170389" stroke="true" fill="norm" extrusionOk="true">
                        <a:moveTo>
                          <a:pt x="1035" y="92439"/>
                        </a:moveTo>
                        <a:cubicBezTo>
                          <a:pt x="7244" y="139011"/>
                          <a:pt x="36222" y="174198"/>
                          <a:pt x="67270" y="170058"/>
                        </a:cubicBezTo>
                        <a:cubicBezTo>
                          <a:pt x="98317" y="165918"/>
                          <a:pt x="117981" y="125557"/>
                          <a:pt x="111772" y="77950"/>
                        </a:cubicBezTo>
                        <a:cubicBezTo>
                          <a:pt x="105562" y="31379"/>
                          <a:pt x="76584" y="-3809"/>
                          <a:pt x="45536" y="331"/>
                        </a:cubicBezTo>
                        <a:cubicBezTo>
                          <a:pt x="24838" y="3436"/>
                          <a:pt x="8279" y="23099"/>
                          <a:pt x="2070" y="51042"/>
                        </a:cubicBezTo>
                        <a:lnTo>
                          <a:pt x="36222" y="73810"/>
                        </a:lnTo>
                        <a:lnTo>
                          <a:pt x="0" y="74845"/>
                        </a:lnTo>
                        <a:cubicBezTo>
                          <a:pt x="0" y="80020"/>
                          <a:pt x="0" y="86229"/>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8" id="28"/>
                  <p:cNvSpPr/>
                  <p:nvPr/>
                </p:nvSpPr>
                <p:spPr>
                  <a:xfrm>
                    <a:off x="2626629" y="2332369"/>
                    <a:ext cx="112915" cy="170389"/>
                  </a:xfrm>
                  <a:custGeom>
                    <a:avLst/>
                    <a:gdLst/>
                    <a:ahLst/>
                    <a:cxnLst/>
                    <a:rect r="r" b="b" t="t" l="l"/>
                    <a:pathLst>
                      <a:path w="112915" h="170389" stroke="true" fill="norm" extrusionOk="true">
                        <a:moveTo>
                          <a:pt x="1035" y="92439"/>
                        </a:moveTo>
                        <a:cubicBezTo>
                          <a:pt x="7244" y="139010"/>
                          <a:pt x="36222" y="174198"/>
                          <a:pt x="67270" y="170058"/>
                        </a:cubicBezTo>
                        <a:cubicBezTo>
                          <a:pt x="98317" y="165918"/>
                          <a:pt x="117981" y="125557"/>
                          <a:pt x="111772" y="77950"/>
                        </a:cubicBezTo>
                        <a:cubicBezTo>
                          <a:pt x="105562" y="31379"/>
                          <a:pt x="76584" y="-3809"/>
                          <a:pt x="45537" y="331"/>
                        </a:cubicBezTo>
                        <a:cubicBezTo>
                          <a:pt x="24838" y="3436"/>
                          <a:pt x="8279" y="23099"/>
                          <a:pt x="2070" y="51042"/>
                        </a:cubicBezTo>
                        <a:lnTo>
                          <a:pt x="36222" y="73810"/>
                        </a:lnTo>
                        <a:lnTo>
                          <a:pt x="0" y="74845"/>
                        </a:lnTo>
                        <a:cubicBezTo>
                          <a:pt x="0" y="81055"/>
                          <a:pt x="0" y="87264"/>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9" id="29"/>
                  <p:cNvSpPr/>
                  <p:nvPr/>
                </p:nvSpPr>
                <p:spPr>
                  <a:xfrm>
                    <a:off x="2245729" y="2300617"/>
                    <a:ext cx="140620" cy="30012"/>
                  </a:xfrm>
                  <a:custGeom>
                    <a:avLst/>
                    <a:gdLst/>
                    <a:ahLst/>
                    <a:cxnLst/>
                    <a:rect r="r" b="b" t="t" l="l"/>
                    <a:pathLst>
                      <a:path w="140620" h="30012" stroke="true" fill="norm" extrusionOk="true">
                        <a:moveTo>
                          <a:pt x="1084" y="22768"/>
                        </a:moveTo>
                        <a:cubicBezTo>
                          <a:pt x="18678" y="5175"/>
                          <a:pt x="46620" y="0"/>
                          <a:pt x="70424" y="0"/>
                        </a:cubicBezTo>
                        <a:cubicBezTo>
                          <a:pt x="95262" y="0"/>
                          <a:pt x="120100" y="7244"/>
                          <a:pt x="139763" y="21733"/>
                        </a:cubicBezTo>
                        <a:cubicBezTo>
                          <a:pt x="141833" y="22768"/>
                          <a:pt x="139763" y="26908"/>
                          <a:pt x="137694" y="25873"/>
                        </a:cubicBezTo>
                        <a:cubicBezTo>
                          <a:pt x="116995" y="17594"/>
                          <a:pt x="94227" y="12419"/>
                          <a:pt x="71459" y="13454"/>
                        </a:cubicBezTo>
                        <a:cubicBezTo>
                          <a:pt x="60075" y="13454"/>
                          <a:pt x="49725" y="15524"/>
                          <a:pt x="38341" y="18629"/>
                        </a:cubicBezTo>
                        <a:cubicBezTo>
                          <a:pt x="27992" y="21733"/>
                          <a:pt x="16608" y="26908"/>
                          <a:pt x="6259" y="30013"/>
                        </a:cubicBezTo>
                        <a:cubicBezTo>
                          <a:pt x="2119" y="30013"/>
                          <a:pt x="-2021" y="25873"/>
                          <a:pt x="1084" y="22768"/>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0" id="30"/>
                  <p:cNvSpPr/>
                  <p:nvPr/>
                </p:nvSpPr>
                <p:spPr>
                  <a:xfrm>
                    <a:off x="2604213" y="2268076"/>
                    <a:ext cx="137971" cy="41096"/>
                  </a:xfrm>
                  <a:custGeom>
                    <a:avLst/>
                    <a:gdLst/>
                    <a:ahLst/>
                    <a:cxnLst/>
                    <a:rect r="r" b="b" t="t" l="l"/>
                    <a:pathLst>
                      <a:path w="137971" h="41096" stroke="true" fill="norm" extrusionOk="true">
                        <a:moveTo>
                          <a:pt x="136257" y="10808"/>
                        </a:moveTo>
                        <a:cubicBezTo>
                          <a:pt x="115559" y="-2646"/>
                          <a:pt x="87616" y="-1611"/>
                          <a:pt x="63813" y="3564"/>
                        </a:cubicBezTo>
                        <a:cubicBezTo>
                          <a:pt x="38975" y="8739"/>
                          <a:pt x="17241" y="20123"/>
                          <a:pt x="683" y="37716"/>
                        </a:cubicBezTo>
                        <a:cubicBezTo>
                          <a:pt x="-1387" y="39786"/>
                          <a:pt x="1718" y="41856"/>
                          <a:pt x="3787" y="40821"/>
                        </a:cubicBezTo>
                        <a:cubicBezTo>
                          <a:pt x="22416" y="28402"/>
                          <a:pt x="43114" y="19088"/>
                          <a:pt x="65883" y="15983"/>
                        </a:cubicBezTo>
                        <a:cubicBezTo>
                          <a:pt x="77267" y="13913"/>
                          <a:pt x="87616" y="13913"/>
                          <a:pt x="99000" y="13913"/>
                        </a:cubicBezTo>
                        <a:cubicBezTo>
                          <a:pt x="110384" y="14948"/>
                          <a:pt x="121768" y="17018"/>
                          <a:pt x="132118" y="18053"/>
                        </a:cubicBezTo>
                        <a:cubicBezTo>
                          <a:pt x="136257" y="18053"/>
                          <a:pt x="140397" y="13913"/>
                          <a:pt x="136257" y="10808"/>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31" id="31"/>
                  <p:cNvGrpSpPr/>
                  <p:nvPr/>
                </p:nvGrpSpPr>
                <p:grpSpPr>
                  <a:xfrm>
                    <a:off x="2288827" y="2713551"/>
                    <a:ext cx="292133" cy="202844"/>
                    <a:chOff x="2288827" y="2713551"/>
                    <a:chExt cx="292133" cy="202844"/>
                  </a:xfrm>
                </p:grpSpPr>
                <p:sp>
                  <p:nvSpPr>
                    <p:cNvPr name="Freeform 32" id="32"/>
                    <p:cNvSpPr/>
                    <p:nvPr/>
                  </p:nvSpPr>
                  <p:spPr>
                    <a:xfrm>
                      <a:off x="2288827" y="2713551"/>
                      <a:ext cx="292133" cy="202844"/>
                    </a:xfrm>
                    <a:custGeom>
                      <a:avLst/>
                      <a:gdLst/>
                      <a:ahLst/>
                      <a:cxnLst/>
                      <a:rect r="r" b="b" t="t" l="l"/>
                      <a:pathLst>
                        <a:path w="292133" h="202844" stroke="true" fill="norm" extrusionOk="true">
                          <a:moveTo>
                            <a:pt x="11802" y="116946"/>
                          </a:moveTo>
                          <a:cubicBezTo>
                            <a:pt x="24221" y="156273"/>
                            <a:pt x="54234" y="192495"/>
                            <a:pt x="117364" y="200775"/>
                          </a:cubicBezTo>
                          <a:cubicBezTo>
                            <a:pt x="129783" y="202844"/>
                            <a:pt x="142202" y="202844"/>
                            <a:pt x="152551" y="202844"/>
                          </a:cubicBezTo>
                          <a:cubicBezTo>
                            <a:pt x="280882" y="198705"/>
                            <a:pt x="309860" y="57956"/>
                            <a:pt x="282952" y="19663"/>
                          </a:cubicBezTo>
                          <a:cubicBezTo>
                            <a:pt x="277777" y="12419"/>
                            <a:pt x="271567" y="9314"/>
                            <a:pt x="263288" y="10349"/>
                          </a:cubicBezTo>
                          <a:cubicBezTo>
                            <a:pt x="215682" y="16559"/>
                            <a:pt x="105980" y="25873"/>
                            <a:pt x="26291" y="1035"/>
                          </a:cubicBezTo>
                          <a:cubicBezTo>
                            <a:pt x="20082" y="-1035"/>
                            <a:pt x="14907" y="0"/>
                            <a:pt x="10767" y="4140"/>
                          </a:cubicBezTo>
                          <a:cubicBezTo>
                            <a:pt x="-4756" y="19663"/>
                            <a:pt x="-2687" y="71410"/>
                            <a:pt x="11802" y="116946"/>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33" id="33"/>
                    <p:cNvSpPr/>
                    <p:nvPr/>
                  </p:nvSpPr>
                  <p:spPr>
                    <a:xfrm>
                      <a:off x="2300629" y="2803766"/>
                      <a:ext cx="154625" cy="112629"/>
                    </a:xfrm>
                    <a:custGeom>
                      <a:avLst/>
                      <a:gdLst/>
                      <a:ahLst/>
                      <a:cxnLst/>
                      <a:rect r="r" b="b" t="t" l="l"/>
                      <a:pathLst>
                        <a:path w="154625" h="112629" stroke="true" fill="norm" extrusionOk="true">
                          <a:moveTo>
                            <a:pt x="0" y="26731"/>
                          </a:moveTo>
                          <a:cubicBezTo>
                            <a:pt x="12419" y="66058"/>
                            <a:pt x="42432" y="102280"/>
                            <a:pt x="105562" y="110559"/>
                          </a:cubicBezTo>
                          <a:cubicBezTo>
                            <a:pt x="117981" y="112629"/>
                            <a:pt x="130400" y="112629"/>
                            <a:pt x="140749" y="112629"/>
                          </a:cubicBezTo>
                          <a:cubicBezTo>
                            <a:pt x="154203" y="92966"/>
                            <a:pt x="158343" y="70198"/>
                            <a:pt x="151098" y="48464"/>
                          </a:cubicBezTo>
                          <a:cubicBezTo>
                            <a:pt x="136610" y="8102"/>
                            <a:pt x="85898" y="-10526"/>
                            <a:pt x="35187" y="6033"/>
                          </a:cubicBezTo>
                          <a:cubicBezTo>
                            <a:pt x="22768" y="11207"/>
                            <a:pt x="10349" y="18452"/>
                            <a:pt x="0" y="26731"/>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34" id="34"/>
                    <p:cNvSpPr/>
                    <p:nvPr/>
                  </p:nvSpPr>
                  <p:spPr>
                    <a:xfrm>
                      <a:off x="2300629" y="2713551"/>
                      <a:ext cx="272524" cy="56595"/>
                    </a:xfrm>
                    <a:custGeom>
                      <a:avLst/>
                      <a:gdLst/>
                      <a:ahLst/>
                      <a:cxnLst/>
                      <a:rect r="r" b="b" t="t" l="l"/>
                      <a:pathLst>
                        <a:path w="272524" h="56595" stroke="true" fill="norm" extrusionOk="true">
                          <a:moveTo>
                            <a:pt x="9314" y="37257"/>
                          </a:moveTo>
                          <a:cubicBezTo>
                            <a:pt x="23803" y="63130"/>
                            <a:pt x="248381" y="60026"/>
                            <a:pt x="264940" y="45537"/>
                          </a:cubicBezTo>
                          <a:cubicBezTo>
                            <a:pt x="272184" y="39327"/>
                            <a:pt x="273219" y="28978"/>
                            <a:pt x="272184" y="19663"/>
                          </a:cubicBezTo>
                          <a:cubicBezTo>
                            <a:pt x="267010" y="12419"/>
                            <a:pt x="260800" y="9314"/>
                            <a:pt x="252521" y="10349"/>
                          </a:cubicBezTo>
                          <a:cubicBezTo>
                            <a:pt x="204914" y="16559"/>
                            <a:pt x="95213" y="25873"/>
                            <a:pt x="15524" y="1035"/>
                          </a:cubicBezTo>
                          <a:cubicBezTo>
                            <a:pt x="9314" y="-1035"/>
                            <a:pt x="4140" y="0"/>
                            <a:pt x="0" y="4140"/>
                          </a:cubicBezTo>
                          <a:cubicBezTo>
                            <a:pt x="0" y="15524"/>
                            <a:pt x="3105" y="26908"/>
                            <a:pt x="9314" y="37257"/>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35" id="35"/>
                  <p:cNvSpPr/>
                  <p:nvPr/>
                </p:nvSpPr>
                <p:spPr>
                  <a:xfrm>
                    <a:off x="1579649" y="2469498"/>
                    <a:ext cx="203863" cy="236190"/>
                  </a:xfrm>
                  <a:custGeom>
                    <a:avLst/>
                    <a:gdLst/>
                    <a:ahLst/>
                    <a:cxnLst/>
                    <a:rect r="r" b="b" t="t" l="l"/>
                    <a:pathLst>
                      <a:path w="203863" h="236190" stroke="true" fill="norm" extrusionOk="true">
                        <a:moveTo>
                          <a:pt x="26547" y="3952"/>
                        </a:moveTo>
                        <a:cubicBezTo>
                          <a:pt x="76224" y="-7433"/>
                          <a:pt x="120725" y="6021"/>
                          <a:pt x="156948" y="41209"/>
                        </a:cubicBezTo>
                        <a:cubicBezTo>
                          <a:pt x="198344" y="80536"/>
                          <a:pt x="221113" y="140561"/>
                          <a:pt x="187995" y="193342"/>
                        </a:cubicBezTo>
                        <a:cubicBezTo>
                          <a:pt x="157982" y="240948"/>
                          <a:pt x="91748" y="252333"/>
                          <a:pt x="52420" y="209901"/>
                        </a:cubicBezTo>
                        <a:cubicBezTo>
                          <a:pt x="20338" y="174713"/>
                          <a:pt x="26547" y="124002"/>
                          <a:pt x="57595" y="97094"/>
                        </a:cubicBezTo>
                        <a:cubicBezTo>
                          <a:pt x="45176" y="85710"/>
                          <a:pt x="31722" y="73291"/>
                          <a:pt x="18268" y="66047"/>
                        </a:cubicBezTo>
                        <a:cubicBezTo>
                          <a:pt x="-9675" y="48453"/>
                          <a:pt x="-4500" y="11196"/>
                          <a:pt x="26547" y="3952"/>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6" id="36"/>
                  <p:cNvSpPr/>
                  <p:nvPr/>
                </p:nvSpPr>
                <p:spPr>
                  <a:xfrm>
                    <a:off x="1428190" y="1494414"/>
                    <a:ext cx="1253289" cy="596114"/>
                  </a:xfrm>
                  <a:custGeom>
                    <a:avLst/>
                    <a:gdLst/>
                    <a:ahLst/>
                    <a:cxnLst/>
                    <a:rect r="r" b="b" t="t" l="l"/>
                    <a:pathLst>
                      <a:path w="1253289" h="596114" stroke="true" fill="norm" extrusionOk="true">
                        <a:moveTo>
                          <a:pt x="1243975" y="221473"/>
                        </a:moveTo>
                        <a:lnTo>
                          <a:pt x="939708" y="346699"/>
                        </a:lnTo>
                        <a:lnTo>
                          <a:pt x="843461" y="381886"/>
                        </a:lnTo>
                        <a:lnTo>
                          <a:pt x="608534" y="518495"/>
                        </a:lnTo>
                        <a:lnTo>
                          <a:pt x="363257" y="596114"/>
                        </a:lnTo>
                        <a:lnTo>
                          <a:pt x="0" y="576451"/>
                        </a:lnTo>
                        <a:lnTo>
                          <a:pt x="128330" y="276324"/>
                        </a:lnTo>
                        <a:lnTo>
                          <a:pt x="390165" y="160413"/>
                        </a:lnTo>
                        <a:lnTo>
                          <a:pt x="1023537" y="0"/>
                        </a:lnTo>
                        <a:lnTo>
                          <a:pt x="1253289" y="120051"/>
                        </a:lnTo>
                        <a:close/>
                      </a:path>
                    </a:pathLst>
                  </a:custGeom>
                  <a:solidFill>
                    <a:srgbClr val="341F02"/>
                  </a:solidFill>
                  <a:ln cap="flat">
                    <a:noFill/>
                    <a:prstDash val="solid"/>
                    <a:miter lim="800000"/>
                  </a:ln>
                </p:spPr>
                <p:txBody>
                  <a:bodyPr vert="horz" anchor="ctr" tIns="45720" lIns="91440" bIns="45720" rIns="91440"/>
                  <a:p>
                    <a:pPr algn="l" marL="0"/>
                  </a:p>
                </p:txBody>
              </p:sp>
            </p:grpSp>
            <p:sp>
              <p:nvSpPr>
                <p:cNvPr name="Freeform 37" id="37"/>
                <p:cNvSpPr/>
                <p:nvPr/>
              </p:nvSpPr>
              <p:spPr>
                <a:xfrm>
                  <a:off x="1177740" y="1432319"/>
                  <a:ext cx="1602057" cy="991454"/>
                </a:xfrm>
                <a:custGeom>
                  <a:avLst/>
                  <a:gdLst/>
                  <a:ahLst/>
                  <a:cxnLst/>
                  <a:rect r="r" b="b" t="t" l="l"/>
                  <a:pathLst>
                    <a:path w="1602057" h="991454" stroke="true" fill="norm" extrusionOk="true">
                      <a:moveTo>
                        <a:pt x="219403" y="991454"/>
                      </a:moveTo>
                      <a:cubicBezTo>
                        <a:pt x="203879" y="556788"/>
                        <a:pt x="1080458" y="38292"/>
                        <a:pt x="1602058" y="330140"/>
                      </a:cubicBezTo>
                      <a:lnTo>
                        <a:pt x="1450959" y="0"/>
                      </a:lnTo>
                      <a:lnTo>
                        <a:pt x="538159" y="169727"/>
                      </a:lnTo>
                      <a:lnTo>
                        <a:pt x="64165" y="565067"/>
                      </a:lnTo>
                      <a:lnTo>
                        <a:pt x="0" y="965581"/>
                      </a:lnTo>
                      <a:cubicBezTo>
                        <a:pt x="0" y="965581"/>
                        <a:pt x="139714" y="975931"/>
                        <a:pt x="219403" y="991454"/>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sp>
            <p:nvSpPr>
              <p:cNvPr name="Freeform 38" id="38"/>
              <p:cNvSpPr/>
              <p:nvPr/>
            </p:nvSpPr>
            <p:spPr>
              <a:xfrm>
                <a:off x="2562464" y="3076396"/>
                <a:ext cx="2016666" cy="1569374"/>
              </a:xfrm>
              <a:custGeom>
                <a:avLst/>
                <a:gdLst/>
                <a:ahLst/>
                <a:cxnLst/>
                <a:rect r="r" b="b" t="t" l="l"/>
                <a:pathLst>
                  <a:path w="2016666" h="1569374" stroke="true" fill="norm" extrusionOk="true">
                    <a:moveTo>
                      <a:pt x="0" y="289155"/>
                    </a:moveTo>
                    <a:cubicBezTo>
                      <a:pt x="0" y="289155"/>
                      <a:pt x="184216" y="1575562"/>
                      <a:pt x="470889" y="1569352"/>
                    </a:cubicBezTo>
                    <a:cubicBezTo>
                      <a:pt x="484343" y="1569352"/>
                      <a:pt x="498832" y="1567282"/>
                      <a:pt x="515391" y="1563143"/>
                    </a:cubicBezTo>
                    <a:cubicBezTo>
                      <a:pt x="724445" y="1519676"/>
                      <a:pt x="1179810" y="1229898"/>
                      <a:pt x="1532718" y="967028"/>
                    </a:cubicBezTo>
                    <a:cubicBezTo>
                      <a:pt x="1750052" y="805581"/>
                      <a:pt x="1929093" y="653447"/>
                      <a:pt x="1988083" y="573758"/>
                    </a:cubicBezTo>
                    <a:cubicBezTo>
                      <a:pt x="2152636" y="356425"/>
                      <a:pt x="1561696" y="-34775"/>
                      <a:pt x="1361956" y="2482"/>
                    </a:cubicBezTo>
                    <a:cubicBezTo>
                      <a:pt x="721340" y="123567"/>
                      <a:pt x="0" y="289155"/>
                      <a:pt x="0" y="289155"/>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39" id="39"/>
              <p:cNvSpPr/>
              <p:nvPr/>
            </p:nvSpPr>
            <p:spPr>
              <a:xfrm>
                <a:off x="2915372" y="3689481"/>
                <a:ext cx="1179809" cy="950057"/>
              </a:xfrm>
              <a:custGeom>
                <a:avLst/>
                <a:gdLst/>
                <a:ahLst/>
                <a:cxnLst/>
                <a:rect r="r" b="b" t="t" l="l"/>
                <a:pathLst>
                  <a:path w="1179809" h="950057" stroke="true" fill="norm" extrusionOk="true">
                    <a:moveTo>
                      <a:pt x="0" y="0"/>
                    </a:moveTo>
                    <a:cubicBezTo>
                      <a:pt x="1035" y="297022"/>
                      <a:pt x="28978" y="570242"/>
                      <a:pt x="125225" y="851740"/>
                    </a:cubicBezTo>
                    <a:cubicBezTo>
                      <a:pt x="136609" y="884857"/>
                      <a:pt x="149029" y="917975"/>
                      <a:pt x="162482" y="950057"/>
                    </a:cubicBezTo>
                    <a:cubicBezTo>
                      <a:pt x="371537" y="906591"/>
                      <a:pt x="826902" y="616813"/>
                      <a:pt x="1179810" y="353943"/>
                    </a:cubicBezTo>
                    <a:cubicBezTo>
                      <a:pt x="1008013" y="428457"/>
                      <a:pt x="830006" y="487448"/>
                      <a:pt x="647860" y="527810"/>
                    </a:cubicBezTo>
                    <a:cubicBezTo>
                      <a:pt x="532984" y="553683"/>
                      <a:pt x="401549" y="569207"/>
                      <a:pt x="305302" y="500902"/>
                    </a:cubicBezTo>
                    <a:cubicBezTo>
                      <a:pt x="141784" y="387060"/>
                      <a:pt x="170762" y="104527"/>
                      <a:pt x="0"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0" id="40"/>
              <p:cNvSpPr/>
              <p:nvPr/>
            </p:nvSpPr>
            <p:spPr>
              <a:xfrm>
                <a:off x="937006" y="3299316"/>
                <a:ext cx="2437007" cy="2720391"/>
              </a:xfrm>
              <a:custGeom>
                <a:avLst/>
                <a:gdLst/>
                <a:ahLst/>
                <a:cxnLst/>
                <a:rect r="r" b="b" t="t" l="l"/>
                <a:pathLst>
                  <a:path w="2437007" h="2720391" stroke="true" fill="norm" extrusionOk="true">
                    <a:moveTo>
                      <a:pt x="175533" y="1381620"/>
                    </a:moveTo>
                    <a:cubicBezTo>
                      <a:pt x="242803" y="1613442"/>
                      <a:pt x="305933" y="1876312"/>
                      <a:pt x="321457" y="2147461"/>
                    </a:cubicBezTo>
                    <a:cubicBezTo>
                      <a:pt x="330772" y="2317188"/>
                      <a:pt x="320422" y="2488985"/>
                      <a:pt x="280060" y="2658712"/>
                    </a:cubicBezTo>
                    <a:cubicBezTo>
                      <a:pt x="236594" y="2837754"/>
                      <a:pt x="2392334" y="2586268"/>
                      <a:pt x="2431661" y="2421715"/>
                    </a:cubicBezTo>
                    <a:cubicBezTo>
                      <a:pt x="2470988" y="2257163"/>
                      <a:pt x="2286772" y="970756"/>
                      <a:pt x="2095312" y="558857"/>
                    </a:cubicBezTo>
                    <a:cubicBezTo>
                      <a:pt x="1903852" y="146959"/>
                      <a:pt x="1810709" y="0"/>
                      <a:pt x="1810709" y="0"/>
                    </a:cubicBezTo>
                    <a:lnTo>
                      <a:pt x="1624423" y="64165"/>
                    </a:lnTo>
                    <a:cubicBezTo>
                      <a:pt x="1624423" y="64165"/>
                      <a:pt x="1590270" y="271149"/>
                      <a:pt x="1334645" y="308406"/>
                    </a:cubicBezTo>
                    <a:cubicBezTo>
                      <a:pt x="1079020" y="345664"/>
                      <a:pt x="865826" y="133505"/>
                      <a:pt x="865826" y="133505"/>
                    </a:cubicBezTo>
                    <a:cubicBezTo>
                      <a:pt x="865826" y="133505"/>
                      <a:pt x="227279" y="389130"/>
                      <a:pt x="35819" y="580591"/>
                    </a:cubicBezTo>
                    <a:cubicBezTo>
                      <a:pt x="-62498" y="677873"/>
                      <a:pt x="60657" y="984210"/>
                      <a:pt x="175533" y="1381620"/>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41" id="41"/>
              <p:cNvSpPr/>
              <p:nvPr/>
            </p:nvSpPr>
            <p:spPr>
              <a:xfrm>
                <a:off x="1833012" y="3400738"/>
                <a:ext cx="1256929" cy="1323536"/>
              </a:xfrm>
              <a:custGeom>
                <a:avLst/>
                <a:gdLst/>
                <a:ahLst/>
                <a:cxnLst/>
                <a:rect r="r" b="b" t="t" l="l"/>
                <a:pathLst>
                  <a:path w="1256929" h="1323536" stroke="true" fill="norm" extrusionOk="true">
                    <a:moveTo>
                      <a:pt x="791547" y="0"/>
                    </a:moveTo>
                    <a:cubicBezTo>
                      <a:pt x="835014" y="157308"/>
                      <a:pt x="879515" y="314616"/>
                      <a:pt x="922982" y="470889"/>
                    </a:cubicBezTo>
                    <a:cubicBezTo>
                      <a:pt x="944715" y="548508"/>
                      <a:pt x="966449" y="633372"/>
                      <a:pt x="935401" y="708921"/>
                    </a:cubicBezTo>
                    <a:cubicBezTo>
                      <a:pt x="896074" y="805169"/>
                      <a:pt x="778093" y="851740"/>
                      <a:pt x="674601" y="837251"/>
                    </a:cubicBezTo>
                    <a:cubicBezTo>
                      <a:pt x="571109" y="822762"/>
                      <a:pt x="481071" y="760667"/>
                      <a:pt x="402417" y="691327"/>
                    </a:cubicBezTo>
                    <a:cubicBezTo>
                      <a:pt x="253388" y="559892"/>
                      <a:pt x="132302" y="399479"/>
                      <a:pt x="12252" y="241137"/>
                    </a:cubicBezTo>
                    <a:cubicBezTo>
                      <a:pt x="-18796" y="305302"/>
                      <a:pt x="16391" y="393270"/>
                      <a:pt x="38125" y="461575"/>
                    </a:cubicBezTo>
                    <a:cubicBezTo>
                      <a:pt x="109534" y="682013"/>
                      <a:pt x="180944" y="902451"/>
                      <a:pt x="252353" y="1121854"/>
                    </a:cubicBezTo>
                    <a:cubicBezTo>
                      <a:pt x="275121" y="1191194"/>
                      <a:pt x="303064" y="1267778"/>
                      <a:pt x="367230" y="1302966"/>
                    </a:cubicBezTo>
                    <a:cubicBezTo>
                      <a:pt x="427255" y="1336083"/>
                      <a:pt x="500734" y="1322629"/>
                      <a:pt x="566969" y="1308140"/>
                    </a:cubicBezTo>
                    <a:cubicBezTo>
                      <a:pt x="721173" y="1275023"/>
                      <a:pt x="874341" y="1236731"/>
                      <a:pt x="1026474" y="1195334"/>
                    </a:cubicBezTo>
                    <a:cubicBezTo>
                      <a:pt x="1108233" y="1172566"/>
                      <a:pt x="1199306" y="1141518"/>
                      <a:pt x="1237598" y="1065969"/>
                    </a:cubicBezTo>
                    <a:cubicBezTo>
                      <a:pt x="1267611" y="1006978"/>
                      <a:pt x="1257262" y="935569"/>
                      <a:pt x="1242773" y="870368"/>
                    </a:cubicBezTo>
                    <a:cubicBezTo>
                      <a:pt x="1175503" y="560927"/>
                      <a:pt x="988182" y="247346"/>
                      <a:pt x="79154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2" id="42"/>
              <p:cNvSpPr/>
              <p:nvPr/>
            </p:nvSpPr>
            <p:spPr>
              <a:xfrm>
                <a:off x="2562464" y="3298281"/>
                <a:ext cx="619917" cy="1093911"/>
              </a:xfrm>
              <a:custGeom>
                <a:avLst/>
                <a:gdLst/>
                <a:ahLst/>
                <a:cxnLst/>
                <a:rect r="r" b="b" t="t" l="l"/>
                <a:pathLst>
                  <a:path w="619917" h="1093911" stroke="true" fill="norm" extrusionOk="true">
                    <a:moveTo>
                      <a:pt x="0" y="67270"/>
                    </a:moveTo>
                    <a:cubicBezTo>
                      <a:pt x="50711" y="77619"/>
                      <a:pt x="420178" y="966616"/>
                      <a:pt x="395340" y="1093911"/>
                    </a:cubicBezTo>
                    <a:lnTo>
                      <a:pt x="619918" y="1047340"/>
                    </a:lnTo>
                    <a:cubicBezTo>
                      <a:pt x="619918" y="1047340"/>
                      <a:pt x="446051" y="291848"/>
                      <a:pt x="185251" y="0"/>
                    </a:cubicBezTo>
                    <a:lnTo>
                      <a:pt x="0" y="6727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3" id="43"/>
              <p:cNvSpPr/>
              <p:nvPr/>
            </p:nvSpPr>
            <p:spPr>
              <a:xfrm>
                <a:off x="1574114" y="3451450"/>
                <a:ext cx="661314" cy="1144622"/>
              </a:xfrm>
              <a:custGeom>
                <a:avLst/>
                <a:gdLst/>
                <a:ahLst/>
                <a:cxnLst/>
                <a:rect r="r" b="b" t="t" l="l"/>
                <a:pathLst>
                  <a:path w="661314" h="1144622" stroke="true" fill="norm" extrusionOk="true">
                    <a:moveTo>
                      <a:pt x="170762" y="0"/>
                    </a:moveTo>
                    <a:cubicBezTo>
                      <a:pt x="170762" y="0"/>
                      <a:pt x="366362" y="231822"/>
                      <a:pt x="462610" y="476064"/>
                    </a:cubicBezTo>
                    <a:cubicBezTo>
                      <a:pt x="543334" y="677873"/>
                      <a:pt x="650965" y="1051480"/>
                      <a:pt x="661314" y="1072178"/>
                    </a:cubicBezTo>
                    <a:lnTo>
                      <a:pt x="471924" y="1144623"/>
                    </a:lnTo>
                    <a:cubicBezTo>
                      <a:pt x="471924" y="1144623"/>
                      <a:pt x="370502" y="764807"/>
                      <a:pt x="289778" y="542299"/>
                    </a:cubicBezTo>
                    <a:cubicBezTo>
                      <a:pt x="202844" y="301162"/>
                      <a:pt x="0" y="74514"/>
                      <a:pt x="0" y="74514"/>
                    </a:cubicBezTo>
                    <a:lnTo>
                      <a:pt x="170762"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4" id="44"/>
              <p:cNvSpPr/>
              <p:nvPr/>
            </p:nvSpPr>
            <p:spPr>
              <a:xfrm>
                <a:off x="1167409" y="4206942"/>
                <a:ext cx="2397052" cy="2599721"/>
              </a:xfrm>
              <a:custGeom>
                <a:avLst/>
                <a:gdLst/>
                <a:ahLst/>
                <a:cxnLst/>
                <a:rect r="r" b="b" t="t" l="l"/>
                <a:pathLst>
                  <a:path w="2397052" h="2599721" stroke="true" fill="norm" extrusionOk="true">
                    <a:moveTo>
                      <a:pt x="2373055" y="2524172"/>
                    </a:moveTo>
                    <a:cubicBezTo>
                      <a:pt x="2368916" y="2551080"/>
                      <a:pt x="2363741" y="2575918"/>
                      <a:pt x="2357531" y="2599721"/>
                    </a:cubicBezTo>
                    <a:lnTo>
                      <a:pt x="103473" y="2599721"/>
                    </a:lnTo>
                    <a:cubicBezTo>
                      <a:pt x="19645" y="2478636"/>
                      <a:pt x="-10368" y="2273721"/>
                      <a:pt x="3086" y="2047074"/>
                    </a:cubicBezTo>
                    <a:cubicBezTo>
                      <a:pt x="10330" y="1917708"/>
                      <a:pt x="32064" y="1782134"/>
                      <a:pt x="65181" y="1650699"/>
                    </a:cubicBezTo>
                    <a:cubicBezTo>
                      <a:pt x="69321" y="1636210"/>
                      <a:pt x="72426" y="1621721"/>
                      <a:pt x="77600" y="1608267"/>
                    </a:cubicBezTo>
                    <a:cubicBezTo>
                      <a:pt x="82775" y="1590673"/>
                      <a:pt x="88984" y="1573080"/>
                      <a:pt x="96229" y="1556521"/>
                    </a:cubicBezTo>
                    <a:cubicBezTo>
                      <a:pt x="173848" y="1365061"/>
                      <a:pt x="317702" y="1251219"/>
                      <a:pt x="458451" y="1105296"/>
                    </a:cubicBezTo>
                    <a:cubicBezTo>
                      <a:pt x="498813" y="1062864"/>
                      <a:pt x="540210" y="1018362"/>
                      <a:pt x="578502" y="968686"/>
                    </a:cubicBezTo>
                    <a:cubicBezTo>
                      <a:pt x="732705" y="767911"/>
                      <a:pt x="829988" y="433632"/>
                      <a:pt x="861035" y="316686"/>
                    </a:cubicBezTo>
                    <a:cubicBezTo>
                      <a:pt x="868280" y="289778"/>
                      <a:pt x="871385" y="274254"/>
                      <a:pt x="871385" y="274254"/>
                    </a:cubicBezTo>
                    <a:cubicBezTo>
                      <a:pt x="874489" y="274254"/>
                      <a:pt x="886908" y="272184"/>
                      <a:pt x="905537" y="269079"/>
                    </a:cubicBezTo>
                    <a:cubicBezTo>
                      <a:pt x="935550" y="262870"/>
                      <a:pt x="985226" y="252521"/>
                      <a:pt x="1044216" y="239067"/>
                    </a:cubicBezTo>
                    <a:cubicBezTo>
                      <a:pt x="1205664" y="201810"/>
                      <a:pt x="1445766" y="144889"/>
                      <a:pt x="1615493" y="103492"/>
                    </a:cubicBezTo>
                    <a:cubicBezTo>
                      <a:pt x="1681728" y="87968"/>
                      <a:pt x="1737614" y="73479"/>
                      <a:pt x="1773836" y="65200"/>
                    </a:cubicBezTo>
                    <a:cubicBezTo>
                      <a:pt x="1784185" y="62095"/>
                      <a:pt x="1793499" y="60025"/>
                      <a:pt x="1800744" y="58990"/>
                    </a:cubicBezTo>
                    <a:cubicBezTo>
                      <a:pt x="1812128" y="55886"/>
                      <a:pt x="1818337" y="54851"/>
                      <a:pt x="1818337" y="54851"/>
                    </a:cubicBezTo>
                    <a:lnTo>
                      <a:pt x="1900096" y="22768"/>
                    </a:lnTo>
                    <a:lnTo>
                      <a:pt x="1957017" y="0"/>
                    </a:lnTo>
                    <a:cubicBezTo>
                      <a:pt x="1957017" y="0"/>
                      <a:pt x="1975646" y="33117"/>
                      <a:pt x="2005658" y="101422"/>
                    </a:cubicBezTo>
                    <a:cubicBezTo>
                      <a:pt x="2005658" y="101422"/>
                      <a:pt x="2005658" y="102457"/>
                      <a:pt x="2005658" y="102457"/>
                    </a:cubicBezTo>
                    <a:cubicBezTo>
                      <a:pt x="2031531" y="161448"/>
                      <a:pt x="2065683" y="247346"/>
                      <a:pt x="2102941" y="361187"/>
                    </a:cubicBezTo>
                    <a:cubicBezTo>
                      <a:pt x="2168141" y="559892"/>
                      <a:pt x="2242655" y="843461"/>
                      <a:pt x="2302680" y="1225346"/>
                    </a:cubicBezTo>
                    <a:cubicBezTo>
                      <a:pt x="2384439" y="1740737"/>
                      <a:pt x="2426871" y="2215766"/>
                      <a:pt x="2373055" y="25241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45" id="45"/>
              <p:cNvSpPr/>
              <p:nvPr/>
            </p:nvSpPr>
            <p:spPr>
              <a:xfrm>
                <a:off x="1167409" y="5312237"/>
                <a:ext cx="2373055" cy="1494425"/>
              </a:xfrm>
              <a:custGeom>
                <a:avLst/>
                <a:gdLst/>
                <a:ahLst/>
                <a:cxnLst/>
                <a:rect r="r" b="b" t="t" l="l"/>
                <a:pathLst>
                  <a:path w="2373055" h="1494425" stroke="true" fill="norm" extrusionOk="true">
                    <a:moveTo>
                      <a:pt x="2373055" y="1418877"/>
                    </a:moveTo>
                    <a:cubicBezTo>
                      <a:pt x="2368916" y="1445784"/>
                      <a:pt x="2363741" y="1470623"/>
                      <a:pt x="2357531" y="1494426"/>
                    </a:cubicBezTo>
                    <a:lnTo>
                      <a:pt x="103473" y="1494426"/>
                    </a:lnTo>
                    <a:cubicBezTo>
                      <a:pt x="19645" y="1373340"/>
                      <a:pt x="-10368" y="1168426"/>
                      <a:pt x="3086" y="941778"/>
                    </a:cubicBezTo>
                    <a:cubicBezTo>
                      <a:pt x="10330" y="812413"/>
                      <a:pt x="32064" y="676838"/>
                      <a:pt x="65181" y="545404"/>
                    </a:cubicBezTo>
                    <a:cubicBezTo>
                      <a:pt x="69321" y="530915"/>
                      <a:pt x="72426" y="516426"/>
                      <a:pt x="77600" y="502972"/>
                    </a:cubicBezTo>
                    <a:cubicBezTo>
                      <a:pt x="82775" y="485378"/>
                      <a:pt x="88984" y="467784"/>
                      <a:pt x="96229" y="451226"/>
                    </a:cubicBezTo>
                    <a:cubicBezTo>
                      <a:pt x="173848" y="259765"/>
                      <a:pt x="317702" y="145924"/>
                      <a:pt x="458451" y="0"/>
                    </a:cubicBezTo>
                    <a:cubicBezTo>
                      <a:pt x="484324" y="93143"/>
                      <a:pt x="509162" y="189391"/>
                      <a:pt x="547454" y="245276"/>
                    </a:cubicBezTo>
                    <a:cubicBezTo>
                      <a:pt x="647842" y="391200"/>
                      <a:pt x="788591" y="508146"/>
                      <a:pt x="843442" y="680978"/>
                    </a:cubicBezTo>
                    <a:cubicBezTo>
                      <a:pt x="845512" y="687187"/>
                      <a:pt x="847581" y="693397"/>
                      <a:pt x="848616" y="699607"/>
                    </a:cubicBezTo>
                    <a:cubicBezTo>
                      <a:pt x="876559" y="801029"/>
                      <a:pt x="869315" y="909695"/>
                      <a:pt x="898293" y="1011118"/>
                    </a:cubicBezTo>
                    <a:cubicBezTo>
                      <a:pt x="971772" y="1272953"/>
                      <a:pt x="1260515" y="1417842"/>
                      <a:pt x="1531664" y="1447854"/>
                    </a:cubicBezTo>
                    <a:cubicBezTo>
                      <a:pt x="1801779" y="1478902"/>
                      <a:pt x="2080172" y="1389899"/>
                      <a:pt x="2351322" y="1416807"/>
                    </a:cubicBezTo>
                    <a:cubicBezTo>
                      <a:pt x="2357531" y="1417842"/>
                      <a:pt x="2365811" y="1417842"/>
                      <a:pt x="2373055" y="1418877"/>
                    </a:cubicBezTo>
                    <a:close/>
                  </a:path>
                </a:pathLst>
              </a:custGeom>
              <a:solidFill>
                <a:schemeClr val="accent1">
                  <a:alpha val="46000"/>
                  <a:lumMod val="50000"/>
                </a:schemeClr>
              </a:solidFill>
              <a:ln cap="flat">
                <a:noFill/>
                <a:prstDash val="solid"/>
                <a:miter lim="800000"/>
              </a:ln>
            </p:spPr>
            <p:txBody>
              <a:bodyPr vert="horz" anchor="ctr" tIns="45720" lIns="91440" bIns="45720" rIns="91440"/>
              <a:p>
                <a:pPr algn="l" marL="0"/>
              </a:p>
            </p:txBody>
          </p:sp>
          <p:sp>
            <p:nvSpPr>
              <p:cNvPr name="Freeform 46" id="46"/>
              <p:cNvSpPr/>
              <p:nvPr/>
            </p:nvSpPr>
            <p:spPr>
              <a:xfrm>
                <a:off x="2292209" y="4885761"/>
                <a:ext cx="808458" cy="607580"/>
              </a:xfrm>
              <a:custGeom>
                <a:avLst/>
                <a:gdLst/>
                <a:ahLst/>
                <a:cxnLst/>
                <a:rect r="r" b="b" t="t" l="l"/>
                <a:pathLst>
                  <a:path w="808458" h="607580" stroke="true" fill="norm" extrusionOk="true">
                    <a:moveTo>
                      <a:pt x="744249" y="22857"/>
                    </a:moveTo>
                    <a:cubicBezTo>
                      <a:pt x="820833" y="113930"/>
                      <a:pt x="835322" y="444070"/>
                      <a:pt x="752528" y="520654"/>
                    </a:cubicBezTo>
                    <a:cubicBezTo>
                      <a:pt x="684223" y="584819"/>
                      <a:pt x="157448" y="642774"/>
                      <a:pt x="91214" y="581714"/>
                    </a:cubicBezTo>
                    <a:cubicBezTo>
                      <a:pt x="-10209" y="488571"/>
                      <a:pt x="-17453" y="198793"/>
                      <a:pt x="22909" y="124279"/>
                    </a:cubicBezTo>
                    <a:cubicBezTo>
                      <a:pt x="51886" y="68393"/>
                      <a:pt x="683188" y="-49588"/>
                      <a:pt x="744249" y="22857"/>
                    </a:cubicBezTo>
                    <a:close/>
                  </a:path>
                </a:pathLst>
              </a:custGeom>
              <a:solidFill>
                <a:srgbClr val="FF8E38"/>
              </a:solidFill>
              <a:ln cap="flat">
                <a:noFill/>
                <a:prstDash val="solid"/>
                <a:miter lim="800000"/>
              </a:ln>
            </p:spPr>
            <p:txBody>
              <a:bodyPr vert="horz" anchor="ctr" tIns="45720" lIns="91440" bIns="45720" rIns="91440"/>
              <a:p>
                <a:pPr algn="l" marL="0"/>
              </a:p>
            </p:txBody>
          </p:sp>
          <p:sp>
            <p:nvSpPr>
              <p:cNvPr name="Freeform 47" id="47"/>
              <p:cNvSpPr/>
              <p:nvPr/>
            </p:nvSpPr>
            <p:spPr>
              <a:xfrm>
                <a:off x="3283303" y="2163023"/>
                <a:ext cx="1302085" cy="1597713"/>
              </a:xfrm>
              <a:custGeom>
                <a:avLst/>
                <a:gdLst/>
                <a:ahLst/>
                <a:cxnLst/>
                <a:rect r="r" b="b" t="t" l="l"/>
                <a:pathLst>
                  <a:path w="1302085" h="1597713" stroke="true" fill="norm" extrusionOk="true">
                    <a:moveTo>
                      <a:pt x="1265174" y="1486097"/>
                    </a:moveTo>
                    <a:cubicBezTo>
                      <a:pt x="1019897" y="1747932"/>
                      <a:pt x="739434" y="1499551"/>
                      <a:pt x="560393" y="1249100"/>
                    </a:cubicBezTo>
                    <a:cubicBezTo>
                      <a:pt x="374107" y="989334"/>
                      <a:pt x="45002" y="374591"/>
                      <a:pt x="4640" y="309391"/>
                    </a:cubicBezTo>
                    <a:cubicBezTo>
                      <a:pt x="-36757" y="244191"/>
                      <a:pt x="210589" y="-25923"/>
                      <a:pt x="279929" y="2020"/>
                    </a:cubicBezTo>
                    <a:cubicBezTo>
                      <a:pt x="349269" y="30998"/>
                      <a:pt x="1522869" y="1210808"/>
                      <a:pt x="1265174" y="1486097"/>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8" id="48"/>
              <p:cNvSpPr/>
              <p:nvPr/>
            </p:nvSpPr>
            <p:spPr>
              <a:xfrm>
                <a:off x="2828870" y="1692831"/>
                <a:ext cx="734362" cy="780617"/>
              </a:xfrm>
              <a:custGeom>
                <a:avLst/>
                <a:gdLst/>
                <a:ahLst/>
                <a:cxnLst/>
                <a:rect r="r" b="b" t="t" l="l"/>
                <a:pathLst>
                  <a:path w="734362" h="780617" stroke="true" fill="norm" extrusionOk="true">
                    <a:moveTo>
                      <a:pt x="734362" y="473246"/>
                    </a:moveTo>
                    <a:cubicBezTo>
                      <a:pt x="734362" y="473246"/>
                      <a:pt x="635010" y="359405"/>
                      <a:pt x="592578" y="287995"/>
                    </a:cubicBezTo>
                    <a:cubicBezTo>
                      <a:pt x="528413" y="180364"/>
                      <a:pt x="535657" y="114129"/>
                      <a:pt x="520134" y="67557"/>
                    </a:cubicBezTo>
                    <a:cubicBezTo>
                      <a:pt x="496330" y="-5922"/>
                      <a:pt x="409397" y="-27656"/>
                      <a:pt x="362826" y="43754"/>
                    </a:cubicBezTo>
                    <a:cubicBezTo>
                      <a:pt x="313149" y="-13167"/>
                      <a:pt x="228286" y="-2817"/>
                      <a:pt x="198273" y="48929"/>
                    </a:cubicBezTo>
                    <a:cubicBezTo>
                      <a:pt x="159981" y="-12132"/>
                      <a:pt x="98921" y="26160"/>
                      <a:pt x="72013" y="69627"/>
                    </a:cubicBezTo>
                    <a:cubicBezTo>
                      <a:pt x="72013" y="69627"/>
                      <a:pt x="-7676" y="263157"/>
                      <a:pt x="603" y="375964"/>
                    </a:cubicBezTo>
                    <a:cubicBezTo>
                      <a:pt x="8883" y="487735"/>
                      <a:pt x="203448" y="532237"/>
                      <a:pt x="267613" y="603646"/>
                    </a:cubicBezTo>
                    <a:cubicBezTo>
                      <a:pt x="330743" y="675056"/>
                      <a:pt x="460108" y="780618"/>
                      <a:pt x="460108" y="780618"/>
                    </a:cubicBezTo>
                    <a:cubicBezTo>
                      <a:pt x="460108" y="780618"/>
                      <a:pt x="679511" y="772338"/>
                      <a:pt x="734362" y="473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9" id="49"/>
              <p:cNvSpPr/>
              <p:nvPr/>
            </p:nvSpPr>
            <p:spPr>
              <a:xfrm>
                <a:off x="2779630" y="1678259"/>
                <a:ext cx="381747" cy="524046"/>
              </a:xfrm>
              <a:custGeom>
                <a:avLst/>
                <a:gdLst/>
                <a:ahLst/>
                <a:cxnLst/>
                <a:rect r="r" b="b" t="t" l="l"/>
                <a:pathLst>
                  <a:path w="381747" h="524046" stroke="true" fill="norm" extrusionOk="true">
                    <a:moveTo>
                      <a:pt x="347900" y="367768"/>
                    </a:moveTo>
                    <a:cubicBezTo>
                      <a:pt x="347900" y="367768"/>
                      <a:pt x="234059" y="357418"/>
                      <a:pt x="201977" y="280834"/>
                    </a:cubicBezTo>
                    <a:cubicBezTo>
                      <a:pt x="169894" y="204250"/>
                      <a:pt x="140916" y="10720"/>
                      <a:pt x="72611" y="371"/>
                    </a:cubicBezTo>
                    <a:cubicBezTo>
                      <a:pt x="4307" y="-9979"/>
                      <a:pt x="-18462" y="199075"/>
                      <a:pt x="15691" y="294288"/>
                    </a:cubicBezTo>
                    <a:cubicBezTo>
                      <a:pt x="49843" y="389501"/>
                      <a:pt x="33284" y="428828"/>
                      <a:pt x="96414" y="472295"/>
                    </a:cubicBezTo>
                    <a:cubicBezTo>
                      <a:pt x="187488" y="537495"/>
                      <a:pt x="480370" y="575787"/>
                      <a:pt x="347900" y="367768"/>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50" id="50"/>
              <p:cNvSpPr/>
              <p:nvPr/>
            </p:nvSpPr>
            <p:spPr>
              <a:xfrm>
                <a:off x="1112540" y="4127253"/>
                <a:ext cx="365505" cy="1319524"/>
              </a:xfrm>
              <a:custGeom>
                <a:avLst/>
                <a:gdLst/>
                <a:ahLst/>
                <a:cxnLst/>
                <a:rect r="r" b="b" t="t" l="l"/>
                <a:pathLst>
                  <a:path w="365505" h="1319524" stroke="true" fill="norm" extrusionOk="true">
                    <a:moveTo>
                      <a:pt x="0" y="553683"/>
                    </a:moveTo>
                    <a:cubicBezTo>
                      <a:pt x="67270" y="785505"/>
                      <a:pt x="130400" y="1048375"/>
                      <a:pt x="145924" y="1319524"/>
                    </a:cubicBezTo>
                    <a:cubicBezTo>
                      <a:pt x="280464" y="1153937"/>
                      <a:pt x="345664" y="936604"/>
                      <a:pt x="361187" y="722375"/>
                    </a:cubicBezTo>
                    <a:cubicBezTo>
                      <a:pt x="378781" y="480203"/>
                      <a:pt x="339454" y="239067"/>
                      <a:pt x="300127" y="0"/>
                    </a:cubicBezTo>
                    <a:cubicBezTo>
                      <a:pt x="172832" y="202845"/>
                      <a:pt x="60025" y="358083"/>
                      <a:pt x="0" y="55368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1" id="51"/>
              <p:cNvSpPr/>
              <p:nvPr/>
            </p:nvSpPr>
            <p:spPr>
              <a:xfrm>
                <a:off x="144" y="4790568"/>
                <a:ext cx="1156552" cy="1344841"/>
              </a:xfrm>
              <a:custGeom>
                <a:avLst/>
                <a:gdLst/>
                <a:ahLst/>
                <a:cxnLst/>
                <a:rect r="r" b="b" t="t" l="l"/>
                <a:pathLst>
                  <a:path w="1156552" h="1344841" stroke="true" fill="norm" extrusionOk="true">
                    <a:moveTo>
                      <a:pt x="846421" y="404724"/>
                    </a:moveTo>
                    <a:cubicBezTo>
                      <a:pt x="846421" y="404724"/>
                      <a:pt x="727405" y="535124"/>
                      <a:pt x="724300" y="585835"/>
                    </a:cubicBezTo>
                    <a:cubicBezTo>
                      <a:pt x="721195" y="637581"/>
                      <a:pt x="1045126" y="955302"/>
                      <a:pt x="1134129" y="983245"/>
                    </a:cubicBezTo>
                    <a:cubicBezTo>
                      <a:pt x="1223132" y="1011188"/>
                      <a:pt x="1030637" y="1384794"/>
                      <a:pt x="847456" y="1341327"/>
                    </a:cubicBezTo>
                    <a:cubicBezTo>
                      <a:pt x="665310" y="1297861"/>
                      <a:pt x="38148" y="764876"/>
                      <a:pt x="2960" y="566172"/>
                    </a:cubicBezTo>
                    <a:cubicBezTo>
                      <a:pt x="-32227" y="367467"/>
                      <a:pt x="257551" y="6279"/>
                      <a:pt x="275144" y="70"/>
                    </a:cubicBezTo>
                    <a:cubicBezTo>
                      <a:pt x="292738" y="-6140"/>
                      <a:pt x="846421" y="404724"/>
                      <a:pt x="846421" y="404724"/>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52" id="52"/>
              <p:cNvSpPr/>
              <p:nvPr/>
            </p:nvSpPr>
            <p:spPr>
              <a:xfrm>
                <a:off x="846565" y="5639264"/>
                <a:ext cx="1041632" cy="696430"/>
              </a:xfrm>
              <a:custGeom>
                <a:avLst/>
                <a:gdLst/>
                <a:ahLst/>
                <a:cxnLst/>
                <a:rect r="r" b="b" t="t" l="l"/>
                <a:pathLst>
                  <a:path w="1041632" h="696430" stroke="true" fill="norm" extrusionOk="true">
                    <a:moveTo>
                      <a:pt x="222508" y="110745"/>
                    </a:moveTo>
                    <a:cubicBezTo>
                      <a:pt x="286673" y="135583"/>
                      <a:pt x="387060" y="148002"/>
                      <a:pt x="459505" y="105571"/>
                    </a:cubicBezTo>
                    <a:cubicBezTo>
                      <a:pt x="531949" y="64174"/>
                      <a:pt x="573346" y="1044"/>
                      <a:pt x="633372" y="9"/>
                    </a:cubicBezTo>
                    <a:cubicBezTo>
                      <a:pt x="693397" y="-1026"/>
                      <a:pt x="697537" y="92116"/>
                      <a:pt x="643721" y="120059"/>
                    </a:cubicBezTo>
                    <a:cubicBezTo>
                      <a:pt x="728584" y="113850"/>
                      <a:pt x="951092" y="101431"/>
                      <a:pt x="949023" y="145932"/>
                    </a:cubicBezTo>
                    <a:cubicBezTo>
                      <a:pt x="946953" y="190434"/>
                      <a:pt x="735829" y="204923"/>
                      <a:pt x="721340" y="250460"/>
                    </a:cubicBezTo>
                    <a:cubicBezTo>
                      <a:pt x="706851" y="295996"/>
                      <a:pt x="1056654" y="330148"/>
                      <a:pt x="1041130" y="388104"/>
                    </a:cubicBezTo>
                    <a:cubicBezTo>
                      <a:pt x="1025607" y="445025"/>
                      <a:pt x="757562" y="429501"/>
                      <a:pt x="738934" y="443990"/>
                    </a:cubicBezTo>
                    <a:cubicBezTo>
                      <a:pt x="720305" y="458478"/>
                      <a:pt x="993524" y="500910"/>
                      <a:pt x="952127" y="563006"/>
                    </a:cubicBezTo>
                    <a:cubicBezTo>
                      <a:pt x="910731" y="625101"/>
                      <a:pt x="720305" y="561971"/>
                      <a:pt x="702711" y="579564"/>
                    </a:cubicBezTo>
                    <a:cubicBezTo>
                      <a:pt x="685118" y="597158"/>
                      <a:pt x="810343" y="680986"/>
                      <a:pt x="724445" y="695476"/>
                    </a:cubicBezTo>
                    <a:cubicBezTo>
                      <a:pt x="638546" y="709964"/>
                      <a:pt x="70375" y="555761"/>
                      <a:pt x="0" y="492631"/>
                    </a:cubicBezTo>
                    <a:lnTo>
                      <a:pt x="222508" y="110745"/>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3" id="53"/>
              <p:cNvSpPr/>
              <p:nvPr/>
            </p:nvSpPr>
            <p:spPr>
              <a:xfrm>
                <a:off x="90229" y="3736303"/>
                <a:ext cx="1586085" cy="1681272"/>
              </a:xfrm>
              <a:custGeom>
                <a:avLst/>
                <a:gdLst/>
                <a:ahLst/>
                <a:cxnLst/>
                <a:rect r="r" b="b" t="t" l="l"/>
                <a:pathLst>
                  <a:path w="1586085" h="1681272" stroke="true" fill="norm" extrusionOk="true">
                    <a:moveTo>
                      <a:pt x="1453872" y="82544"/>
                    </a:moveTo>
                    <a:cubicBezTo>
                      <a:pt x="1209631" y="-76834"/>
                      <a:pt x="1001612" y="-9564"/>
                      <a:pt x="672507" y="320576"/>
                    </a:cubicBezTo>
                    <a:cubicBezTo>
                      <a:pt x="343402" y="650715"/>
                      <a:pt x="30856" y="1032601"/>
                      <a:pt x="843" y="1146443"/>
                    </a:cubicBezTo>
                    <a:cubicBezTo>
                      <a:pt x="-29170" y="1260284"/>
                      <a:pt x="751161" y="1753941"/>
                      <a:pt x="902259" y="1672183"/>
                    </a:cubicBezTo>
                    <a:cubicBezTo>
                      <a:pt x="1054393" y="1589389"/>
                      <a:pt x="1909237" y="378531"/>
                      <a:pt x="1453872" y="82544"/>
                    </a:cubicBezTo>
                    <a:close/>
                  </a:path>
                </a:pathLst>
              </a:custGeom>
              <a:solidFill>
                <a:srgbClr val="FEFEFE"/>
              </a:solidFill>
              <a:ln cap="flat">
                <a:noFill/>
                <a:prstDash val="solid"/>
                <a:miter lim="800000"/>
              </a:ln>
            </p:spPr>
            <p:txBody>
              <a:bodyPr vert="horz" anchor="ctr" tIns="45720" lIns="91440" bIns="45720" rIns="91440"/>
              <a:p>
                <a:pPr algn="l" marL="0"/>
              </a:p>
            </p:txBody>
          </p:sp>
        </p:grpSp>
        <p:sp>
          <p:nvSpPr>
            <p:cNvPr name="Freeform 54" id="54"/>
            <p:cNvSpPr/>
            <p:nvPr/>
          </p:nvSpPr>
          <p:spPr>
            <a:xfrm>
              <a:off x="10821243" y="0"/>
              <a:ext cx="1370758" cy="913938"/>
            </a:xfrm>
            <a:custGeom>
              <a:avLst/>
              <a:gdLst/>
              <a:ahLst/>
              <a:cxnLst/>
              <a:rect r="r" b="b" t="t" l="l"/>
              <a:pathLst>
                <a:path w="1367105" h="911502" stroke="true" fill="norm" extrusionOk="true">
                  <a:moveTo>
                    <a:pt x="0" y="0"/>
                  </a:moveTo>
                  <a:lnTo>
                    <a:pt x="1367105" y="0"/>
                  </a:lnTo>
                  <a:lnTo>
                    <a:pt x="1367105" y="810954"/>
                  </a:lnTo>
                  <a:lnTo>
                    <a:pt x="1312987" y="837024"/>
                  </a:lnTo>
                  <a:cubicBezTo>
                    <a:pt x="1199601" y="884982"/>
                    <a:pt x="1074940" y="911502"/>
                    <a:pt x="944085" y="911502"/>
                  </a:cubicBezTo>
                  <a:cubicBezTo>
                    <a:pt x="486092" y="911502"/>
                    <a:pt x="103975" y="586635"/>
                    <a:pt x="15602" y="154767"/>
                  </a:cubicBezTo>
                  <a:close/>
                </a:path>
              </a:pathLst>
            </a:custGeom>
            <a:gradFill>
              <a:gsLst>
                <a:gs pos="0">
                  <a:schemeClr val="accent1">
                    <a:lumMod val="20000"/>
                    <a:lumOff val="80000"/>
                  </a:schemeClr>
                </a:gs>
                <a:gs pos="50000">
                  <a:schemeClr val="accent1">
                    <a:lumMod val="60000"/>
                    <a:lumOff val="40000"/>
                  </a:schemeClr>
                </a:gs>
                <a:gs pos="100000">
                  <a:schemeClr val="accent1"/>
                </a:gs>
              </a:gsLst>
              <a:lin ang="4457485"/>
            </a:gradFill>
            <a:ln cap="flat">
              <a:noFill/>
              <a:prstDash val="solid"/>
              <a:miter lim="800000"/>
            </a:ln>
          </p:spPr>
          <p:txBody>
            <a:bodyPr vert="horz" anchor="ctr" tIns="45720" lIns="91440" bIns="45720" rIns="91440"/>
            <a:p>
              <a:pPr algn="l" marL="0"/>
            </a:p>
          </p:txBody>
        </p:sp>
        <p:sp>
          <p:nvSpPr>
            <p:cNvPr name="AutoShape 55" id="55"/>
            <p:cNvSpPr/>
            <p:nvPr/>
          </p:nvSpPr>
          <p:spPr>
            <a:xfrm>
              <a:off x="0" y="6567418"/>
              <a:ext cx="12192000" cy="290582"/>
            </a:xfrm>
            <a:prstGeom prst="rect">
              <a:avLst/>
            </a:prstGeom>
            <a:solidFill>
              <a:schemeClr val="accent1">
                <a:lumMod val="20000"/>
                <a:lumOff val="80000"/>
              </a:schemeClr>
            </a:solidFill>
            <a:ln>
              <a:noFill/>
            </a:ln>
          </p:spPr>
          <p:txBody>
            <a:bodyPr vert="horz" anchor="ctr" tIns="45720" lIns="91440" bIns="45720" rIns="91440"/>
            <a:p>
              <a:pPr algn="ctr" marL="0"/>
            </a:p>
          </p:txBody>
        </p:sp>
        <p:grpSp>
          <p:nvGrpSpPr>
            <p:cNvPr name="Group 56" id="56"/>
            <p:cNvGrpSpPr/>
            <p:nvPr/>
          </p:nvGrpSpPr>
          <p:grpSpPr>
            <a:xfrm>
              <a:off x="4128148" y="262572"/>
              <a:ext cx="2057794" cy="1367632"/>
              <a:chOff x="3537553" y="204778"/>
              <a:chExt cx="2378432" cy="1580731"/>
            </a:xfrm>
          </p:grpSpPr>
          <p:sp>
            <p:nvSpPr>
              <p:cNvPr name="Freeform 57" id="57"/>
              <p:cNvSpPr/>
              <p:nvPr/>
            </p:nvSpPr>
            <p:spPr>
              <a:xfrm flipH="true" rot="475182">
                <a:off x="3613648" y="243987"/>
                <a:ext cx="2302337" cy="1541522"/>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58" id="58"/>
              <p:cNvGrpSpPr/>
              <p:nvPr/>
            </p:nvGrpSpPr>
            <p:grpSpPr>
              <a:xfrm flipH="true">
                <a:off x="3537553" y="204778"/>
                <a:ext cx="2302337" cy="1541522"/>
                <a:chOff x="4397448" y="340771"/>
                <a:chExt cx="1698415" cy="1137168"/>
              </a:xfrm>
            </p:grpSpPr>
            <p:sp>
              <p:nvSpPr>
                <p:cNvPr name="Freeform 59" id="59"/>
                <p:cNvSpPr/>
                <p:nvPr/>
              </p:nvSpPr>
              <p:spPr>
                <a:xfrm rot="21124818">
                  <a:off x="4397448" y="340771"/>
                  <a:ext cx="1698415" cy="1137168"/>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60" id="60"/>
                <p:cNvSpPr/>
                <p:nvPr/>
              </p:nvSpPr>
              <p:spPr>
                <a:xfrm rot="1383781">
                  <a:off x="5059086" y="529298"/>
                  <a:ext cx="548756" cy="577934"/>
                </a:xfrm>
                <a:custGeom>
                  <a:avLst/>
                  <a:gdLst/>
                  <a:ahLst/>
                  <a:cxnLst/>
                  <a:rect r="r" b="b" t="t" l="l"/>
                  <a:pathLst>
                    <a:path w="123300" h="129856" stroke="true" fill="norm" extrusionOk="true">
                      <a:moveTo>
                        <a:pt x="53099" y="40914"/>
                      </a:moveTo>
                      <a:cubicBezTo>
                        <a:pt x="52294" y="34771"/>
                        <a:pt x="51200" y="29165"/>
                        <a:pt x="50865" y="23537"/>
                      </a:cubicBezTo>
                      <a:cubicBezTo>
                        <a:pt x="49703" y="2921"/>
                        <a:pt x="68265" y="-3512"/>
                        <a:pt x="82515" y="1201"/>
                      </a:cubicBezTo>
                      <a:cubicBezTo>
                        <a:pt x="97993" y="6338"/>
                        <a:pt x="107821" y="17774"/>
                        <a:pt x="114477" y="31823"/>
                      </a:cubicBezTo>
                      <a:cubicBezTo>
                        <a:pt x="123085" y="49611"/>
                        <a:pt x="125402" y="69794"/>
                        <a:pt x="121044" y="89070"/>
                      </a:cubicBezTo>
                      <a:cubicBezTo>
                        <a:pt x="118565" y="100796"/>
                        <a:pt x="111909" y="107519"/>
                        <a:pt x="103175" y="112790"/>
                      </a:cubicBezTo>
                      <a:cubicBezTo>
                        <a:pt x="90399" y="120518"/>
                        <a:pt x="77199" y="127800"/>
                        <a:pt x="61742" y="129229"/>
                      </a:cubicBezTo>
                      <a:cubicBezTo>
                        <a:pt x="45377" y="131027"/>
                        <a:pt x="28987" y="126058"/>
                        <a:pt x="16379" y="115470"/>
                      </a:cubicBezTo>
                      <a:cubicBezTo>
                        <a:pt x="2731" y="104303"/>
                        <a:pt x="-3724" y="80381"/>
                        <a:pt x="1950" y="63585"/>
                      </a:cubicBezTo>
                      <a:cubicBezTo>
                        <a:pt x="7243" y="47704"/>
                        <a:pt x="24710" y="37563"/>
                        <a:pt x="43628" y="39462"/>
                      </a:cubicBezTo>
                      <a:cubicBezTo>
                        <a:pt x="46778" y="39819"/>
                        <a:pt x="49905" y="40445"/>
                        <a:pt x="53099" y="40914"/>
                      </a:cubicBezTo>
                      <a:close/>
                      <a:moveTo>
                        <a:pt x="89126" y="16009"/>
                      </a:moveTo>
                      <a:cubicBezTo>
                        <a:pt x="82425" y="7432"/>
                        <a:pt x="74005" y="4841"/>
                        <a:pt x="66031" y="8236"/>
                      </a:cubicBezTo>
                      <a:cubicBezTo>
                        <a:pt x="61405" y="9865"/>
                        <a:pt x="58591" y="14555"/>
                        <a:pt x="59330" y="19404"/>
                      </a:cubicBezTo>
                      <a:cubicBezTo>
                        <a:pt x="68399" y="13642"/>
                        <a:pt x="77981" y="10984"/>
                        <a:pt x="89126" y="16009"/>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61" id="61"/>
                <p:cNvSpPr/>
                <p:nvPr/>
              </p:nvSpPr>
              <p:spPr>
                <a:xfrm flipH="true" rot="19693525">
                  <a:off x="4826140" y="994319"/>
                  <a:ext cx="182762" cy="211033"/>
                </a:xfrm>
                <a:custGeom>
                  <a:avLst/>
                  <a:gdLst/>
                  <a:ahLst/>
                  <a:cxnLst/>
                  <a:rect r="r" b="b" t="t" l="l"/>
                  <a:pathLst>
                    <a:path w="130359" h="150524" stroke="true" fill="norm" extrusionOk="true">
                      <a:moveTo>
                        <a:pt x="88973" y="40490"/>
                      </a:moveTo>
                      <a:cubicBezTo>
                        <a:pt x="96589" y="43148"/>
                        <a:pt x="104385" y="44488"/>
                        <a:pt x="110616" y="48352"/>
                      </a:cubicBezTo>
                      <a:cubicBezTo>
                        <a:pt x="129401" y="59967"/>
                        <a:pt x="135900" y="87060"/>
                        <a:pt x="124866" y="107006"/>
                      </a:cubicBezTo>
                      <a:cubicBezTo>
                        <a:pt x="121137" y="113906"/>
                        <a:pt x="116178" y="120075"/>
                        <a:pt x="110259" y="125210"/>
                      </a:cubicBezTo>
                      <a:cubicBezTo>
                        <a:pt x="89062" y="142810"/>
                        <a:pt x="64605" y="152013"/>
                        <a:pt x="36730" y="149980"/>
                      </a:cubicBezTo>
                      <a:cubicBezTo>
                        <a:pt x="26500" y="149221"/>
                        <a:pt x="16627" y="145513"/>
                        <a:pt x="10909" y="136579"/>
                      </a:cubicBezTo>
                      <a:cubicBezTo>
                        <a:pt x="6404" y="129773"/>
                        <a:pt x="3362" y="122107"/>
                        <a:pt x="1975" y="114064"/>
                      </a:cubicBezTo>
                      <a:cubicBezTo>
                        <a:pt x="-2916" y="82794"/>
                        <a:pt x="255" y="52484"/>
                        <a:pt x="17364" y="24855"/>
                      </a:cubicBezTo>
                      <a:cubicBezTo>
                        <a:pt x="26500" y="10158"/>
                        <a:pt x="38650" y="-49"/>
                        <a:pt x="57055" y="-250"/>
                      </a:cubicBezTo>
                      <a:cubicBezTo>
                        <a:pt x="72735" y="-757"/>
                        <a:pt x="86159" y="10859"/>
                        <a:pt x="87923" y="26441"/>
                      </a:cubicBezTo>
                      <a:cubicBezTo>
                        <a:pt x="88683" y="31556"/>
                        <a:pt x="88727" y="36715"/>
                        <a:pt x="88973" y="40490"/>
                      </a:cubicBezTo>
                      <a:close/>
                      <a:moveTo>
                        <a:pt x="60741" y="11297"/>
                      </a:moveTo>
                      <a:cubicBezTo>
                        <a:pt x="47339" y="9957"/>
                        <a:pt x="34273" y="17998"/>
                        <a:pt x="29783" y="29389"/>
                      </a:cubicBezTo>
                      <a:cubicBezTo>
                        <a:pt x="34297" y="25757"/>
                        <a:pt x="38986" y="22358"/>
                        <a:pt x="43855" y="19204"/>
                      </a:cubicBezTo>
                      <a:cubicBezTo>
                        <a:pt x="48858" y="16278"/>
                        <a:pt x="54375" y="14223"/>
                        <a:pt x="60741" y="11297"/>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sp>
          <p:nvSpPr>
            <p:cNvPr name="Freeform 62" id="62"/>
            <p:cNvSpPr/>
            <p:nvPr/>
          </p:nvSpPr>
          <p:spPr>
            <a:xfrm rot="1753597">
              <a:off x="235846" y="6146874"/>
              <a:ext cx="735558" cy="551774"/>
            </a:xfrm>
            <a:custGeom>
              <a:avLst/>
              <a:gdLst/>
              <a:ahLst/>
              <a:cxnLst/>
              <a:rect r="r" b="b" t="t" l="l"/>
              <a:pathLst>
                <a:path w="1848686" h="1386780" stroke="true" fill="norm" extrusionOk="true">
                  <a:moveTo>
                    <a:pt x="1847764" y="141559"/>
                  </a:moveTo>
                  <a:cubicBezTo>
                    <a:pt x="1849148" y="15601"/>
                    <a:pt x="1766099" y="-63296"/>
                    <a:pt x="1424213" y="66815"/>
                  </a:cubicBezTo>
                  <a:cubicBezTo>
                    <a:pt x="1155688" y="169242"/>
                    <a:pt x="1004815" y="437768"/>
                    <a:pt x="953601" y="548500"/>
                  </a:cubicBezTo>
                  <a:cubicBezTo>
                    <a:pt x="948065" y="524970"/>
                    <a:pt x="942528" y="508360"/>
                    <a:pt x="935607" y="500055"/>
                  </a:cubicBezTo>
                  <a:cubicBezTo>
                    <a:pt x="945296" y="491750"/>
                    <a:pt x="952217" y="470988"/>
                    <a:pt x="952217" y="447457"/>
                  </a:cubicBezTo>
                  <a:cubicBezTo>
                    <a:pt x="952217" y="429463"/>
                    <a:pt x="948065" y="414237"/>
                    <a:pt x="942528" y="404548"/>
                  </a:cubicBezTo>
                  <a:lnTo>
                    <a:pt x="1076791" y="190004"/>
                  </a:lnTo>
                  <a:cubicBezTo>
                    <a:pt x="1086480" y="196925"/>
                    <a:pt x="1107242" y="187236"/>
                    <a:pt x="1125236" y="166474"/>
                  </a:cubicBezTo>
                  <a:cubicBezTo>
                    <a:pt x="1143230" y="145712"/>
                    <a:pt x="1150151" y="122181"/>
                    <a:pt x="1140462" y="115260"/>
                  </a:cubicBezTo>
                  <a:cubicBezTo>
                    <a:pt x="1130773" y="108339"/>
                    <a:pt x="1110011" y="118029"/>
                    <a:pt x="1092017" y="138791"/>
                  </a:cubicBezTo>
                  <a:cubicBezTo>
                    <a:pt x="1075407" y="158169"/>
                    <a:pt x="1068486" y="180315"/>
                    <a:pt x="1075407" y="188620"/>
                  </a:cubicBezTo>
                  <a:cubicBezTo>
                    <a:pt x="992357" y="279974"/>
                    <a:pt x="953601" y="363024"/>
                    <a:pt x="938376" y="399012"/>
                  </a:cubicBezTo>
                  <a:cubicBezTo>
                    <a:pt x="934223" y="393475"/>
                    <a:pt x="928686" y="389323"/>
                    <a:pt x="923150" y="389323"/>
                  </a:cubicBezTo>
                  <a:cubicBezTo>
                    <a:pt x="917613" y="389323"/>
                    <a:pt x="913461" y="396243"/>
                    <a:pt x="909308" y="401780"/>
                  </a:cubicBezTo>
                  <a:cubicBezTo>
                    <a:pt x="894083" y="364408"/>
                    <a:pt x="855326" y="282743"/>
                    <a:pt x="772277" y="191389"/>
                  </a:cubicBezTo>
                  <a:cubicBezTo>
                    <a:pt x="780582" y="183084"/>
                    <a:pt x="773661" y="160937"/>
                    <a:pt x="755667" y="141559"/>
                  </a:cubicBezTo>
                  <a:cubicBezTo>
                    <a:pt x="737673" y="120797"/>
                    <a:pt x="716911" y="109724"/>
                    <a:pt x="707222" y="118029"/>
                  </a:cubicBezTo>
                  <a:cubicBezTo>
                    <a:pt x="697533" y="124949"/>
                    <a:pt x="704454" y="148480"/>
                    <a:pt x="722448" y="169242"/>
                  </a:cubicBezTo>
                  <a:cubicBezTo>
                    <a:pt x="740442" y="190004"/>
                    <a:pt x="761204" y="201078"/>
                    <a:pt x="770893" y="192773"/>
                  </a:cubicBezTo>
                  <a:lnTo>
                    <a:pt x="905156" y="407317"/>
                  </a:lnTo>
                  <a:cubicBezTo>
                    <a:pt x="899619" y="417006"/>
                    <a:pt x="895467" y="433615"/>
                    <a:pt x="895467" y="450225"/>
                  </a:cubicBezTo>
                  <a:cubicBezTo>
                    <a:pt x="895467" y="473756"/>
                    <a:pt x="902388" y="494518"/>
                    <a:pt x="912077" y="502823"/>
                  </a:cubicBezTo>
                  <a:cubicBezTo>
                    <a:pt x="905156" y="511128"/>
                    <a:pt x="898235" y="527738"/>
                    <a:pt x="894083" y="551268"/>
                  </a:cubicBezTo>
                  <a:cubicBezTo>
                    <a:pt x="841485" y="440536"/>
                    <a:pt x="690612" y="172011"/>
                    <a:pt x="423471" y="69583"/>
                  </a:cubicBezTo>
                  <a:cubicBezTo>
                    <a:pt x="82969" y="-63296"/>
                    <a:pt x="-1464" y="16985"/>
                    <a:pt x="1304" y="141559"/>
                  </a:cubicBezTo>
                  <a:cubicBezTo>
                    <a:pt x="2688" y="267517"/>
                    <a:pt x="-13922" y="372713"/>
                    <a:pt x="41444" y="382402"/>
                  </a:cubicBezTo>
                  <a:cubicBezTo>
                    <a:pt x="41444" y="382402"/>
                    <a:pt x="-7001" y="465451"/>
                    <a:pt x="71896" y="497286"/>
                  </a:cubicBezTo>
                  <a:cubicBezTo>
                    <a:pt x="71896" y="497286"/>
                    <a:pt x="27603" y="583104"/>
                    <a:pt x="113420" y="577567"/>
                  </a:cubicBezTo>
                  <a:cubicBezTo>
                    <a:pt x="113420" y="577567"/>
                    <a:pt x="98195" y="635702"/>
                    <a:pt x="164634" y="626013"/>
                  </a:cubicBezTo>
                  <a:cubicBezTo>
                    <a:pt x="164634" y="626013"/>
                    <a:pt x="175707" y="691068"/>
                    <a:pt x="257372" y="664769"/>
                  </a:cubicBezTo>
                  <a:cubicBezTo>
                    <a:pt x="257372" y="664769"/>
                    <a:pt x="262909" y="706294"/>
                    <a:pt x="311354" y="688300"/>
                  </a:cubicBezTo>
                  <a:cubicBezTo>
                    <a:pt x="314123" y="686915"/>
                    <a:pt x="316891" y="686915"/>
                    <a:pt x="321043" y="686915"/>
                  </a:cubicBezTo>
                  <a:cubicBezTo>
                    <a:pt x="278135" y="706294"/>
                    <a:pt x="229689" y="732593"/>
                    <a:pt x="195085" y="767196"/>
                  </a:cubicBezTo>
                  <a:cubicBezTo>
                    <a:pt x="117573" y="843325"/>
                    <a:pt x="125878" y="882081"/>
                    <a:pt x="148024" y="893154"/>
                  </a:cubicBezTo>
                  <a:cubicBezTo>
                    <a:pt x="148024" y="893154"/>
                    <a:pt x="82969" y="956825"/>
                    <a:pt x="159097" y="980356"/>
                  </a:cubicBezTo>
                  <a:cubicBezTo>
                    <a:pt x="159097" y="980356"/>
                    <a:pt x="102347" y="1113235"/>
                    <a:pt x="206159" y="1103545"/>
                  </a:cubicBezTo>
                  <a:cubicBezTo>
                    <a:pt x="206159" y="1103545"/>
                    <a:pt x="175707" y="1265491"/>
                    <a:pt x="305818" y="1247497"/>
                  </a:cubicBezTo>
                  <a:cubicBezTo>
                    <a:pt x="305818" y="1247497"/>
                    <a:pt x="296129" y="1380376"/>
                    <a:pt x="441465" y="1354077"/>
                  </a:cubicBezTo>
                  <a:cubicBezTo>
                    <a:pt x="441465" y="1354077"/>
                    <a:pt x="437312" y="1399754"/>
                    <a:pt x="561886" y="1383144"/>
                  </a:cubicBezTo>
                  <a:cubicBezTo>
                    <a:pt x="671234" y="1369303"/>
                    <a:pt x="863631" y="1261339"/>
                    <a:pt x="907924" y="889002"/>
                  </a:cubicBezTo>
                  <a:cubicBezTo>
                    <a:pt x="907924" y="890386"/>
                    <a:pt x="909308" y="891770"/>
                    <a:pt x="909308" y="891770"/>
                  </a:cubicBezTo>
                  <a:cubicBezTo>
                    <a:pt x="907924" y="909764"/>
                    <a:pt x="906540" y="931911"/>
                    <a:pt x="906540" y="955441"/>
                  </a:cubicBezTo>
                  <a:cubicBezTo>
                    <a:pt x="906540" y="1024649"/>
                    <a:pt x="914845" y="1081399"/>
                    <a:pt x="923150" y="1081399"/>
                  </a:cubicBezTo>
                  <a:cubicBezTo>
                    <a:pt x="932839" y="1081399"/>
                    <a:pt x="939760" y="1024649"/>
                    <a:pt x="939760" y="955441"/>
                  </a:cubicBezTo>
                  <a:cubicBezTo>
                    <a:pt x="939760" y="931911"/>
                    <a:pt x="938376" y="911148"/>
                    <a:pt x="936991" y="891770"/>
                  </a:cubicBezTo>
                  <a:cubicBezTo>
                    <a:pt x="936991" y="890386"/>
                    <a:pt x="938376" y="889002"/>
                    <a:pt x="938376" y="889002"/>
                  </a:cubicBezTo>
                  <a:cubicBezTo>
                    <a:pt x="984053" y="1259955"/>
                    <a:pt x="1176450" y="1366535"/>
                    <a:pt x="1285798" y="1380376"/>
                  </a:cubicBezTo>
                  <a:cubicBezTo>
                    <a:pt x="1408988" y="1396986"/>
                    <a:pt x="1406219" y="1351309"/>
                    <a:pt x="1406219" y="1351309"/>
                  </a:cubicBezTo>
                  <a:cubicBezTo>
                    <a:pt x="1551555" y="1376224"/>
                    <a:pt x="1541866" y="1244729"/>
                    <a:pt x="1541866" y="1244729"/>
                  </a:cubicBezTo>
                  <a:cubicBezTo>
                    <a:pt x="1673361" y="1262723"/>
                    <a:pt x="1641525" y="1100777"/>
                    <a:pt x="1641525" y="1100777"/>
                  </a:cubicBezTo>
                  <a:cubicBezTo>
                    <a:pt x="1745337" y="1110466"/>
                    <a:pt x="1688587" y="977588"/>
                    <a:pt x="1688587" y="977588"/>
                  </a:cubicBezTo>
                  <a:cubicBezTo>
                    <a:pt x="1764715" y="954057"/>
                    <a:pt x="1699660" y="890386"/>
                    <a:pt x="1699660" y="890386"/>
                  </a:cubicBezTo>
                  <a:cubicBezTo>
                    <a:pt x="1721806" y="879313"/>
                    <a:pt x="1730111" y="841941"/>
                    <a:pt x="1652599" y="764428"/>
                  </a:cubicBezTo>
                  <a:cubicBezTo>
                    <a:pt x="1616611" y="729824"/>
                    <a:pt x="1568165" y="703525"/>
                    <a:pt x="1526641" y="684147"/>
                  </a:cubicBezTo>
                  <a:cubicBezTo>
                    <a:pt x="1530793" y="684147"/>
                    <a:pt x="1533561" y="685531"/>
                    <a:pt x="1536330" y="685531"/>
                  </a:cubicBezTo>
                  <a:cubicBezTo>
                    <a:pt x="1584775" y="703525"/>
                    <a:pt x="1590312" y="662001"/>
                    <a:pt x="1590312" y="662001"/>
                  </a:cubicBezTo>
                  <a:cubicBezTo>
                    <a:pt x="1671977" y="689684"/>
                    <a:pt x="1683050" y="623244"/>
                    <a:pt x="1683050" y="623244"/>
                  </a:cubicBezTo>
                  <a:cubicBezTo>
                    <a:pt x="1748105" y="632933"/>
                    <a:pt x="1734264" y="574799"/>
                    <a:pt x="1734264" y="574799"/>
                  </a:cubicBezTo>
                  <a:cubicBezTo>
                    <a:pt x="1820081" y="580336"/>
                    <a:pt x="1775788" y="494518"/>
                    <a:pt x="1775788" y="494518"/>
                  </a:cubicBezTo>
                  <a:cubicBezTo>
                    <a:pt x="1856069" y="464067"/>
                    <a:pt x="1806240" y="379633"/>
                    <a:pt x="1806240" y="379633"/>
                  </a:cubicBezTo>
                  <a:cubicBezTo>
                    <a:pt x="1861606" y="372713"/>
                    <a:pt x="1846380" y="267517"/>
                    <a:pt x="1847764" y="141559"/>
                  </a:cubicBezTo>
                  <a:close/>
                </a:path>
              </a:pathLst>
            </a:custGeom>
            <a:solidFill>
              <a:schemeClr val="bg1">
                <a:alpha val="50000"/>
              </a:schemeClr>
            </a:solidFill>
            <a:ln cap="flat">
              <a:noFill/>
              <a:prstDash val="solid"/>
              <a:miter lim="800000"/>
            </a:ln>
          </p:spPr>
          <p:txBody>
            <a:bodyPr vert="horz" anchor="ctr" tIns="45720" lIns="91440" bIns="45720" rIns="91440"/>
            <a:p>
              <a:pPr algn="l" marL="0"/>
            </a:p>
          </p:txBody>
        </p:sp>
        <p:sp>
          <p:nvSpPr>
            <p:cNvPr name="Freeform 63" id="63"/>
            <p:cNvSpPr/>
            <p:nvPr/>
          </p:nvSpPr>
          <p:spPr>
            <a:xfrm>
              <a:off x="10506028" y="5542976"/>
              <a:ext cx="1366888" cy="1228515"/>
            </a:xfrm>
            <a:custGeom>
              <a:avLst/>
              <a:gdLst/>
              <a:ahLst/>
              <a:cxnLst/>
              <a:rect r="r" b="b" t="t" l="l"/>
              <a:pathLst>
                <a:path w="1059079" h="951867" stroke="true" fill="norm" extrusionOk="true">
                  <a:moveTo>
                    <a:pt x="1058756" y="575993"/>
                  </a:moveTo>
                  <a:cubicBezTo>
                    <a:pt x="1053993" y="423593"/>
                    <a:pt x="943503" y="438833"/>
                    <a:pt x="943503" y="438833"/>
                  </a:cubicBezTo>
                  <a:cubicBezTo>
                    <a:pt x="976841" y="400733"/>
                    <a:pt x="982556" y="367396"/>
                    <a:pt x="943503" y="249286"/>
                  </a:cubicBezTo>
                  <a:cubicBezTo>
                    <a:pt x="904451" y="131176"/>
                    <a:pt x="943503" y="63548"/>
                    <a:pt x="895878" y="15923"/>
                  </a:cubicBezTo>
                  <a:cubicBezTo>
                    <a:pt x="848253" y="-31702"/>
                    <a:pt x="762528" y="21638"/>
                    <a:pt x="680613" y="255953"/>
                  </a:cubicBezTo>
                  <a:cubicBezTo>
                    <a:pt x="607271" y="463598"/>
                    <a:pt x="615843" y="615046"/>
                    <a:pt x="617748" y="646478"/>
                  </a:cubicBezTo>
                  <a:cubicBezTo>
                    <a:pt x="612986" y="644573"/>
                    <a:pt x="608223" y="643621"/>
                    <a:pt x="605366" y="643621"/>
                  </a:cubicBezTo>
                  <a:cubicBezTo>
                    <a:pt x="608223" y="639811"/>
                    <a:pt x="609176" y="635048"/>
                    <a:pt x="609176" y="629333"/>
                  </a:cubicBezTo>
                  <a:cubicBezTo>
                    <a:pt x="609176" y="614093"/>
                    <a:pt x="596793" y="602663"/>
                    <a:pt x="582506" y="602663"/>
                  </a:cubicBezTo>
                  <a:cubicBezTo>
                    <a:pt x="581553" y="602663"/>
                    <a:pt x="580601" y="602663"/>
                    <a:pt x="579648" y="602663"/>
                  </a:cubicBezTo>
                  <a:lnTo>
                    <a:pt x="566313" y="552181"/>
                  </a:lnTo>
                  <a:cubicBezTo>
                    <a:pt x="569171" y="575041"/>
                    <a:pt x="573933" y="591233"/>
                    <a:pt x="576791" y="601711"/>
                  </a:cubicBezTo>
                  <a:cubicBezTo>
                    <a:pt x="570123" y="602663"/>
                    <a:pt x="564408" y="606473"/>
                    <a:pt x="560598" y="611236"/>
                  </a:cubicBezTo>
                  <a:cubicBezTo>
                    <a:pt x="553931" y="603616"/>
                    <a:pt x="541548" y="593138"/>
                    <a:pt x="521546" y="583613"/>
                  </a:cubicBezTo>
                  <a:lnTo>
                    <a:pt x="558693" y="613141"/>
                  </a:lnTo>
                  <a:cubicBezTo>
                    <a:pt x="555836" y="616951"/>
                    <a:pt x="553931" y="622666"/>
                    <a:pt x="553931" y="628381"/>
                  </a:cubicBezTo>
                  <a:cubicBezTo>
                    <a:pt x="553931" y="643621"/>
                    <a:pt x="566313" y="655051"/>
                    <a:pt x="580601" y="655051"/>
                  </a:cubicBezTo>
                  <a:cubicBezTo>
                    <a:pt x="582506" y="655051"/>
                    <a:pt x="584411" y="655051"/>
                    <a:pt x="586316" y="654098"/>
                  </a:cubicBezTo>
                  <a:cubicBezTo>
                    <a:pt x="584411" y="657908"/>
                    <a:pt x="582506" y="661718"/>
                    <a:pt x="582506" y="667433"/>
                  </a:cubicBezTo>
                  <a:cubicBezTo>
                    <a:pt x="523451" y="620761"/>
                    <a:pt x="138641" y="328343"/>
                    <a:pt x="9101" y="360728"/>
                  </a:cubicBezTo>
                  <a:cubicBezTo>
                    <a:pt x="-10902" y="365491"/>
                    <a:pt x="-6139" y="407401"/>
                    <a:pt x="109113" y="483601"/>
                  </a:cubicBezTo>
                  <a:cubicBezTo>
                    <a:pt x="151023" y="511223"/>
                    <a:pt x="257703" y="687436"/>
                    <a:pt x="360573" y="690293"/>
                  </a:cubicBezTo>
                  <a:cubicBezTo>
                    <a:pt x="360573" y="690293"/>
                    <a:pt x="305328" y="708391"/>
                    <a:pt x="390101" y="792211"/>
                  </a:cubicBezTo>
                  <a:cubicBezTo>
                    <a:pt x="476778" y="876031"/>
                    <a:pt x="624416" y="971281"/>
                    <a:pt x="668231" y="948421"/>
                  </a:cubicBezTo>
                  <a:cubicBezTo>
                    <a:pt x="708236" y="927466"/>
                    <a:pt x="704426" y="815071"/>
                    <a:pt x="657753" y="751253"/>
                  </a:cubicBezTo>
                  <a:cubicBezTo>
                    <a:pt x="704426" y="790306"/>
                    <a:pt x="719666" y="814118"/>
                    <a:pt x="741573" y="843646"/>
                  </a:cubicBezTo>
                  <a:cubicBezTo>
                    <a:pt x="766338" y="876983"/>
                    <a:pt x="781578" y="872221"/>
                    <a:pt x="772053" y="838883"/>
                  </a:cubicBezTo>
                  <a:cubicBezTo>
                    <a:pt x="767291" y="821738"/>
                    <a:pt x="753956" y="800783"/>
                    <a:pt x="737763" y="778876"/>
                  </a:cubicBezTo>
                  <a:cubicBezTo>
                    <a:pt x="778721" y="802688"/>
                    <a:pt x="834918" y="824596"/>
                    <a:pt x="900641" y="824596"/>
                  </a:cubicBezTo>
                  <a:cubicBezTo>
                    <a:pt x="1015893" y="824596"/>
                    <a:pt x="1063518" y="728393"/>
                    <a:pt x="1058756" y="575993"/>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AutoShape 64" id="64"/>
          <p:cNvSpPr/>
          <p:nvPr>
            <p:ph type="title"/>
          </p:nvPr>
        </p:nvSpPr>
        <p:spPr>
          <a:xfrm>
            <a:off x="5570553" y="1626656"/>
            <a:ext cx="5948348" cy="2002694"/>
          </a:xfrm>
          <a:prstGeom prst="rect">
            <a:avLst/>
          </a:prstGeom>
        </p:spPr>
        <p:txBody>
          <a:bodyPr vert="horz" anchor="b" wrap="square" tIns="45720" lIns="91440" bIns="45720" rIns="91440">
            <a:normAutofit/>
          </a:bodyPr>
          <a:p>
            <a:pPr algn="r">
              <a:lnSpc>
                <a:spcPct val="100000"/>
              </a:lnSpc>
              <a:spcBef>
                <a:spcPct val="0"/>
              </a:spcBef>
              <a:buNone/>
            </a:pPr>
            <a:r>
              <a:rPr lang="en-US" b="true" i="false" sz="6000" baseline="0" u="none">
                <a:solidFill>
                  <a:schemeClr val="tx1"/>
                </a:solidFill>
                <a:latin typeface="Arial"/>
                <a:ea typeface="Arial"/>
              </a:rPr>
              <a:t>Click to add title</a:t>
            </a: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 Id="rId3" Target="../media/image1.png" Type="http://schemas.openxmlformats.org/officeDocument/2006/relationships/image"/><Relationship Id="rId4" Target="../slideLayouts/slideLayout2.xml" Type="http://schemas.openxmlformats.org/officeDocument/2006/relationships/slideLayout"/><Relationship Id="rId5" Target="../slideLayouts/slideLayout3.xml" Type="http://schemas.openxmlformats.org/officeDocument/2006/relationships/slideLayout"/><Relationship Id="rId6" Target="../slideLayouts/slideLayout4.xml" Type="http://schemas.openxmlformats.org/officeDocument/2006/relationships/slideLayout"/><Relationship Id="rId7" Target="../slideLayouts/slideLayout5.xml" Type="http://schemas.openxmlformats.org/officeDocument/2006/relationships/slideLayout"/><Relationship Id="rId8" Target="../slideLayouts/slideLayout6.xml" Type="http://schemas.openxmlformats.org/officeDocument/2006/relationships/slideLayout"/><Relationship Id="rId9" Target="../slideLayouts/slideLayout7.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Freeform 2" id="2"/>
          <p:cNvSpPr/>
          <p:nvPr/>
        </p:nvSpPr>
        <p:spPr>
          <a:xfrm flipH="true">
            <a:off x="0" y="6365536"/>
            <a:ext cx="12192000" cy="492464"/>
          </a:xfrm>
          <a:custGeom>
            <a:avLst/>
            <a:gdLst/>
            <a:ahLst/>
            <a:cxnLst/>
            <a:rect r="r" b="b" t="t" l="l"/>
            <a:pathLst>
              <a:path w="12192000" h="492464" stroke="true" fill="norm" extrusionOk="true">
                <a:moveTo>
                  <a:pt x="12192000" y="0"/>
                </a:moveTo>
                <a:lnTo>
                  <a:pt x="12192000" y="492464"/>
                </a:lnTo>
                <a:lnTo>
                  <a:pt x="0" y="492464"/>
                </a:lnTo>
                <a:lnTo>
                  <a:pt x="0" y="403267"/>
                </a:lnTo>
                <a:lnTo>
                  <a:pt x="216981" y="301394"/>
                </a:lnTo>
                <a:lnTo>
                  <a:pt x="370386" y="291060"/>
                </a:lnTo>
                <a:lnTo>
                  <a:pt x="370334" y="291175"/>
                </a:lnTo>
                <a:cubicBezTo>
                  <a:pt x="386138" y="287860"/>
                  <a:pt x="408791" y="286490"/>
                  <a:pt x="427971" y="286876"/>
                </a:cubicBezTo>
                <a:cubicBezTo>
                  <a:pt x="454206" y="287404"/>
                  <a:pt x="481154" y="292752"/>
                  <a:pt x="491910" y="297621"/>
                </a:cubicBezTo>
                <a:cubicBezTo>
                  <a:pt x="510542" y="295358"/>
                  <a:pt x="526021" y="289118"/>
                  <a:pt x="543079" y="284179"/>
                </a:cubicBezTo>
                <a:cubicBezTo>
                  <a:pt x="545526" y="283471"/>
                  <a:pt x="547317" y="279220"/>
                  <a:pt x="549490" y="278786"/>
                </a:cubicBezTo>
                <a:cubicBezTo>
                  <a:pt x="554543" y="277778"/>
                  <a:pt x="563776" y="279950"/>
                  <a:pt x="568664" y="278786"/>
                </a:cubicBezTo>
                <a:cubicBezTo>
                  <a:pt x="572308" y="277893"/>
                  <a:pt x="571977" y="274372"/>
                  <a:pt x="575074" y="273391"/>
                </a:cubicBezTo>
                <a:cubicBezTo>
                  <a:pt x="577304" y="272659"/>
                  <a:pt x="586104" y="274281"/>
                  <a:pt x="587844" y="273391"/>
                </a:cubicBezTo>
                <a:cubicBezTo>
                  <a:pt x="592132" y="271195"/>
                  <a:pt x="592731" y="271516"/>
                  <a:pt x="600664" y="270693"/>
                </a:cubicBezTo>
                <a:cubicBezTo>
                  <a:pt x="606476" y="270076"/>
                  <a:pt x="615328" y="269709"/>
                  <a:pt x="632602" y="267996"/>
                </a:cubicBezTo>
                <a:cubicBezTo>
                  <a:pt x="658569" y="265435"/>
                  <a:pt x="704857" y="264156"/>
                  <a:pt x="741306" y="267996"/>
                </a:cubicBezTo>
                <a:cubicBezTo>
                  <a:pt x="746194" y="268521"/>
                  <a:pt x="746410" y="270556"/>
                  <a:pt x="747716" y="270693"/>
                </a:cubicBezTo>
                <a:cubicBezTo>
                  <a:pt x="765368" y="272589"/>
                  <a:pt x="779820" y="271104"/>
                  <a:pt x="792475" y="273391"/>
                </a:cubicBezTo>
                <a:cubicBezTo>
                  <a:pt x="795355" y="273916"/>
                  <a:pt x="792042" y="275928"/>
                  <a:pt x="798886" y="276088"/>
                </a:cubicBezTo>
                <a:cubicBezTo>
                  <a:pt x="797368" y="276043"/>
                  <a:pt x="818225" y="278877"/>
                  <a:pt x="818065" y="278786"/>
                </a:cubicBezTo>
                <a:cubicBezTo>
                  <a:pt x="819474" y="279631"/>
                  <a:pt x="816161" y="283653"/>
                  <a:pt x="818065" y="284179"/>
                </a:cubicBezTo>
                <a:cubicBezTo>
                  <a:pt x="826540" y="286466"/>
                  <a:pt x="836532" y="284752"/>
                  <a:pt x="843650" y="286876"/>
                </a:cubicBezTo>
                <a:cubicBezTo>
                  <a:pt x="845931" y="287541"/>
                  <a:pt x="848047" y="291883"/>
                  <a:pt x="850060" y="292250"/>
                </a:cubicBezTo>
                <a:cubicBezTo>
                  <a:pt x="851309" y="292502"/>
                  <a:pt x="852616" y="292660"/>
                  <a:pt x="853865" y="292843"/>
                </a:cubicBezTo>
                <a:cubicBezTo>
                  <a:pt x="853916" y="293164"/>
                  <a:pt x="853756" y="293484"/>
                  <a:pt x="853973" y="293827"/>
                </a:cubicBezTo>
                <a:cubicBezTo>
                  <a:pt x="1853518" y="130653"/>
                  <a:pt x="2508652" y="271766"/>
                  <a:pt x="2508652" y="271766"/>
                </a:cubicBezTo>
                <a:lnTo>
                  <a:pt x="2744851" y="222069"/>
                </a:lnTo>
                <a:cubicBezTo>
                  <a:pt x="2748381" y="221179"/>
                  <a:pt x="2752345" y="220377"/>
                  <a:pt x="2756639" y="219600"/>
                </a:cubicBezTo>
                <a:lnTo>
                  <a:pt x="2757888" y="219350"/>
                </a:lnTo>
                <a:lnTo>
                  <a:pt x="2757888" y="219396"/>
                </a:lnTo>
                <a:cubicBezTo>
                  <a:pt x="2763808" y="218366"/>
                  <a:pt x="2769894" y="217473"/>
                  <a:pt x="2774781" y="216926"/>
                </a:cubicBezTo>
                <a:cubicBezTo>
                  <a:pt x="2776903" y="216652"/>
                  <a:pt x="2786245" y="217588"/>
                  <a:pt x="2787551" y="216926"/>
                </a:cubicBezTo>
                <a:cubicBezTo>
                  <a:pt x="2808516" y="206136"/>
                  <a:pt x="2970510" y="211303"/>
                  <a:pt x="3004951" y="214228"/>
                </a:cubicBezTo>
                <a:cubicBezTo>
                  <a:pt x="3005927" y="214320"/>
                  <a:pt x="3006035" y="216789"/>
                  <a:pt x="3011362" y="216926"/>
                </a:cubicBezTo>
                <a:cubicBezTo>
                  <a:pt x="3030970" y="217336"/>
                  <a:pt x="3034283" y="217771"/>
                  <a:pt x="3056121" y="219624"/>
                </a:cubicBezTo>
                <a:cubicBezTo>
                  <a:pt x="3058134" y="219784"/>
                  <a:pt x="3067693" y="219007"/>
                  <a:pt x="3068890" y="219624"/>
                </a:cubicBezTo>
                <a:cubicBezTo>
                  <a:pt x="3069324" y="219830"/>
                  <a:pt x="3068400" y="222252"/>
                  <a:pt x="3068890" y="222297"/>
                </a:cubicBezTo>
                <a:cubicBezTo>
                  <a:pt x="3079698" y="223394"/>
                  <a:pt x="3091430" y="223761"/>
                  <a:pt x="3100886" y="224995"/>
                </a:cubicBezTo>
                <a:cubicBezTo>
                  <a:pt x="3104684" y="225499"/>
                  <a:pt x="3128586" y="225520"/>
                  <a:pt x="3132824" y="227692"/>
                </a:cubicBezTo>
                <a:cubicBezTo>
                  <a:pt x="3138909" y="230824"/>
                  <a:pt x="3142331" y="228470"/>
                  <a:pt x="3152003" y="230390"/>
                </a:cubicBezTo>
                <a:cubicBezTo>
                  <a:pt x="3154884" y="230961"/>
                  <a:pt x="3156076" y="235351"/>
                  <a:pt x="3158414" y="235785"/>
                </a:cubicBezTo>
                <a:cubicBezTo>
                  <a:pt x="3160746" y="236220"/>
                  <a:pt x="3169712" y="235008"/>
                  <a:pt x="3171235" y="235785"/>
                </a:cubicBezTo>
                <a:cubicBezTo>
                  <a:pt x="3171828" y="236104"/>
                  <a:pt x="3170419" y="238300"/>
                  <a:pt x="3171235" y="238483"/>
                </a:cubicBezTo>
                <a:cubicBezTo>
                  <a:pt x="3173516" y="238939"/>
                  <a:pt x="3182476" y="237684"/>
                  <a:pt x="3183998" y="238483"/>
                </a:cubicBezTo>
                <a:cubicBezTo>
                  <a:pt x="3191384" y="242256"/>
                  <a:pt x="3223653" y="245272"/>
                  <a:pt x="3235173" y="249228"/>
                </a:cubicBezTo>
                <a:cubicBezTo>
                  <a:pt x="3240278" y="251011"/>
                  <a:pt x="3241635" y="252861"/>
                  <a:pt x="3247937" y="254623"/>
                </a:cubicBezTo>
                <a:cubicBezTo>
                  <a:pt x="3263638" y="259010"/>
                  <a:pt x="3282162" y="262233"/>
                  <a:pt x="3299112" y="268063"/>
                </a:cubicBezTo>
                <a:cubicBezTo>
                  <a:pt x="3310952" y="272133"/>
                  <a:pt x="3328119" y="276043"/>
                  <a:pt x="3343871" y="281529"/>
                </a:cubicBezTo>
                <a:cubicBezTo>
                  <a:pt x="3373533" y="291883"/>
                  <a:pt x="3399551" y="301804"/>
                  <a:pt x="3426984" y="313807"/>
                </a:cubicBezTo>
                <a:cubicBezTo>
                  <a:pt x="3435242" y="317419"/>
                  <a:pt x="3440786" y="323544"/>
                  <a:pt x="3452574" y="324573"/>
                </a:cubicBezTo>
                <a:cubicBezTo>
                  <a:pt x="3496358" y="323361"/>
                  <a:pt x="3528843" y="313968"/>
                  <a:pt x="3593267" y="316480"/>
                </a:cubicBezTo>
                <a:cubicBezTo>
                  <a:pt x="3613314" y="317282"/>
                  <a:pt x="3626517" y="321441"/>
                  <a:pt x="3650795" y="321876"/>
                </a:cubicBezTo>
                <a:cubicBezTo>
                  <a:pt x="3678393" y="322380"/>
                  <a:pt x="3705883" y="328848"/>
                  <a:pt x="3733914" y="332620"/>
                </a:cubicBezTo>
                <a:cubicBezTo>
                  <a:pt x="3757867" y="335865"/>
                  <a:pt x="3784159" y="337375"/>
                  <a:pt x="3804257" y="340713"/>
                </a:cubicBezTo>
                <a:cubicBezTo>
                  <a:pt x="3811865" y="341992"/>
                  <a:pt x="3811700" y="344529"/>
                  <a:pt x="3817027" y="346108"/>
                </a:cubicBezTo>
                <a:cubicBezTo>
                  <a:pt x="3819308" y="346792"/>
                  <a:pt x="3828108" y="345240"/>
                  <a:pt x="3829791" y="346108"/>
                </a:cubicBezTo>
                <a:cubicBezTo>
                  <a:pt x="3830389" y="346428"/>
                  <a:pt x="3829032" y="348645"/>
                  <a:pt x="3829791" y="348806"/>
                </a:cubicBezTo>
                <a:cubicBezTo>
                  <a:pt x="3842343" y="351160"/>
                  <a:pt x="3856681" y="349994"/>
                  <a:pt x="3861786" y="351504"/>
                </a:cubicBezTo>
                <a:cubicBezTo>
                  <a:pt x="3864341" y="352257"/>
                  <a:pt x="3875040" y="357081"/>
                  <a:pt x="3880965" y="359572"/>
                </a:cubicBezTo>
                <a:cubicBezTo>
                  <a:pt x="3887593" y="362361"/>
                  <a:pt x="3896336" y="365654"/>
                  <a:pt x="3900140" y="367641"/>
                </a:cubicBezTo>
                <a:cubicBezTo>
                  <a:pt x="3901931" y="368580"/>
                  <a:pt x="3897967" y="372283"/>
                  <a:pt x="3900140" y="373036"/>
                </a:cubicBezTo>
                <a:cubicBezTo>
                  <a:pt x="3900847" y="373264"/>
                  <a:pt x="3906117" y="372693"/>
                  <a:pt x="3906499" y="373036"/>
                </a:cubicBezTo>
                <a:cubicBezTo>
                  <a:pt x="3907582" y="373996"/>
                  <a:pt x="3904651" y="377769"/>
                  <a:pt x="3906499" y="378410"/>
                </a:cubicBezTo>
                <a:cubicBezTo>
                  <a:pt x="3908831" y="379231"/>
                  <a:pt x="3924099" y="380191"/>
                  <a:pt x="3925673" y="381105"/>
                </a:cubicBezTo>
                <a:lnTo>
                  <a:pt x="3952889" y="387278"/>
                </a:lnTo>
                <a:cubicBezTo>
                  <a:pt x="3954463" y="381837"/>
                  <a:pt x="3958427" y="377448"/>
                  <a:pt x="3970432" y="373060"/>
                </a:cubicBezTo>
                <a:cubicBezTo>
                  <a:pt x="3974726" y="371460"/>
                  <a:pt x="3981028" y="370202"/>
                  <a:pt x="3983201" y="367665"/>
                </a:cubicBezTo>
                <a:cubicBezTo>
                  <a:pt x="3968915" y="365700"/>
                  <a:pt x="3997322" y="359572"/>
                  <a:pt x="3996022" y="354223"/>
                </a:cubicBezTo>
                <a:cubicBezTo>
                  <a:pt x="4013023" y="356510"/>
                  <a:pt x="4007429" y="349125"/>
                  <a:pt x="4021607" y="348828"/>
                </a:cubicBezTo>
                <a:cubicBezTo>
                  <a:pt x="4027150" y="348691"/>
                  <a:pt x="4047573" y="343639"/>
                  <a:pt x="4047191" y="343432"/>
                </a:cubicBezTo>
                <a:cubicBezTo>
                  <a:pt x="4061643" y="351000"/>
                  <a:pt x="4052301" y="341032"/>
                  <a:pt x="4066371" y="340735"/>
                </a:cubicBezTo>
                <a:cubicBezTo>
                  <a:pt x="4065932" y="340759"/>
                  <a:pt x="4104668" y="332004"/>
                  <a:pt x="4111130" y="335340"/>
                </a:cubicBezTo>
                <a:cubicBezTo>
                  <a:pt x="4111512" y="335546"/>
                  <a:pt x="4110748" y="338016"/>
                  <a:pt x="4111130" y="338037"/>
                </a:cubicBezTo>
                <a:cubicBezTo>
                  <a:pt x="4118521" y="338541"/>
                  <a:pt x="4123301" y="335318"/>
                  <a:pt x="4123899" y="335340"/>
                </a:cubicBezTo>
                <a:cubicBezTo>
                  <a:pt x="4135357" y="336117"/>
                  <a:pt x="4150733" y="339091"/>
                  <a:pt x="4162248" y="340735"/>
                </a:cubicBezTo>
                <a:cubicBezTo>
                  <a:pt x="4173603" y="342360"/>
                  <a:pt x="4184468" y="343296"/>
                  <a:pt x="4194243" y="346130"/>
                </a:cubicBezTo>
                <a:cubicBezTo>
                  <a:pt x="4213640" y="341215"/>
                  <a:pt x="4217278" y="329923"/>
                  <a:pt x="4232597" y="321921"/>
                </a:cubicBezTo>
                <a:cubicBezTo>
                  <a:pt x="4235637" y="320344"/>
                  <a:pt x="4245908" y="316322"/>
                  <a:pt x="4251771" y="313852"/>
                </a:cubicBezTo>
                <a:cubicBezTo>
                  <a:pt x="4256340" y="311932"/>
                  <a:pt x="4279318" y="300662"/>
                  <a:pt x="4290125" y="300410"/>
                </a:cubicBezTo>
                <a:cubicBezTo>
                  <a:pt x="4297078" y="300273"/>
                  <a:pt x="4307400" y="293736"/>
                  <a:pt x="4315711" y="292341"/>
                </a:cubicBezTo>
                <a:cubicBezTo>
                  <a:pt x="4317991" y="291974"/>
                  <a:pt x="4327014" y="293095"/>
                  <a:pt x="4328479" y="292341"/>
                </a:cubicBezTo>
                <a:cubicBezTo>
                  <a:pt x="4334234" y="289370"/>
                  <a:pt x="4339561" y="290421"/>
                  <a:pt x="4360418" y="289644"/>
                </a:cubicBezTo>
                <a:cubicBezTo>
                  <a:pt x="4373347" y="289164"/>
                  <a:pt x="4377424" y="287220"/>
                  <a:pt x="4386008" y="286968"/>
                </a:cubicBezTo>
                <a:cubicBezTo>
                  <a:pt x="4399696" y="286536"/>
                  <a:pt x="4402844" y="289826"/>
                  <a:pt x="4411592" y="289644"/>
                </a:cubicBezTo>
                <a:cubicBezTo>
                  <a:pt x="4408986" y="289713"/>
                  <a:pt x="4416263" y="287152"/>
                  <a:pt x="4418003" y="286968"/>
                </a:cubicBezTo>
                <a:cubicBezTo>
                  <a:pt x="4434080" y="285254"/>
                  <a:pt x="4459124" y="288204"/>
                  <a:pt x="4481833" y="291381"/>
                </a:cubicBezTo>
                <a:cubicBezTo>
                  <a:pt x="4481885" y="291952"/>
                  <a:pt x="4482318" y="292502"/>
                  <a:pt x="4482427" y="293073"/>
                </a:cubicBezTo>
                <a:cubicBezTo>
                  <a:pt x="5644131" y="51945"/>
                  <a:pt x="6729014" y="385610"/>
                  <a:pt x="6729014" y="385610"/>
                </a:cubicBezTo>
                <a:lnTo>
                  <a:pt x="6729071" y="385632"/>
                </a:lnTo>
                <a:cubicBezTo>
                  <a:pt x="6730211" y="366499"/>
                  <a:pt x="6796922" y="361240"/>
                  <a:pt x="6841413" y="356896"/>
                </a:cubicBezTo>
                <a:cubicBezTo>
                  <a:pt x="6850213" y="353424"/>
                  <a:pt x="6847766" y="345216"/>
                  <a:pt x="6847823" y="338061"/>
                </a:cubicBezTo>
                <a:cubicBezTo>
                  <a:pt x="6863085" y="331478"/>
                  <a:pt x="6870419" y="325375"/>
                  <a:pt x="6879818" y="316526"/>
                </a:cubicBezTo>
                <a:cubicBezTo>
                  <a:pt x="6882151" y="314287"/>
                  <a:pt x="6877320" y="310651"/>
                  <a:pt x="6879818" y="308457"/>
                </a:cubicBezTo>
                <a:cubicBezTo>
                  <a:pt x="6881119" y="307269"/>
                  <a:pt x="6891658" y="306698"/>
                  <a:pt x="6892582" y="305760"/>
                </a:cubicBezTo>
                <a:cubicBezTo>
                  <a:pt x="6896112" y="302239"/>
                  <a:pt x="6894213" y="295449"/>
                  <a:pt x="6898992" y="292296"/>
                </a:cubicBezTo>
                <a:cubicBezTo>
                  <a:pt x="6902688" y="289872"/>
                  <a:pt x="6913496" y="289027"/>
                  <a:pt x="6918172" y="286922"/>
                </a:cubicBezTo>
                <a:cubicBezTo>
                  <a:pt x="6920123" y="286008"/>
                  <a:pt x="6915999" y="282283"/>
                  <a:pt x="6918172" y="281529"/>
                </a:cubicBezTo>
                <a:cubicBezTo>
                  <a:pt x="6919473" y="281095"/>
                  <a:pt x="6923277" y="281964"/>
                  <a:pt x="6924583" y="281529"/>
                </a:cubicBezTo>
                <a:cubicBezTo>
                  <a:pt x="6932402" y="278899"/>
                  <a:pt x="6950601" y="271927"/>
                  <a:pt x="6962931" y="268063"/>
                </a:cubicBezTo>
                <a:cubicBezTo>
                  <a:pt x="6969450" y="266052"/>
                  <a:pt x="6975587" y="264748"/>
                  <a:pt x="6982162" y="262692"/>
                </a:cubicBezTo>
                <a:cubicBezTo>
                  <a:pt x="6986183" y="261412"/>
                  <a:pt x="6991670" y="258096"/>
                  <a:pt x="6994926" y="257296"/>
                </a:cubicBezTo>
                <a:cubicBezTo>
                  <a:pt x="7003618" y="255124"/>
                  <a:pt x="7013291" y="256382"/>
                  <a:pt x="7020517" y="254599"/>
                </a:cubicBezTo>
                <a:cubicBezTo>
                  <a:pt x="7023391" y="253891"/>
                  <a:pt x="7031107" y="249501"/>
                  <a:pt x="7033337" y="249204"/>
                </a:cubicBezTo>
                <a:cubicBezTo>
                  <a:pt x="7038008" y="248587"/>
                  <a:pt x="7066906" y="251673"/>
                  <a:pt x="7071686" y="249204"/>
                </a:cubicBezTo>
                <a:cubicBezTo>
                  <a:pt x="7078262" y="245844"/>
                  <a:pt x="7074566" y="249456"/>
                  <a:pt x="7084507" y="249204"/>
                </a:cubicBezTo>
                <a:cubicBezTo>
                  <a:pt x="7083691" y="249228"/>
                  <a:pt x="7086953" y="246597"/>
                  <a:pt x="7090917" y="246506"/>
                </a:cubicBezTo>
                <a:cubicBezTo>
                  <a:pt x="7117049" y="245935"/>
                  <a:pt x="7182071" y="245090"/>
                  <a:pt x="7205974" y="249204"/>
                </a:cubicBezTo>
                <a:cubicBezTo>
                  <a:pt x="7208797" y="249684"/>
                  <a:pt x="7205649" y="251740"/>
                  <a:pt x="7212384" y="251901"/>
                </a:cubicBezTo>
                <a:cubicBezTo>
                  <a:pt x="7214067" y="251947"/>
                  <a:pt x="7217220" y="251628"/>
                  <a:pt x="7218794" y="251901"/>
                </a:cubicBezTo>
                <a:cubicBezTo>
                  <a:pt x="7227646" y="253411"/>
                  <a:pt x="7248725" y="257594"/>
                  <a:pt x="7269964" y="259994"/>
                </a:cubicBezTo>
                <a:cubicBezTo>
                  <a:pt x="7290718" y="260474"/>
                  <a:pt x="7308860" y="253593"/>
                  <a:pt x="7327492" y="251901"/>
                </a:cubicBezTo>
                <a:cubicBezTo>
                  <a:pt x="7335591" y="251148"/>
                  <a:pt x="7344824" y="252360"/>
                  <a:pt x="7353082" y="251901"/>
                </a:cubicBezTo>
                <a:cubicBezTo>
                  <a:pt x="7362749" y="251376"/>
                  <a:pt x="7364489" y="249432"/>
                  <a:pt x="7372257" y="249204"/>
                </a:cubicBezTo>
                <a:cubicBezTo>
                  <a:pt x="7382688" y="248930"/>
                  <a:pt x="7383338" y="252129"/>
                  <a:pt x="7391431" y="251901"/>
                </a:cubicBezTo>
                <a:cubicBezTo>
                  <a:pt x="7396809" y="251764"/>
                  <a:pt x="7397681" y="249045"/>
                  <a:pt x="7404252" y="249204"/>
                </a:cubicBezTo>
                <a:cubicBezTo>
                  <a:pt x="7421475" y="249638"/>
                  <a:pt x="7444995" y="254188"/>
                  <a:pt x="7468190" y="254599"/>
                </a:cubicBezTo>
                <a:cubicBezTo>
                  <a:pt x="7480737" y="254827"/>
                  <a:pt x="7486116" y="255148"/>
                  <a:pt x="7493775" y="257296"/>
                </a:cubicBezTo>
                <a:cubicBezTo>
                  <a:pt x="7509641" y="261732"/>
                  <a:pt x="7538865" y="262920"/>
                  <a:pt x="7557714" y="268041"/>
                </a:cubicBezTo>
                <a:cubicBezTo>
                  <a:pt x="7561250" y="269001"/>
                  <a:pt x="7556738" y="270578"/>
                  <a:pt x="7564124" y="270739"/>
                </a:cubicBezTo>
                <a:cubicBezTo>
                  <a:pt x="7580806" y="271128"/>
                  <a:pt x="7575479" y="275836"/>
                  <a:pt x="7589714" y="276134"/>
                </a:cubicBezTo>
                <a:cubicBezTo>
                  <a:pt x="7598241" y="276316"/>
                  <a:pt x="7610896" y="284227"/>
                  <a:pt x="7621709" y="289574"/>
                </a:cubicBezTo>
                <a:cubicBezTo>
                  <a:pt x="7628337" y="292843"/>
                  <a:pt x="7642081" y="297074"/>
                  <a:pt x="7647294" y="300343"/>
                </a:cubicBezTo>
                <a:cubicBezTo>
                  <a:pt x="7652507" y="303612"/>
                  <a:pt x="7649359" y="307428"/>
                  <a:pt x="7653705" y="311085"/>
                </a:cubicBezTo>
                <a:cubicBezTo>
                  <a:pt x="7656801" y="313761"/>
                  <a:pt x="7663811" y="314560"/>
                  <a:pt x="7666468" y="316480"/>
                </a:cubicBezTo>
                <a:cubicBezTo>
                  <a:pt x="7672502" y="320824"/>
                  <a:pt x="7675052" y="327110"/>
                  <a:pt x="7685648" y="329944"/>
                </a:cubicBezTo>
                <a:cubicBezTo>
                  <a:pt x="7728074" y="327180"/>
                  <a:pt x="7754475" y="322677"/>
                  <a:pt x="7800756" y="327249"/>
                </a:cubicBezTo>
                <a:cubicBezTo>
                  <a:pt x="7824390" y="329558"/>
                  <a:pt x="7845412" y="332827"/>
                  <a:pt x="7864695" y="337992"/>
                </a:cubicBezTo>
                <a:cubicBezTo>
                  <a:pt x="7872463" y="340096"/>
                  <a:pt x="7900711" y="344028"/>
                  <a:pt x="7909459" y="348760"/>
                </a:cubicBezTo>
                <a:cubicBezTo>
                  <a:pt x="7927111" y="347616"/>
                  <a:pt x="7938574" y="343320"/>
                  <a:pt x="7960629" y="340689"/>
                </a:cubicBezTo>
                <a:cubicBezTo>
                  <a:pt x="7962802" y="340416"/>
                  <a:pt x="7972149" y="341354"/>
                  <a:pt x="7973450" y="340689"/>
                </a:cubicBezTo>
                <a:cubicBezTo>
                  <a:pt x="7979752" y="337420"/>
                  <a:pt x="7984423" y="339295"/>
                  <a:pt x="8005393" y="337992"/>
                </a:cubicBezTo>
                <a:cubicBezTo>
                  <a:pt x="8023752" y="336873"/>
                  <a:pt x="8029295" y="335066"/>
                  <a:pt x="8056562" y="337992"/>
                </a:cubicBezTo>
                <a:cubicBezTo>
                  <a:pt x="8076119" y="340072"/>
                  <a:pt x="8108388" y="347275"/>
                  <a:pt x="8133322" y="348760"/>
                </a:cubicBezTo>
                <a:cubicBezTo>
                  <a:pt x="8149405" y="354542"/>
                  <a:pt x="8158148" y="363412"/>
                  <a:pt x="8178087" y="367596"/>
                </a:cubicBezTo>
                <a:cubicBezTo>
                  <a:pt x="8198567" y="364351"/>
                  <a:pt x="8208724" y="360441"/>
                  <a:pt x="8229256" y="359527"/>
                </a:cubicBezTo>
                <a:cubicBezTo>
                  <a:pt x="8245230" y="358840"/>
                  <a:pt x="8264022" y="360372"/>
                  <a:pt x="8280430" y="362224"/>
                </a:cubicBezTo>
                <a:cubicBezTo>
                  <a:pt x="8282603" y="362452"/>
                  <a:pt x="8291945" y="361562"/>
                  <a:pt x="8293251" y="362224"/>
                </a:cubicBezTo>
                <a:cubicBezTo>
                  <a:pt x="8298247" y="364785"/>
                  <a:pt x="8297979" y="366156"/>
                  <a:pt x="8306015" y="367620"/>
                </a:cubicBezTo>
                <a:cubicBezTo>
                  <a:pt x="8315089" y="369264"/>
                  <a:pt x="8322583" y="368373"/>
                  <a:pt x="8331605" y="370317"/>
                </a:cubicBezTo>
                <a:cubicBezTo>
                  <a:pt x="8334862" y="371025"/>
                  <a:pt x="8330898" y="372830"/>
                  <a:pt x="8338010" y="373015"/>
                </a:cubicBezTo>
                <a:cubicBezTo>
                  <a:pt x="8347626" y="373197"/>
                  <a:pt x="8357949" y="378729"/>
                  <a:pt x="8370011" y="381060"/>
                </a:cubicBezTo>
                <a:cubicBezTo>
                  <a:pt x="8378646" y="378432"/>
                  <a:pt x="8382775" y="373881"/>
                  <a:pt x="8389185" y="370317"/>
                </a:cubicBezTo>
                <a:cubicBezTo>
                  <a:pt x="8406626" y="372259"/>
                  <a:pt x="8402057" y="364968"/>
                  <a:pt x="8414770" y="364922"/>
                </a:cubicBezTo>
                <a:cubicBezTo>
                  <a:pt x="8420747" y="364327"/>
                  <a:pt x="8428081" y="365676"/>
                  <a:pt x="8433950" y="364922"/>
                </a:cubicBezTo>
                <a:cubicBezTo>
                  <a:pt x="8441062" y="364029"/>
                  <a:pt x="8447204" y="361423"/>
                  <a:pt x="8459534" y="362224"/>
                </a:cubicBezTo>
                <a:cubicBezTo>
                  <a:pt x="8458337" y="362155"/>
                  <a:pt x="8462523" y="366727"/>
                  <a:pt x="8465945" y="364922"/>
                </a:cubicBezTo>
                <a:cubicBezTo>
                  <a:pt x="8473114" y="361149"/>
                  <a:pt x="8489413" y="365174"/>
                  <a:pt x="8510703" y="367620"/>
                </a:cubicBezTo>
                <a:cubicBezTo>
                  <a:pt x="8514724" y="368076"/>
                  <a:pt x="8519509" y="367207"/>
                  <a:pt x="8523524" y="367620"/>
                </a:cubicBezTo>
                <a:cubicBezTo>
                  <a:pt x="8529176" y="368212"/>
                  <a:pt x="8534497" y="369448"/>
                  <a:pt x="8542704" y="370317"/>
                </a:cubicBezTo>
                <a:cubicBezTo>
                  <a:pt x="8548350" y="370910"/>
                  <a:pt x="8553677" y="372146"/>
                  <a:pt x="8561878" y="373015"/>
                </a:cubicBezTo>
                <a:cubicBezTo>
                  <a:pt x="8566276" y="373471"/>
                  <a:pt x="8570895" y="374318"/>
                  <a:pt x="8576439" y="375072"/>
                </a:cubicBezTo>
                <a:cubicBezTo>
                  <a:pt x="8576439" y="375072"/>
                  <a:pt x="9149384" y="263925"/>
                  <a:pt x="9642529" y="407990"/>
                </a:cubicBezTo>
                <a:cubicBezTo>
                  <a:pt x="9649698" y="407304"/>
                  <a:pt x="9661652" y="409339"/>
                  <a:pt x="9668114" y="407990"/>
                </a:cubicBezTo>
                <a:cubicBezTo>
                  <a:pt x="9670287" y="407532"/>
                  <a:pt x="9672950" y="402823"/>
                  <a:pt x="9674524" y="402595"/>
                </a:cubicBezTo>
                <a:cubicBezTo>
                  <a:pt x="9685281" y="401176"/>
                  <a:pt x="9700656" y="401635"/>
                  <a:pt x="9712878" y="399897"/>
                </a:cubicBezTo>
                <a:cubicBezTo>
                  <a:pt x="9724068" y="398342"/>
                  <a:pt x="9731020" y="395028"/>
                  <a:pt x="9738463" y="394526"/>
                </a:cubicBezTo>
                <a:cubicBezTo>
                  <a:pt x="9772848" y="392217"/>
                  <a:pt x="9811692" y="396194"/>
                  <a:pt x="9859981" y="394526"/>
                </a:cubicBezTo>
                <a:cubicBezTo>
                  <a:pt x="9865850" y="398892"/>
                  <a:pt x="9881927" y="400012"/>
                  <a:pt x="9891976" y="402595"/>
                </a:cubicBezTo>
                <a:cubicBezTo>
                  <a:pt x="9901267" y="404995"/>
                  <a:pt x="9909474" y="405864"/>
                  <a:pt x="9917567" y="410688"/>
                </a:cubicBezTo>
                <a:cubicBezTo>
                  <a:pt x="9940055" y="413088"/>
                  <a:pt x="9945273" y="404059"/>
                  <a:pt x="9955915" y="399921"/>
                </a:cubicBezTo>
                <a:cubicBezTo>
                  <a:pt x="9966078" y="396012"/>
                  <a:pt x="9977485" y="389976"/>
                  <a:pt x="9987916" y="386479"/>
                </a:cubicBezTo>
                <a:cubicBezTo>
                  <a:pt x="9990140" y="385723"/>
                  <a:pt x="9998940" y="387369"/>
                  <a:pt x="10000680" y="386479"/>
                </a:cubicBezTo>
                <a:cubicBezTo>
                  <a:pt x="10002636" y="385495"/>
                  <a:pt x="10004757" y="381792"/>
                  <a:pt x="10007090" y="381084"/>
                </a:cubicBezTo>
                <a:cubicBezTo>
                  <a:pt x="10013118" y="379255"/>
                  <a:pt x="10023983" y="379094"/>
                  <a:pt x="10026264" y="375712"/>
                </a:cubicBezTo>
                <a:cubicBezTo>
                  <a:pt x="10055436" y="374522"/>
                  <a:pt x="10096670" y="378432"/>
                  <a:pt x="10115793" y="373015"/>
                </a:cubicBezTo>
                <a:cubicBezTo>
                  <a:pt x="10123453" y="371505"/>
                  <a:pt x="10130023" y="370317"/>
                  <a:pt x="10134968" y="367620"/>
                </a:cubicBezTo>
                <a:cubicBezTo>
                  <a:pt x="10136707" y="366660"/>
                  <a:pt x="10132852" y="362978"/>
                  <a:pt x="10134968" y="362224"/>
                </a:cubicBezTo>
                <a:cubicBezTo>
                  <a:pt x="10142462" y="359642"/>
                  <a:pt x="10146591" y="359138"/>
                  <a:pt x="10154199" y="354156"/>
                </a:cubicBezTo>
                <a:cubicBezTo>
                  <a:pt x="10162725" y="348484"/>
                  <a:pt x="10173322" y="342542"/>
                  <a:pt x="10186137" y="335294"/>
                </a:cubicBezTo>
                <a:cubicBezTo>
                  <a:pt x="10188857" y="333787"/>
                  <a:pt x="10192171" y="335752"/>
                  <a:pt x="10192553" y="332596"/>
                </a:cubicBezTo>
                <a:cubicBezTo>
                  <a:pt x="10193146" y="327888"/>
                  <a:pt x="10207923" y="326311"/>
                  <a:pt x="10218138" y="321854"/>
                </a:cubicBezTo>
                <a:cubicBezTo>
                  <a:pt x="10222968" y="319749"/>
                  <a:pt x="10225632" y="315590"/>
                  <a:pt x="10230958" y="313783"/>
                </a:cubicBezTo>
                <a:cubicBezTo>
                  <a:pt x="10235897" y="312115"/>
                  <a:pt x="10245028" y="312343"/>
                  <a:pt x="10250133" y="311085"/>
                </a:cubicBezTo>
                <a:cubicBezTo>
                  <a:pt x="10255836" y="309691"/>
                  <a:pt x="10258659" y="306811"/>
                  <a:pt x="10262953" y="305714"/>
                </a:cubicBezTo>
                <a:cubicBezTo>
                  <a:pt x="10268765" y="304228"/>
                  <a:pt x="10274742" y="304572"/>
                  <a:pt x="10282128" y="303016"/>
                </a:cubicBezTo>
                <a:cubicBezTo>
                  <a:pt x="10292285" y="300914"/>
                  <a:pt x="10299135" y="297849"/>
                  <a:pt x="10314128" y="294948"/>
                </a:cubicBezTo>
                <a:cubicBezTo>
                  <a:pt x="10316626" y="294468"/>
                  <a:pt x="10314830" y="292843"/>
                  <a:pt x="10320482" y="292250"/>
                </a:cubicBezTo>
                <a:cubicBezTo>
                  <a:pt x="10332920" y="290947"/>
                  <a:pt x="10332704" y="289461"/>
                  <a:pt x="10346066" y="286876"/>
                </a:cubicBezTo>
                <a:cubicBezTo>
                  <a:pt x="10348405" y="286420"/>
                  <a:pt x="10357364" y="287654"/>
                  <a:pt x="10358887" y="286876"/>
                </a:cubicBezTo>
                <a:cubicBezTo>
                  <a:pt x="10372467" y="279859"/>
                  <a:pt x="10437495" y="280500"/>
                  <a:pt x="10480354" y="281484"/>
                </a:cubicBezTo>
                <a:cubicBezTo>
                  <a:pt x="10506646" y="282076"/>
                  <a:pt x="10530765" y="285528"/>
                  <a:pt x="10557114" y="284179"/>
                </a:cubicBezTo>
                <a:cubicBezTo>
                  <a:pt x="10570368" y="283516"/>
                  <a:pt x="10585795" y="281208"/>
                  <a:pt x="10597093" y="279516"/>
                </a:cubicBezTo>
                <a:lnTo>
                  <a:pt x="10647995" y="258372"/>
                </a:lnTo>
                <a:cubicBezTo>
                  <a:pt x="10658916" y="247742"/>
                  <a:pt x="10677492" y="236196"/>
                  <a:pt x="10697806" y="224973"/>
                </a:cubicBezTo>
                <a:cubicBezTo>
                  <a:pt x="10702318" y="222504"/>
                  <a:pt x="10712150" y="219441"/>
                  <a:pt x="10717038" y="216902"/>
                </a:cubicBezTo>
                <a:cubicBezTo>
                  <a:pt x="10720574" y="215028"/>
                  <a:pt x="10729482" y="211461"/>
                  <a:pt x="10729807" y="208833"/>
                </a:cubicBezTo>
                <a:cubicBezTo>
                  <a:pt x="10729967" y="207554"/>
                  <a:pt x="10760827" y="192352"/>
                  <a:pt x="10768156" y="189995"/>
                </a:cubicBezTo>
                <a:cubicBezTo>
                  <a:pt x="10770386" y="189266"/>
                  <a:pt x="10779186" y="190888"/>
                  <a:pt x="10780925" y="189995"/>
                </a:cubicBezTo>
                <a:cubicBezTo>
                  <a:pt x="10788853" y="185927"/>
                  <a:pt x="10792714" y="185630"/>
                  <a:pt x="10806510" y="181927"/>
                </a:cubicBezTo>
                <a:cubicBezTo>
                  <a:pt x="10813787" y="179961"/>
                  <a:pt x="10818897" y="180326"/>
                  <a:pt x="10838505" y="179229"/>
                </a:cubicBezTo>
                <a:cubicBezTo>
                  <a:pt x="10854040" y="178360"/>
                  <a:pt x="10883429" y="175754"/>
                  <a:pt x="10915213" y="176531"/>
                </a:cubicBezTo>
                <a:cubicBezTo>
                  <a:pt x="10934712" y="177011"/>
                  <a:pt x="10955301" y="181653"/>
                  <a:pt x="10972741" y="179229"/>
                </a:cubicBezTo>
                <a:cubicBezTo>
                  <a:pt x="10984581" y="180098"/>
                  <a:pt x="10991151" y="176051"/>
                  <a:pt x="10998326" y="173858"/>
                </a:cubicBezTo>
                <a:cubicBezTo>
                  <a:pt x="11001965" y="172737"/>
                  <a:pt x="10997237" y="171321"/>
                  <a:pt x="11004736" y="171160"/>
                </a:cubicBezTo>
                <a:cubicBezTo>
                  <a:pt x="11027116" y="170656"/>
                  <a:pt x="11047488" y="155135"/>
                  <a:pt x="11068675" y="149625"/>
                </a:cubicBezTo>
                <a:cubicBezTo>
                  <a:pt x="11072913" y="148507"/>
                  <a:pt x="11076985" y="148139"/>
                  <a:pt x="11081490" y="146927"/>
                </a:cubicBezTo>
                <a:cubicBezTo>
                  <a:pt x="11086492" y="145579"/>
                  <a:pt x="11096598" y="141578"/>
                  <a:pt x="11107080" y="138837"/>
                </a:cubicBezTo>
                <a:cubicBezTo>
                  <a:pt x="11111318" y="137738"/>
                  <a:pt x="11115339" y="137373"/>
                  <a:pt x="11119844" y="136139"/>
                </a:cubicBezTo>
                <a:cubicBezTo>
                  <a:pt x="11126745" y="134287"/>
                  <a:pt x="11165966" y="131224"/>
                  <a:pt x="11183783" y="130744"/>
                </a:cubicBezTo>
                <a:cubicBezTo>
                  <a:pt x="11187912" y="130653"/>
                  <a:pt x="11213605" y="129623"/>
                  <a:pt x="11215778" y="130744"/>
                </a:cubicBezTo>
                <a:cubicBezTo>
                  <a:pt x="11223871" y="134927"/>
                  <a:pt x="11216976" y="129715"/>
                  <a:pt x="11241368" y="130744"/>
                </a:cubicBezTo>
                <a:cubicBezTo>
                  <a:pt x="11244083" y="130881"/>
                  <a:pt x="11269776" y="131613"/>
                  <a:pt x="11273363" y="133442"/>
                </a:cubicBezTo>
                <a:cubicBezTo>
                  <a:pt x="11280589" y="137167"/>
                  <a:pt x="11293895" y="133691"/>
                  <a:pt x="11311712" y="136139"/>
                </a:cubicBezTo>
                <a:cubicBezTo>
                  <a:pt x="11313942" y="136459"/>
                  <a:pt x="11311826" y="138698"/>
                  <a:pt x="11318128" y="138837"/>
                </a:cubicBezTo>
                <a:cubicBezTo>
                  <a:pt x="11328878" y="139087"/>
                  <a:pt x="11325189" y="140299"/>
                  <a:pt x="11330943" y="141532"/>
                </a:cubicBezTo>
                <a:cubicBezTo>
                  <a:pt x="11336213" y="142677"/>
                  <a:pt x="11343496" y="142744"/>
                  <a:pt x="11350123" y="144230"/>
                </a:cubicBezTo>
                <a:cubicBezTo>
                  <a:pt x="11354246" y="145168"/>
                  <a:pt x="11359299" y="148826"/>
                  <a:pt x="11362887" y="149625"/>
                </a:cubicBezTo>
                <a:cubicBezTo>
                  <a:pt x="11370113" y="151271"/>
                  <a:pt x="11376249" y="150335"/>
                  <a:pt x="11382061" y="152323"/>
                </a:cubicBezTo>
                <a:cubicBezTo>
                  <a:pt x="11389504" y="150472"/>
                  <a:pt x="11400967" y="148871"/>
                  <a:pt x="11407651" y="146927"/>
                </a:cubicBezTo>
                <a:cubicBezTo>
                  <a:pt x="11409933" y="146243"/>
                  <a:pt x="11411997" y="141921"/>
                  <a:pt x="11414005" y="141532"/>
                </a:cubicBezTo>
                <a:cubicBezTo>
                  <a:pt x="11417102" y="140939"/>
                  <a:pt x="11424162" y="142379"/>
                  <a:pt x="11426826" y="141532"/>
                </a:cubicBezTo>
                <a:cubicBezTo>
                  <a:pt x="11435899" y="138652"/>
                  <a:pt x="11438831" y="137075"/>
                  <a:pt x="11446000" y="133463"/>
                </a:cubicBezTo>
                <a:cubicBezTo>
                  <a:pt x="11451378" y="130790"/>
                  <a:pt x="11460018" y="128001"/>
                  <a:pt x="11465180" y="125416"/>
                </a:cubicBezTo>
                <a:cubicBezTo>
                  <a:pt x="11470826" y="122606"/>
                  <a:pt x="11478816" y="120251"/>
                  <a:pt x="11484411" y="117323"/>
                </a:cubicBezTo>
                <a:cubicBezTo>
                  <a:pt x="11490981" y="113872"/>
                  <a:pt x="11490274" y="109643"/>
                  <a:pt x="11497175" y="106581"/>
                </a:cubicBezTo>
                <a:cubicBezTo>
                  <a:pt x="11499131" y="105712"/>
                  <a:pt x="11508199" y="107471"/>
                  <a:pt x="11509995" y="106581"/>
                </a:cubicBezTo>
                <a:cubicBezTo>
                  <a:pt x="11514393" y="104318"/>
                  <a:pt x="11511513" y="100454"/>
                  <a:pt x="11516406" y="98510"/>
                </a:cubicBezTo>
                <a:cubicBezTo>
                  <a:pt x="11520096" y="97024"/>
                  <a:pt x="11529928" y="93254"/>
                  <a:pt x="11535580" y="93117"/>
                </a:cubicBezTo>
                <a:cubicBezTo>
                  <a:pt x="11537970" y="93069"/>
                  <a:pt x="11546011" y="88567"/>
                  <a:pt x="11548350" y="87722"/>
                </a:cubicBezTo>
                <a:cubicBezTo>
                  <a:pt x="11552148" y="86349"/>
                  <a:pt x="11557036" y="86349"/>
                  <a:pt x="11561165" y="85046"/>
                </a:cubicBezTo>
                <a:cubicBezTo>
                  <a:pt x="11575890" y="80291"/>
                  <a:pt x="11582677" y="77639"/>
                  <a:pt x="11605929" y="74279"/>
                </a:cubicBezTo>
                <a:cubicBezTo>
                  <a:pt x="11612448" y="73341"/>
                  <a:pt x="11621898" y="73022"/>
                  <a:pt x="11631514" y="71582"/>
                </a:cubicBezTo>
                <a:cubicBezTo>
                  <a:pt x="11648624" y="69045"/>
                  <a:pt x="11661119" y="64495"/>
                  <a:pt x="11676278" y="63513"/>
                </a:cubicBezTo>
                <a:cubicBezTo>
                  <a:pt x="11703654" y="61730"/>
                  <a:pt x="11739727" y="64312"/>
                  <a:pt x="11772155" y="63513"/>
                </a:cubicBezTo>
                <a:cubicBezTo>
                  <a:pt x="11799320" y="62848"/>
                  <a:pt x="11840440" y="55557"/>
                  <a:pt x="11893622" y="60837"/>
                </a:cubicBezTo>
                <a:cubicBezTo>
                  <a:pt x="11897968" y="61250"/>
                  <a:pt x="11900957" y="63993"/>
                  <a:pt x="11906443" y="63513"/>
                </a:cubicBezTo>
                <a:cubicBezTo>
                  <a:pt x="11919104" y="62438"/>
                  <a:pt x="11926490" y="59306"/>
                  <a:pt x="11938444" y="55442"/>
                </a:cubicBezTo>
                <a:cubicBezTo>
                  <a:pt x="11946428" y="52859"/>
                  <a:pt x="11956420" y="50138"/>
                  <a:pt x="11964028" y="47373"/>
                </a:cubicBezTo>
                <a:cubicBezTo>
                  <a:pt x="11980596" y="41407"/>
                  <a:pt x="11990103" y="28833"/>
                  <a:pt x="12015198" y="31233"/>
                </a:cubicBezTo>
                <a:cubicBezTo>
                  <a:pt x="12016395" y="23668"/>
                  <a:pt x="12036060" y="23872"/>
                  <a:pt x="12040782" y="17793"/>
                </a:cubicBezTo>
                <a:cubicBezTo>
                  <a:pt x="12057515" y="16739"/>
                  <a:pt x="12075880" y="16375"/>
                  <a:pt x="12085547" y="12398"/>
                </a:cubicBezTo>
                <a:cubicBezTo>
                  <a:pt x="12093155" y="8397"/>
                  <a:pt x="12109723" y="8215"/>
                  <a:pt x="12117548" y="4327"/>
                </a:cubicBezTo>
                <a:cubicBezTo>
                  <a:pt x="12139790" y="6418"/>
                  <a:pt x="12158544" y="4338"/>
                  <a:pt x="12175947" y="1764"/>
                </a:cubicBezTo>
                <a:close/>
              </a:path>
            </a:pathLst>
          </a:custGeom>
          <a:solidFill>
            <a:schemeClr val="accent1">
              <a:lumMod val="75000"/>
            </a:schemeClr>
          </a:solidFill>
          <a:ln cap="flat">
            <a:noFill/>
            <a:prstDash val="solid"/>
            <a:miter lim="800000"/>
          </a:ln>
        </p:spPr>
        <p:txBody>
          <a:bodyPr vert="horz" anchor="ctr" wrap="square" tIns="45720" lIns="91440" bIns="45720" rIns="91440">
            <a:noAutofit/>
          </a:bodyPr>
          <a:p>
            <a:pPr algn="l" marL="0"/>
          </a:p>
        </p:txBody>
      </p:sp>
      <p:sp>
        <p:nvSpPr>
          <p:cNvPr name="AutoShape 3" id="3"/>
          <p:cNvSpPr/>
          <p:nvPr/>
        </p:nvSpPr>
        <p:spPr>
          <a:xfrm>
            <a:off x="0" y="0"/>
            <a:ext cx="12192000" cy="6858000"/>
          </a:xfrm>
          <a:prstGeom prst="rect">
            <a:avLst/>
          </a:prstGeom>
          <a:blipFill>
            <a:blip r:embed="rId3">
              <a:alphaModFix amt="10000"/>
            </a:blip>
            <a:srcRect/>
            <a:stretch>
              <a:fillRect t="-11360" l="-15112" b="-4230" r="0"/>
            </a:stretch>
          </a:blipFill>
          <a:ln>
            <a:noFill/>
          </a:ln>
        </p:spPr>
        <p:txBody>
          <a:bodyPr vert="horz" anchor="ctr" tIns="45720" lIns="91440" bIns="45720" rIns="91440"/>
          <a:p>
            <a:pPr algn="ctr" marL="0"/>
          </a:p>
        </p:txBody>
      </p:sp>
      <p:grpSp>
        <p:nvGrpSpPr>
          <p:cNvPr name="Group 4" id="4"/>
          <p:cNvGrpSpPr/>
          <p:nvPr/>
        </p:nvGrpSpPr>
        <p:grpSpPr>
          <a:xfrm>
            <a:off x="226307" y="578643"/>
            <a:ext cx="434092" cy="371446"/>
            <a:chOff x="10406209" y="240112"/>
            <a:chExt cx="1240662" cy="1061616"/>
          </a:xfrm>
        </p:grpSpPr>
        <p:sp>
          <p:nvSpPr>
            <p:cNvPr name="Freeform 5" id="5"/>
            <p:cNvSpPr/>
            <p:nvPr/>
          </p:nvSpPr>
          <p:spPr>
            <a:xfrm>
              <a:off x="10406209" y="240112"/>
              <a:ext cx="1240662" cy="1061616"/>
            </a:xfrm>
            <a:custGeom>
              <a:avLst/>
              <a:gdLst/>
              <a:ahLst/>
              <a:cxnLst/>
              <a:rect r="r" b="b" t="t" l="l"/>
              <a:pathLst>
                <a:path w="1240662" h="1061616" stroke="true" fill="norm" extrusionOk="true">
                  <a:moveTo>
                    <a:pt x="379117" y="123284"/>
                  </a:moveTo>
                  <a:cubicBezTo>
                    <a:pt x="453700" y="174918"/>
                    <a:pt x="511072" y="246633"/>
                    <a:pt x="551232" y="312610"/>
                  </a:cubicBezTo>
                  <a:cubicBezTo>
                    <a:pt x="559838" y="197867"/>
                    <a:pt x="597129" y="120415"/>
                    <a:pt x="648764" y="65913"/>
                  </a:cubicBezTo>
                  <a:cubicBezTo>
                    <a:pt x="792193" y="-88991"/>
                    <a:pt x="1076182" y="54438"/>
                    <a:pt x="987256" y="235158"/>
                  </a:cubicBezTo>
                  <a:cubicBezTo>
                    <a:pt x="949964" y="309741"/>
                    <a:pt x="883987" y="375719"/>
                    <a:pt x="815141" y="427353"/>
                  </a:cubicBezTo>
                  <a:cubicBezTo>
                    <a:pt x="947096" y="404404"/>
                    <a:pt x="1047496" y="415879"/>
                    <a:pt x="1119210" y="441696"/>
                  </a:cubicBezTo>
                  <a:cubicBezTo>
                    <a:pt x="1331485" y="516279"/>
                    <a:pt x="1245428" y="788794"/>
                    <a:pt x="1015942" y="765845"/>
                  </a:cubicBezTo>
                  <a:cubicBezTo>
                    <a:pt x="961439" y="760108"/>
                    <a:pt x="909804" y="745765"/>
                    <a:pt x="858170" y="725685"/>
                  </a:cubicBezTo>
                  <a:cubicBezTo>
                    <a:pt x="895461" y="780188"/>
                    <a:pt x="912673" y="831822"/>
                    <a:pt x="918410" y="877719"/>
                  </a:cubicBezTo>
                  <a:cubicBezTo>
                    <a:pt x="938490" y="1072783"/>
                    <a:pt x="617209" y="1135891"/>
                    <a:pt x="534021" y="952302"/>
                  </a:cubicBezTo>
                  <a:cubicBezTo>
                    <a:pt x="499598" y="874851"/>
                    <a:pt x="496729" y="788794"/>
                    <a:pt x="502466" y="714211"/>
                  </a:cubicBezTo>
                  <a:cubicBezTo>
                    <a:pt x="425015" y="808874"/>
                    <a:pt x="344695" y="857639"/>
                    <a:pt x="270112" y="883457"/>
                  </a:cubicBezTo>
                  <a:cubicBezTo>
                    <a:pt x="54968" y="952302"/>
                    <a:pt x="-102803" y="705605"/>
                    <a:pt x="80785" y="590862"/>
                  </a:cubicBezTo>
                  <a:cubicBezTo>
                    <a:pt x="158237" y="542096"/>
                    <a:pt x="255769" y="516279"/>
                    <a:pt x="341826" y="501936"/>
                  </a:cubicBezTo>
                  <a:cubicBezTo>
                    <a:pt x="215609" y="464645"/>
                    <a:pt x="138157" y="413010"/>
                    <a:pt x="89391" y="358507"/>
                  </a:cubicBezTo>
                  <a:cubicBezTo>
                    <a:pt x="-39695" y="197867"/>
                    <a:pt x="198397" y="2804"/>
                    <a:pt x="379117" y="123284"/>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6" id="6"/>
            <p:cNvSpPr/>
            <p:nvPr/>
          </p:nvSpPr>
          <p:spPr>
            <a:xfrm>
              <a:off x="10847815" y="609675"/>
              <a:ext cx="311045" cy="272460"/>
            </a:xfrm>
            <a:custGeom>
              <a:avLst/>
              <a:gdLst/>
              <a:ahLst/>
              <a:cxnLst/>
              <a:rect r="r" b="b" t="t" l="l"/>
              <a:pathLst>
                <a:path w="311045" h="272460" stroke="true" fill="norm" extrusionOk="true">
                  <a:moveTo>
                    <a:pt x="215763" y="11892"/>
                  </a:moveTo>
                  <a:cubicBezTo>
                    <a:pt x="405089" y="77869"/>
                    <a:pt x="284609" y="327435"/>
                    <a:pt x="95283" y="261458"/>
                  </a:cubicBezTo>
                  <a:cubicBezTo>
                    <a:pt x="-94043" y="192612"/>
                    <a:pt x="26437" y="-56954"/>
                    <a:pt x="215763" y="11892"/>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grpSp>
        <p:nvGrpSpPr>
          <p:cNvPr name="Group 7" id="7"/>
          <p:cNvGrpSpPr/>
          <p:nvPr/>
        </p:nvGrpSpPr>
        <p:grpSpPr>
          <a:xfrm>
            <a:off x="108667" y="5380027"/>
            <a:ext cx="592606" cy="1133361"/>
            <a:chOff x="1359375" y="-5085856"/>
            <a:chExt cx="1273093" cy="2434793"/>
          </a:xfrm>
        </p:grpSpPr>
        <p:sp>
          <p:nvSpPr>
            <p:cNvPr name="Freeform 8" id="8"/>
            <p:cNvSpPr/>
            <p:nvPr/>
          </p:nvSpPr>
          <p:spPr>
            <a:xfrm>
              <a:off x="1366556" y="-5078670"/>
              <a:ext cx="1258678" cy="2420414"/>
            </a:xfrm>
            <a:custGeom>
              <a:avLst/>
              <a:gdLst/>
              <a:ahLst/>
              <a:cxnLst/>
              <a:rect r="r" b="b" t="t" l="l"/>
              <a:pathLst>
                <a:path w="1252605" h="2408735" stroke="true" fill="norm" extrusionOk="true">
                  <a:moveTo>
                    <a:pt x="1075503" y="1631287"/>
                  </a:moveTo>
                  <a:cubicBezTo>
                    <a:pt x="935728" y="1671690"/>
                    <a:pt x="770562" y="1596046"/>
                    <a:pt x="741193" y="1549651"/>
                  </a:cubicBezTo>
                  <a:cubicBezTo>
                    <a:pt x="741356" y="1549428"/>
                    <a:pt x="741553" y="1548940"/>
                    <a:pt x="741596" y="1548554"/>
                  </a:cubicBezTo>
                  <a:cubicBezTo>
                    <a:pt x="741330" y="1548160"/>
                    <a:pt x="740378" y="1547671"/>
                    <a:pt x="740061" y="1547379"/>
                  </a:cubicBezTo>
                  <a:cubicBezTo>
                    <a:pt x="739573" y="1547097"/>
                    <a:pt x="737867" y="1546934"/>
                    <a:pt x="737892" y="1546582"/>
                  </a:cubicBezTo>
                  <a:cubicBezTo>
                    <a:pt x="737892" y="1546582"/>
                    <a:pt x="738475" y="1546136"/>
                    <a:pt x="738475" y="1546077"/>
                  </a:cubicBezTo>
                  <a:cubicBezTo>
                    <a:pt x="738287" y="1545776"/>
                    <a:pt x="737807" y="1545391"/>
                    <a:pt x="737764" y="1545373"/>
                  </a:cubicBezTo>
                  <a:cubicBezTo>
                    <a:pt x="737489" y="1542811"/>
                    <a:pt x="739375" y="1539570"/>
                    <a:pt x="739830" y="1536741"/>
                  </a:cubicBezTo>
                  <a:cubicBezTo>
                    <a:pt x="732920" y="1550903"/>
                    <a:pt x="627607" y="1660777"/>
                    <a:pt x="603758" y="1676773"/>
                  </a:cubicBezTo>
                  <a:cubicBezTo>
                    <a:pt x="582061" y="1775494"/>
                    <a:pt x="551586" y="1876272"/>
                    <a:pt x="506829" y="1976313"/>
                  </a:cubicBezTo>
                  <a:cubicBezTo>
                    <a:pt x="451356" y="2136439"/>
                    <a:pt x="368117" y="2281117"/>
                    <a:pt x="274369" y="2408736"/>
                  </a:cubicBezTo>
                  <a:lnTo>
                    <a:pt x="239641" y="2406456"/>
                  </a:lnTo>
                  <a:cubicBezTo>
                    <a:pt x="336725" y="2278185"/>
                    <a:pt x="423539" y="2131630"/>
                    <a:pt x="482115" y="1968881"/>
                  </a:cubicBezTo>
                  <a:cubicBezTo>
                    <a:pt x="530601" y="1862710"/>
                    <a:pt x="563725" y="1755597"/>
                    <a:pt x="586451" y="1650807"/>
                  </a:cubicBezTo>
                  <a:cubicBezTo>
                    <a:pt x="574723" y="1614862"/>
                    <a:pt x="522465" y="1523179"/>
                    <a:pt x="506495" y="1520050"/>
                  </a:cubicBezTo>
                  <a:cubicBezTo>
                    <a:pt x="505166" y="1520368"/>
                    <a:pt x="503529" y="1520856"/>
                    <a:pt x="502329" y="1521208"/>
                  </a:cubicBezTo>
                  <a:lnTo>
                    <a:pt x="502449" y="1521662"/>
                  </a:lnTo>
                  <a:cubicBezTo>
                    <a:pt x="454074" y="1547602"/>
                    <a:pt x="260318" y="1504877"/>
                    <a:pt x="133351" y="1412345"/>
                  </a:cubicBezTo>
                  <a:cubicBezTo>
                    <a:pt x="6075" y="1320405"/>
                    <a:pt x="-6698" y="1240158"/>
                    <a:pt x="47137" y="1189452"/>
                  </a:cubicBezTo>
                  <a:cubicBezTo>
                    <a:pt x="87385" y="1143109"/>
                    <a:pt x="207692" y="1126264"/>
                    <a:pt x="341937" y="1210334"/>
                  </a:cubicBezTo>
                  <a:cubicBezTo>
                    <a:pt x="436715" y="1274174"/>
                    <a:pt x="495025" y="1390708"/>
                    <a:pt x="506229" y="1465409"/>
                  </a:cubicBezTo>
                  <a:cubicBezTo>
                    <a:pt x="512024" y="1487809"/>
                    <a:pt x="513036" y="1507012"/>
                    <a:pt x="508175" y="1517907"/>
                  </a:cubicBezTo>
                  <a:cubicBezTo>
                    <a:pt x="508098" y="1518087"/>
                    <a:pt x="508569" y="1518696"/>
                    <a:pt x="508518" y="1518850"/>
                  </a:cubicBezTo>
                  <a:cubicBezTo>
                    <a:pt x="508518" y="1518850"/>
                    <a:pt x="507935" y="1518679"/>
                    <a:pt x="507866" y="1518541"/>
                  </a:cubicBezTo>
                  <a:cubicBezTo>
                    <a:pt x="507918" y="1519056"/>
                    <a:pt x="507892" y="1519210"/>
                    <a:pt x="507643" y="1519416"/>
                  </a:cubicBezTo>
                  <a:cubicBezTo>
                    <a:pt x="524214" y="1520985"/>
                    <a:pt x="570754" y="1591502"/>
                    <a:pt x="590720" y="1632470"/>
                  </a:cubicBezTo>
                  <a:cubicBezTo>
                    <a:pt x="628927" y="1446704"/>
                    <a:pt x="632090" y="1269673"/>
                    <a:pt x="620235" y="1120495"/>
                  </a:cubicBezTo>
                  <a:cubicBezTo>
                    <a:pt x="599052" y="1096457"/>
                    <a:pt x="526666" y="1028803"/>
                    <a:pt x="504026" y="1015413"/>
                  </a:cubicBezTo>
                  <a:cubicBezTo>
                    <a:pt x="504077" y="1015585"/>
                    <a:pt x="504112" y="1015979"/>
                    <a:pt x="504034" y="1016116"/>
                  </a:cubicBezTo>
                  <a:cubicBezTo>
                    <a:pt x="503957" y="1016339"/>
                    <a:pt x="504635" y="1016999"/>
                    <a:pt x="504600" y="1017282"/>
                  </a:cubicBezTo>
                  <a:cubicBezTo>
                    <a:pt x="504600" y="1017282"/>
                    <a:pt x="503949" y="1016991"/>
                    <a:pt x="503854" y="1017102"/>
                  </a:cubicBezTo>
                  <a:cubicBezTo>
                    <a:pt x="503777" y="1017171"/>
                    <a:pt x="503940" y="1017865"/>
                    <a:pt x="503692" y="1018174"/>
                  </a:cubicBezTo>
                  <a:cubicBezTo>
                    <a:pt x="502380" y="1018628"/>
                    <a:pt x="499817" y="1018610"/>
                    <a:pt x="498094" y="1019245"/>
                  </a:cubicBezTo>
                  <a:lnTo>
                    <a:pt x="497922" y="1019382"/>
                  </a:lnTo>
                  <a:cubicBezTo>
                    <a:pt x="445861" y="1040556"/>
                    <a:pt x="243319" y="1001620"/>
                    <a:pt x="126022" y="927168"/>
                  </a:cubicBezTo>
                  <a:cubicBezTo>
                    <a:pt x="21728" y="847641"/>
                    <a:pt x="-22994" y="792065"/>
                    <a:pt x="29435" y="739576"/>
                  </a:cubicBezTo>
                  <a:cubicBezTo>
                    <a:pt x="76738" y="691218"/>
                    <a:pt x="189269" y="664369"/>
                    <a:pt x="337111" y="735761"/>
                  </a:cubicBezTo>
                  <a:cubicBezTo>
                    <a:pt x="457777" y="787651"/>
                    <a:pt x="500228" y="898415"/>
                    <a:pt x="504609" y="967733"/>
                  </a:cubicBezTo>
                  <a:cubicBezTo>
                    <a:pt x="508801" y="987338"/>
                    <a:pt x="509418" y="1003626"/>
                    <a:pt x="504592" y="1013733"/>
                  </a:cubicBezTo>
                  <a:cubicBezTo>
                    <a:pt x="526109" y="1021860"/>
                    <a:pt x="590762" y="1077683"/>
                    <a:pt x="619180" y="1106110"/>
                  </a:cubicBezTo>
                  <a:cubicBezTo>
                    <a:pt x="600244" y="890803"/>
                    <a:pt x="550335" y="737004"/>
                    <a:pt x="530669" y="707317"/>
                  </a:cubicBezTo>
                  <a:cubicBezTo>
                    <a:pt x="510618" y="707172"/>
                    <a:pt x="481789" y="697776"/>
                    <a:pt x="450208" y="682337"/>
                  </a:cubicBezTo>
                  <a:cubicBezTo>
                    <a:pt x="339340" y="637674"/>
                    <a:pt x="197713" y="523669"/>
                    <a:pt x="100415" y="414018"/>
                  </a:cubicBezTo>
                  <a:cubicBezTo>
                    <a:pt x="-35364" y="274089"/>
                    <a:pt x="-19651" y="124293"/>
                    <a:pt x="65843" y="44500"/>
                  </a:cubicBezTo>
                  <a:cubicBezTo>
                    <a:pt x="151748" y="-34941"/>
                    <a:pt x="330073" y="-18439"/>
                    <a:pt x="511998" y="179672"/>
                  </a:cubicBezTo>
                  <a:cubicBezTo>
                    <a:pt x="686775" y="367358"/>
                    <a:pt x="607445" y="633105"/>
                    <a:pt x="549529" y="690833"/>
                  </a:cubicBezTo>
                  <a:cubicBezTo>
                    <a:pt x="548474" y="691955"/>
                    <a:pt x="547523" y="692427"/>
                    <a:pt x="546588" y="693430"/>
                  </a:cubicBezTo>
                  <a:cubicBezTo>
                    <a:pt x="543699" y="696002"/>
                    <a:pt x="540425" y="700725"/>
                    <a:pt x="537716" y="702191"/>
                  </a:cubicBezTo>
                  <a:cubicBezTo>
                    <a:pt x="537604" y="702251"/>
                    <a:pt x="537544" y="702243"/>
                    <a:pt x="537313" y="702140"/>
                  </a:cubicBezTo>
                  <a:cubicBezTo>
                    <a:pt x="535924" y="703262"/>
                    <a:pt x="534784" y="705200"/>
                    <a:pt x="533370" y="705989"/>
                  </a:cubicBezTo>
                  <a:cubicBezTo>
                    <a:pt x="533087" y="706289"/>
                    <a:pt x="533378" y="707266"/>
                    <a:pt x="533378" y="707266"/>
                  </a:cubicBezTo>
                  <a:cubicBezTo>
                    <a:pt x="533027" y="707283"/>
                    <a:pt x="532787" y="706872"/>
                    <a:pt x="532529" y="706829"/>
                  </a:cubicBezTo>
                  <a:cubicBezTo>
                    <a:pt x="560759" y="740442"/>
                    <a:pt x="630556" y="947099"/>
                    <a:pt x="642189" y="1225045"/>
                  </a:cubicBezTo>
                  <a:cubicBezTo>
                    <a:pt x="659231" y="1206031"/>
                    <a:pt x="705891" y="1108991"/>
                    <a:pt x="741836" y="1049574"/>
                  </a:cubicBezTo>
                  <a:cubicBezTo>
                    <a:pt x="741236" y="1045254"/>
                    <a:pt x="740515" y="1041019"/>
                    <a:pt x="740190" y="1036604"/>
                  </a:cubicBezTo>
                  <a:cubicBezTo>
                    <a:pt x="726157" y="949859"/>
                    <a:pt x="763524" y="807847"/>
                    <a:pt x="802760" y="708174"/>
                  </a:cubicBezTo>
                  <a:cubicBezTo>
                    <a:pt x="872926" y="578627"/>
                    <a:pt x="998839" y="558542"/>
                    <a:pt x="1104264" y="636706"/>
                  </a:cubicBezTo>
                  <a:cubicBezTo>
                    <a:pt x="1223036" y="711835"/>
                    <a:pt x="1243593" y="873898"/>
                    <a:pt x="1142309" y="1001868"/>
                  </a:cubicBezTo>
                  <a:cubicBezTo>
                    <a:pt x="1038753" y="1129188"/>
                    <a:pt x="826369" y="1129127"/>
                    <a:pt x="763087" y="1093303"/>
                  </a:cubicBezTo>
                  <a:cubicBezTo>
                    <a:pt x="762941" y="1093243"/>
                    <a:pt x="762898" y="1092926"/>
                    <a:pt x="762898" y="1092926"/>
                  </a:cubicBezTo>
                  <a:cubicBezTo>
                    <a:pt x="761552" y="1092223"/>
                    <a:pt x="759718" y="1092017"/>
                    <a:pt x="758629" y="1091254"/>
                  </a:cubicBezTo>
                  <a:cubicBezTo>
                    <a:pt x="758226" y="1091203"/>
                    <a:pt x="757189" y="1091631"/>
                    <a:pt x="757189" y="1091631"/>
                  </a:cubicBezTo>
                  <a:cubicBezTo>
                    <a:pt x="757189" y="1091631"/>
                    <a:pt x="757275" y="1090928"/>
                    <a:pt x="757240" y="1090894"/>
                  </a:cubicBezTo>
                  <a:cubicBezTo>
                    <a:pt x="756966" y="1090705"/>
                    <a:pt x="756538" y="1090620"/>
                    <a:pt x="756469" y="1090637"/>
                  </a:cubicBezTo>
                  <a:cubicBezTo>
                    <a:pt x="751265" y="1083787"/>
                    <a:pt x="747451" y="1074280"/>
                    <a:pt x="744665" y="1063154"/>
                  </a:cubicBezTo>
                  <a:cubicBezTo>
                    <a:pt x="708789" y="1133362"/>
                    <a:pt x="660474" y="1239781"/>
                    <a:pt x="649304" y="1240724"/>
                  </a:cubicBezTo>
                  <a:lnTo>
                    <a:pt x="642669" y="1239610"/>
                  </a:lnTo>
                  <a:cubicBezTo>
                    <a:pt x="647152" y="1368532"/>
                    <a:pt x="638383" y="1511564"/>
                    <a:pt x="607462" y="1660185"/>
                  </a:cubicBezTo>
                  <a:cubicBezTo>
                    <a:pt x="644469" y="1629195"/>
                    <a:pt x="734806" y="1538721"/>
                    <a:pt x="740284" y="1535018"/>
                  </a:cubicBezTo>
                  <a:cubicBezTo>
                    <a:pt x="742804" y="1524414"/>
                    <a:pt x="748402" y="1512241"/>
                    <a:pt x="757635" y="1498688"/>
                  </a:cubicBezTo>
                  <a:cubicBezTo>
                    <a:pt x="793245" y="1433074"/>
                    <a:pt x="885451" y="1343783"/>
                    <a:pt x="993353" y="1301512"/>
                  </a:cubicBezTo>
                  <a:cubicBezTo>
                    <a:pt x="1133428" y="1246862"/>
                    <a:pt x="1228068" y="1291970"/>
                    <a:pt x="1248376" y="1382496"/>
                  </a:cubicBezTo>
                  <a:cubicBezTo>
                    <a:pt x="1268839" y="1471701"/>
                    <a:pt x="1215672" y="1589993"/>
                    <a:pt x="1075503" y="1631287"/>
                  </a:cubicBezTo>
                  <a:close/>
                </a:path>
              </a:pathLst>
            </a:custGeom>
            <a:gradFill>
              <a:gsLst>
                <a:gs pos="0">
                  <a:srgbClr val="FBFFBF"/>
                </a:gs>
                <a:gs pos="2890">
                  <a:srgbClr val="F9FEBC"/>
                </a:gs>
                <a:gs pos="68880">
                  <a:srgbClr val="D8E97B"/>
                </a:gs>
                <a:gs pos="100000">
                  <a:srgbClr val="CBE162"/>
                </a:gs>
              </a:gsLst>
              <a:lin ang="5289144"/>
            </a:gradFill>
            <a:ln cap="flat">
              <a:noFill/>
              <a:prstDash val="solid"/>
              <a:miter lim="800000"/>
            </a:ln>
          </p:spPr>
          <p:txBody>
            <a:bodyPr vert="horz" anchor="ctr" tIns="45720" lIns="91440" bIns="45720" rIns="91440"/>
            <a:p>
              <a:pPr algn="l" marL="0"/>
            </a:p>
          </p:txBody>
        </p:sp>
        <p:sp>
          <p:nvSpPr>
            <p:cNvPr name="Freeform 9" id="9"/>
            <p:cNvSpPr/>
            <p:nvPr/>
          </p:nvSpPr>
          <p:spPr>
            <a:xfrm>
              <a:off x="1359375" y="-5085856"/>
              <a:ext cx="1273093" cy="2434793"/>
            </a:xfrm>
            <a:custGeom>
              <a:avLst/>
              <a:gdLst/>
              <a:ahLst/>
              <a:cxnLst/>
              <a:rect r="r" b="b" t="t" l="l"/>
              <a:pathLst>
                <a:path w="1266950" h="2423045" stroke="true" fill="norm" extrusionOk="true">
                  <a:moveTo>
                    <a:pt x="281515" y="2423046"/>
                  </a:moveTo>
                  <a:cubicBezTo>
                    <a:pt x="281361" y="2423046"/>
                    <a:pt x="281206" y="2423037"/>
                    <a:pt x="281043" y="2423028"/>
                  </a:cubicBezTo>
                  <a:lnTo>
                    <a:pt x="246316" y="2420748"/>
                  </a:lnTo>
                  <a:cubicBezTo>
                    <a:pt x="243684" y="2420576"/>
                    <a:pt x="241370" y="2418973"/>
                    <a:pt x="240273" y="2416582"/>
                  </a:cubicBezTo>
                  <a:cubicBezTo>
                    <a:pt x="239175" y="2414190"/>
                    <a:pt x="239484" y="2411395"/>
                    <a:pt x="241070" y="2409286"/>
                  </a:cubicBezTo>
                  <a:cubicBezTo>
                    <a:pt x="348157" y="2267789"/>
                    <a:pt x="429399" y="2121216"/>
                    <a:pt x="482514" y="1973606"/>
                  </a:cubicBezTo>
                  <a:cubicBezTo>
                    <a:pt x="526954" y="1876248"/>
                    <a:pt x="561750" y="1770378"/>
                    <a:pt x="586173" y="1658370"/>
                  </a:cubicBezTo>
                  <a:cubicBezTo>
                    <a:pt x="573306" y="1620960"/>
                    <a:pt x="527734" y="1543833"/>
                    <a:pt x="513410" y="1534866"/>
                  </a:cubicBezTo>
                  <a:cubicBezTo>
                    <a:pt x="513264" y="1534960"/>
                    <a:pt x="513110" y="1535055"/>
                    <a:pt x="512955" y="1535123"/>
                  </a:cubicBezTo>
                  <a:cubicBezTo>
                    <a:pt x="458537" y="1564321"/>
                    <a:pt x="258558" y="1514420"/>
                    <a:pt x="136262" y="1425292"/>
                  </a:cubicBezTo>
                  <a:cubicBezTo>
                    <a:pt x="61639" y="1371388"/>
                    <a:pt x="20499" y="1316927"/>
                    <a:pt x="17302" y="1267833"/>
                  </a:cubicBezTo>
                  <a:cubicBezTo>
                    <a:pt x="15450" y="1239337"/>
                    <a:pt x="26534" y="1212900"/>
                    <a:pt x="49354" y="1191400"/>
                  </a:cubicBezTo>
                  <a:cubicBezTo>
                    <a:pt x="88771" y="1145957"/>
                    <a:pt x="209472" y="1121620"/>
                    <a:pt x="352864" y="1211425"/>
                  </a:cubicBezTo>
                  <a:cubicBezTo>
                    <a:pt x="446810" y="1274699"/>
                    <a:pt x="508232" y="1390128"/>
                    <a:pt x="520430" y="1471506"/>
                  </a:cubicBezTo>
                  <a:cubicBezTo>
                    <a:pt x="525857" y="1492363"/>
                    <a:pt x="526997" y="1510417"/>
                    <a:pt x="523671" y="1522753"/>
                  </a:cubicBezTo>
                  <a:cubicBezTo>
                    <a:pt x="544459" y="1535997"/>
                    <a:pt x="576520" y="1585727"/>
                    <a:pt x="594771" y="1618465"/>
                  </a:cubicBezTo>
                  <a:cubicBezTo>
                    <a:pt x="624912" y="1462420"/>
                    <a:pt x="633536" y="1298410"/>
                    <a:pt x="620420" y="1130630"/>
                  </a:cubicBezTo>
                  <a:cubicBezTo>
                    <a:pt x="599023" y="1106961"/>
                    <a:pt x="538098" y="1050159"/>
                    <a:pt x="512792" y="1032217"/>
                  </a:cubicBezTo>
                  <a:cubicBezTo>
                    <a:pt x="511627" y="1032578"/>
                    <a:pt x="510478" y="1032731"/>
                    <a:pt x="509372" y="1032860"/>
                  </a:cubicBezTo>
                  <a:cubicBezTo>
                    <a:pt x="508935" y="1032920"/>
                    <a:pt x="508463" y="1032963"/>
                    <a:pt x="508035" y="1033040"/>
                  </a:cubicBezTo>
                  <a:cubicBezTo>
                    <a:pt x="507940" y="1033083"/>
                    <a:pt x="507846" y="1033126"/>
                    <a:pt x="507743" y="1033169"/>
                  </a:cubicBezTo>
                  <a:cubicBezTo>
                    <a:pt x="454508" y="1054797"/>
                    <a:pt x="251460" y="1017901"/>
                    <a:pt x="129319" y="940371"/>
                  </a:cubicBezTo>
                  <a:cubicBezTo>
                    <a:pt x="45205" y="876275"/>
                    <a:pt x="10067" y="834870"/>
                    <a:pt x="7529" y="797142"/>
                  </a:cubicBezTo>
                  <a:cubicBezTo>
                    <a:pt x="6192" y="777314"/>
                    <a:pt x="14036" y="759157"/>
                    <a:pt x="31506" y="741678"/>
                  </a:cubicBezTo>
                  <a:cubicBezTo>
                    <a:pt x="83644" y="688366"/>
                    <a:pt x="201559" y="666060"/>
                    <a:pt x="347360" y="736483"/>
                  </a:cubicBezTo>
                  <a:cubicBezTo>
                    <a:pt x="465738" y="787386"/>
                    <a:pt x="513744" y="896086"/>
                    <a:pt x="518853" y="973924"/>
                  </a:cubicBezTo>
                  <a:cubicBezTo>
                    <a:pt x="522754" y="992346"/>
                    <a:pt x="523345" y="1006611"/>
                    <a:pt x="520619" y="1017207"/>
                  </a:cubicBezTo>
                  <a:cubicBezTo>
                    <a:pt x="543525" y="1029654"/>
                    <a:pt x="588445" y="1067656"/>
                    <a:pt x="617411" y="1094754"/>
                  </a:cubicBezTo>
                  <a:cubicBezTo>
                    <a:pt x="597866" y="895520"/>
                    <a:pt x="552389" y="754425"/>
                    <a:pt x="533718" y="721507"/>
                  </a:cubicBezTo>
                  <a:cubicBezTo>
                    <a:pt x="508343" y="720041"/>
                    <a:pt x="476762" y="706968"/>
                    <a:pt x="454216" y="695935"/>
                  </a:cubicBezTo>
                  <a:cubicBezTo>
                    <a:pt x="349786" y="653896"/>
                    <a:pt x="208134" y="545316"/>
                    <a:pt x="102221" y="425953"/>
                  </a:cubicBezTo>
                  <a:cubicBezTo>
                    <a:pt x="15424" y="336499"/>
                    <a:pt x="-1258" y="253568"/>
                    <a:pt x="71" y="199776"/>
                  </a:cubicBezTo>
                  <a:cubicBezTo>
                    <a:pt x="1537" y="140480"/>
                    <a:pt x="25703" y="86019"/>
                    <a:pt x="68111" y="46440"/>
                  </a:cubicBezTo>
                  <a:cubicBezTo>
                    <a:pt x="103258" y="13924"/>
                    <a:pt x="150999" y="-2081"/>
                    <a:pt x="206403" y="217"/>
                  </a:cubicBezTo>
                  <a:cubicBezTo>
                    <a:pt x="307635" y="4349"/>
                    <a:pt x="420578" y="68908"/>
                    <a:pt x="524425" y="182005"/>
                  </a:cubicBezTo>
                  <a:cubicBezTo>
                    <a:pt x="701319" y="371963"/>
                    <a:pt x="621432" y="643566"/>
                    <a:pt x="561733" y="703076"/>
                  </a:cubicBezTo>
                  <a:cubicBezTo>
                    <a:pt x="561081" y="703779"/>
                    <a:pt x="560318" y="704396"/>
                    <a:pt x="559564" y="704996"/>
                  </a:cubicBezTo>
                  <a:cubicBezTo>
                    <a:pt x="559410" y="705168"/>
                    <a:pt x="558672" y="705793"/>
                    <a:pt x="558501" y="705939"/>
                  </a:cubicBezTo>
                  <a:cubicBezTo>
                    <a:pt x="557541" y="706796"/>
                    <a:pt x="556546" y="707936"/>
                    <a:pt x="555543" y="709077"/>
                  </a:cubicBezTo>
                  <a:cubicBezTo>
                    <a:pt x="553589" y="711271"/>
                    <a:pt x="551583" y="713534"/>
                    <a:pt x="549260" y="715061"/>
                  </a:cubicBezTo>
                  <a:cubicBezTo>
                    <a:pt x="577918" y="759466"/>
                    <a:pt x="641568" y="947109"/>
                    <a:pt x="655473" y="1210645"/>
                  </a:cubicBezTo>
                  <a:cubicBezTo>
                    <a:pt x="665460" y="1194134"/>
                    <a:pt x="678867" y="1169103"/>
                    <a:pt x="692806" y="1143086"/>
                  </a:cubicBezTo>
                  <a:cubicBezTo>
                    <a:pt x="709180" y="1112525"/>
                    <a:pt x="726093" y="1080952"/>
                    <a:pt x="741532" y="1055234"/>
                  </a:cubicBezTo>
                  <a:lnTo>
                    <a:pt x="741447" y="1054651"/>
                  </a:lnTo>
                  <a:cubicBezTo>
                    <a:pt x="740941" y="1051223"/>
                    <a:pt x="740452" y="1047819"/>
                    <a:pt x="740195" y="1044296"/>
                  </a:cubicBezTo>
                  <a:cubicBezTo>
                    <a:pt x="725699" y="954816"/>
                    <a:pt x="765081" y="809658"/>
                    <a:pt x="803246" y="712720"/>
                  </a:cubicBezTo>
                  <a:cubicBezTo>
                    <a:pt x="803349" y="712454"/>
                    <a:pt x="803469" y="712189"/>
                    <a:pt x="803606" y="711931"/>
                  </a:cubicBezTo>
                  <a:cubicBezTo>
                    <a:pt x="838110" y="648238"/>
                    <a:pt x="886888" y="607801"/>
                    <a:pt x="944692" y="594986"/>
                  </a:cubicBezTo>
                  <a:cubicBezTo>
                    <a:pt x="1000653" y="582590"/>
                    <a:pt x="1061407" y="597891"/>
                    <a:pt x="1115671" y="638122"/>
                  </a:cubicBezTo>
                  <a:cubicBezTo>
                    <a:pt x="1170620" y="672858"/>
                    <a:pt x="1207165" y="727636"/>
                    <a:pt x="1218138" y="792084"/>
                  </a:cubicBezTo>
                  <a:cubicBezTo>
                    <a:pt x="1230756" y="866202"/>
                    <a:pt x="1207765" y="946887"/>
                    <a:pt x="1155078" y="1013478"/>
                  </a:cubicBezTo>
                  <a:cubicBezTo>
                    <a:pt x="1048368" y="1144671"/>
                    <a:pt x="830241" y="1142674"/>
                    <a:pt x="766718" y="1106704"/>
                  </a:cubicBezTo>
                  <a:cubicBezTo>
                    <a:pt x="766453" y="1106549"/>
                    <a:pt x="766195" y="1106387"/>
                    <a:pt x="765955" y="1106189"/>
                  </a:cubicBezTo>
                  <a:cubicBezTo>
                    <a:pt x="765561" y="1106070"/>
                    <a:pt x="765115" y="1105932"/>
                    <a:pt x="764644" y="1105761"/>
                  </a:cubicBezTo>
                  <a:cubicBezTo>
                    <a:pt x="762998" y="1105744"/>
                    <a:pt x="761352" y="1105238"/>
                    <a:pt x="760118" y="1104226"/>
                  </a:cubicBezTo>
                  <a:cubicBezTo>
                    <a:pt x="759860" y="1104012"/>
                    <a:pt x="759612" y="1103789"/>
                    <a:pt x="759380" y="1103549"/>
                  </a:cubicBezTo>
                  <a:cubicBezTo>
                    <a:pt x="758840" y="1103155"/>
                    <a:pt x="758352" y="1102675"/>
                    <a:pt x="757932" y="1102126"/>
                  </a:cubicBezTo>
                  <a:cubicBezTo>
                    <a:pt x="755111" y="1098414"/>
                    <a:pt x="752617" y="1094051"/>
                    <a:pt x="750422" y="1088933"/>
                  </a:cubicBezTo>
                  <a:cubicBezTo>
                    <a:pt x="743101" y="1103549"/>
                    <a:pt x="735429" y="1119168"/>
                    <a:pt x="727791" y="1134744"/>
                  </a:cubicBezTo>
                  <a:cubicBezTo>
                    <a:pt x="678876" y="1234434"/>
                    <a:pt x="667475" y="1253911"/>
                    <a:pt x="657248" y="1254999"/>
                  </a:cubicBezTo>
                  <a:cubicBezTo>
                    <a:pt x="661268" y="1388336"/>
                    <a:pt x="650698" y="1520395"/>
                    <a:pt x="625812" y="1648006"/>
                  </a:cubicBezTo>
                  <a:cubicBezTo>
                    <a:pt x="650510" y="1625683"/>
                    <a:pt x="685031" y="1592173"/>
                    <a:pt x="709471" y="1568453"/>
                  </a:cubicBezTo>
                  <a:cubicBezTo>
                    <a:pt x="728134" y="1550348"/>
                    <a:pt x="736997" y="1541784"/>
                    <a:pt x="741061" y="1538183"/>
                  </a:cubicBezTo>
                  <a:cubicBezTo>
                    <a:pt x="744113" y="1526919"/>
                    <a:pt x="750096" y="1514695"/>
                    <a:pt x="758866" y="1501827"/>
                  </a:cubicBezTo>
                  <a:cubicBezTo>
                    <a:pt x="795016" y="1435142"/>
                    <a:pt x="888971" y="1344676"/>
                    <a:pt x="997884" y="1302002"/>
                  </a:cubicBezTo>
                  <a:cubicBezTo>
                    <a:pt x="1074908" y="1271956"/>
                    <a:pt x="1144697" y="1269967"/>
                    <a:pt x="1194409" y="1296413"/>
                  </a:cubicBezTo>
                  <a:cubicBezTo>
                    <a:pt x="1229719" y="1315204"/>
                    <a:pt x="1253268" y="1346914"/>
                    <a:pt x="1262509" y="1388087"/>
                  </a:cubicBezTo>
                  <a:cubicBezTo>
                    <a:pt x="1283863" y="1481082"/>
                    <a:pt x="1228793" y="1602854"/>
                    <a:pt x="1084681" y="1645297"/>
                  </a:cubicBezTo>
                  <a:cubicBezTo>
                    <a:pt x="1084672" y="1645305"/>
                    <a:pt x="1084664" y="1645305"/>
                    <a:pt x="1084647" y="1645305"/>
                  </a:cubicBezTo>
                  <a:cubicBezTo>
                    <a:pt x="946715" y="1685185"/>
                    <a:pt x="776637" y="1613064"/>
                    <a:pt x="742758" y="1561338"/>
                  </a:cubicBezTo>
                  <a:cubicBezTo>
                    <a:pt x="714383" y="1595165"/>
                    <a:pt x="640060" y="1670954"/>
                    <a:pt x="617317" y="1688134"/>
                  </a:cubicBezTo>
                  <a:cubicBezTo>
                    <a:pt x="593185" y="1797176"/>
                    <a:pt x="561510" y="1894765"/>
                    <a:pt x="520525" y="1986388"/>
                  </a:cubicBezTo>
                  <a:cubicBezTo>
                    <a:pt x="470058" y="2132138"/>
                    <a:pt x="391517" y="2278264"/>
                    <a:pt x="287293" y="2420122"/>
                  </a:cubicBezTo>
                  <a:cubicBezTo>
                    <a:pt x="285930" y="2421965"/>
                    <a:pt x="283787" y="2423046"/>
                    <a:pt x="281515" y="2423046"/>
                  </a:cubicBezTo>
                  <a:close/>
                  <a:moveTo>
                    <a:pt x="260452" y="2407332"/>
                  </a:moveTo>
                  <a:lnTo>
                    <a:pt x="278060" y="2408489"/>
                  </a:lnTo>
                  <a:cubicBezTo>
                    <a:pt x="380270" y="2268783"/>
                    <a:pt x="457363" y="2125014"/>
                    <a:pt x="507212" y="1981133"/>
                  </a:cubicBezTo>
                  <a:cubicBezTo>
                    <a:pt x="548368" y="1889090"/>
                    <a:pt x="579924" y="1791561"/>
                    <a:pt x="603918" y="1682390"/>
                  </a:cubicBezTo>
                  <a:cubicBezTo>
                    <a:pt x="604312" y="1680590"/>
                    <a:pt x="605384" y="1679021"/>
                    <a:pt x="606918" y="1677984"/>
                  </a:cubicBezTo>
                  <a:cubicBezTo>
                    <a:pt x="608350" y="1677023"/>
                    <a:pt x="610099" y="1675695"/>
                    <a:pt x="612113" y="1674066"/>
                  </a:cubicBezTo>
                  <a:cubicBezTo>
                    <a:pt x="611702" y="1673912"/>
                    <a:pt x="611308" y="1673723"/>
                    <a:pt x="610922" y="1673500"/>
                  </a:cubicBezTo>
                  <a:cubicBezTo>
                    <a:pt x="608307" y="1671931"/>
                    <a:pt x="606970" y="1668880"/>
                    <a:pt x="607587" y="1665897"/>
                  </a:cubicBezTo>
                  <a:cubicBezTo>
                    <a:pt x="635808" y="1530288"/>
                    <a:pt x="647604" y="1389356"/>
                    <a:pt x="642649" y="1247035"/>
                  </a:cubicBezTo>
                  <a:cubicBezTo>
                    <a:pt x="642571" y="1244884"/>
                    <a:pt x="643472" y="1242818"/>
                    <a:pt x="645083" y="1241404"/>
                  </a:cubicBezTo>
                  <a:cubicBezTo>
                    <a:pt x="646695" y="1239980"/>
                    <a:pt x="648864" y="1239346"/>
                    <a:pt x="650981" y="1239732"/>
                  </a:cubicBezTo>
                  <a:lnTo>
                    <a:pt x="655079" y="1240418"/>
                  </a:lnTo>
                  <a:cubicBezTo>
                    <a:pt x="661379" y="1234185"/>
                    <a:pt x="676158" y="1206290"/>
                    <a:pt x="691632" y="1175541"/>
                  </a:cubicBezTo>
                  <a:cubicBezTo>
                    <a:pt x="675833" y="1204739"/>
                    <a:pt x="662614" y="1228133"/>
                    <a:pt x="654667" y="1237006"/>
                  </a:cubicBezTo>
                  <a:cubicBezTo>
                    <a:pt x="652721" y="1239175"/>
                    <a:pt x="649635" y="1239955"/>
                    <a:pt x="646918" y="1238960"/>
                  </a:cubicBezTo>
                  <a:cubicBezTo>
                    <a:pt x="644174" y="1237974"/>
                    <a:pt x="642306" y="1235428"/>
                    <a:pt x="642177" y="1232522"/>
                  </a:cubicBezTo>
                  <a:cubicBezTo>
                    <a:pt x="640445" y="1191177"/>
                    <a:pt x="637436" y="1151529"/>
                    <a:pt x="633467" y="1113853"/>
                  </a:cubicBezTo>
                  <a:cubicBezTo>
                    <a:pt x="633279" y="1116254"/>
                    <a:pt x="631882" y="1118422"/>
                    <a:pt x="629730" y="1119588"/>
                  </a:cubicBezTo>
                  <a:cubicBezTo>
                    <a:pt x="630836" y="1120788"/>
                    <a:pt x="631847" y="1121903"/>
                    <a:pt x="632747" y="1122932"/>
                  </a:cubicBezTo>
                  <a:cubicBezTo>
                    <a:pt x="633767" y="1124089"/>
                    <a:pt x="634385" y="1125554"/>
                    <a:pt x="634513" y="1127089"/>
                  </a:cubicBezTo>
                  <a:cubicBezTo>
                    <a:pt x="648581" y="1304145"/>
                    <a:pt x="638602" y="1477079"/>
                    <a:pt x="604870" y="1641071"/>
                  </a:cubicBezTo>
                  <a:cubicBezTo>
                    <a:pt x="604252" y="1644079"/>
                    <a:pt x="601792" y="1646351"/>
                    <a:pt x="598757" y="1646728"/>
                  </a:cubicBezTo>
                  <a:cubicBezTo>
                    <a:pt x="598192" y="1646814"/>
                    <a:pt x="597634" y="1646797"/>
                    <a:pt x="597069" y="1646746"/>
                  </a:cubicBezTo>
                  <a:cubicBezTo>
                    <a:pt x="598423" y="1650115"/>
                    <a:pt x="599546" y="1653140"/>
                    <a:pt x="600403" y="1655755"/>
                  </a:cubicBezTo>
                  <a:cubicBezTo>
                    <a:pt x="600798" y="1656964"/>
                    <a:pt x="600858" y="1658250"/>
                    <a:pt x="600592" y="1659484"/>
                  </a:cubicBezTo>
                  <a:cubicBezTo>
                    <a:pt x="575929" y="1773216"/>
                    <a:pt x="540662" y="1880715"/>
                    <a:pt x="495776" y="1979007"/>
                  </a:cubicBezTo>
                  <a:cubicBezTo>
                    <a:pt x="443707" y="2123754"/>
                    <a:pt x="364497" y="2267960"/>
                    <a:pt x="260452" y="2407332"/>
                  </a:cubicBezTo>
                  <a:close/>
                  <a:moveTo>
                    <a:pt x="755874" y="1555182"/>
                  </a:moveTo>
                  <a:cubicBezTo>
                    <a:pt x="787421" y="1598997"/>
                    <a:pt x="947855" y="1669943"/>
                    <a:pt x="1080626" y="1631572"/>
                  </a:cubicBezTo>
                  <a:lnTo>
                    <a:pt x="1080626" y="1631572"/>
                  </a:lnTo>
                  <a:cubicBezTo>
                    <a:pt x="1216346" y="1591599"/>
                    <a:pt x="1268433" y="1477918"/>
                    <a:pt x="1248527" y="1391260"/>
                  </a:cubicBezTo>
                  <a:cubicBezTo>
                    <a:pt x="1240220" y="1354243"/>
                    <a:pt x="1219184" y="1325825"/>
                    <a:pt x="1187662" y="1309057"/>
                  </a:cubicBezTo>
                  <a:cubicBezTo>
                    <a:pt x="1141714" y="1284609"/>
                    <a:pt x="1076160" y="1286829"/>
                    <a:pt x="1003079" y="1315341"/>
                  </a:cubicBezTo>
                  <a:cubicBezTo>
                    <a:pt x="897372" y="1356755"/>
                    <a:pt x="806340" y="1444246"/>
                    <a:pt x="771056" y="1509269"/>
                  </a:cubicBezTo>
                  <a:cubicBezTo>
                    <a:pt x="762295" y="1522204"/>
                    <a:pt x="756800" y="1533631"/>
                    <a:pt x="754383" y="1543841"/>
                  </a:cubicBezTo>
                  <a:cubicBezTo>
                    <a:pt x="754305" y="1544175"/>
                    <a:pt x="754203" y="1544501"/>
                    <a:pt x="754065" y="1544818"/>
                  </a:cubicBezTo>
                  <a:cubicBezTo>
                    <a:pt x="754057" y="1544887"/>
                    <a:pt x="754048" y="1544964"/>
                    <a:pt x="754031" y="1545033"/>
                  </a:cubicBezTo>
                  <a:cubicBezTo>
                    <a:pt x="753791" y="1546533"/>
                    <a:pt x="753285" y="1548119"/>
                    <a:pt x="752745" y="1549705"/>
                  </a:cubicBezTo>
                  <a:cubicBezTo>
                    <a:pt x="753311" y="1550125"/>
                    <a:pt x="754031" y="1550785"/>
                    <a:pt x="754648" y="1551685"/>
                  </a:cubicBezTo>
                  <a:cubicBezTo>
                    <a:pt x="755368" y="1552731"/>
                    <a:pt x="755780" y="1553931"/>
                    <a:pt x="755874" y="1555182"/>
                  </a:cubicBezTo>
                  <a:close/>
                  <a:moveTo>
                    <a:pt x="1082649" y="1638439"/>
                  </a:moveTo>
                  <a:lnTo>
                    <a:pt x="1082735" y="1638439"/>
                  </a:lnTo>
                  <a:lnTo>
                    <a:pt x="1082649" y="1638439"/>
                  </a:lnTo>
                  <a:close/>
                  <a:moveTo>
                    <a:pt x="164706" y="1165434"/>
                  </a:moveTo>
                  <a:cubicBezTo>
                    <a:pt x="114883" y="1165434"/>
                    <a:pt x="77378" y="1180925"/>
                    <a:pt x="59684" y="1201310"/>
                  </a:cubicBezTo>
                  <a:cubicBezTo>
                    <a:pt x="39290" y="1220564"/>
                    <a:pt x="30015" y="1242466"/>
                    <a:pt x="31601" y="1266906"/>
                  </a:cubicBezTo>
                  <a:cubicBezTo>
                    <a:pt x="34507" y="1311603"/>
                    <a:pt x="73606" y="1362370"/>
                    <a:pt x="144681" y="1413711"/>
                  </a:cubicBezTo>
                  <a:cubicBezTo>
                    <a:pt x="266590" y="1502539"/>
                    <a:pt x="455579" y="1546113"/>
                    <a:pt x="504468" y="1523379"/>
                  </a:cubicBezTo>
                  <a:cubicBezTo>
                    <a:pt x="505257" y="1522513"/>
                    <a:pt x="506251" y="1521853"/>
                    <a:pt x="507417" y="1521510"/>
                  </a:cubicBezTo>
                  <a:cubicBezTo>
                    <a:pt x="507966" y="1521338"/>
                    <a:pt x="508609" y="1521158"/>
                    <a:pt x="509260" y="1520961"/>
                  </a:cubicBezTo>
                  <a:cubicBezTo>
                    <a:pt x="512664" y="1511763"/>
                    <a:pt x="511652" y="1494506"/>
                    <a:pt x="506432" y="1474361"/>
                  </a:cubicBezTo>
                  <a:cubicBezTo>
                    <a:pt x="494824" y="1397260"/>
                    <a:pt x="434440" y="1283615"/>
                    <a:pt x="345071" y="1223427"/>
                  </a:cubicBezTo>
                  <a:cubicBezTo>
                    <a:pt x="277563" y="1181156"/>
                    <a:pt x="214889" y="1165434"/>
                    <a:pt x="164706" y="1165434"/>
                  </a:cubicBezTo>
                  <a:close/>
                  <a:moveTo>
                    <a:pt x="775034" y="1094951"/>
                  </a:moveTo>
                  <a:cubicBezTo>
                    <a:pt x="837879" y="1128444"/>
                    <a:pt x="1042847" y="1128769"/>
                    <a:pt x="1143908" y="1004511"/>
                  </a:cubicBezTo>
                  <a:cubicBezTo>
                    <a:pt x="1194032" y="941186"/>
                    <a:pt x="1215960" y="864607"/>
                    <a:pt x="1204027" y="794484"/>
                  </a:cubicBezTo>
                  <a:cubicBezTo>
                    <a:pt x="1193749" y="734100"/>
                    <a:pt x="1159502" y="682759"/>
                    <a:pt x="1107587" y="649927"/>
                  </a:cubicBezTo>
                  <a:cubicBezTo>
                    <a:pt x="1056272" y="611908"/>
                    <a:pt x="999676" y="597454"/>
                    <a:pt x="947795" y="608967"/>
                  </a:cubicBezTo>
                  <a:cubicBezTo>
                    <a:pt x="894286" y="620832"/>
                    <a:pt x="848852" y="658662"/>
                    <a:pt x="816405" y="718378"/>
                  </a:cubicBezTo>
                  <a:cubicBezTo>
                    <a:pt x="778960" y="813618"/>
                    <a:pt x="740306" y="955519"/>
                    <a:pt x="754400" y="1042624"/>
                  </a:cubicBezTo>
                  <a:cubicBezTo>
                    <a:pt x="754708" y="1046413"/>
                    <a:pt x="755163" y="1049491"/>
                    <a:pt x="755617" y="1052577"/>
                  </a:cubicBezTo>
                  <a:lnTo>
                    <a:pt x="756080" y="1055757"/>
                  </a:lnTo>
                  <a:cubicBezTo>
                    <a:pt x="756303" y="1057386"/>
                    <a:pt x="755960" y="1059049"/>
                    <a:pt x="755111" y="1060455"/>
                  </a:cubicBezTo>
                  <a:cubicBezTo>
                    <a:pt x="754537" y="1061398"/>
                    <a:pt x="753962" y="1062367"/>
                    <a:pt x="753380" y="1063335"/>
                  </a:cubicBezTo>
                  <a:cubicBezTo>
                    <a:pt x="755994" y="1063918"/>
                    <a:pt x="758086" y="1065933"/>
                    <a:pt x="758755" y="1068573"/>
                  </a:cubicBezTo>
                  <a:cubicBezTo>
                    <a:pt x="761206" y="1078337"/>
                    <a:pt x="764310" y="1086078"/>
                    <a:pt x="768004" y="1091625"/>
                  </a:cubicBezTo>
                  <a:cubicBezTo>
                    <a:pt x="768682" y="1091839"/>
                    <a:pt x="769316" y="1092165"/>
                    <a:pt x="769899" y="1092568"/>
                  </a:cubicBezTo>
                  <a:cubicBezTo>
                    <a:pt x="771245" y="1092842"/>
                    <a:pt x="772385" y="1093236"/>
                    <a:pt x="773371" y="1093751"/>
                  </a:cubicBezTo>
                  <a:cubicBezTo>
                    <a:pt x="773988" y="1094076"/>
                    <a:pt x="774545" y="1094488"/>
                    <a:pt x="775034" y="1094951"/>
                  </a:cubicBezTo>
                  <a:close/>
                  <a:moveTo>
                    <a:pt x="172010" y="706299"/>
                  </a:moveTo>
                  <a:cubicBezTo>
                    <a:pt x="113571" y="706299"/>
                    <a:pt x="68257" y="724584"/>
                    <a:pt x="41699" y="751742"/>
                  </a:cubicBezTo>
                  <a:cubicBezTo>
                    <a:pt x="27263" y="766187"/>
                    <a:pt x="20782" y="780709"/>
                    <a:pt x="21828" y="796191"/>
                  </a:cubicBezTo>
                  <a:cubicBezTo>
                    <a:pt x="24031" y="828869"/>
                    <a:pt x="58630" y="868491"/>
                    <a:pt x="137514" y="928636"/>
                  </a:cubicBezTo>
                  <a:cubicBezTo>
                    <a:pt x="253277" y="1002076"/>
                    <a:pt x="451499" y="1039761"/>
                    <a:pt x="501845" y="1020122"/>
                  </a:cubicBezTo>
                  <a:cubicBezTo>
                    <a:pt x="502154" y="1019958"/>
                    <a:pt x="502471" y="1019804"/>
                    <a:pt x="502763" y="1019693"/>
                  </a:cubicBezTo>
                  <a:cubicBezTo>
                    <a:pt x="503457" y="1019436"/>
                    <a:pt x="504151" y="1019247"/>
                    <a:pt x="504820" y="1019110"/>
                  </a:cubicBezTo>
                  <a:cubicBezTo>
                    <a:pt x="504931" y="1018664"/>
                    <a:pt x="505086" y="1018227"/>
                    <a:pt x="505291" y="1017824"/>
                  </a:cubicBezTo>
                  <a:cubicBezTo>
                    <a:pt x="507915" y="1012320"/>
                    <a:pt x="509955" y="1000679"/>
                    <a:pt x="504760" y="976410"/>
                  </a:cubicBezTo>
                  <a:cubicBezTo>
                    <a:pt x="504683" y="976067"/>
                    <a:pt x="504640" y="975716"/>
                    <a:pt x="504614" y="975365"/>
                  </a:cubicBezTo>
                  <a:cubicBezTo>
                    <a:pt x="499942" y="901538"/>
                    <a:pt x="454405" y="798085"/>
                    <a:pt x="341428" y="749505"/>
                  </a:cubicBezTo>
                  <a:cubicBezTo>
                    <a:pt x="278077" y="718910"/>
                    <a:pt x="220522" y="706299"/>
                    <a:pt x="172010" y="706299"/>
                  </a:cubicBezTo>
                  <a:close/>
                  <a:moveTo>
                    <a:pt x="196210" y="14327"/>
                  </a:moveTo>
                  <a:cubicBezTo>
                    <a:pt x="148864" y="14327"/>
                    <a:pt x="108110" y="28960"/>
                    <a:pt x="77867" y="56932"/>
                  </a:cubicBezTo>
                  <a:cubicBezTo>
                    <a:pt x="38313" y="93846"/>
                    <a:pt x="15767" y="144706"/>
                    <a:pt x="14396" y="200127"/>
                  </a:cubicBezTo>
                  <a:cubicBezTo>
                    <a:pt x="13127" y="251177"/>
                    <a:pt x="29166" y="330095"/>
                    <a:pt x="112722" y="416215"/>
                  </a:cubicBezTo>
                  <a:cubicBezTo>
                    <a:pt x="217530" y="534301"/>
                    <a:pt x="357021" y="641371"/>
                    <a:pt x="460054" y="682862"/>
                  </a:cubicBezTo>
                  <a:cubicBezTo>
                    <a:pt x="491387" y="698164"/>
                    <a:pt x="518253" y="706737"/>
                    <a:pt x="536427" y="707302"/>
                  </a:cubicBezTo>
                  <a:cubicBezTo>
                    <a:pt x="536615" y="707165"/>
                    <a:pt x="536821" y="707037"/>
                    <a:pt x="537027" y="706925"/>
                  </a:cubicBezTo>
                  <a:cubicBezTo>
                    <a:pt x="536881" y="706942"/>
                    <a:pt x="537130" y="706651"/>
                    <a:pt x="537378" y="706359"/>
                  </a:cubicBezTo>
                  <a:cubicBezTo>
                    <a:pt x="538210" y="705408"/>
                    <a:pt x="539067" y="704473"/>
                    <a:pt x="539976" y="703745"/>
                  </a:cubicBezTo>
                  <a:cubicBezTo>
                    <a:pt x="540653" y="703188"/>
                    <a:pt x="541416" y="702785"/>
                    <a:pt x="542213" y="702519"/>
                  </a:cubicBezTo>
                  <a:cubicBezTo>
                    <a:pt x="542822" y="701859"/>
                    <a:pt x="544048" y="700478"/>
                    <a:pt x="544854" y="699570"/>
                  </a:cubicBezTo>
                  <a:cubicBezTo>
                    <a:pt x="546251" y="697993"/>
                    <a:pt x="547665" y="696441"/>
                    <a:pt x="548985" y="695258"/>
                  </a:cubicBezTo>
                  <a:cubicBezTo>
                    <a:pt x="549234" y="694941"/>
                    <a:pt x="549963" y="694340"/>
                    <a:pt x="550726" y="693741"/>
                  </a:cubicBezTo>
                  <a:cubicBezTo>
                    <a:pt x="550966" y="693552"/>
                    <a:pt x="551223" y="693372"/>
                    <a:pt x="551480" y="693098"/>
                  </a:cubicBezTo>
                  <a:cubicBezTo>
                    <a:pt x="608822" y="635936"/>
                    <a:pt x="684662" y="375075"/>
                    <a:pt x="513924" y="191726"/>
                  </a:cubicBezTo>
                  <a:cubicBezTo>
                    <a:pt x="412640" y="81416"/>
                    <a:pt x="303238" y="18502"/>
                    <a:pt x="205828" y="14516"/>
                  </a:cubicBezTo>
                  <a:cubicBezTo>
                    <a:pt x="202588" y="14387"/>
                    <a:pt x="199382" y="14327"/>
                    <a:pt x="196210" y="14327"/>
                  </a:cubicBezTo>
                  <a:close/>
                </a:path>
              </a:pathLst>
            </a:custGeom>
            <a:solidFill>
              <a:srgbClr val="F2FF96"/>
            </a:solidFill>
            <a:ln cap="flat">
              <a:noFill/>
              <a:prstDash val="solid"/>
              <a:miter lim="800000"/>
            </a:ln>
          </p:spPr>
          <p:txBody>
            <a:bodyPr vert="horz" anchor="ctr" tIns="45720" lIns="91440" bIns="45720" rIns="91440"/>
            <a:p>
              <a:pPr algn="l" marL="0"/>
            </a:p>
          </p:txBody>
        </p:sp>
      </p:grpSp>
      <p:grpSp>
        <p:nvGrpSpPr>
          <p:cNvPr name="Group 10" id="10"/>
          <p:cNvGrpSpPr/>
          <p:nvPr/>
        </p:nvGrpSpPr>
        <p:grpSpPr>
          <a:xfrm>
            <a:off x="10388600" y="5952061"/>
            <a:ext cx="1809731" cy="905938"/>
            <a:chOff x="7191324" y="4965020"/>
            <a:chExt cx="3781475" cy="1892979"/>
          </a:xfrm>
        </p:grpSpPr>
        <p:sp>
          <p:nvSpPr>
            <p:cNvPr name="Freeform 11" id="11"/>
            <p:cNvSpPr/>
            <p:nvPr/>
          </p:nvSpPr>
          <p:spPr>
            <a:xfrm>
              <a:off x="7671396" y="4965020"/>
              <a:ext cx="3301403" cy="1892979"/>
            </a:xfrm>
            <a:custGeom>
              <a:avLst/>
              <a:gdLst/>
              <a:ahLst/>
              <a:cxnLst/>
              <a:rect r="r" b="b" t="t" l="l"/>
              <a:pathLst>
                <a:path w="3301403" h="1892979" stroke="true" fill="norm" extrusionOk="true">
                  <a:moveTo>
                    <a:pt x="3301403" y="0"/>
                  </a:moveTo>
                  <a:lnTo>
                    <a:pt x="3301403" y="1892980"/>
                  </a:lnTo>
                  <a:lnTo>
                    <a:pt x="133" y="1892980"/>
                  </a:lnTo>
                  <a:cubicBezTo>
                    <a:pt x="-124" y="1632633"/>
                    <a:pt x="-8354" y="1347511"/>
                    <a:pt x="158382" y="1148887"/>
                  </a:cubicBezTo>
                  <a:cubicBezTo>
                    <a:pt x="331889" y="942204"/>
                    <a:pt x="641185" y="905513"/>
                    <a:pt x="905389" y="960292"/>
                  </a:cubicBezTo>
                  <a:cubicBezTo>
                    <a:pt x="1169679" y="1015070"/>
                    <a:pt x="1413053" y="1143314"/>
                    <a:pt x="1673743" y="1213180"/>
                  </a:cubicBezTo>
                  <a:cubicBezTo>
                    <a:pt x="1934433" y="1282961"/>
                    <a:pt x="2238756" y="1283732"/>
                    <a:pt x="2445010" y="1109796"/>
                  </a:cubicBezTo>
                  <a:cubicBezTo>
                    <a:pt x="2604716" y="975122"/>
                    <a:pt x="2673468" y="765010"/>
                    <a:pt x="2762708" y="576158"/>
                  </a:cubicBezTo>
                  <a:cubicBezTo>
                    <a:pt x="2851690" y="387991"/>
                    <a:pt x="2970933" y="208569"/>
                    <a:pt x="3139983" y="87097"/>
                  </a:cubicBezTo>
                  <a:cubicBezTo>
                    <a:pt x="3191675" y="49978"/>
                    <a:pt x="3246025" y="21003"/>
                    <a:pt x="3301403" y="0"/>
                  </a:cubicBezTo>
                  <a:close/>
                </a:path>
              </a:pathLst>
            </a:custGeom>
            <a:gradFill>
              <a:gsLst>
                <a:gs pos="0">
                  <a:srgbClr val="62AB26"/>
                </a:gs>
                <a:gs pos="57110">
                  <a:srgbClr val="8ACC3E"/>
                </a:gs>
                <a:gs pos="100000">
                  <a:srgbClr val="A3E14D"/>
                </a:gs>
              </a:gsLst>
              <a:lin ang="15289625"/>
            </a:gradFill>
            <a:ln cap="flat">
              <a:noFill/>
              <a:prstDash val="solid"/>
              <a:miter lim="800000"/>
            </a:ln>
          </p:spPr>
          <p:txBody>
            <a:bodyPr vert="horz" anchor="ctr" tIns="45720" lIns="91440" bIns="45720" rIns="91440"/>
            <a:p>
              <a:pPr algn="l" marL="0"/>
            </a:p>
          </p:txBody>
        </p:sp>
        <p:grpSp>
          <p:nvGrpSpPr>
            <p:cNvPr name="Group 12" id="12"/>
            <p:cNvGrpSpPr/>
            <p:nvPr/>
          </p:nvGrpSpPr>
          <p:grpSpPr>
            <a:xfrm>
              <a:off x="7191324" y="5751709"/>
              <a:ext cx="1669783" cy="1106290"/>
              <a:chOff x="7191324" y="5751709"/>
              <a:chExt cx="1669783" cy="1106290"/>
            </a:xfrm>
          </p:grpSpPr>
          <p:sp>
            <p:nvSpPr>
              <p:cNvPr name="Freeform 13" id="13"/>
              <p:cNvSpPr/>
              <p:nvPr/>
            </p:nvSpPr>
            <p:spPr>
              <a:xfrm>
                <a:off x="7191324" y="5751709"/>
                <a:ext cx="1669783" cy="1106282"/>
              </a:xfrm>
              <a:custGeom>
                <a:avLst/>
                <a:gdLst/>
                <a:ahLst/>
                <a:cxnLst/>
                <a:rect r="r" b="b" t="t" l="l"/>
                <a:pathLst>
                  <a:path w="1669783" h="1106282" stroke="true" fill="norm" extrusionOk="true">
                    <a:moveTo>
                      <a:pt x="1645252" y="846604"/>
                    </a:moveTo>
                    <a:cubicBezTo>
                      <a:pt x="1612325" y="798984"/>
                      <a:pt x="1551820" y="781324"/>
                      <a:pt x="1495507" y="770634"/>
                    </a:cubicBezTo>
                    <a:cubicBezTo>
                      <a:pt x="1427270" y="757561"/>
                      <a:pt x="1302815" y="757750"/>
                      <a:pt x="1185997" y="765671"/>
                    </a:cubicBezTo>
                    <a:cubicBezTo>
                      <a:pt x="1255383" y="737425"/>
                      <a:pt x="1322471" y="703349"/>
                      <a:pt x="1381553" y="654391"/>
                    </a:cubicBezTo>
                    <a:cubicBezTo>
                      <a:pt x="1477179" y="575370"/>
                      <a:pt x="1550097" y="449106"/>
                      <a:pt x="1540453" y="316729"/>
                    </a:cubicBezTo>
                    <a:cubicBezTo>
                      <a:pt x="1535584" y="250112"/>
                      <a:pt x="1506189" y="181687"/>
                      <a:pt x="1452362" y="152386"/>
                    </a:cubicBezTo>
                    <a:cubicBezTo>
                      <a:pt x="1376204" y="110963"/>
                      <a:pt x="1285061" y="161456"/>
                      <a:pt x="1221976" y="224635"/>
                    </a:cubicBezTo>
                    <a:cubicBezTo>
                      <a:pt x="1109265" y="337535"/>
                      <a:pt x="1037402" y="489096"/>
                      <a:pt x="976606" y="645613"/>
                    </a:cubicBezTo>
                    <a:cubicBezTo>
                      <a:pt x="980617" y="603720"/>
                      <a:pt x="984621" y="561722"/>
                      <a:pt x="987004" y="519726"/>
                    </a:cubicBezTo>
                    <a:cubicBezTo>
                      <a:pt x="992636" y="420182"/>
                      <a:pt x="989010" y="317878"/>
                      <a:pt x="957514" y="224438"/>
                    </a:cubicBezTo>
                    <a:cubicBezTo>
                      <a:pt x="926019" y="131100"/>
                      <a:pt x="863320" y="47115"/>
                      <a:pt x="779044" y="13803"/>
                    </a:cubicBezTo>
                    <a:cubicBezTo>
                      <a:pt x="694870" y="-19501"/>
                      <a:pt x="589694" y="7982"/>
                      <a:pt x="539682" y="90629"/>
                    </a:cubicBezTo>
                    <a:cubicBezTo>
                      <a:pt x="480223" y="189025"/>
                      <a:pt x="512293" y="322833"/>
                      <a:pt x="559536" y="429149"/>
                    </a:cubicBezTo>
                    <a:cubicBezTo>
                      <a:pt x="584156" y="484793"/>
                      <a:pt x="612506" y="538234"/>
                      <a:pt x="644001" y="589292"/>
                    </a:cubicBezTo>
                    <a:cubicBezTo>
                      <a:pt x="542451" y="509696"/>
                      <a:pt x="427546" y="451480"/>
                      <a:pt x="306725" y="420268"/>
                    </a:cubicBezTo>
                    <a:cubicBezTo>
                      <a:pt x="224077" y="398888"/>
                      <a:pt x="128639" y="392973"/>
                      <a:pt x="63068" y="453006"/>
                    </a:cubicBezTo>
                    <a:cubicBezTo>
                      <a:pt x="2847" y="508170"/>
                      <a:pt x="-14050" y="609051"/>
                      <a:pt x="11531" y="691219"/>
                    </a:cubicBezTo>
                    <a:cubicBezTo>
                      <a:pt x="37111" y="773395"/>
                      <a:pt x="98858" y="836951"/>
                      <a:pt x="168904" y="875030"/>
                    </a:cubicBezTo>
                    <a:cubicBezTo>
                      <a:pt x="238865" y="913204"/>
                      <a:pt x="317029" y="928574"/>
                      <a:pt x="394421" y="938116"/>
                    </a:cubicBezTo>
                    <a:cubicBezTo>
                      <a:pt x="423336" y="941647"/>
                      <a:pt x="452354" y="944322"/>
                      <a:pt x="481363" y="946422"/>
                    </a:cubicBezTo>
                    <a:cubicBezTo>
                      <a:pt x="480223" y="946902"/>
                      <a:pt x="478886" y="947279"/>
                      <a:pt x="477737" y="947760"/>
                    </a:cubicBezTo>
                    <a:cubicBezTo>
                      <a:pt x="399187" y="978106"/>
                      <a:pt x="325515" y="1033082"/>
                      <a:pt x="275881" y="1106282"/>
                    </a:cubicBezTo>
                    <a:lnTo>
                      <a:pt x="1079947" y="1106282"/>
                    </a:lnTo>
                    <a:cubicBezTo>
                      <a:pt x="1072695" y="1090440"/>
                      <a:pt x="1065057" y="1074787"/>
                      <a:pt x="1057230" y="1059425"/>
                    </a:cubicBezTo>
                    <a:cubicBezTo>
                      <a:pt x="1081661" y="1075747"/>
                      <a:pt x="1106479" y="1091494"/>
                      <a:pt x="1131862" y="1106282"/>
                    </a:cubicBezTo>
                    <a:lnTo>
                      <a:pt x="1617263" y="1106282"/>
                    </a:lnTo>
                    <a:cubicBezTo>
                      <a:pt x="1630053" y="1084714"/>
                      <a:pt x="1640451" y="1061234"/>
                      <a:pt x="1648946" y="1037754"/>
                    </a:cubicBezTo>
                    <a:cubicBezTo>
                      <a:pt x="1671596" y="975543"/>
                      <a:pt x="1682860" y="900911"/>
                      <a:pt x="1645252" y="846604"/>
                    </a:cubicBezTo>
                    <a:close/>
                  </a:path>
                </a:pathLst>
              </a:custGeom>
              <a:solidFill>
                <a:srgbClr val="FFB685"/>
              </a:solidFill>
              <a:ln cap="flat">
                <a:noFill/>
                <a:prstDash val="solid"/>
                <a:miter lim="800000"/>
              </a:ln>
            </p:spPr>
            <p:txBody>
              <a:bodyPr vert="horz" anchor="ctr" tIns="45720" lIns="91440" bIns="45720" rIns="91440"/>
              <a:p>
                <a:pPr algn="l" marL="0"/>
              </a:p>
            </p:txBody>
          </p:sp>
          <p:grpSp>
            <p:nvGrpSpPr>
              <p:cNvPr name="Group 14" id="14"/>
              <p:cNvGrpSpPr/>
              <p:nvPr/>
            </p:nvGrpSpPr>
            <p:grpSpPr>
              <a:xfrm>
                <a:off x="7772665" y="6298249"/>
                <a:ext cx="550643" cy="559750"/>
                <a:chOff x="7772665" y="6298249"/>
                <a:chExt cx="550643" cy="559750"/>
              </a:xfrm>
            </p:grpSpPr>
            <p:sp>
              <p:nvSpPr>
                <p:cNvPr name="Freeform 15" id="15"/>
                <p:cNvSpPr/>
                <p:nvPr/>
              </p:nvSpPr>
              <p:spPr>
                <a:xfrm>
                  <a:off x="7821205" y="6422602"/>
                  <a:ext cx="98686" cy="435397"/>
                </a:xfrm>
                <a:custGeom>
                  <a:avLst/>
                  <a:gdLst/>
                  <a:ahLst/>
                  <a:cxnLst/>
                  <a:rect r="r" b="b" t="t" l="l"/>
                  <a:pathLst>
                    <a:path w="98686" h="435397" stroke="true" fill="norm" extrusionOk="true">
                      <a:moveTo>
                        <a:pt x="98687" y="435397"/>
                      </a:moveTo>
                      <a:lnTo>
                        <a:pt x="89523" y="435397"/>
                      </a:lnTo>
                      <a:cubicBezTo>
                        <a:pt x="77213" y="301974"/>
                        <a:pt x="51538" y="169984"/>
                        <a:pt x="12696" y="42759"/>
                      </a:cubicBezTo>
                      <a:cubicBezTo>
                        <a:pt x="8590" y="29395"/>
                        <a:pt x="4389" y="16133"/>
                        <a:pt x="0" y="2863"/>
                      </a:cubicBezTo>
                      <a:lnTo>
                        <a:pt x="8590" y="0"/>
                      </a:lnTo>
                      <a:cubicBezTo>
                        <a:pt x="12790" y="12696"/>
                        <a:pt x="16896" y="25486"/>
                        <a:pt x="20805" y="38268"/>
                      </a:cubicBezTo>
                      <a:cubicBezTo>
                        <a:pt x="60222" y="166932"/>
                        <a:pt x="86282" y="300449"/>
                        <a:pt x="98687" y="435397"/>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6" id="16"/>
                <p:cNvSpPr/>
                <p:nvPr/>
              </p:nvSpPr>
              <p:spPr>
                <a:xfrm>
                  <a:off x="7988224" y="6591540"/>
                  <a:ext cx="22778" cy="266459"/>
                </a:xfrm>
                <a:custGeom>
                  <a:avLst/>
                  <a:gdLst/>
                  <a:ahLst/>
                  <a:cxnLst/>
                  <a:rect r="r" b="b" t="t" l="l"/>
                  <a:pathLst>
                    <a:path w="22778" h="266459" stroke="true" fill="norm" extrusionOk="true">
                      <a:moveTo>
                        <a:pt x="22528" y="266459"/>
                      </a:moveTo>
                      <a:lnTo>
                        <a:pt x="13459" y="266459"/>
                      </a:lnTo>
                      <a:cubicBezTo>
                        <a:pt x="14702" y="188200"/>
                        <a:pt x="11359" y="109848"/>
                        <a:pt x="3438" y="31873"/>
                      </a:cubicBezTo>
                      <a:cubicBezTo>
                        <a:pt x="2392" y="21568"/>
                        <a:pt x="1243" y="11350"/>
                        <a:pt x="0" y="1046"/>
                      </a:cubicBezTo>
                      <a:lnTo>
                        <a:pt x="8966" y="0"/>
                      </a:lnTo>
                      <a:cubicBezTo>
                        <a:pt x="10210" y="10304"/>
                        <a:pt x="11350" y="20617"/>
                        <a:pt x="12404" y="30921"/>
                      </a:cubicBezTo>
                      <a:cubicBezTo>
                        <a:pt x="20428" y="109180"/>
                        <a:pt x="23763" y="187909"/>
                        <a:pt x="22528" y="266459"/>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7" id="17"/>
                <p:cNvSpPr/>
                <p:nvPr/>
              </p:nvSpPr>
              <p:spPr>
                <a:xfrm>
                  <a:off x="7807369" y="6628188"/>
                  <a:ext cx="43043" cy="229811"/>
                </a:xfrm>
                <a:custGeom>
                  <a:avLst/>
                  <a:gdLst/>
                  <a:ahLst/>
                  <a:cxnLst/>
                  <a:rect r="r" b="b" t="t" l="l"/>
                  <a:pathLst>
                    <a:path w="43043" h="229811" stroke="true" fill="norm" extrusionOk="true">
                      <a:moveTo>
                        <a:pt x="43043" y="229811"/>
                      </a:moveTo>
                      <a:lnTo>
                        <a:pt x="33973" y="229811"/>
                      </a:lnTo>
                      <a:cubicBezTo>
                        <a:pt x="26815" y="167009"/>
                        <a:pt x="17942" y="104499"/>
                        <a:pt x="7158" y="42177"/>
                      </a:cubicBezTo>
                      <a:cubicBezTo>
                        <a:pt x="4870" y="28623"/>
                        <a:pt x="2477" y="15165"/>
                        <a:pt x="0" y="1715"/>
                      </a:cubicBezTo>
                      <a:lnTo>
                        <a:pt x="8873" y="0"/>
                      </a:lnTo>
                      <a:cubicBezTo>
                        <a:pt x="11453" y="13836"/>
                        <a:pt x="13930" y="27775"/>
                        <a:pt x="16219" y="41611"/>
                      </a:cubicBezTo>
                      <a:cubicBezTo>
                        <a:pt x="27012" y="104122"/>
                        <a:pt x="35885" y="166821"/>
                        <a:pt x="43043" y="229811"/>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8" id="18"/>
                <p:cNvSpPr/>
                <p:nvPr/>
              </p:nvSpPr>
              <p:spPr>
                <a:xfrm>
                  <a:off x="8112670" y="6480921"/>
                  <a:ext cx="37734" cy="377078"/>
                </a:xfrm>
                <a:custGeom>
                  <a:avLst/>
                  <a:gdLst/>
                  <a:ahLst/>
                  <a:cxnLst/>
                  <a:rect r="r" b="b" t="t" l="l"/>
                  <a:pathLst>
                    <a:path w="37734" h="377078" stroke="true" fill="norm" extrusionOk="true">
                      <a:moveTo>
                        <a:pt x="37702" y="0"/>
                      </a:moveTo>
                      <a:cubicBezTo>
                        <a:pt x="37796" y="20522"/>
                        <a:pt x="37702" y="41036"/>
                        <a:pt x="37222" y="61559"/>
                      </a:cubicBezTo>
                      <a:cubicBezTo>
                        <a:pt x="35027" y="167112"/>
                        <a:pt x="25580" y="272666"/>
                        <a:pt x="9070" y="377079"/>
                      </a:cubicBezTo>
                      <a:lnTo>
                        <a:pt x="0" y="377079"/>
                      </a:lnTo>
                      <a:cubicBezTo>
                        <a:pt x="16605" y="272571"/>
                        <a:pt x="26052" y="167018"/>
                        <a:pt x="28247" y="61465"/>
                      </a:cubicBezTo>
                      <a:cubicBezTo>
                        <a:pt x="28727" y="41036"/>
                        <a:pt x="28821" y="20522"/>
                        <a:pt x="28727" y="94"/>
                      </a:cubicBezTo>
                      <a:lnTo>
                        <a:pt x="37702" y="0"/>
                      </a:ln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9" id="19"/>
                <p:cNvSpPr/>
                <p:nvPr/>
              </p:nvSpPr>
              <p:spPr>
                <a:xfrm>
                  <a:off x="8252968" y="6632191"/>
                  <a:ext cx="29300" cy="225808"/>
                </a:xfrm>
                <a:custGeom>
                  <a:avLst/>
                  <a:gdLst/>
                  <a:ahLst/>
                  <a:cxnLst/>
                  <a:rect r="r" b="b" t="t" l="l"/>
                  <a:pathLst>
                    <a:path w="29300" h="225808" stroke="true" fill="norm" extrusionOk="true">
                      <a:moveTo>
                        <a:pt x="29301" y="94"/>
                      </a:moveTo>
                      <a:cubicBezTo>
                        <a:pt x="29112" y="12790"/>
                        <a:pt x="28821" y="25477"/>
                        <a:pt x="28255" y="38173"/>
                      </a:cubicBezTo>
                      <a:cubicBezTo>
                        <a:pt x="25872" y="101258"/>
                        <a:pt x="19476" y="163863"/>
                        <a:pt x="9070" y="225808"/>
                      </a:cubicBezTo>
                      <a:lnTo>
                        <a:pt x="0" y="225808"/>
                      </a:lnTo>
                      <a:cubicBezTo>
                        <a:pt x="10407" y="163675"/>
                        <a:pt x="16896" y="100881"/>
                        <a:pt x="19279" y="37599"/>
                      </a:cubicBezTo>
                      <a:cubicBezTo>
                        <a:pt x="19760" y="25100"/>
                        <a:pt x="20043" y="12593"/>
                        <a:pt x="20231" y="0"/>
                      </a:cubicBezTo>
                      <a:lnTo>
                        <a:pt x="29301" y="94"/>
                      </a:ln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20" id="20"/>
                <p:cNvSpPr/>
                <p:nvPr/>
              </p:nvSpPr>
              <p:spPr>
                <a:xfrm>
                  <a:off x="8187020" y="6363435"/>
                  <a:ext cx="54699" cy="494564"/>
                </a:xfrm>
                <a:custGeom>
                  <a:avLst/>
                  <a:gdLst/>
                  <a:ahLst/>
                  <a:cxnLst/>
                  <a:rect r="r" b="b" t="t" l="l"/>
                  <a:pathLst>
                    <a:path w="54699" h="494564" stroke="true" fill="norm" extrusionOk="true">
                      <a:moveTo>
                        <a:pt x="54693" y="50681"/>
                      </a:moveTo>
                      <a:cubicBezTo>
                        <a:pt x="55069" y="198899"/>
                        <a:pt x="39613" y="348164"/>
                        <a:pt x="9164" y="494565"/>
                      </a:cubicBezTo>
                      <a:lnTo>
                        <a:pt x="0" y="494565"/>
                      </a:lnTo>
                      <a:cubicBezTo>
                        <a:pt x="30535" y="348447"/>
                        <a:pt x="46000" y="199465"/>
                        <a:pt x="45717" y="51538"/>
                      </a:cubicBezTo>
                      <a:cubicBezTo>
                        <a:pt x="45623" y="34359"/>
                        <a:pt x="45434" y="17274"/>
                        <a:pt x="44954" y="189"/>
                      </a:cubicBezTo>
                      <a:lnTo>
                        <a:pt x="53929" y="0"/>
                      </a:lnTo>
                      <a:cubicBezTo>
                        <a:pt x="54306" y="16896"/>
                        <a:pt x="54590" y="33690"/>
                        <a:pt x="54693" y="50681"/>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21" id="21"/>
                <p:cNvSpPr/>
                <p:nvPr/>
              </p:nvSpPr>
              <p:spPr>
                <a:xfrm>
                  <a:off x="7993847" y="6342064"/>
                  <a:ext cx="58213" cy="515935"/>
                </a:xfrm>
                <a:custGeom>
                  <a:avLst/>
                  <a:gdLst/>
                  <a:ahLst/>
                  <a:cxnLst/>
                  <a:rect r="r" b="b" t="t" l="l"/>
                  <a:pathLst>
                    <a:path w="58213" h="515935" stroke="true" fill="norm" extrusionOk="true">
                      <a:moveTo>
                        <a:pt x="57178" y="515936"/>
                      </a:moveTo>
                      <a:lnTo>
                        <a:pt x="48109" y="515936"/>
                      </a:lnTo>
                      <a:cubicBezTo>
                        <a:pt x="50972" y="426413"/>
                        <a:pt x="48014" y="336702"/>
                        <a:pt x="39133" y="247377"/>
                      </a:cubicBezTo>
                      <a:cubicBezTo>
                        <a:pt x="38182" y="236687"/>
                        <a:pt x="37033" y="225902"/>
                        <a:pt x="35696" y="215118"/>
                      </a:cubicBezTo>
                      <a:cubicBezTo>
                        <a:pt x="29301" y="158523"/>
                        <a:pt x="20428" y="102021"/>
                        <a:pt x="9258" y="45906"/>
                      </a:cubicBezTo>
                      <a:cubicBezTo>
                        <a:pt x="6301" y="31204"/>
                        <a:pt x="3249" y="16511"/>
                        <a:pt x="0" y="1912"/>
                      </a:cubicBezTo>
                      <a:lnTo>
                        <a:pt x="8778" y="0"/>
                      </a:lnTo>
                      <a:cubicBezTo>
                        <a:pt x="12122" y="15079"/>
                        <a:pt x="15268" y="30158"/>
                        <a:pt x="18319" y="45332"/>
                      </a:cubicBezTo>
                      <a:cubicBezTo>
                        <a:pt x="49257" y="200699"/>
                        <a:pt x="62142" y="358656"/>
                        <a:pt x="57178" y="515936"/>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22" id="22"/>
                <p:cNvSpPr/>
                <p:nvPr/>
              </p:nvSpPr>
              <p:spPr>
                <a:xfrm>
                  <a:off x="7772665" y="6378925"/>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31"/>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3" id="23"/>
                <p:cNvSpPr/>
                <p:nvPr/>
              </p:nvSpPr>
              <p:spPr>
                <a:xfrm>
                  <a:off x="7960900" y="6298249"/>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40"/>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4" id="24"/>
                <p:cNvSpPr/>
                <p:nvPr/>
              </p:nvSpPr>
              <p:spPr>
                <a:xfrm>
                  <a:off x="8102072" y="6452872"/>
                  <a:ext cx="86783" cy="89830"/>
                </a:xfrm>
                <a:custGeom>
                  <a:avLst/>
                  <a:gdLst/>
                  <a:ahLst/>
                  <a:cxnLst/>
                  <a:rect r="r" b="b" t="t" l="l"/>
                  <a:pathLst>
                    <a:path w="86783" h="89830" stroke="true" fill="norm" extrusionOk="true">
                      <a:moveTo>
                        <a:pt x="43388" y="0"/>
                      </a:moveTo>
                      <a:cubicBezTo>
                        <a:pt x="-14416" y="0"/>
                        <a:pt x="-14510" y="89831"/>
                        <a:pt x="43388" y="89831"/>
                      </a:cubicBezTo>
                      <a:cubicBezTo>
                        <a:pt x="101202" y="89840"/>
                        <a:pt x="101296"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5" id="25"/>
                <p:cNvSpPr/>
                <p:nvPr/>
              </p:nvSpPr>
              <p:spPr>
                <a:xfrm>
                  <a:off x="7947458" y="6533547"/>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31"/>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6" id="26"/>
                <p:cNvSpPr/>
                <p:nvPr/>
              </p:nvSpPr>
              <p:spPr>
                <a:xfrm>
                  <a:off x="8189468" y="6325142"/>
                  <a:ext cx="86777" cy="89831"/>
                </a:xfrm>
                <a:custGeom>
                  <a:avLst/>
                  <a:gdLst/>
                  <a:ahLst/>
                  <a:cxnLst/>
                  <a:rect r="r" b="b" t="t" l="l"/>
                  <a:pathLst>
                    <a:path w="86777" h="89831" stroke="true" fill="norm" extrusionOk="true">
                      <a:moveTo>
                        <a:pt x="43389" y="0"/>
                      </a:moveTo>
                      <a:cubicBezTo>
                        <a:pt x="-14416" y="0"/>
                        <a:pt x="-14510" y="89831"/>
                        <a:pt x="43389" y="89831"/>
                      </a:cubicBezTo>
                      <a:cubicBezTo>
                        <a:pt x="101193" y="89840"/>
                        <a:pt x="101287" y="0"/>
                        <a:pt x="43389"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7" id="27"/>
                <p:cNvSpPr/>
                <p:nvPr/>
              </p:nvSpPr>
              <p:spPr>
                <a:xfrm>
                  <a:off x="8236532" y="6580602"/>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40"/>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8" id="28"/>
                <p:cNvSpPr/>
                <p:nvPr/>
              </p:nvSpPr>
              <p:spPr>
                <a:xfrm>
                  <a:off x="7772665" y="6580602"/>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40"/>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grpSp>
        </p:grpSp>
        <p:grpSp>
          <p:nvGrpSpPr>
            <p:cNvPr name="Group 29" id="29"/>
            <p:cNvGrpSpPr/>
            <p:nvPr/>
          </p:nvGrpSpPr>
          <p:grpSpPr>
            <a:xfrm>
              <a:off x="9808456" y="5373295"/>
              <a:ext cx="1021924" cy="1484704"/>
              <a:chOff x="9808456" y="5373295"/>
              <a:chExt cx="1021924" cy="1484704"/>
            </a:xfrm>
          </p:grpSpPr>
          <p:sp>
            <p:nvSpPr>
              <p:cNvPr name="Freeform 30" id="30"/>
              <p:cNvSpPr/>
              <p:nvPr/>
            </p:nvSpPr>
            <p:spPr>
              <a:xfrm>
                <a:off x="9815615" y="5387600"/>
                <a:ext cx="1007810" cy="1470399"/>
              </a:xfrm>
              <a:custGeom>
                <a:avLst/>
                <a:gdLst/>
                <a:ahLst/>
                <a:cxnLst/>
                <a:rect r="r" b="b" t="t" l="l"/>
                <a:pathLst>
                  <a:path w="1007810" h="1470399" stroke="true" fill="norm" extrusionOk="true">
                    <a:moveTo>
                      <a:pt x="712041" y="1188288"/>
                    </a:moveTo>
                    <a:cubicBezTo>
                      <a:pt x="719773" y="1183804"/>
                      <a:pt x="911891" y="1075096"/>
                      <a:pt x="901673" y="1200023"/>
                    </a:cubicBezTo>
                    <a:cubicBezTo>
                      <a:pt x="892989" y="1306245"/>
                      <a:pt x="779986" y="1321418"/>
                      <a:pt x="563822" y="1470400"/>
                    </a:cubicBezTo>
                    <a:lnTo>
                      <a:pt x="31083" y="1470400"/>
                    </a:lnTo>
                    <a:cubicBezTo>
                      <a:pt x="15242" y="1405215"/>
                      <a:pt x="1689" y="1345944"/>
                      <a:pt x="163" y="1298324"/>
                    </a:cubicBezTo>
                    <a:cubicBezTo>
                      <a:pt x="-4037" y="1166908"/>
                      <a:pt x="74315" y="1162801"/>
                      <a:pt x="74315" y="1162801"/>
                    </a:cubicBezTo>
                    <a:cubicBezTo>
                      <a:pt x="74315" y="1162801"/>
                      <a:pt x="33948" y="857398"/>
                      <a:pt x="120127" y="717872"/>
                    </a:cubicBezTo>
                    <a:cubicBezTo>
                      <a:pt x="206212" y="578242"/>
                      <a:pt x="335245" y="725510"/>
                      <a:pt x="335245" y="725510"/>
                    </a:cubicBezTo>
                    <a:cubicBezTo>
                      <a:pt x="335245" y="725510"/>
                      <a:pt x="295066" y="499796"/>
                      <a:pt x="419710" y="409322"/>
                    </a:cubicBezTo>
                    <a:cubicBezTo>
                      <a:pt x="544448" y="318847"/>
                      <a:pt x="592549" y="501990"/>
                      <a:pt x="592549" y="501990"/>
                    </a:cubicBezTo>
                    <a:cubicBezTo>
                      <a:pt x="659929" y="293361"/>
                      <a:pt x="844031" y="-29599"/>
                      <a:pt x="934308" y="2179"/>
                    </a:cubicBezTo>
                    <a:cubicBezTo>
                      <a:pt x="1024688" y="33863"/>
                      <a:pt x="813007" y="538826"/>
                      <a:pt x="813007" y="538826"/>
                    </a:cubicBezTo>
                    <a:cubicBezTo>
                      <a:pt x="813007" y="538826"/>
                      <a:pt x="932302" y="405884"/>
                      <a:pt x="997582" y="508000"/>
                    </a:cubicBezTo>
                    <a:cubicBezTo>
                      <a:pt x="1061524" y="608212"/>
                      <a:pt x="805181" y="845473"/>
                      <a:pt x="795160" y="854629"/>
                    </a:cubicBezTo>
                    <a:cubicBezTo>
                      <a:pt x="803467" y="849288"/>
                      <a:pt x="983463" y="732848"/>
                      <a:pt x="991479" y="859978"/>
                    </a:cubicBezTo>
                    <a:cubicBezTo>
                      <a:pt x="999408" y="987674"/>
                      <a:pt x="721967" y="1181318"/>
                      <a:pt x="712041" y="1188288"/>
                    </a:cubicBezTo>
                    <a:close/>
                  </a:path>
                </a:pathLst>
              </a:custGeom>
              <a:gradFill>
                <a:gsLst>
                  <a:gs pos="0">
                    <a:srgbClr val="62AB26"/>
                  </a:gs>
                  <a:gs pos="57110">
                    <a:srgbClr val="8ACC3E"/>
                  </a:gs>
                  <a:gs pos="100000">
                    <a:srgbClr val="A3E14D"/>
                  </a:gs>
                </a:gsLst>
                <a:lin ang="16818292"/>
              </a:gradFill>
              <a:ln cap="flat">
                <a:noFill/>
                <a:prstDash val="solid"/>
                <a:miter lim="800000"/>
              </a:ln>
            </p:spPr>
            <p:txBody>
              <a:bodyPr vert="horz" anchor="ctr" tIns="45720" lIns="91440" bIns="45720" rIns="91440"/>
              <a:p>
                <a:pPr algn="l" marL="0"/>
              </a:p>
            </p:txBody>
          </p:sp>
          <p:sp>
            <p:nvSpPr>
              <p:cNvPr name="Freeform 31" id="31"/>
              <p:cNvSpPr/>
              <p:nvPr/>
            </p:nvSpPr>
            <p:spPr>
              <a:xfrm>
                <a:off x="9808456" y="5373295"/>
                <a:ext cx="1021924" cy="1484704"/>
              </a:xfrm>
              <a:custGeom>
                <a:avLst/>
                <a:gdLst/>
                <a:ahLst/>
                <a:cxnLst/>
                <a:rect r="r" b="b" t="t" l="l"/>
                <a:pathLst>
                  <a:path w="1021924" h="1484704" stroke="true" fill="norm" extrusionOk="true">
                    <a:moveTo>
                      <a:pt x="570981" y="1484704"/>
                    </a:moveTo>
                    <a:lnTo>
                      <a:pt x="38243" y="1484704"/>
                    </a:lnTo>
                    <a:cubicBezTo>
                      <a:pt x="34943" y="1484704"/>
                      <a:pt x="32071" y="1482450"/>
                      <a:pt x="31283" y="1479235"/>
                    </a:cubicBezTo>
                    <a:cubicBezTo>
                      <a:pt x="15175" y="1412952"/>
                      <a:pt x="1715" y="1354128"/>
                      <a:pt x="164" y="1305702"/>
                    </a:cubicBezTo>
                    <a:cubicBezTo>
                      <a:pt x="-3428" y="1193411"/>
                      <a:pt x="52800" y="1169211"/>
                      <a:pt x="73562" y="1164119"/>
                    </a:cubicBezTo>
                    <a:cubicBezTo>
                      <a:pt x="71162" y="1143322"/>
                      <a:pt x="64346" y="1077056"/>
                      <a:pt x="64904" y="999749"/>
                    </a:cubicBezTo>
                    <a:cubicBezTo>
                      <a:pt x="65821" y="873956"/>
                      <a:pt x="84757" y="780250"/>
                      <a:pt x="121190" y="721255"/>
                    </a:cubicBezTo>
                    <a:cubicBezTo>
                      <a:pt x="145253" y="682233"/>
                      <a:pt x="175043" y="660964"/>
                      <a:pt x="209727" y="658066"/>
                    </a:cubicBezTo>
                    <a:cubicBezTo>
                      <a:pt x="260906" y="653772"/>
                      <a:pt x="308748" y="690548"/>
                      <a:pt x="332417" y="712442"/>
                    </a:cubicBezTo>
                    <a:cubicBezTo>
                      <a:pt x="329905" y="689742"/>
                      <a:pt x="327214" y="651294"/>
                      <a:pt x="330754" y="607909"/>
                    </a:cubicBezTo>
                    <a:cubicBezTo>
                      <a:pt x="338169" y="517143"/>
                      <a:pt x="369956" y="448932"/>
                      <a:pt x="422659" y="410673"/>
                    </a:cubicBezTo>
                    <a:cubicBezTo>
                      <a:pt x="457129" y="385676"/>
                      <a:pt x="489525" y="378355"/>
                      <a:pt x="518955" y="388838"/>
                    </a:cubicBezTo>
                    <a:cubicBezTo>
                      <a:pt x="563266" y="404672"/>
                      <a:pt x="588615" y="456844"/>
                      <a:pt x="599768" y="486462"/>
                    </a:cubicBezTo>
                    <a:cubicBezTo>
                      <a:pt x="658875" y="316444"/>
                      <a:pt x="797192" y="57794"/>
                      <a:pt x="897157" y="8263"/>
                    </a:cubicBezTo>
                    <a:cubicBezTo>
                      <a:pt x="914473" y="-310"/>
                      <a:pt x="930195" y="-2230"/>
                      <a:pt x="943842" y="2587"/>
                    </a:cubicBezTo>
                    <a:cubicBezTo>
                      <a:pt x="952809" y="5725"/>
                      <a:pt x="959667" y="12514"/>
                      <a:pt x="964219" y="22750"/>
                    </a:cubicBezTo>
                    <a:cubicBezTo>
                      <a:pt x="1000241" y="103777"/>
                      <a:pt x="880302" y="416159"/>
                      <a:pt x="839575" y="517435"/>
                    </a:cubicBezTo>
                    <a:cubicBezTo>
                      <a:pt x="865292" y="495343"/>
                      <a:pt x="907332" y="466334"/>
                      <a:pt x="948128" y="469686"/>
                    </a:cubicBezTo>
                    <a:cubicBezTo>
                      <a:pt x="973357" y="471743"/>
                      <a:pt x="994428" y="485742"/>
                      <a:pt x="1010767" y="511297"/>
                    </a:cubicBezTo>
                    <a:cubicBezTo>
                      <a:pt x="1062846" y="592916"/>
                      <a:pt x="919754" y="754516"/>
                      <a:pt x="846707" y="828616"/>
                    </a:cubicBezTo>
                    <a:cubicBezTo>
                      <a:pt x="886269" y="809268"/>
                      <a:pt x="939667" y="790426"/>
                      <a:pt x="973692" y="807596"/>
                    </a:cubicBezTo>
                    <a:cubicBezTo>
                      <a:pt x="993125" y="817412"/>
                      <a:pt x="1003918" y="837292"/>
                      <a:pt x="1005779" y="866678"/>
                    </a:cubicBezTo>
                    <a:cubicBezTo>
                      <a:pt x="1011693" y="962047"/>
                      <a:pt x="866492" y="1090909"/>
                      <a:pt x="781119" y="1158075"/>
                    </a:cubicBezTo>
                    <a:cubicBezTo>
                      <a:pt x="819943" y="1143056"/>
                      <a:pt x="866681" y="1131689"/>
                      <a:pt x="893907" y="1148859"/>
                    </a:cubicBezTo>
                    <a:cubicBezTo>
                      <a:pt x="910864" y="1159558"/>
                      <a:pt x="918279" y="1179377"/>
                      <a:pt x="915956" y="1207761"/>
                    </a:cubicBezTo>
                    <a:cubicBezTo>
                      <a:pt x="909827" y="1282668"/>
                      <a:pt x="854773" y="1314360"/>
                      <a:pt x="754819" y="1371890"/>
                    </a:cubicBezTo>
                    <a:cubicBezTo>
                      <a:pt x="706392" y="1399759"/>
                      <a:pt x="646137" y="1434435"/>
                      <a:pt x="575036" y="1483444"/>
                    </a:cubicBezTo>
                    <a:cubicBezTo>
                      <a:pt x="573853" y="1484267"/>
                      <a:pt x="572430" y="1484704"/>
                      <a:pt x="570981" y="1484704"/>
                    </a:cubicBezTo>
                    <a:close/>
                    <a:moveTo>
                      <a:pt x="43876" y="1470388"/>
                    </a:moveTo>
                    <a:lnTo>
                      <a:pt x="568752" y="1470388"/>
                    </a:lnTo>
                    <a:cubicBezTo>
                      <a:pt x="639536" y="1421722"/>
                      <a:pt x="699457" y="1387235"/>
                      <a:pt x="747686" y="1359477"/>
                    </a:cubicBezTo>
                    <a:cubicBezTo>
                      <a:pt x="846562" y="1302573"/>
                      <a:pt x="896187" y="1274001"/>
                      <a:pt x="901700" y="1206578"/>
                    </a:cubicBezTo>
                    <a:cubicBezTo>
                      <a:pt x="903551" y="1183929"/>
                      <a:pt x="898365" y="1168585"/>
                      <a:pt x="886278" y="1160955"/>
                    </a:cubicBezTo>
                    <a:cubicBezTo>
                      <a:pt x="849493" y="1137775"/>
                      <a:pt x="755796" y="1182438"/>
                      <a:pt x="722791" y="1201623"/>
                    </a:cubicBezTo>
                    <a:cubicBezTo>
                      <a:pt x="719482" y="1203535"/>
                      <a:pt x="715239" y="1202523"/>
                      <a:pt x="713165" y="1199291"/>
                    </a:cubicBezTo>
                    <a:cubicBezTo>
                      <a:pt x="711099" y="1196068"/>
                      <a:pt x="711948" y="1191782"/>
                      <a:pt x="715077" y="1189579"/>
                    </a:cubicBezTo>
                    <a:cubicBezTo>
                      <a:pt x="715077" y="1189570"/>
                      <a:pt x="715351" y="1189381"/>
                      <a:pt x="715351" y="1189381"/>
                    </a:cubicBezTo>
                    <a:cubicBezTo>
                      <a:pt x="820741" y="1115444"/>
                      <a:pt x="997506" y="964447"/>
                      <a:pt x="991497" y="867570"/>
                    </a:cubicBezTo>
                    <a:cubicBezTo>
                      <a:pt x="989962" y="843284"/>
                      <a:pt x="982033" y="827836"/>
                      <a:pt x="967245" y="820370"/>
                    </a:cubicBezTo>
                    <a:cubicBezTo>
                      <a:pt x="919608" y="796290"/>
                      <a:pt x="817749" y="860352"/>
                      <a:pt x="806288" y="867733"/>
                    </a:cubicBezTo>
                    <a:cubicBezTo>
                      <a:pt x="803168" y="869756"/>
                      <a:pt x="798967" y="869062"/>
                      <a:pt x="796695" y="866121"/>
                    </a:cubicBezTo>
                    <a:cubicBezTo>
                      <a:pt x="794424" y="863172"/>
                      <a:pt x="794741" y="859006"/>
                      <a:pt x="797493" y="856503"/>
                    </a:cubicBezTo>
                    <a:cubicBezTo>
                      <a:pt x="800124" y="854085"/>
                      <a:pt x="1059768" y="614672"/>
                      <a:pt x="998714" y="518995"/>
                    </a:cubicBezTo>
                    <a:cubicBezTo>
                      <a:pt x="984921" y="497418"/>
                      <a:pt x="967520" y="485622"/>
                      <a:pt x="946997" y="483942"/>
                    </a:cubicBezTo>
                    <a:cubicBezTo>
                      <a:pt x="890444" y="479433"/>
                      <a:pt x="826133" y="550044"/>
                      <a:pt x="825499" y="550747"/>
                    </a:cubicBezTo>
                    <a:cubicBezTo>
                      <a:pt x="823167" y="553336"/>
                      <a:pt x="819309" y="553885"/>
                      <a:pt x="816344" y="552016"/>
                    </a:cubicBezTo>
                    <a:cubicBezTo>
                      <a:pt x="813395" y="550139"/>
                      <a:pt x="812229" y="546427"/>
                      <a:pt x="813575" y="543195"/>
                    </a:cubicBezTo>
                    <a:cubicBezTo>
                      <a:pt x="815358" y="538952"/>
                      <a:pt x="990922" y="117999"/>
                      <a:pt x="951146" y="28545"/>
                    </a:cubicBezTo>
                    <a:cubicBezTo>
                      <a:pt x="948222" y="21961"/>
                      <a:pt x="944287" y="17881"/>
                      <a:pt x="939110" y="16072"/>
                    </a:cubicBezTo>
                    <a:cubicBezTo>
                      <a:pt x="929218" y="12583"/>
                      <a:pt x="917250" y="14263"/>
                      <a:pt x="903525" y="21078"/>
                    </a:cubicBezTo>
                    <a:cubicBezTo>
                      <a:pt x="812082" y="66384"/>
                      <a:pt x="666282" y="326311"/>
                      <a:pt x="606522" y="511322"/>
                    </a:cubicBezTo>
                    <a:cubicBezTo>
                      <a:pt x="605545" y="514340"/>
                      <a:pt x="602588" y="516354"/>
                      <a:pt x="599510" y="516277"/>
                    </a:cubicBezTo>
                    <a:cubicBezTo>
                      <a:pt x="596330" y="516183"/>
                      <a:pt x="593596" y="514014"/>
                      <a:pt x="592781" y="510937"/>
                    </a:cubicBezTo>
                    <a:cubicBezTo>
                      <a:pt x="592541" y="510054"/>
                      <a:pt x="568701" y="421774"/>
                      <a:pt x="514112" y="402289"/>
                    </a:cubicBezTo>
                    <a:cubicBezTo>
                      <a:pt x="489413" y="393459"/>
                      <a:pt x="461468" y="400180"/>
                      <a:pt x="431070" y="422246"/>
                    </a:cubicBezTo>
                    <a:cubicBezTo>
                      <a:pt x="311534" y="509008"/>
                      <a:pt x="349056" y="729167"/>
                      <a:pt x="349451" y="731387"/>
                    </a:cubicBezTo>
                    <a:cubicBezTo>
                      <a:pt x="350016" y="734550"/>
                      <a:pt x="348396" y="737696"/>
                      <a:pt x="345507" y="739085"/>
                    </a:cubicBezTo>
                    <a:cubicBezTo>
                      <a:pt x="342619" y="740474"/>
                      <a:pt x="339147" y="739771"/>
                      <a:pt x="337020" y="737354"/>
                    </a:cubicBezTo>
                    <a:cubicBezTo>
                      <a:pt x="336403" y="736668"/>
                      <a:pt x="274373" y="666973"/>
                      <a:pt x="210893" y="672323"/>
                    </a:cubicBezTo>
                    <a:cubicBezTo>
                      <a:pt x="181001" y="674834"/>
                      <a:pt x="154924" y="693822"/>
                      <a:pt x="133380" y="728764"/>
                    </a:cubicBezTo>
                    <a:cubicBezTo>
                      <a:pt x="49542" y="864501"/>
                      <a:pt x="88178" y="1165961"/>
                      <a:pt x="88581" y="1168996"/>
                    </a:cubicBezTo>
                    <a:cubicBezTo>
                      <a:pt x="88847" y="1170985"/>
                      <a:pt x="88264" y="1172974"/>
                      <a:pt x="86986" y="1174517"/>
                    </a:cubicBezTo>
                    <a:cubicBezTo>
                      <a:pt x="85709" y="1176060"/>
                      <a:pt x="83849" y="1176986"/>
                      <a:pt x="81851" y="1177089"/>
                    </a:cubicBezTo>
                    <a:cubicBezTo>
                      <a:pt x="78980" y="1177277"/>
                      <a:pt x="10563" y="1183038"/>
                      <a:pt x="14480" y="1305231"/>
                    </a:cubicBezTo>
                    <a:cubicBezTo>
                      <a:pt x="15946" y="1350990"/>
                      <a:pt x="28557" y="1407114"/>
                      <a:pt x="43876" y="1470388"/>
                    </a:cubicBezTo>
                    <a:close/>
                  </a:path>
                </a:pathLst>
              </a:custGeom>
              <a:solidFill>
                <a:srgbClr val="F2FF96"/>
              </a:solidFill>
              <a:ln cap="flat">
                <a:noFill/>
                <a:prstDash val="solid"/>
                <a:miter lim="800000"/>
              </a:ln>
            </p:spPr>
            <p:txBody>
              <a:bodyPr vert="horz" anchor="ctr" tIns="45720" lIns="91440" bIns="45720" rIns="91440"/>
              <a:p>
                <a:pPr algn="l" marL="0"/>
              </a:p>
            </p:txBody>
          </p:sp>
        </p:grpSp>
        <p:grpSp>
          <p:nvGrpSpPr>
            <p:cNvPr name="Group 32" id="32"/>
            <p:cNvGrpSpPr/>
            <p:nvPr/>
          </p:nvGrpSpPr>
          <p:grpSpPr>
            <a:xfrm>
              <a:off x="8293363" y="5564843"/>
              <a:ext cx="1168115" cy="1293156"/>
              <a:chOff x="8293363" y="5564843"/>
              <a:chExt cx="1168115" cy="1293156"/>
            </a:xfrm>
          </p:grpSpPr>
          <p:sp>
            <p:nvSpPr>
              <p:cNvPr name="Freeform 33" id="33"/>
              <p:cNvSpPr/>
              <p:nvPr/>
            </p:nvSpPr>
            <p:spPr>
              <a:xfrm>
                <a:off x="8300090" y="5571267"/>
                <a:ext cx="1154978" cy="1280302"/>
              </a:xfrm>
              <a:custGeom>
                <a:avLst/>
                <a:gdLst/>
                <a:ahLst/>
                <a:cxnLst/>
                <a:rect r="r" b="b" t="t" l="l"/>
                <a:pathLst>
                  <a:path w="1154978" h="1280302" stroke="true" fill="norm" extrusionOk="true">
                    <a:moveTo>
                      <a:pt x="185142" y="1280303"/>
                    </a:moveTo>
                    <a:cubicBezTo>
                      <a:pt x="1262" y="980523"/>
                      <a:pt x="-87121" y="562956"/>
                      <a:pt x="117762" y="0"/>
                    </a:cubicBezTo>
                    <a:cubicBezTo>
                      <a:pt x="117762" y="0"/>
                      <a:pt x="1167637" y="355759"/>
                      <a:pt x="1154863" y="1280303"/>
                    </a:cubicBezTo>
                    <a:lnTo>
                      <a:pt x="185142" y="1280303"/>
                    </a:lnTo>
                    <a:close/>
                  </a:path>
                </a:pathLst>
              </a:custGeom>
              <a:gradFill>
                <a:gsLst>
                  <a:gs pos="0">
                    <a:srgbClr val="C0C746"/>
                  </a:gs>
                  <a:gs pos="24040">
                    <a:srgbClr val="A5C248"/>
                  </a:gs>
                  <a:gs pos="53550">
                    <a:srgbClr val="8ABD4A"/>
                  </a:gs>
                  <a:gs pos="79820">
                    <a:srgbClr val="7ABA4C"/>
                  </a:gs>
                  <a:gs pos="100000">
                    <a:srgbClr val="74B94C"/>
                  </a:gs>
                </a:gsLst>
              </a:gradFill>
              <a:ln cap="flat">
                <a:noFill/>
                <a:prstDash val="solid"/>
                <a:miter lim="800000"/>
              </a:ln>
            </p:spPr>
            <p:txBody>
              <a:bodyPr vert="horz" anchor="ctr" tIns="45720" lIns="91440" bIns="45720" rIns="91440"/>
              <a:p>
                <a:pPr algn="l" marL="0"/>
              </a:p>
            </p:txBody>
          </p:sp>
          <p:sp>
            <p:nvSpPr>
              <p:cNvPr name="Freeform 34" id="34"/>
              <p:cNvSpPr/>
              <p:nvPr/>
            </p:nvSpPr>
            <p:spPr>
              <a:xfrm>
                <a:off x="8293363" y="5564843"/>
                <a:ext cx="1168115" cy="1293156"/>
              </a:xfrm>
              <a:custGeom>
                <a:avLst/>
                <a:gdLst/>
                <a:ahLst/>
                <a:cxnLst/>
                <a:rect r="r" b="b" t="t" l="l"/>
                <a:pathLst>
                  <a:path w="1168115" h="1293156" stroke="true" fill="norm" extrusionOk="true">
                    <a:moveTo>
                      <a:pt x="1161581" y="1293157"/>
                    </a:moveTo>
                    <a:lnTo>
                      <a:pt x="191868" y="1293157"/>
                    </a:lnTo>
                    <a:cubicBezTo>
                      <a:pt x="189631" y="1293157"/>
                      <a:pt x="187556" y="1291991"/>
                      <a:pt x="186382" y="1290096"/>
                    </a:cubicBezTo>
                    <a:cubicBezTo>
                      <a:pt x="-36803" y="926236"/>
                      <a:pt x="-59666" y="493608"/>
                      <a:pt x="118436" y="4230"/>
                    </a:cubicBezTo>
                    <a:cubicBezTo>
                      <a:pt x="119636" y="946"/>
                      <a:pt x="123254" y="-785"/>
                      <a:pt x="126537" y="346"/>
                    </a:cubicBezTo>
                    <a:cubicBezTo>
                      <a:pt x="129178" y="1229"/>
                      <a:pt x="393039" y="91978"/>
                      <a:pt x="651783" y="294820"/>
                    </a:cubicBezTo>
                    <a:cubicBezTo>
                      <a:pt x="890939" y="482310"/>
                      <a:pt x="1174637" y="806599"/>
                      <a:pt x="1168002" y="1286830"/>
                    </a:cubicBezTo>
                    <a:cubicBezTo>
                      <a:pt x="1167967" y="1290336"/>
                      <a:pt x="1165104" y="1293157"/>
                      <a:pt x="1161581" y="1293157"/>
                    </a:cubicBezTo>
                    <a:close/>
                    <a:moveTo>
                      <a:pt x="195477" y="1280298"/>
                    </a:moveTo>
                    <a:lnTo>
                      <a:pt x="1155229" y="1280298"/>
                    </a:lnTo>
                    <a:cubicBezTo>
                      <a:pt x="1156986" y="1072972"/>
                      <a:pt x="1104573" y="877742"/>
                      <a:pt x="999389" y="699914"/>
                    </a:cubicBezTo>
                    <a:cubicBezTo>
                      <a:pt x="914307" y="556067"/>
                      <a:pt x="794687" y="423185"/>
                      <a:pt x="643854" y="304936"/>
                    </a:cubicBezTo>
                    <a:cubicBezTo>
                      <a:pt x="408289" y="120276"/>
                      <a:pt x="168748" y="29235"/>
                      <a:pt x="128346" y="14628"/>
                    </a:cubicBezTo>
                    <a:cubicBezTo>
                      <a:pt x="-45504" y="496317"/>
                      <a:pt x="-22925" y="922053"/>
                      <a:pt x="195477" y="1280298"/>
                    </a:cubicBezTo>
                    <a:close/>
                  </a:path>
                </a:pathLst>
              </a:custGeom>
              <a:solidFill>
                <a:srgbClr val="F2FF96"/>
              </a:solidFill>
              <a:ln cap="flat">
                <a:noFill/>
                <a:prstDash val="solid"/>
                <a:miter lim="800000"/>
              </a:ln>
            </p:spPr>
            <p:txBody>
              <a:bodyPr vert="horz" anchor="ctr" tIns="45720" lIns="91440" bIns="45720" rIns="91440"/>
              <a:p>
                <a:pPr algn="l" marL="0"/>
              </a:p>
            </p:txBody>
          </p:sp>
          <p:grpSp>
            <p:nvGrpSpPr>
              <p:cNvPr name="Group 35" id="35"/>
              <p:cNvGrpSpPr/>
              <p:nvPr/>
            </p:nvGrpSpPr>
            <p:grpSpPr>
              <a:xfrm>
                <a:off x="8429168" y="5818584"/>
                <a:ext cx="725967" cy="1032986"/>
                <a:chOff x="8429168" y="5818584"/>
                <a:chExt cx="725967" cy="1032986"/>
              </a:xfrm>
            </p:grpSpPr>
            <p:sp>
              <p:nvSpPr>
                <p:cNvPr name="Freeform 36" id="36"/>
                <p:cNvSpPr/>
                <p:nvPr/>
              </p:nvSpPr>
              <p:spPr>
                <a:xfrm>
                  <a:off x="8685485" y="6790020"/>
                  <a:ext cx="93011" cy="61550"/>
                </a:xfrm>
                <a:custGeom>
                  <a:avLst/>
                  <a:gdLst/>
                  <a:ahLst/>
                  <a:cxnLst/>
                  <a:rect r="r" b="b" t="t" l="l"/>
                  <a:pathLst>
                    <a:path w="93011" h="61550" stroke="true" fill="norm" extrusionOk="true">
                      <a:moveTo>
                        <a:pt x="0" y="0"/>
                      </a:moveTo>
                      <a:cubicBezTo>
                        <a:pt x="0" y="0"/>
                        <a:pt x="39605" y="27861"/>
                        <a:pt x="93012" y="61550"/>
                      </a:cubicBezTo>
                      <a:lnTo>
                        <a:pt x="58465" y="61550"/>
                      </a:lnTo>
                      <a:cubicBezTo>
                        <a:pt x="21431" y="26403"/>
                        <a:pt x="0" y="0"/>
                        <a:pt x="0" y="0"/>
                      </a:cubicBezTo>
                      <a:close/>
                    </a:path>
                  </a:pathLst>
                </a:custGeom>
                <a:solidFill>
                  <a:srgbClr val="479953"/>
                </a:solidFill>
                <a:ln cap="flat">
                  <a:noFill/>
                  <a:prstDash val="solid"/>
                  <a:miter lim="800000"/>
                </a:ln>
              </p:spPr>
              <p:txBody>
                <a:bodyPr vert="horz" anchor="ctr" tIns="45720" lIns="91440" bIns="45720" rIns="91440"/>
                <a:p>
                  <a:pPr algn="l" marL="0"/>
                </a:p>
              </p:txBody>
            </p:sp>
            <p:sp>
              <p:nvSpPr>
                <p:cNvPr name="Freeform 37" id="37"/>
                <p:cNvSpPr/>
                <p:nvPr/>
              </p:nvSpPr>
              <p:spPr>
                <a:xfrm>
                  <a:off x="8429168" y="5818584"/>
                  <a:ext cx="725967" cy="1032986"/>
                </a:xfrm>
                <a:custGeom>
                  <a:avLst/>
                  <a:gdLst/>
                  <a:ahLst/>
                  <a:cxnLst/>
                  <a:rect r="r" b="b" t="t" l="l"/>
                  <a:pathLst>
                    <a:path w="725967" h="1032986" stroke="true" fill="norm" extrusionOk="true">
                      <a:moveTo>
                        <a:pt x="656224" y="1032986"/>
                      </a:moveTo>
                      <a:lnTo>
                        <a:pt x="549411" y="1032986"/>
                      </a:lnTo>
                      <a:cubicBezTo>
                        <a:pt x="529266" y="1002983"/>
                        <a:pt x="508520" y="971864"/>
                        <a:pt x="487518" y="939717"/>
                      </a:cubicBezTo>
                      <a:lnTo>
                        <a:pt x="487518" y="939889"/>
                      </a:lnTo>
                      <a:cubicBezTo>
                        <a:pt x="487518" y="939889"/>
                        <a:pt x="342471" y="840019"/>
                        <a:pt x="211655" y="743064"/>
                      </a:cubicBezTo>
                      <a:cubicBezTo>
                        <a:pt x="82810" y="647652"/>
                        <a:pt x="2486" y="515979"/>
                        <a:pt x="0" y="511864"/>
                      </a:cubicBezTo>
                      <a:cubicBezTo>
                        <a:pt x="3429" y="515122"/>
                        <a:pt x="78181" y="584645"/>
                        <a:pt x="160734" y="649453"/>
                      </a:cubicBezTo>
                      <a:cubicBezTo>
                        <a:pt x="214827" y="691972"/>
                        <a:pt x="326526" y="759352"/>
                        <a:pt x="399992" y="802386"/>
                      </a:cubicBezTo>
                      <a:cubicBezTo>
                        <a:pt x="219198" y="508521"/>
                        <a:pt x="60950" y="0"/>
                        <a:pt x="60950" y="0"/>
                      </a:cubicBezTo>
                      <a:cubicBezTo>
                        <a:pt x="60950" y="0"/>
                        <a:pt x="258375" y="370932"/>
                        <a:pt x="424681" y="679371"/>
                      </a:cubicBezTo>
                      <a:cubicBezTo>
                        <a:pt x="439426" y="636080"/>
                        <a:pt x="456400" y="575386"/>
                        <a:pt x="459743" y="516236"/>
                      </a:cubicBezTo>
                      <a:cubicBezTo>
                        <a:pt x="465915" y="407108"/>
                        <a:pt x="461543" y="265405"/>
                        <a:pt x="461543" y="265405"/>
                      </a:cubicBezTo>
                      <a:cubicBezTo>
                        <a:pt x="461543" y="265405"/>
                        <a:pt x="501663" y="474231"/>
                        <a:pt x="490261" y="549583"/>
                      </a:cubicBezTo>
                      <a:cubicBezTo>
                        <a:pt x="483403" y="595189"/>
                        <a:pt x="471058" y="685286"/>
                        <a:pt x="462400" y="749322"/>
                      </a:cubicBezTo>
                      <a:cubicBezTo>
                        <a:pt x="482545" y="786613"/>
                        <a:pt x="502005" y="822446"/>
                        <a:pt x="520179" y="855879"/>
                      </a:cubicBezTo>
                      <a:cubicBezTo>
                        <a:pt x="543925" y="899512"/>
                        <a:pt x="569214" y="944175"/>
                        <a:pt x="595017" y="988581"/>
                      </a:cubicBezTo>
                      <a:cubicBezTo>
                        <a:pt x="619020" y="938089"/>
                        <a:pt x="666426" y="829047"/>
                        <a:pt x="681342" y="726605"/>
                      </a:cubicBezTo>
                      <a:cubicBezTo>
                        <a:pt x="701487" y="587474"/>
                        <a:pt x="711689" y="408222"/>
                        <a:pt x="711689" y="408222"/>
                      </a:cubicBezTo>
                      <a:cubicBezTo>
                        <a:pt x="711689" y="408222"/>
                        <a:pt x="739978" y="668655"/>
                        <a:pt x="716918" y="765524"/>
                      </a:cubicBezTo>
                      <a:cubicBezTo>
                        <a:pt x="702259" y="826904"/>
                        <a:pt x="674570" y="950519"/>
                        <a:pt x="656224" y="1032986"/>
                      </a:cubicBezTo>
                      <a:close/>
                    </a:path>
                  </a:pathLst>
                </a:custGeom>
                <a:gradFill>
                  <a:gsLst>
                    <a:gs pos="0">
                      <a:srgbClr val="74B94C"/>
                    </a:gs>
                    <a:gs pos="16870">
                      <a:srgbClr val="56AF4A"/>
                    </a:gs>
                    <a:gs pos="41410">
                      <a:srgbClr val="31A447"/>
                    </a:gs>
                    <a:gs pos="64240">
                      <a:srgbClr val="169B46"/>
                    </a:gs>
                    <a:gs pos="84470">
                      <a:srgbClr val="069644"/>
                    </a:gs>
                    <a:gs pos="100000">
                      <a:srgbClr val="009444"/>
                    </a:gs>
                  </a:gsLst>
                </a:gradFill>
                <a:ln cap="flat">
                  <a:noFill/>
                  <a:prstDash val="solid"/>
                  <a:miter lim="800000"/>
                </a:ln>
              </p:spPr>
              <p:txBody>
                <a:bodyPr vert="horz" anchor="ctr" tIns="45720" lIns="91440" bIns="45720" rIns="91440"/>
                <a:p>
                  <a:pPr algn="l" marL="0"/>
                </a:p>
              </p:txBody>
            </p:sp>
          </p:grpSp>
          <p:grpSp>
            <p:nvGrpSpPr>
              <p:cNvPr name="Group 38" id="38"/>
              <p:cNvGrpSpPr/>
              <p:nvPr/>
            </p:nvGrpSpPr>
            <p:grpSpPr>
              <a:xfrm>
                <a:off x="8422737" y="5812152"/>
                <a:ext cx="738861" cy="1045847"/>
                <a:chOff x="8422737" y="5812152"/>
                <a:chExt cx="738861" cy="1045847"/>
              </a:xfrm>
              <a:solidFill>
                <a:srgbClr val="F2FF96"/>
              </a:solidFill>
            </p:grpSpPr>
            <p:sp>
              <p:nvSpPr>
                <p:cNvPr name="Freeform 39" id="39"/>
                <p:cNvSpPr/>
                <p:nvPr/>
              </p:nvSpPr>
              <p:spPr>
                <a:xfrm>
                  <a:off x="8679048" y="6783596"/>
                  <a:ext cx="105875" cy="74403"/>
                </a:xfrm>
                <a:custGeom>
                  <a:avLst/>
                  <a:gdLst/>
                  <a:ahLst/>
                  <a:cxnLst/>
                  <a:rect r="r" b="b" t="t" l="l"/>
                  <a:pathLst>
                    <a:path w="105875" h="74403" stroke="true" fill="norm" extrusionOk="true">
                      <a:moveTo>
                        <a:pt x="99449" y="74403"/>
                      </a:moveTo>
                      <a:lnTo>
                        <a:pt x="64902" y="74403"/>
                      </a:lnTo>
                      <a:cubicBezTo>
                        <a:pt x="63256" y="74403"/>
                        <a:pt x="61670" y="73778"/>
                        <a:pt x="60470" y="72637"/>
                      </a:cubicBezTo>
                      <a:cubicBezTo>
                        <a:pt x="23557" y="37610"/>
                        <a:pt x="2331" y="11567"/>
                        <a:pt x="1439" y="10478"/>
                      </a:cubicBezTo>
                      <a:cubicBezTo>
                        <a:pt x="-583" y="7984"/>
                        <a:pt x="-463" y="4383"/>
                        <a:pt x="1731" y="2043"/>
                      </a:cubicBezTo>
                      <a:cubicBezTo>
                        <a:pt x="3926" y="-315"/>
                        <a:pt x="7509" y="-666"/>
                        <a:pt x="10132" y="1168"/>
                      </a:cubicBezTo>
                      <a:cubicBezTo>
                        <a:pt x="10526" y="1443"/>
                        <a:pt x="50234" y="29329"/>
                        <a:pt x="102878" y="62530"/>
                      </a:cubicBezTo>
                      <a:cubicBezTo>
                        <a:pt x="105296" y="64065"/>
                        <a:pt x="106419" y="67014"/>
                        <a:pt x="105621" y="69757"/>
                      </a:cubicBezTo>
                      <a:cubicBezTo>
                        <a:pt x="104832" y="72509"/>
                        <a:pt x="102312" y="74403"/>
                        <a:pt x="99449" y="74403"/>
                      </a:cubicBezTo>
                      <a:close/>
                      <a:moveTo>
                        <a:pt x="67473" y="61545"/>
                      </a:moveTo>
                      <a:lnTo>
                        <a:pt x="77392" y="61545"/>
                      </a:lnTo>
                      <a:cubicBezTo>
                        <a:pt x="66762" y="54704"/>
                        <a:pt x="56887" y="48248"/>
                        <a:pt x="48014" y="42385"/>
                      </a:cubicBezTo>
                      <a:cubicBezTo>
                        <a:pt x="53886" y="48343"/>
                        <a:pt x="60384" y="54781"/>
                        <a:pt x="67473" y="61545"/>
                      </a:cubicBezTo>
                      <a:close/>
                    </a:path>
                  </a:pathLst>
                </a:custGeom>
                <a:solidFill>
                  <a:srgbClr val="F2FF96"/>
                </a:solidFill>
                <a:ln cap="flat">
                  <a:noFill/>
                  <a:prstDash val="solid"/>
                  <a:miter lim="800000"/>
                </a:ln>
              </p:spPr>
              <p:txBody>
                <a:bodyPr vert="horz" anchor="ctr" tIns="45720" lIns="91440" bIns="45720" rIns="91440"/>
                <a:p>
                  <a:pPr algn="l" marL="0"/>
                </a:p>
              </p:txBody>
            </p:sp>
            <p:sp>
              <p:nvSpPr>
                <p:cNvPr name="Freeform 40" id="40"/>
                <p:cNvSpPr/>
                <p:nvPr/>
              </p:nvSpPr>
              <p:spPr>
                <a:xfrm>
                  <a:off x="8422737" y="5812152"/>
                  <a:ext cx="738861" cy="1045847"/>
                </a:xfrm>
                <a:custGeom>
                  <a:avLst/>
                  <a:gdLst/>
                  <a:ahLst/>
                  <a:cxnLst/>
                  <a:rect r="r" b="b" t="t" l="l"/>
                  <a:pathLst>
                    <a:path w="738861" h="1045847" stroke="true" fill="norm" extrusionOk="true">
                      <a:moveTo>
                        <a:pt x="662655" y="1045847"/>
                      </a:moveTo>
                      <a:lnTo>
                        <a:pt x="555842" y="1045847"/>
                      </a:lnTo>
                      <a:cubicBezTo>
                        <a:pt x="553699" y="1045847"/>
                        <a:pt x="551701" y="1044784"/>
                        <a:pt x="550501" y="1043002"/>
                      </a:cubicBezTo>
                      <a:cubicBezTo>
                        <a:pt x="526687" y="1007537"/>
                        <a:pt x="507253" y="978262"/>
                        <a:pt x="489456" y="951027"/>
                      </a:cubicBezTo>
                      <a:cubicBezTo>
                        <a:pt x="477327" y="942651"/>
                        <a:pt x="338520" y="846751"/>
                        <a:pt x="214253" y="754657"/>
                      </a:cubicBezTo>
                      <a:cubicBezTo>
                        <a:pt x="84363" y="658464"/>
                        <a:pt x="4270" y="527160"/>
                        <a:pt x="927" y="521613"/>
                      </a:cubicBezTo>
                      <a:cubicBezTo>
                        <a:pt x="-737" y="518862"/>
                        <a:pt x="-110" y="515295"/>
                        <a:pt x="2401" y="513272"/>
                      </a:cubicBezTo>
                      <a:cubicBezTo>
                        <a:pt x="4904" y="511266"/>
                        <a:pt x="8531" y="511395"/>
                        <a:pt x="10854" y="513632"/>
                      </a:cubicBezTo>
                      <a:cubicBezTo>
                        <a:pt x="11539" y="514275"/>
                        <a:pt x="87612" y="585264"/>
                        <a:pt x="171125" y="650818"/>
                      </a:cubicBezTo>
                      <a:cubicBezTo>
                        <a:pt x="218943" y="688409"/>
                        <a:pt x="311354" y="745227"/>
                        <a:pt x="387803" y="790404"/>
                      </a:cubicBezTo>
                      <a:cubicBezTo>
                        <a:pt x="214091" y="496436"/>
                        <a:pt x="62769" y="13307"/>
                        <a:pt x="61226" y="8335"/>
                      </a:cubicBezTo>
                      <a:cubicBezTo>
                        <a:pt x="60240" y="5172"/>
                        <a:pt x="61817" y="1768"/>
                        <a:pt x="64886" y="491"/>
                      </a:cubicBezTo>
                      <a:cubicBezTo>
                        <a:pt x="67964" y="-769"/>
                        <a:pt x="71478" y="465"/>
                        <a:pt x="73038" y="3405"/>
                      </a:cubicBezTo>
                      <a:cubicBezTo>
                        <a:pt x="74984" y="7066"/>
                        <a:pt x="266751" y="367308"/>
                        <a:pt x="429689" y="669626"/>
                      </a:cubicBezTo>
                      <a:cubicBezTo>
                        <a:pt x="446962" y="615885"/>
                        <a:pt x="457318" y="565213"/>
                        <a:pt x="459744" y="522299"/>
                      </a:cubicBezTo>
                      <a:cubicBezTo>
                        <a:pt x="465830" y="414705"/>
                        <a:pt x="461587" y="273448"/>
                        <a:pt x="461536" y="272033"/>
                      </a:cubicBezTo>
                      <a:cubicBezTo>
                        <a:pt x="461433" y="268673"/>
                        <a:pt x="463919" y="265810"/>
                        <a:pt x="467254" y="265441"/>
                      </a:cubicBezTo>
                      <a:cubicBezTo>
                        <a:pt x="470708" y="265030"/>
                        <a:pt x="473648" y="267327"/>
                        <a:pt x="474274" y="270619"/>
                      </a:cubicBezTo>
                      <a:cubicBezTo>
                        <a:pt x="475920" y="279192"/>
                        <a:pt x="514462" y="481400"/>
                        <a:pt x="503026" y="556975"/>
                      </a:cubicBezTo>
                      <a:cubicBezTo>
                        <a:pt x="495877" y="604535"/>
                        <a:pt x="482812" y="700255"/>
                        <a:pt x="475466" y="754537"/>
                      </a:cubicBezTo>
                      <a:cubicBezTo>
                        <a:pt x="495260" y="791150"/>
                        <a:pt x="514368" y="826357"/>
                        <a:pt x="532241" y="859233"/>
                      </a:cubicBezTo>
                      <a:cubicBezTo>
                        <a:pt x="552833" y="897080"/>
                        <a:pt x="575884" y="938040"/>
                        <a:pt x="600821" y="981159"/>
                      </a:cubicBezTo>
                      <a:cubicBezTo>
                        <a:pt x="627113" y="924427"/>
                        <a:pt x="667765" y="825697"/>
                        <a:pt x="681386" y="732103"/>
                      </a:cubicBezTo>
                      <a:cubicBezTo>
                        <a:pt x="701257" y="594857"/>
                        <a:pt x="711570" y="416077"/>
                        <a:pt x="711672" y="414286"/>
                      </a:cubicBezTo>
                      <a:cubicBezTo>
                        <a:pt x="711861" y="410942"/>
                        <a:pt x="714587" y="408319"/>
                        <a:pt x="717922" y="408225"/>
                      </a:cubicBezTo>
                      <a:cubicBezTo>
                        <a:pt x="717982" y="408225"/>
                        <a:pt x="718042" y="408225"/>
                        <a:pt x="718093" y="408225"/>
                      </a:cubicBezTo>
                      <a:cubicBezTo>
                        <a:pt x="721368" y="408225"/>
                        <a:pt x="724128" y="410685"/>
                        <a:pt x="724488" y="413960"/>
                      </a:cubicBezTo>
                      <a:cubicBezTo>
                        <a:pt x="725646" y="424641"/>
                        <a:pt x="752623" y="676613"/>
                        <a:pt x="729580" y="773439"/>
                      </a:cubicBezTo>
                      <a:cubicBezTo>
                        <a:pt x="714313" y="837390"/>
                        <a:pt x="685012" y="968403"/>
                        <a:pt x="668914" y="1040816"/>
                      </a:cubicBezTo>
                      <a:cubicBezTo>
                        <a:pt x="668278" y="1043756"/>
                        <a:pt x="665673" y="1045847"/>
                        <a:pt x="662655" y="1045847"/>
                      </a:cubicBezTo>
                      <a:close/>
                      <a:moveTo>
                        <a:pt x="559271" y="1032989"/>
                      </a:moveTo>
                      <a:lnTo>
                        <a:pt x="657503" y="1032989"/>
                      </a:lnTo>
                      <a:cubicBezTo>
                        <a:pt x="673816" y="959651"/>
                        <a:pt x="702157" y="833035"/>
                        <a:pt x="717099" y="770464"/>
                      </a:cubicBezTo>
                      <a:cubicBezTo>
                        <a:pt x="731604" y="709514"/>
                        <a:pt x="725329" y="580926"/>
                        <a:pt x="718934" y="496359"/>
                      </a:cubicBezTo>
                      <a:cubicBezTo>
                        <a:pt x="713936" y="561433"/>
                        <a:pt x="705629" y="654573"/>
                        <a:pt x="694133" y="733954"/>
                      </a:cubicBezTo>
                      <a:cubicBezTo>
                        <a:pt x="679320" y="835650"/>
                        <a:pt x="633337" y="942901"/>
                        <a:pt x="607251" y="997773"/>
                      </a:cubicBezTo>
                      <a:cubicBezTo>
                        <a:pt x="606222" y="999925"/>
                        <a:pt x="604088" y="1001339"/>
                        <a:pt x="601713" y="1001433"/>
                      </a:cubicBezTo>
                      <a:cubicBezTo>
                        <a:pt x="599142" y="1001614"/>
                        <a:pt x="597084" y="1000293"/>
                        <a:pt x="595884" y="998245"/>
                      </a:cubicBezTo>
                      <a:cubicBezTo>
                        <a:pt x="568512" y="951130"/>
                        <a:pt x="543300" y="906424"/>
                        <a:pt x="520960" y="865379"/>
                      </a:cubicBezTo>
                      <a:cubicBezTo>
                        <a:pt x="502787" y="831946"/>
                        <a:pt x="483327" y="796105"/>
                        <a:pt x="463173" y="758806"/>
                      </a:cubicBezTo>
                      <a:cubicBezTo>
                        <a:pt x="462530" y="757605"/>
                        <a:pt x="462282" y="756234"/>
                        <a:pt x="462462" y="754888"/>
                      </a:cubicBezTo>
                      <a:cubicBezTo>
                        <a:pt x="469757" y="700967"/>
                        <a:pt x="483078" y="603309"/>
                        <a:pt x="490339" y="555055"/>
                      </a:cubicBezTo>
                      <a:cubicBezTo>
                        <a:pt x="496854" y="511961"/>
                        <a:pt x="485984" y="423012"/>
                        <a:pt x="475809" y="356464"/>
                      </a:cubicBezTo>
                      <a:cubicBezTo>
                        <a:pt x="476126" y="405739"/>
                        <a:pt x="475671" y="468635"/>
                        <a:pt x="472603" y="523019"/>
                      </a:cubicBezTo>
                      <a:cubicBezTo>
                        <a:pt x="469859" y="571505"/>
                        <a:pt x="457953" y="626970"/>
                        <a:pt x="437207" y="687869"/>
                      </a:cubicBezTo>
                      <a:cubicBezTo>
                        <a:pt x="436384" y="690286"/>
                        <a:pt x="434198" y="691992"/>
                        <a:pt x="431661" y="692197"/>
                      </a:cubicBezTo>
                      <a:cubicBezTo>
                        <a:pt x="429011" y="692472"/>
                        <a:pt x="426680" y="691092"/>
                        <a:pt x="425463" y="688837"/>
                      </a:cubicBezTo>
                      <a:cubicBezTo>
                        <a:pt x="302284" y="460389"/>
                        <a:pt x="160607" y="194984"/>
                        <a:pt x="96458" y="74660"/>
                      </a:cubicBezTo>
                      <a:cubicBezTo>
                        <a:pt x="146762" y="224491"/>
                        <a:pt x="273361" y="580249"/>
                        <a:pt x="411901" y="805432"/>
                      </a:cubicBezTo>
                      <a:cubicBezTo>
                        <a:pt x="413453" y="807943"/>
                        <a:pt x="413084" y="811184"/>
                        <a:pt x="411017" y="813293"/>
                      </a:cubicBezTo>
                      <a:cubicBezTo>
                        <a:pt x="408952" y="815410"/>
                        <a:pt x="405720" y="815847"/>
                        <a:pt x="403174" y="814347"/>
                      </a:cubicBezTo>
                      <a:cubicBezTo>
                        <a:pt x="322978" y="767370"/>
                        <a:pt x="216242" y="702621"/>
                        <a:pt x="163196" y="660925"/>
                      </a:cubicBezTo>
                      <a:cubicBezTo>
                        <a:pt x="115918" y="623815"/>
                        <a:pt x="71804" y="585710"/>
                        <a:pt x="41715" y="558972"/>
                      </a:cubicBezTo>
                      <a:cubicBezTo>
                        <a:pt x="76047" y="606190"/>
                        <a:pt x="138550" y="682588"/>
                        <a:pt x="221917" y="744318"/>
                      </a:cubicBezTo>
                      <a:cubicBezTo>
                        <a:pt x="345413" y="835847"/>
                        <a:pt x="483319" y="931156"/>
                        <a:pt x="496580" y="940303"/>
                      </a:cubicBezTo>
                      <a:cubicBezTo>
                        <a:pt x="497677" y="940774"/>
                        <a:pt x="498646" y="941554"/>
                        <a:pt x="499341" y="942626"/>
                      </a:cubicBezTo>
                      <a:cubicBezTo>
                        <a:pt x="516863" y="969483"/>
                        <a:pt x="535962" y="998253"/>
                        <a:pt x="559271" y="1032989"/>
                      </a:cubicBezTo>
                      <a:close/>
                    </a:path>
                  </a:pathLst>
                </a:custGeom>
                <a:solidFill>
                  <a:srgbClr val="F2FF96"/>
                </a:solidFill>
                <a:ln cap="flat">
                  <a:noFill/>
                  <a:prstDash val="solid"/>
                  <a:miter lim="800000"/>
                </a:ln>
              </p:spPr>
              <p:txBody>
                <a:bodyPr vert="horz" anchor="ctr" tIns="45720" lIns="91440" bIns="45720" rIns="91440"/>
                <a:p>
                  <a:pPr algn="l" marL="0"/>
                </a:p>
              </p:txBody>
            </p:sp>
          </p:grpSp>
        </p:grpSp>
        <p:sp>
          <p:nvSpPr>
            <p:cNvPr name="Freeform 41" id="41"/>
            <p:cNvSpPr/>
            <p:nvPr/>
          </p:nvSpPr>
          <p:spPr>
            <a:xfrm>
              <a:off x="9132627" y="4984517"/>
              <a:ext cx="1351702" cy="1873482"/>
            </a:xfrm>
            <a:custGeom>
              <a:avLst/>
              <a:gdLst/>
              <a:ahLst/>
              <a:cxnLst/>
              <a:rect r="r" b="b" t="t" l="l"/>
              <a:pathLst>
                <a:path w="1351702" h="1873482" stroke="true" fill="norm" extrusionOk="true">
                  <a:moveTo>
                    <a:pt x="1280131" y="1632852"/>
                  </a:moveTo>
                  <a:cubicBezTo>
                    <a:pt x="1294361" y="1668771"/>
                    <a:pt x="1256128" y="1782785"/>
                    <a:pt x="1168088" y="1873483"/>
                  </a:cubicBezTo>
                  <a:lnTo>
                    <a:pt x="220913" y="1873483"/>
                  </a:lnTo>
                  <a:cubicBezTo>
                    <a:pt x="141189" y="1782014"/>
                    <a:pt x="64722" y="1653341"/>
                    <a:pt x="28289" y="1554243"/>
                  </a:cubicBezTo>
                  <a:cubicBezTo>
                    <a:pt x="-39606" y="1370106"/>
                    <a:pt x="26489" y="1173881"/>
                    <a:pt x="102613" y="1148163"/>
                  </a:cubicBezTo>
                  <a:cubicBezTo>
                    <a:pt x="154048" y="1130847"/>
                    <a:pt x="354643" y="1224887"/>
                    <a:pt x="422452" y="1409025"/>
                  </a:cubicBezTo>
                  <a:cubicBezTo>
                    <a:pt x="448769" y="1480176"/>
                    <a:pt x="469087" y="1576360"/>
                    <a:pt x="478088" y="1669971"/>
                  </a:cubicBezTo>
                  <a:lnTo>
                    <a:pt x="577958" y="1329986"/>
                  </a:lnTo>
                  <a:cubicBezTo>
                    <a:pt x="480831" y="1355189"/>
                    <a:pt x="304752" y="1108730"/>
                    <a:pt x="245859" y="949281"/>
                  </a:cubicBezTo>
                  <a:cubicBezTo>
                    <a:pt x="186109" y="787004"/>
                    <a:pt x="244401" y="614097"/>
                    <a:pt x="311439" y="591465"/>
                  </a:cubicBezTo>
                  <a:cubicBezTo>
                    <a:pt x="356787" y="576206"/>
                    <a:pt x="533637" y="659017"/>
                    <a:pt x="593388" y="821294"/>
                  </a:cubicBezTo>
                  <a:cubicBezTo>
                    <a:pt x="620992" y="896303"/>
                    <a:pt x="641308" y="1002688"/>
                    <a:pt x="645766" y="1098957"/>
                  </a:cubicBezTo>
                  <a:lnTo>
                    <a:pt x="746921" y="754343"/>
                  </a:lnTo>
                  <a:cubicBezTo>
                    <a:pt x="745893" y="753314"/>
                    <a:pt x="744864" y="752285"/>
                    <a:pt x="743921" y="751257"/>
                  </a:cubicBezTo>
                  <a:cubicBezTo>
                    <a:pt x="677055" y="760515"/>
                    <a:pt x="560984" y="597209"/>
                    <a:pt x="521721" y="490738"/>
                  </a:cubicBezTo>
                  <a:cubicBezTo>
                    <a:pt x="481002" y="379982"/>
                    <a:pt x="520607" y="262110"/>
                    <a:pt x="566385" y="246679"/>
                  </a:cubicBezTo>
                  <a:cubicBezTo>
                    <a:pt x="597331" y="236221"/>
                    <a:pt x="717860" y="292628"/>
                    <a:pt x="758751" y="403385"/>
                  </a:cubicBezTo>
                  <a:cubicBezTo>
                    <a:pt x="777611" y="454648"/>
                    <a:pt x="791413" y="527428"/>
                    <a:pt x="794327" y="593265"/>
                  </a:cubicBezTo>
                  <a:lnTo>
                    <a:pt x="861707" y="363608"/>
                  </a:lnTo>
                  <a:cubicBezTo>
                    <a:pt x="859821" y="363351"/>
                    <a:pt x="857764" y="363265"/>
                    <a:pt x="855878" y="362579"/>
                  </a:cubicBezTo>
                  <a:cubicBezTo>
                    <a:pt x="808986" y="345520"/>
                    <a:pt x="820730" y="194301"/>
                    <a:pt x="849534" y="114920"/>
                  </a:cubicBezTo>
                  <a:cubicBezTo>
                    <a:pt x="878338" y="35624"/>
                    <a:pt x="954462" y="-10667"/>
                    <a:pt x="986523" y="2106"/>
                  </a:cubicBezTo>
                  <a:cubicBezTo>
                    <a:pt x="1008297" y="10593"/>
                    <a:pt x="1048245" y="97175"/>
                    <a:pt x="1019441" y="176556"/>
                  </a:cubicBezTo>
                  <a:cubicBezTo>
                    <a:pt x="993038" y="249422"/>
                    <a:pt x="916829" y="359408"/>
                    <a:pt x="868222" y="363780"/>
                  </a:cubicBezTo>
                  <a:cubicBezTo>
                    <a:pt x="852020" y="429702"/>
                    <a:pt x="830675" y="516627"/>
                    <a:pt x="805814" y="617869"/>
                  </a:cubicBezTo>
                  <a:cubicBezTo>
                    <a:pt x="857764" y="569434"/>
                    <a:pt x="928573" y="522885"/>
                    <a:pt x="984380" y="498968"/>
                  </a:cubicBezTo>
                  <a:cubicBezTo>
                    <a:pt x="1092821" y="452676"/>
                    <a:pt x="1212580" y="486280"/>
                    <a:pt x="1230325" y="531200"/>
                  </a:cubicBezTo>
                  <a:cubicBezTo>
                    <a:pt x="1242326" y="561547"/>
                    <a:pt x="1192092" y="684820"/>
                    <a:pt x="1083649" y="731197"/>
                  </a:cubicBezTo>
                  <a:cubicBezTo>
                    <a:pt x="994752" y="769173"/>
                    <a:pt x="837789" y="794976"/>
                    <a:pt x="768867" y="767802"/>
                  </a:cubicBezTo>
                  <a:cubicBezTo>
                    <a:pt x="734577" y="907191"/>
                    <a:pt x="696258" y="1063039"/>
                    <a:pt x="656996" y="1222230"/>
                  </a:cubicBezTo>
                  <a:cubicBezTo>
                    <a:pt x="724461" y="1128532"/>
                    <a:pt x="876966" y="1018976"/>
                    <a:pt x="988581" y="971399"/>
                  </a:cubicBezTo>
                  <a:cubicBezTo>
                    <a:pt x="1147514" y="903419"/>
                    <a:pt x="1323164" y="952711"/>
                    <a:pt x="1349139" y="1018547"/>
                  </a:cubicBezTo>
                  <a:cubicBezTo>
                    <a:pt x="1366799" y="1063039"/>
                    <a:pt x="1292990" y="1243832"/>
                    <a:pt x="1134056" y="1311812"/>
                  </a:cubicBezTo>
                  <a:cubicBezTo>
                    <a:pt x="978207" y="1378421"/>
                    <a:pt x="679456" y="1419569"/>
                    <a:pt x="629736" y="1332643"/>
                  </a:cubicBezTo>
                  <a:cubicBezTo>
                    <a:pt x="585072" y="1513438"/>
                    <a:pt x="540410" y="1694317"/>
                    <a:pt x="500204" y="1856509"/>
                  </a:cubicBezTo>
                  <a:cubicBezTo>
                    <a:pt x="579244" y="1751925"/>
                    <a:pt x="747350" y="1632081"/>
                    <a:pt x="870880" y="1579360"/>
                  </a:cubicBezTo>
                  <a:cubicBezTo>
                    <a:pt x="1051245" y="1502208"/>
                    <a:pt x="1250641" y="1558100"/>
                    <a:pt x="1280131" y="1632852"/>
                  </a:cubicBezTo>
                  <a:close/>
                </a:path>
              </a:pathLst>
            </a:custGeom>
            <a:gradFill>
              <a:gsLst>
                <a:gs pos="0">
                  <a:srgbClr val="FBFFBF"/>
                </a:gs>
                <a:gs pos="2890">
                  <a:srgbClr val="F9FEBC"/>
                </a:gs>
                <a:gs pos="68880">
                  <a:srgbClr val="D8E97B"/>
                </a:gs>
                <a:gs pos="100000">
                  <a:srgbClr val="CBE162"/>
                </a:gs>
              </a:gsLst>
              <a:lin ang="5400000"/>
            </a:gradFill>
            <a:ln cap="flat">
              <a:noFill/>
              <a:prstDash val="solid"/>
              <a:miter lim="800000"/>
            </a:ln>
          </p:spPr>
          <p:txBody>
            <a:bodyPr vert="horz" anchor="ctr" tIns="45720" lIns="91440" bIns="45720" rIns="91440"/>
            <a:p>
              <a:pPr algn="l" marL="0"/>
            </a:p>
          </p:txBody>
        </p:sp>
        <p:sp>
          <p:nvSpPr>
            <p:cNvPr name="Freeform 42" id="42"/>
            <p:cNvSpPr/>
            <p:nvPr/>
          </p:nvSpPr>
          <p:spPr>
            <a:xfrm>
              <a:off x="9126189" y="4971691"/>
              <a:ext cx="1364641" cy="1886308"/>
            </a:xfrm>
            <a:custGeom>
              <a:avLst/>
              <a:gdLst/>
              <a:ahLst/>
              <a:cxnLst/>
              <a:rect r="r" b="b" t="t" l="l"/>
              <a:pathLst>
                <a:path w="1364641" h="1886308" stroke="true" fill="norm" extrusionOk="true">
                  <a:moveTo>
                    <a:pt x="1174526" y="1886309"/>
                  </a:moveTo>
                  <a:lnTo>
                    <a:pt x="227351" y="1886309"/>
                  </a:lnTo>
                  <a:cubicBezTo>
                    <a:pt x="225490" y="1886309"/>
                    <a:pt x="223725" y="1885503"/>
                    <a:pt x="222508" y="1884106"/>
                  </a:cubicBezTo>
                  <a:cubicBezTo>
                    <a:pt x="144180" y="1794240"/>
                    <a:pt x="66291" y="1665138"/>
                    <a:pt x="28692" y="1562851"/>
                  </a:cubicBezTo>
                  <a:cubicBezTo>
                    <a:pt x="-20780" y="1428692"/>
                    <a:pt x="1756" y="1297224"/>
                    <a:pt x="36081" y="1225412"/>
                  </a:cubicBezTo>
                  <a:cubicBezTo>
                    <a:pt x="55557" y="1184658"/>
                    <a:pt x="80744" y="1157338"/>
                    <a:pt x="106992" y="1148456"/>
                  </a:cubicBezTo>
                  <a:cubicBezTo>
                    <a:pt x="164883" y="1129083"/>
                    <a:pt x="366517" y="1227452"/>
                    <a:pt x="434925" y="1413201"/>
                  </a:cubicBezTo>
                  <a:cubicBezTo>
                    <a:pt x="458371" y="1476620"/>
                    <a:pt x="477102" y="1559182"/>
                    <a:pt x="487423" y="1643682"/>
                  </a:cubicBezTo>
                  <a:lnTo>
                    <a:pt x="575334" y="1344390"/>
                  </a:lnTo>
                  <a:cubicBezTo>
                    <a:pt x="573508" y="1344544"/>
                    <a:pt x="571657" y="1344613"/>
                    <a:pt x="569796" y="1344613"/>
                  </a:cubicBezTo>
                  <a:cubicBezTo>
                    <a:pt x="462761" y="1344630"/>
                    <a:pt x="299488" y="1101985"/>
                    <a:pt x="246270" y="957907"/>
                  </a:cubicBezTo>
                  <a:cubicBezTo>
                    <a:pt x="202637" y="839410"/>
                    <a:pt x="222584" y="723312"/>
                    <a:pt x="252931" y="659892"/>
                  </a:cubicBezTo>
                  <a:cubicBezTo>
                    <a:pt x="270188" y="623828"/>
                    <a:pt x="292519" y="599636"/>
                    <a:pt x="315819" y="591767"/>
                  </a:cubicBezTo>
                  <a:cubicBezTo>
                    <a:pt x="366946" y="574545"/>
                    <a:pt x="545451" y="661393"/>
                    <a:pt x="605870" y="825470"/>
                  </a:cubicBezTo>
                  <a:cubicBezTo>
                    <a:pt x="630464" y="892327"/>
                    <a:pt x="649023" y="982776"/>
                    <a:pt x="656250" y="1068750"/>
                  </a:cubicBezTo>
                  <a:lnTo>
                    <a:pt x="745576" y="764451"/>
                  </a:lnTo>
                  <a:cubicBezTo>
                    <a:pt x="745327" y="764451"/>
                    <a:pt x="745070" y="764460"/>
                    <a:pt x="744829" y="764460"/>
                  </a:cubicBezTo>
                  <a:cubicBezTo>
                    <a:pt x="702053" y="764460"/>
                    <a:pt x="651192" y="709013"/>
                    <a:pt x="623888" y="674809"/>
                  </a:cubicBezTo>
                  <a:cubicBezTo>
                    <a:pt x="581404" y="621565"/>
                    <a:pt x="542408" y="554339"/>
                    <a:pt x="522133" y="499364"/>
                  </a:cubicBezTo>
                  <a:cubicBezTo>
                    <a:pt x="492147" y="417771"/>
                    <a:pt x="505879" y="337944"/>
                    <a:pt x="526746" y="294370"/>
                  </a:cubicBezTo>
                  <a:cubicBezTo>
                    <a:pt x="538729" y="269347"/>
                    <a:pt x="554375" y="252519"/>
                    <a:pt x="570782" y="246990"/>
                  </a:cubicBezTo>
                  <a:cubicBezTo>
                    <a:pt x="606127" y="235023"/>
                    <a:pt x="729519" y="294567"/>
                    <a:pt x="771224" y="407561"/>
                  </a:cubicBezTo>
                  <a:cubicBezTo>
                    <a:pt x="787075" y="450621"/>
                    <a:pt x="799213" y="507971"/>
                    <a:pt x="804640" y="563658"/>
                  </a:cubicBezTo>
                  <a:lnTo>
                    <a:pt x="860002" y="374977"/>
                  </a:lnTo>
                  <a:cubicBezTo>
                    <a:pt x="806663" y="355312"/>
                    <a:pt x="821571" y="197321"/>
                    <a:pt x="849928" y="119131"/>
                  </a:cubicBezTo>
                  <a:cubicBezTo>
                    <a:pt x="871403" y="60032"/>
                    <a:pt x="916279" y="22347"/>
                    <a:pt x="948203" y="8031"/>
                  </a:cubicBezTo>
                  <a:cubicBezTo>
                    <a:pt x="966686" y="-259"/>
                    <a:pt x="983428" y="-2204"/>
                    <a:pt x="995344" y="2536"/>
                  </a:cubicBezTo>
                  <a:cubicBezTo>
                    <a:pt x="1020710" y="12420"/>
                    <a:pt x="1061712" y="103066"/>
                    <a:pt x="1031931" y="185148"/>
                  </a:cubicBezTo>
                  <a:cubicBezTo>
                    <a:pt x="1005965" y="256814"/>
                    <a:pt x="932087" y="365324"/>
                    <a:pt x="879889" y="375894"/>
                  </a:cubicBezTo>
                  <a:lnTo>
                    <a:pt x="823483" y="605551"/>
                  </a:lnTo>
                  <a:cubicBezTo>
                    <a:pt x="873160" y="562492"/>
                    <a:pt x="935945" y="521893"/>
                    <a:pt x="988297" y="499458"/>
                  </a:cubicBezTo>
                  <a:cubicBezTo>
                    <a:pt x="1068133" y="465374"/>
                    <a:pt x="1148526" y="475010"/>
                    <a:pt x="1193129" y="493638"/>
                  </a:cubicBezTo>
                  <a:cubicBezTo>
                    <a:pt x="1218769" y="504345"/>
                    <a:pt x="1236403" y="519124"/>
                    <a:pt x="1242764" y="535231"/>
                  </a:cubicBezTo>
                  <a:cubicBezTo>
                    <a:pt x="1256505" y="569967"/>
                    <a:pt x="1203304" y="696172"/>
                    <a:pt x="1092633" y="743501"/>
                  </a:cubicBezTo>
                  <a:cubicBezTo>
                    <a:pt x="1002099" y="782179"/>
                    <a:pt x="852440" y="806080"/>
                    <a:pt x="779874" y="782634"/>
                  </a:cubicBezTo>
                  <a:lnTo>
                    <a:pt x="767178" y="834249"/>
                  </a:lnTo>
                  <a:cubicBezTo>
                    <a:pt x="738864" y="949352"/>
                    <a:pt x="708243" y="1073850"/>
                    <a:pt x="676893" y="1201023"/>
                  </a:cubicBezTo>
                  <a:cubicBezTo>
                    <a:pt x="754097" y="1109263"/>
                    <a:pt x="895414" y="1013277"/>
                    <a:pt x="992524" y="971880"/>
                  </a:cubicBezTo>
                  <a:cubicBezTo>
                    <a:pt x="1108655" y="922194"/>
                    <a:pt x="1225601" y="936210"/>
                    <a:pt x="1290443" y="963273"/>
                  </a:cubicBezTo>
                  <a:cubicBezTo>
                    <a:pt x="1327297" y="978652"/>
                    <a:pt x="1352560" y="999715"/>
                    <a:pt x="1361579" y="1022578"/>
                  </a:cubicBezTo>
                  <a:cubicBezTo>
                    <a:pt x="1381475" y="1072710"/>
                    <a:pt x="1303971" y="1255287"/>
                    <a:pt x="1143048" y="1324124"/>
                  </a:cubicBezTo>
                  <a:cubicBezTo>
                    <a:pt x="1001936" y="1384440"/>
                    <a:pt x="711723" y="1432704"/>
                    <a:pt x="639165" y="1353854"/>
                  </a:cubicBezTo>
                  <a:lnTo>
                    <a:pt x="627283" y="1401945"/>
                  </a:lnTo>
                  <a:cubicBezTo>
                    <a:pt x="590302" y="1551673"/>
                    <a:pt x="553654" y="1700003"/>
                    <a:pt x="519905" y="1836220"/>
                  </a:cubicBezTo>
                  <a:cubicBezTo>
                    <a:pt x="608510" y="1732415"/>
                    <a:pt x="765130" y="1626656"/>
                    <a:pt x="874823" y="1579850"/>
                  </a:cubicBezTo>
                  <a:cubicBezTo>
                    <a:pt x="1006394" y="1523572"/>
                    <a:pt x="1138874" y="1539397"/>
                    <a:pt x="1212348" y="1570069"/>
                  </a:cubicBezTo>
                  <a:cubicBezTo>
                    <a:pt x="1253934" y="1587420"/>
                    <a:pt x="1282420" y="1611149"/>
                    <a:pt x="1292570" y="1636875"/>
                  </a:cubicBezTo>
                  <a:lnTo>
                    <a:pt x="1292570" y="1636875"/>
                  </a:lnTo>
                  <a:cubicBezTo>
                    <a:pt x="1307555" y="1674705"/>
                    <a:pt x="1270830" y="1789920"/>
                    <a:pt x="1179164" y="1884354"/>
                  </a:cubicBezTo>
                  <a:cubicBezTo>
                    <a:pt x="1177921" y="1885606"/>
                    <a:pt x="1176266" y="1886309"/>
                    <a:pt x="1174526" y="1886309"/>
                  </a:cubicBezTo>
                  <a:close/>
                  <a:moveTo>
                    <a:pt x="230283" y="1873450"/>
                  </a:moveTo>
                  <a:lnTo>
                    <a:pt x="1171792" y="1873450"/>
                  </a:lnTo>
                  <a:cubicBezTo>
                    <a:pt x="1210128" y="1833476"/>
                    <a:pt x="1242455" y="1784948"/>
                    <a:pt x="1262977" y="1736513"/>
                  </a:cubicBezTo>
                  <a:cubicBezTo>
                    <a:pt x="1280310" y="1695605"/>
                    <a:pt x="1287220" y="1658357"/>
                    <a:pt x="1280594" y="1641615"/>
                  </a:cubicBezTo>
                  <a:lnTo>
                    <a:pt x="1280594" y="1641607"/>
                  </a:lnTo>
                  <a:cubicBezTo>
                    <a:pt x="1271730" y="1619138"/>
                    <a:pt x="1245730" y="1597939"/>
                    <a:pt x="1207368" y="1581934"/>
                  </a:cubicBezTo>
                  <a:cubicBezTo>
                    <a:pt x="1136224" y="1552247"/>
                    <a:pt x="1007765" y="1536954"/>
                    <a:pt x="879846" y="1591672"/>
                  </a:cubicBezTo>
                  <a:cubicBezTo>
                    <a:pt x="763647" y="1641255"/>
                    <a:pt x="594203" y="1757721"/>
                    <a:pt x="511769" y="1866781"/>
                  </a:cubicBezTo>
                  <a:cubicBezTo>
                    <a:pt x="509926" y="1869215"/>
                    <a:pt x="506600" y="1870021"/>
                    <a:pt x="503865" y="1868710"/>
                  </a:cubicBezTo>
                  <a:cubicBezTo>
                    <a:pt x="501114" y="1867398"/>
                    <a:pt x="499665" y="1864320"/>
                    <a:pt x="500402" y="1861363"/>
                  </a:cubicBezTo>
                  <a:cubicBezTo>
                    <a:pt x="536055" y="1717534"/>
                    <a:pt x="575222" y="1559002"/>
                    <a:pt x="614776" y="1398868"/>
                  </a:cubicBezTo>
                  <a:lnTo>
                    <a:pt x="629933" y="1337515"/>
                  </a:lnTo>
                  <a:cubicBezTo>
                    <a:pt x="630567" y="1334960"/>
                    <a:pt x="632684" y="1333048"/>
                    <a:pt x="635290" y="1332680"/>
                  </a:cubicBezTo>
                  <a:cubicBezTo>
                    <a:pt x="637896" y="1332337"/>
                    <a:pt x="640460" y="1333571"/>
                    <a:pt x="641763" y="1335860"/>
                  </a:cubicBezTo>
                  <a:cubicBezTo>
                    <a:pt x="662603" y="1372285"/>
                    <a:pt x="737809" y="1388298"/>
                    <a:pt x="848043" y="1379794"/>
                  </a:cubicBezTo>
                  <a:cubicBezTo>
                    <a:pt x="945906" y="1372242"/>
                    <a:pt x="1059707" y="1345753"/>
                    <a:pt x="1137964" y="1312311"/>
                  </a:cubicBezTo>
                  <a:cubicBezTo>
                    <a:pt x="1297267" y="1244169"/>
                    <a:pt x="1365059" y="1066272"/>
                    <a:pt x="1349602" y="1027319"/>
                  </a:cubicBezTo>
                  <a:cubicBezTo>
                    <a:pt x="1341861" y="1007705"/>
                    <a:pt x="1319084" y="989180"/>
                    <a:pt x="1285480" y="975146"/>
                  </a:cubicBezTo>
                  <a:cubicBezTo>
                    <a:pt x="1222918" y="949034"/>
                    <a:pt x="1109975" y="935636"/>
                    <a:pt x="997556" y="983711"/>
                  </a:cubicBezTo>
                  <a:cubicBezTo>
                    <a:pt x="893562" y="1028047"/>
                    <a:pt x="738255" y="1135718"/>
                    <a:pt x="668663" y="1232398"/>
                  </a:cubicBezTo>
                  <a:cubicBezTo>
                    <a:pt x="666863" y="1234910"/>
                    <a:pt x="663546" y="1235767"/>
                    <a:pt x="660751" y="1234473"/>
                  </a:cubicBezTo>
                  <a:cubicBezTo>
                    <a:pt x="657955" y="1233187"/>
                    <a:pt x="656464" y="1230084"/>
                    <a:pt x="657202" y="1227101"/>
                  </a:cubicBezTo>
                  <a:cubicBezTo>
                    <a:pt x="691055" y="1089838"/>
                    <a:pt x="724204" y="955078"/>
                    <a:pt x="754680" y="831189"/>
                  </a:cubicBezTo>
                  <a:lnTo>
                    <a:pt x="769073" y="772672"/>
                  </a:lnTo>
                  <a:cubicBezTo>
                    <a:pt x="769518" y="770864"/>
                    <a:pt x="770719" y="769338"/>
                    <a:pt x="772365" y="768498"/>
                  </a:cubicBezTo>
                  <a:cubicBezTo>
                    <a:pt x="774019" y="767640"/>
                    <a:pt x="775939" y="767546"/>
                    <a:pt x="777680" y="768232"/>
                  </a:cubicBezTo>
                  <a:cubicBezTo>
                    <a:pt x="843354" y="794104"/>
                    <a:pt x="998215" y="769861"/>
                    <a:pt x="1087567" y="731696"/>
                  </a:cubicBezTo>
                  <a:cubicBezTo>
                    <a:pt x="1195066" y="685721"/>
                    <a:pt x="1241135" y="566127"/>
                    <a:pt x="1230796" y="539972"/>
                  </a:cubicBezTo>
                  <a:cubicBezTo>
                    <a:pt x="1225789" y="527293"/>
                    <a:pt x="1210248" y="514743"/>
                    <a:pt x="1188156" y="505528"/>
                  </a:cubicBezTo>
                  <a:cubicBezTo>
                    <a:pt x="1145886" y="487868"/>
                    <a:pt x="1069488" y="478790"/>
                    <a:pt x="993346" y="511297"/>
                  </a:cubicBezTo>
                  <a:cubicBezTo>
                    <a:pt x="936596" y="535617"/>
                    <a:pt x="867237" y="581823"/>
                    <a:pt x="816642" y="628989"/>
                  </a:cubicBezTo>
                  <a:cubicBezTo>
                    <a:pt x="814567" y="630935"/>
                    <a:pt x="811446" y="631269"/>
                    <a:pt x="808995" y="629829"/>
                  </a:cubicBezTo>
                  <a:cubicBezTo>
                    <a:pt x="806543" y="628398"/>
                    <a:pt x="805326" y="625517"/>
                    <a:pt x="806003" y="622757"/>
                  </a:cubicBezTo>
                  <a:lnTo>
                    <a:pt x="833307" y="511623"/>
                  </a:lnTo>
                  <a:lnTo>
                    <a:pt x="806937" y="601488"/>
                  </a:lnTo>
                  <a:cubicBezTo>
                    <a:pt x="806046" y="604506"/>
                    <a:pt x="803062" y="606469"/>
                    <a:pt x="799994" y="606057"/>
                  </a:cubicBezTo>
                  <a:cubicBezTo>
                    <a:pt x="796873" y="605680"/>
                    <a:pt x="794473" y="603100"/>
                    <a:pt x="794344" y="599962"/>
                  </a:cubicBezTo>
                  <a:cubicBezTo>
                    <a:pt x="791481" y="535249"/>
                    <a:pt x="777997" y="463231"/>
                    <a:pt x="759154" y="412010"/>
                  </a:cubicBezTo>
                  <a:cubicBezTo>
                    <a:pt x="718632" y="302256"/>
                    <a:pt x="601471" y="250110"/>
                    <a:pt x="574888" y="259188"/>
                  </a:cubicBezTo>
                  <a:cubicBezTo>
                    <a:pt x="561978" y="263535"/>
                    <a:pt x="548656" y="278382"/>
                    <a:pt x="538335" y="299942"/>
                  </a:cubicBezTo>
                  <a:cubicBezTo>
                    <a:pt x="518541" y="341253"/>
                    <a:pt x="505588" y="417120"/>
                    <a:pt x="534204" y="494932"/>
                  </a:cubicBezTo>
                  <a:cubicBezTo>
                    <a:pt x="572942" y="599962"/>
                    <a:pt x="687034" y="760002"/>
                    <a:pt x="749484" y="751293"/>
                  </a:cubicBezTo>
                  <a:cubicBezTo>
                    <a:pt x="751568" y="750993"/>
                    <a:pt x="753668" y="751764"/>
                    <a:pt x="755099" y="753307"/>
                  </a:cubicBezTo>
                  <a:cubicBezTo>
                    <a:pt x="755983" y="754276"/>
                    <a:pt x="756942" y="755245"/>
                    <a:pt x="757903" y="756205"/>
                  </a:cubicBezTo>
                  <a:cubicBezTo>
                    <a:pt x="759566" y="757868"/>
                    <a:pt x="760191" y="760302"/>
                    <a:pt x="759523" y="762557"/>
                  </a:cubicBezTo>
                  <a:lnTo>
                    <a:pt x="658368" y="1107171"/>
                  </a:lnTo>
                  <a:cubicBezTo>
                    <a:pt x="657476" y="1110198"/>
                    <a:pt x="654493" y="1112058"/>
                    <a:pt x="651424" y="1111749"/>
                  </a:cubicBezTo>
                  <a:cubicBezTo>
                    <a:pt x="648311" y="1111372"/>
                    <a:pt x="645912" y="1108792"/>
                    <a:pt x="645775" y="1105654"/>
                  </a:cubicBezTo>
                  <a:cubicBezTo>
                    <a:pt x="641385" y="1010791"/>
                    <a:pt x="621463" y="905126"/>
                    <a:pt x="593790" y="829911"/>
                  </a:cubicBezTo>
                  <a:cubicBezTo>
                    <a:pt x="533981" y="667496"/>
                    <a:pt x="359668" y="590559"/>
                    <a:pt x="319926" y="603957"/>
                  </a:cubicBezTo>
                  <a:cubicBezTo>
                    <a:pt x="299943" y="610704"/>
                    <a:pt x="280268" y="632538"/>
                    <a:pt x="264521" y="665448"/>
                  </a:cubicBezTo>
                  <a:cubicBezTo>
                    <a:pt x="235263" y="726604"/>
                    <a:pt x="216087" y="838732"/>
                    <a:pt x="258323" y="953467"/>
                  </a:cubicBezTo>
                  <a:cubicBezTo>
                    <a:pt x="287933" y="1033637"/>
                    <a:pt x="347083" y="1134818"/>
                    <a:pt x="408993" y="1211224"/>
                  </a:cubicBezTo>
                  <a:cubicBezTo>
                    <a:pt x="478782" y="1297352"/>
                    <a:pt x="542116" y="1340678"/>
                    <a:pt x="582766" y="1330160"/>
                  </a:cubicBezTo>
                  <a:cubicBezTo>
                    <a:pt x="585013" y="1329568"/>
                    <a:pt x="587387" y="1330245"/>
                    <a:pt x="589007" y="1331908"/>
                  </a:cubicBezTo>
                  <a:cubicBezTo>
                    <a:pt x="590619" y="1333563"/>
                    <a:pt x="591211" y="1335972"/>
                    <a:pt x="590559" y="1338183"/>
                  </a:cubicBezTo>
                  <a:lnTo>
                    <a:pt x="490698" y="1678168"/>
                  </a:lnTo>
                  <a:cubicBezTo>
                    <a:pt x="489824" y="1681126"/>
                    <a:pt x="487037" y="1683012"/>
                    <a:pt x="483917" y="1682763"/>
                  </a:cubicBezTo>
                  <a:cubicBezTo>
                    <a:pt x="480857" y="1682472"/>
                    <a:pt x="478422" y="1680046"/>
                    <a:pt x="478131" y="1676969"/>
                  </a:cubicBezTo>
                  <a:cubicBezTo>
                    <a:pt x="469053" y="1582611"/>
                    <a:pt x="448916" y="1488099"/>
                    <a:pt x="422864" y="1417642"/>
                  </a:cubicBezTo>
                  <a:cubicBezTo>
                    <a:pt x="354815" y="1232844"/>
                    <a:pt x="156294" y="1145474"/>
                    <a:pt x="111108" y="1160647"/>
                  </a:cubicBezTo>
                  <a:cubicBezTo>
                    <a:pt x="88176" y="1168388"/>
                    <a:pt x="65657" y="1193360"/>
                    <a:pt x="47688" y="1230950"/>
                  </a:cubicBezTo>
                  <a:cubicBezTo>
                    <a:pt x="14444" y="1300507"/>
                    <a:pt x="-7322" y="1427997"/>
                    <a:pt x="40762" y="1558402"/>
                  </a:cubicBezTo>
                  <a:cubicBezTo>
                    <a:pt x="77563" y="1658537"/>
                    <a:pt x="153541" y="1784751"/>
                    <a:pt x="230283" y="1873450"/>
                  </a:cubicBezTo>
                  <a:close/>
                  <a:moveTo>
                    <a:pt x="980822" y="12840"/>
                  </a:moveTo>
                  <a:cubicBezTo>
                    <a:pt x="973107" y="12840"/>
                    <a:pt x="963626" y="15198"/>
                    <a:pt x="953459" y="19767"/>
                  </a:cubicBezTo>
                  <a:cubicBezTo>
                    <a:pt x="923841" y="33046"/>
                    <a:pt x="882118" y="68193"/>
                    <a:pt x="862016" y="123520"/>
                  </a:cubicBezTo>
                  <a:cubicBezTo>
                    <a:pt x="833264" y="202773"/>
                    <a:pt x="823808" y="348128"/>
                    <a:pt x="864519" y="362941"/>
                  </a:cubicBezTo>
                  <a:cubicBezTo>
                    <a:pt x="865239" y="363207"/>
                    <a:pt x="866337" y="363327"/>
                    <a:pt x="867502" y="363464"/>
                  </a:cubicBezTo>
                  <a:lnTo>
                    <a:pt x="869028" y="363644"/>
                  </a:lnTo>
                  <a:cubicBezTo>
                    <a:pt x="869936" y="363773"/>
                    <a:pt x="870794" y="364090"/>
                    <a:pt x="871557" y="364553"/>
                  </a:cubicBezTo>
                  <a:cubicBezTo>
                    <a:pt x="872329" y="364124"/>
                    <a:pt x="873177" y="363859"/>
                    <a:pt x="874094" y="363773"/>
                  </a:cubicBezTo>
                  <a:cubicBezTo>
                    <a:pt x="916391" y="359975"/>
                    <a:pt x="992060" y="257457"/>
                    <a:pt x="1019844" y="180759"/>
                  </a:cubicBezTo>
                  <a:cubicBezTo>
                    <a:pt x="1048133" y="102800"/>
                    <a:pt x="1007037" y="20890"/>
                    <a:pt x="990638" y="14504"/>
                  </a:cubicBezTo>
                  <a:cubicBezTo>
                    <a:pt x="987835" y="13380"/>
                    <a:pt x="984534" y="12840"/>
                    <a:pt x="980822" y="12840"/>
                  </a:cubicBezTo>
                  <a:close/>
                </a:path>
              </a:pathLst>
            </a:custGeom>
            <a:solidFill>
              <a:srgbClr val="F2FF96"/>
            </a:solidFill>
            <a:ln cap="flat">
              <a:noFill/>
              <a:prstDash val="solid"/>
              <a:miter lim="800000"/>
            </a:ln>
          </p:spPr>
          <p:txBody>
            <a:bodyPr vert="horz" anchor="ctr" tIns="45720" lIns="91440" bIns="45720" rIns="91440"/>
            <a:p>
              <a:pPr algn="l" marL="0"/>
            </a:p>
          </p:txBody>
        </p:sp>
      </p:grpSp>
      <p:grpSp>
        <p:nvGrpSpPr>
          <p:cNvPr name="Group 43" id="43"/>
          <p:cNvGrpSpPr/>
          <p:nvPr/>
        </p:nvGrpSpPr>
        <p:grpSpPr>
          <a:xfrm>
            <a:off x="1" y="6289628"/>
            <a:ext cx="750021" cy="568372"/>
            <a:chOff x="1165967" y="-3718211"/>
            <a:chExt cx="1525851" cy="1156303"/>
          </a:xfrm>
        </p:grpSpPr>
        <p:sp>
          <p:nvSpPr>
            <p:cNvPr name="Freeform 44" id="44"/>
            <p:cNvSpPr/>
            <p:nvPr/>
          </p:nvSpPr>
          <p:spPr>
            <a:xfrm>
              <a:off x="1165967" y="-3703708"/>
              <a:ext cx="1511366" cy="1141774"/>
            </a:xfrm>
            <a:custGeom>
              <a:avLst/>
              <a:gdLst/>
              <a:ahLst/>
              <a:cxnLst/>
              <a:rect r="r" b="b" t="t" l="l"/>
              <a:pathLst>
                <a:path w="1504074" h="1136265" stroke="true" fill="norm" extrusionOk="true">
                  <a:moveTo>
                    <a:pt x="1485897" y="948828"/>
                  </a:moveTo>
                  <a:cubicBezTo>
                    <a:pt x="1506326" y="908743"/>
                    <a:pt x="1511572" y="859023"/>
                    <a:pt x="1491049" y="819126"/>
                  </a:cubicBezTo>
                  <a:cubicBezTo>
                    <a:pt x="1470527" y="779136"/>
                    <a:pt x="1420712" y="753658"/>
                    <a:pt x="1367074" y="771309"/>
                  </a:cubicBezTo>
                  <a:cubicBezTo>
                    <a:pt x="1402290" y="752312"/>
                    <a:pt x="1413837" y="703072"/>
                    <a:pt x="1397618" y="666425"/>
                  </a:cubicBezTo>
                  <a:cubicBezTo>
                    <a:pt x="1381390" y="629871"/>
                    <a:pt x="1343602" y="606203"/>
                    <a:pt x="1304375" y="598187"/>
                  </a:cubicBezTo>
                  <a:cubicBezTo>
                    <a:pt x="1265147" y="590266"/>
                    <a:pt x="1224496" y="595804"/>
                    <a:pt x="1185362" y="604197"/>
                  </a:cubicBezTo>
                  <a:cubicBezTo>
                    <a:pt x="1176387" y="606108"/>
                    <a:pt x="1167420" y="608209"/>
                    <a:pt x="1158548" y="610498"/>
                  </a:cubicBezTo>
                  <a:cubicBezTo>
                    <a:pt x="1174107" y="600090"/>
                    <a:pt x="1190137" y="590360"/>
                    <a:pt x="1206837" y="581677"/>
                  </a:cubicBezTo>
                  <a:cubicBezTo>
                    <a:pt x="1254457" y="556765"/>
                    <a:pt x="1310007" y="536251"/>
                    <a:pt x="1335201" y="488811"/>
                  </a:cubicBezTo>
                  <a:cubicBezTo>
                    <a:pt x="1354189" y="452926"/>
                    <a:pt x="1349903" y="406069"/>
                    <a:pt x="1324794" y="374282"/>
                  </a:cubicBezTo>
                  <a:cubicBezTo>
                    <a:pt x="1299600" y="342504"/>
                    <a:pt x="1254937" y="327614"/>
                    <a:pt x="1175144" y="315012"/>
                  </a:cubicBezTo>
                  <a:cubicBezTo>
                    <a:pt x="1199670" y="249355"/>
                    <a:pt x="1168175" y="167659"/>
                    <a:pt x="1105853" y="135495"/>
                  </a:cubicBezTo>
                  <a:cubicBezTo>
                    <a:pt x="1043530" y="103331"/>
                    <a:pt x="958688" y="124994"/>
                    <a:pt x="919366" y="183115"/>
                  </a:cubicBezTo>
                  <a:cubicBezTo>
                    <a:pt x="920129" y="118221"/>
                    <a:pt x="884151" y="71073"/>
                    <a:pt x="838913" y="57991"/>
                  </a:cubicBezTo>
                  <a:cubicBezTo>
                    <a:pt x="793771" y="45012"/>
                    <a:pt x="743956" y="60855"/>
                    <a:pt x="706631" y="89392"/>
                  </a:cubicBezTo>
                  <a:cubicBezTo>
                    <a:pt x="669221" y="117930"/>
                    <a:pt x="642303" y="157818"/>
                    <a:pt x="618163" y="198195"/>
                  </a:cubicBezTo>
                  <a:cubicBezTo>
                    <a:pt x="605664" y="219094"/>
                    <a:pt x="593826" y="240285"/>
                    <a:pt x="582561" y="261665"/>
                  </a:cubicBezTo>
                  <a:cubicBezTo>
                    <a:pt x="580084" y="239814"/>
                    <a:pt x="577024" y="217954"/>
                    <a:pt x="573397" y="196197"/>
                  </a:cubicBezTo>
                  <a:cubicBezTo>
                    <a:pt x="566051" y="151911"/>
                    <a:pt x="555738" y="106966"/>
                    <a:pt x="531598" y="69170"/>
                  </a:cubicBezTo>
                  <a:cubicBezTo>
                    <a:pt x="507355" y="31374"/>
                    <a:pt x="466798" y="1404"/>
                    <a:pt x="421938" y="744"/>
                  </a:cubicBezTo>
                  <a:cubicBezTo>
                    <a:pt x="377087" y="-19"/>
                    <a:pt x="331464" y="35583"/>
                    <a:pt x="330607" y="80434"/>
                  </a:cubicBezTo>
                  <a:cubicBezTo>
                    <a:pt x="305695" y="19732"/>
                    <a:pt x="230300" y="-14721"/>
                    <a:pt x="168072" y="6085"/>
                  </a:cubicBezTo>
                  <a:cubicBezTo>
                    <a:pt x="105845" y="26890"/>
                    <a:pt x="66428" y="99902"/>
                    <a:pt x="83033" y="163364"/>
                  </a:cubicBezTo>
                  <a:cubicBezTo>
                    <a:pt x="59082" y="145233"/>
                    <a:pt x="29584" y="138358"/>
                    <a:pt x="0" y="140742"/>
                  </a:cubicBezTo>
                  <a:lnTo>
                    <a:pt x="0" y="493671"/>
                  </a:lnTo>
                  <a:lnTo>
                    <a:pt x="0" y="720620"/>
                  </a:lnTo>
                  <a:lnTo>
                    <a:pt x="0" y="1136266"/>
                  </a:lnTo>
                  <a:lnTo>
                    <a:pt x="179611" y="1136266"/>
                  </a:lnTo>
                  <a:lnTo>
                    <a:pt x="338425" y="1136266"/>
                  </a:lnTo>
                  <a:lnTo>
                    <a:pt x="369826" y="1136266"/>
                  </a:lnTo>
                  <a:lnTo>
                    <a:pt x="487784" y="1136266"/>
                  </a:lnTo>
                  <a:lnTo>
                    <a:pt x="491316" y="1136266"/>
                  </a:lnTo>
                  <a:lnTo>
                    <a:pt x="679619" y="1136266"/>
                  </a:lnTo>
                  <a:lnTo>
                    <a:pt x="1484071" y="1136266"/>
                  </a:lnTo>
                  <a:cubicBezTo>
                    <a:pt x="1487320" y="1090077"/>
                    <a:pt x="1453725" y="1041111"/>
                    <a:pt x="1395603" y="1047318"/>
                  </a:cubicBezTo>
                  <a:cubicBezTo>
                    <a:pt x="1431590" y="1020400"/>
                    <a:pt x="1465375" y="988811"/>
                    <a:pt x="1485897" y="948828"/>
                  </a:cubicBezTo>
                  <a:close/>
                </a:path>
              </a:pathLst>
            </a:custGeom>
            <a:solidFill>
              <a:srgbClr val="FFD485"/>
            </a:solidFill>
            <a:ln cap="flat">
              <a:noFill/>
              <a:prstDash val="solid"/>
              <a:miter lim="800000"/>
            </a:ln>
          </p:spPr>
          <p:txBody>
            <a:bodyPr vert="horz" anchor="ctr" tIns="45720" lIns="91440" bIns="45720" rIns="91440"/>
            <a:p>
              <a:pPr algn="l" marL="0"/>
            </a:p>
          </p:txBody>
        </p:sp>
        <p:sp>
          <p:nvSpPr>
            <p:cNvPr name="Freeform 45" id="45"/>
            <p:cNvSpPr/>
            <p:nvPr/>
          </p:nvSpPr>
          <p:spPr>
            <a:xfrm>
              <a:off x="1165984" y="-3718211"/>
              <a:ext cx="1525834" cy="1156277"/>
            </a:xfrm>
            <a:custGeom>
              <a:avLst/>
              <a:gdLst/>
              <a:ahLst/>
              <a:cxnLst/>
              <a:rect r="r" b="b" t="t" l="l"/>
              <a:pathLst>
                <a:path w="1518472" h="1150698" stroke="true" fill="norm" extrusionOk="true">
                  <a:moveTo>
                    <a:pt x="1491221" y="1150699"/>
                  </a:moveTo>
                  <a:lnTo>
                    <a:pt x="7158" y="1150699"/>
                  </a:lnTo>
                  <a:cubicBezTo>
                    <a:pt x="3206" y="1150699"/>
                    <a:pt x="0" y="1147492"/>
                    <a:pt x="0" y="1143540"/>
                  </a:cubicBezTo>
                  <a:lnTo>
                    <a:pt x="0" y="148025"/>
                  </a:lnTo>
                  <a:cubicBezTo>
                    <a:pt x="0" y="144296"/>
                    <a:pt x="2863" y="141193"/>
                    <a:pt x="6584" y="140884"/>
                  </a:cubicBezTo>
                  <a:cubicBezTo>
                    <a:pt x="33518" y="138706"/>
                    <a:pt x="58627" y="143782"/>
                    <a:pt x="80127" y="155603"/>
                  </a:cubicBezTo>
                  <a:cubicBezTo>
                    <a:pt x="73003" y="93332"/>
                    <a:pt x="113191" y="26544"/>
                    <a:pt x="172959" y="6579"/>
                  </a:cubicBezTo>
                  <a:cubicBezTo>
                    <a:pt x="232349" y="-13284"/>
                    <a:pt x="301469" y="13394"/>
                    <a:pt x="334362" y="65575"/>
                  </a:cubicBezTo>
                  <a:cubicBezTo>
                    <a:pt x="346432" y="28575"/>
                    <a:pt x="385745" y="21"/>
                    <a:pt x="429217" y="852"/>
                  </a:cubicBezTo>
                  <a:cubicBezTo>
                    <a:pt x="472533" y="1503"/>
                    <a:pt x="516819" y="28987"/>
                    <a:pt x="544782" y="72578"/>
                  </a:cubicBezTo>
                  <a:cubicBezTo>
                    <a:pt x="570080" y="112192"/>
                    <a:pt x="580324" y="158329"/>
                    <a:pt x="587619" y="202297"/>
                  </a:cubicBezTo>
                  <a:cubicBezTo>
                    <a:pt x="590011" y="216648"/>
                    <a:pt x="592180" y="231178"/>
                    <a:pt x="594083" y="245683"/>
                  </a:cubicBezTo>
                  <a:cubicBezTo>
                    <a:pt x="602321" y="230629"/>
                    <a:pt x="610722" y="215936"/>
                    <a:pt x="619175" y="201800"/>
                  </a:cubicBezTo>
                  <a:cubicBezTo>
                    <a:pt x="643143" y="161723"/>
                    <a:pt x="670670" y="120558"/>
                    <a:pt x="709443" y="90975"/>
                  </a:cubicBezTo>
                  <a:cubicBezTo>
                    <a:pt x="752546" y="58031"/>
                    <a:pt x="804366" y="45841"/>
                    <a:pt x="848043" y="58391"/>
                  </a:cubicBezTo>
                  <a:cubicBezTo>
                    <a:pt x="894626" y="71858"/>
                    <a:pt x="927107" y="115886"/>
                    <a:pt x="932800" y="170939"/>
                  </a:cubicBezTo>
                  <a:cubicBezTo>
                    <a:pt x="977556" y="122067"/>
                    <a:pt x="1057101" y="105848"/>
                    <a:pt x="1116285" y="136409"/>
                  </a:cubicBezTo>
                  <a:cubicBezTo>
                    <a:pt x="1178736" y="168633"/>
                    <a:pt x="1211929" y="249480"/>
                    <a:pt x="1191766" y="316569"/>
                  </a:cubicBezTo>
                  <a:cubicBezTo>
                    <a:pt x="1261452" y="328056"/>
                    <a:pt x="1310281" y="342715"/>
                    <a:pt x="1337550" y="377116"/>
                  </a:cubicBezTo>
                  <a:cubicBezTo>
                    <a:pt x="1364296" y="410986"/>
                    <a:pt x="1368865" y="461281"/>
                    <a:pt x="1348669" y="499429"/>
                  </a:cubicBezTo>
                  <a:cubicBezTo>
                    <a:pt x="1326543" y="541074"/>
                    <a:pt x="1283175" y="562497"/>
                    <a:pt x="1241238" y="583225"/>
                  </a:cubicBezTo>
                  <a:cubicBezTo>
                    <a:pt x="1233154" y="587220"/>
                    <a:pt x="1225122" y="591197"/>
                    <a:pt x="1217304" y="595287"/>
                  </a:cubicBezTo>
                  <a:cubicBezTo>
                    <a:pt x="1213515" y="597250"/>
                    <a:pt x="1209717" y="599307"/>
                    <a:pt x="1205902" y="601425"/>
                  </a:cubicBezTo>
                  <a:cubicBezTo>
                    <a:pt x="1238838" y="595107"/>
                    <a:pt x="1276008" y="590983"/>
                    <a:pt x="1312938" y="598433"/>
                  </a:cubicBezTo>
                  <a:cubicBezTo>
                    <a:pt x="1358570" y="607759"/>
                    <a:pt x="1395337" y="634797"/>
                    <a:pt x="1411308" y="670776"/>
                  </a:cubicBezTo>
                  <a:cubicBezTo>
                    <a:pt x="1425521" y="702889"/>
                    <a:pt x="1419838" y="741002"/>
                    <a:pt x="1399889" y="766042"/>
                  </a:cubicBezTo>
                  <a:cubicBezTo>
                    <a:pt x="1447484" y="762133"/>
                    <a:pt x="1487157" y="789171"/>
                    <a:pt x="1504568" y="823109"/>
                  </a:cubicBezTo>
                  <a:cubicBezTo>
                    <a:pt x="1524782" y="862423"/>
                    <a:pt x="1522862" y="913343"/>
                    <a:pt x="1499425" y="959343"/>
                  </a:cubicBezTo>
                  <a:cubicBezTo>
                    <a:pt x="1499416" y="959343"/>
                    <a:pt x="1499416" y="959352"/>
                    <a:pt x="1499416" y="959360"/>
                  </a:cubicBezTo>
                  <a:cubicBezTo>
                    <a:pt x="1483617" y="990136"/>
                    <a:pt x="1459271" y="1018468"/>
                    <a:pt x="1423524" y="1047494"/>
                  </a:cubicBezTo>
                  <a:cubicBezTo>
                    <a:pt x="1445581" y="1050083"/>
                    <a:pt x="1460994" y="1060430"/>
                    <a:pt x="1470732" y="1069826"/>
                  </a:cubicBezTo>
                  <a:cubicBezTo>
                    <a:pt x="1489995" y="1088411"/>
                    <a:pt x="1500325" y="1116151"/>
                    <a:pt x="1498370" y="1144029"/>
                  </a:cubicBezTo>
                  <a:cubicBezTo>
                    <a:pt x="1498104" y="1147793"/>
                    <a:pt x="1494984" y="1150699"/>
                    <a:pt x="1491221" y="1150699"/>
                  </a:cubicBezTo>
                  <a:close/>
                  <a:moveTo>
                    <a:pt x="14316" y="1136383"/>
                  </a:moveTo>
                  <a:lnTo>
                    <a:pt x="1484277" y="1136383"/>
                  </a:lnTo>
                  <a:cubicBezTo>
                    <a:pt x="1484046" y="1114994"/>
                    <a:pt x="1475507" y="1094352"/>
                    <a:pt x="1460780" y="1080138"/>
                  </a:cubicBezTo>
                  <a:cubicBezTo>
                    <a:pt x="1450330" y="1070066"/>
                    <a:pt x="1431882" y="1058630"/>
                    <a:pt x="1403507" y="1061716"/>
                  </a:cubicBezTo>
                  <a:cubicBezTo>
                    <a:pt x="1400232" y="1062068"/>
                    <a:pt x="1397266" y="1060207"/>
                    <a:pt x="1396083" y="1057215"/>
                  </a:cubicBezTo>
                  <a:cubicBezTo>
                    <a:pt x="1394909" y="1054215"/>
                    <a:pt x="1395877" y="1050795"/>
                    <a:pt x="1398458" y="1048866"/>
                  </a:cubicBezTo>
                  <a:cubicBezTo>
                    <a:pt x="1441552" y="1016650"/>
                    <a:pt x="1469575" y="986132"/>
                    <a:pt x="1486652" y="952862"/>
                  </a:cubicBezTo>
                  <a:lnTo>
                    <a:pt x="1486652" y="952862"/>
                  </a:lnTo>
                  <a:cubicBezTo>
                    <a:pt x="1507689" y="911586"/>
                    <a:pt x="1509669" y="864386"/>
                    <a:pt x="1491821" y="829676"/>
                  </a:cubicBezTo>
                  <a:cubicBezTo>
                    <a:pt x="1473870" y="794700"/>
                    <a:pt x="1428496" y="768237"/>
                    <a:pt x="1376452" y="785399"/>
                  </a:cubicBezTo>
                  <a:cubicBezTo>
                    <a:pt x="1372912" y="786539"/>
                    <a:pt x="1369097" y="784824"/>
                    <a:pt x="1367640" y="781430"/>
                  </a:cubicBezTo>
                  <a:cubicBezTo>
                    <a:pt x="1366174" y="778018"/>
                    <a:pt x="1367554" y="774058"/>
                    <a:pt x="1370820" y="772291"/>
                  </a:cubicBezTo>
                  <a:cubicBezTo>
                    <a:pt x="1401338" y="755832"/>
                    <a:pt x="1413880" y="712009"/>
                    <a:pt x="1398209" y="676605"/>
                  </a:cubicBezTo>
                  <a:cubicBezTo>
                    <a:pt x="1384116" y="644853"/>
                    <a:pt x="1351172" y="620884"/>
                    <a:pt x="1310084" y="612483"/>
                  </a:cubicBezTo>
                  <a:cubicBezTo>
                    <a:pt x="1270059" y="604425"/>
                    <a:pt x="1228945" y="610983"/>
                    <a:pt x="1194004" y="618484"/>
                  </a:cubicBezTo>
                  <a:cubicBezTo>
                    <a:pt x="1185114" y="620378"/>
                    <a:pt x="1176250" y="622444"/>
                    <a:pt x="1167472" y="624716"/>
                  </a:cubicBezTo>
                  <a:cubicBezTo>
                    <a:pt x="1164086" y="625556"/>
                    <a:pt x="1160571" y="623884"/>
                    <a:pt x="1159148" y="620704"/>
                  </a:cubicBezTo>
                  <a:cubicBezTo>
                    <a:pt x="1157725" y="617515"/>
                    <a:pt x="1158805" y="613769"/>
                    <a:pt x="1161702" y="611831"/>
                  </a:cubicBezTo>
                  <a:cubicBezTo>
                    <a:pt x="1178727" y="600438"/>
                    <a:pt x="1194749" y="590880"/>
                    <a:pt x="1210669" y="582599"/>
                  </a:cubicBezTo>
                  <a:cubicBezTo>
                    <a:pt x="1218572" y="578459"/>
                    <a:pt x="1226708" y="574447"/>
                    <a:pt x="1234886" y="570400"/>
                  </a:cubicBezTo>
                  <a:cubicBezTo>
                    <a:pt x="1274791" y="550675"/>
                    <a:pt x="1316059" y="530290"/>
                    <a:pt x="1336016" y="492734"/>
                  </a:cubicBezTo>
                  <a:cubicBezTo>
                    <a:pt x="1353632" y="459447"/>
                    <a:pt x="1349654" y="415547"/>
                    <a:pt x="1326320" y="385998"/>
                  </a:cubicBezTo>
                  <a:cubicBezTo>
                    <a:pt x="1304040" y="357897"/>
                    <a:pt x="1264701" y="342543"/>
                    <a:pt x="1181171" y="329367"/>
                  </a:cubicBezTo>
                  <a:cubicBezTo>
                    <a:pt x="1179045" y="329033"/>
                    <a:pt x="1177184" y="327756"/>
                    <a:pt x="1176104" y="325895"/>
                  </a:cubicBezTo>
                  <a:cubicBezTo>
                    <a:pt x="1175024" y="324044"/>
                    <a:pt x="1174835" y="321798"/>
                    <a:pt x="1175581" y="319784"/>
                  </a:cubicBezTo>
                  <a:cubicBezTo>
                    <a:pt x="1198787" y="257684"/>
                    <a:pt x="1168620" y="179520"/>
                    <a:pt x="1109719" y="149122"/>
                  </a:cubicBezTo>
                  <a:cubicBezTo>
                    <a:pt x="1050791" y="118741"/>
                    <a:pt x="969618" y="139452"/>
                    <a:pt x="932439" y="194402"/>
                  </a:cubicBezTo>
                  <a:cubicBezTo>
                    <a:pt x="930674" y="197034"/>
                    <a:pt x="927399" y="198183"/>
                    <a:pt x="924373" y="197223"/>
                  </a:cubicBezTo>
                  <a:cubicBezTo>
                    <a:pt x="921355" y="196279"/>
                    <a:pt x="919315" y="193467"/>
                    <a:pt x="919358" y="190304"/>
                  </a:cubicBezTo>
                  <a:cubicBezTo>
                    <a:pt x="920035" y="132834"/>
                    <a:pt x="889783" y="85351"/>
                    <a:pt x="844066" y="72141"/>
                  </a:cubicBezTo>
                  <a:cubicBezTo>
                    <a:pt x="804743" y="60825"/>
                    <a:pt x="757655" y="72132"/>
                    <a:pt x="718127" y="102351"/>
                  </a:cubicBezTo>
                  <a:cubicBezTo>
                    <a:pt x="681274" y="130468"/>
                    <a:pt x="654690" y="170296"/>
                    <a:pt x="631450" y="209138"/>
                  </a:cubicBezTo>
                  <a:cubicBezTo>
                    <a:pt x="619440" y="229223"/>
                    <a:pt x="607533" y="250466"/>
                    <a:pt x="596046" y="272275"/>
                  </a:cubicBezTo>
                  <a:cubicBezTo>
                    <a:pt x="594580" y="275052"/>
                    <a:pt x="591468" y="276569"/>
                    <a:pt x="588391" y="275978"/>
                  </a:cubicBezTo>
                  <a:cubicBezTo>
                    <a:pt x="585305" y="275386"/>
                    <a:pt x="582956" y="272866"/>
                    <a:pt x="582604" y="269754"/>
                  </a:cubicBezTo>
                  <a:cubicBezTo>
                    <a:pt x="580144" y="248083"/>
                    <a:pt x="577084" y="226171"/>
                    <a:pt x="573492" y="204646"/>
                  </a:cubicBezTo>
                  <a:cubicBezTo>
                    <a:pt x="566437" y="162178"/>
                    <a:pt x="556630" y="117730"/>
                    <a:pt x="532721" y="80294"/>
                  </a:cubicBezTo>
                  <a:cubicBezTo>
                    <a:pt x="507321" y="40706"/>
                    <a:pt x="467570" y="15742"/>
                    <a:pt x="428985" y="15168"/>
                  </a:cubicBezTo>
                  <a:cubicBezTo>
                    <a:pt x="389963" y="14637"/>
                    <a:pt x="345729" y="45446"/>
                    <a:pt x="344915" y="87846"/>
                  </a:cubicBezTo>
                  <a:cubicBezTo>
                    <a:pt x="344846" y="91240"/>
                    <a:pt x="342411" y="94121"/>
                    <a:pt x="339077" y="94747"/>
                  </a:cubicBezTo>
                  <a:cubicBezTo>
                    <a:pt x="335733" y="95372"/>
                    <a:pt x="332424" y="93572"/>
                    <a:pt x="331139" y="90435"/>
                  </a:cubicBezTo>
                  <a:cubicBezTo>
                    <a:pt x="307753" y="33453"/>
                    <a:pt x="235984" y="612"/>
                    <a:pt x="177494" y="20149"/>
                  </a:cubicBezTo>
                  <a:cubicBezTo>
                    <a:pt x="119063" y="39686"/>
                    <a:pt x="81499" y="109166"/>
                    <a:pt x="97118" y="168830"/>
                  </a:cubicBezTo>
                  <a:cubicBezTo>
                    <a:pt x="97889" y="171779"/>
                    <a:pt x="96706" y="174891"/>
                    <a:pt x="94169" y="176588"/>
                  </a:cubicBezTo>
                  <a:cubicBezTo>
                    <a:pt x="91640" y="178294"/>
                    <a:pt x="88314" y="178209"/>
                    <a:pt x="85871" y="176349"/>
                  </a:cubicBezTo>
                  <a:cubicBezTo>
                    <a:pt x="66000" y="161312"/>
                    <a:pt x="41362" y="153905"/>
                    <a:pt x="14316" y="154797"/>
                  </a:cubicBezTo>
                  <a:lnTo>
                    <a:pt x="14316" y="1136383"/>
                  </a:lnTo>
                  <a:close/>
                  <a:moveTo>
                    <a:pt x="1493038" y="956103"/>
                  </a:moveTo>
                  <a:lnTo>
                    <a:pt x="1493132" y="956103"/>
                  </a:lnTo>
                  <a:lnTo>
                    <a:pt x="1493038" y="956103"/>
                  </a:lnTo>
                  <a:close/>
                </a:path>
              </a:pathLst>
            </a:custGeom>
            <a:solidFill>
              <a:srgbClr val="F2FF96"/>
            </a:solidFill>
            <a:ln cap="flat">
              <a:noFill/>
              <a:prstDash val="solid"/>
              <a:miter lim="800000"/>
            </a:ln>
          </p:spPr>
          <p:txBody>
            <a:bodyPr vert="horz" anchor="ctr" tIns="45720" lIns="91440" bIns="45720" rIns="91440"/>
            <a:p>
              <a:pPr algn="l" marL="0"/>
            </a:p>
          </p:txBody>
        </p:sp>
        <p:grpSp>
          <p:nvGrpSpPr>
            <p:cNvPr name="Group 46" id="46"/>
            <p:cNvGrpSpPr/>
            <p:nvPr/>
          </p:nvGrpSpPr>
          <p:grpSpPr>
            <a:xfrm>
              <a:off x="1165984" y="-3401406"/>
              <a:ext cx="1252004" cy="839498"/>
              <a:chOff x="0" y="6022578"/>
              <a:chExt cx="1245963" cy="835447"/>
            </a:xfrm>
            <a:solidFill>
              <a:srgbClr val="F28B44"/>
            </a:solidFill>
          </p:grpSpPr>
          <p:sp>
            <p:nvSpPr>
              <p:cNvPr name="Freeform 47" id="47"/>
              <p:cNvSpPr/>
              <p:nvPr/>
            </p:nvSpPr>
            <p:spPr>
              <a:xfrm>
                <a:off x="0" y="6655483"/>
                <a:ext cx="33115" cy="202516"/>
              </a:xfrm>
              <a:custGeom>
                <a:avLst/>
                <a:gdLst/>
                <a:ahLst/>
                <a:cxnLst/>
                <a:rect r="r" b="b" t="t" l="l"/>
                <a:pathLst>
                  <a:path w="33115" h="202516" stroke="true" fill="norm" extrusionOk="true">
                    <a:moveTo>
                      <a:pt x="33116" y="202517"/>
                    </a:moveTo>
                    <a:lnTo>
                      <a:pt x="0" y="202517"/>
                    </a:lnTo>
                    <a:lnTo>
                      <a:pt x="0" y="0"/>
                    </a:lnTo>
                    <a:cubicBezTo>
                      <a:pt x="10690" y="43617"/>
                      <a:pt x="18894" y="87611"/>
                      <a:pt x="24817" y="130173"/>
                    </a:cubicBezTo>
                    <a:cubicBezTo>
                      <a:pt x="28246" y="154605"/>
                      <a:pt x="31015" y="178943"/>
                      <a:pt x="33116" y="202517"/>
                    </a:cubicBezTo>
                    <a:close/>
                  </a:path>
                </a:pathLst>
              </a:custGeom>
              <a:solidFill>
                <a:srgbClr val="F28B44"/>
              </a:solidFill>
              <a:ln cap="flat">
                <a:noFill/>
                <a:prstDash val="solid"/>
                <a:miter lim="800000"/>
              </a:ln>
            </p:spPr>
            <p:txBody>
              <a:bodyPr vert="horz" anchor="ctr" tIns="45720" lIns="91440" bIns="45720" rIns="91440"/>
              <a:p>
                <a:pPr algn="l" marL="0"/>
              </a:p>
            </p:txBody>
          </p:sp>
          <p:sp>
            <p:nvSpPr>
              <p:cNvPr name="Freeform 48" id="48"/>
              <p:cNvSpPr/>
              <p:nvPr/>
            </p:nvSpPr>
            <p:spPr>
              <a:xfrm>
                <a:off x="41198" y="6029167"/>
                <a:ext cx="359404" cy="828840"/>
              </a:xfrm>
              <a:custGeom>
                <a:avLst/>
                <a:gdLst/>
                <a:ahLst/>
                <a:cxnLst/>
                <a:rect r="r" b="b" t="t" l="l"/>
                <a:pathLst>
                  <a:path w="359404" h="828840" stroke="true" fill="norm" extrusionOk="true">
                    <a:moveTo>
                      <a:pt x="358691" y="16271"/>
                    </a:moveTo>
                    <a:cubicBezTo>
                      <a:pt x="352107" y="57882"/>
                      <a:pt x="345232" y="100830"/>
                      <a:pt x="341898" y="144446"/>
                    </a:cubicBezTo>
                    <a:cubicBezTo>
                      <a:pt x="340466" y="166015"/>
                      <a:pt x="339514" y="189109"/>
                      <a:pt x="337697" y="211827"/>
                    </a:cubicBezTo>
                    <a:cubicBezTo>
                      <a:pt x="335983" y="234638"/>
                      <a:pt x="333977" y="257543"/>
                      <a:pt x="331593" y="280638"/>
                    </a:cubicBezTo>
                    <a:cubicBezTo>
                      <a:pt x="329013" y="304024"/>
                      <a:pt x="326819" y="326544"/>
                      <a:pt x="323287" y="350787"/>
                    </a:cubicBezTo>
                    <a:cubicBezTo>
                      <a:pt x="319661" y="374738"/>
                      <a:pt x="314697" y="398604"/>
                      <a:pt x="308782" y="422084"/>
                    </a:cubicBezTo>
                    <a:cubicBezTo>
                      <a:pt x="296943" y="469233"/>
                      <a:pt x="281487" y="514941"/>
                      <a:pt x="265457" y="559802"/>
                    </a:cubicBezTo>
                    <a:cubicBezTo>
                      <a:pt x="249426" y="604653"/>
                      <a:pt x="232435" y="648750"/>
                      <a:pt x="216019" y="692169"/>
                    </a:cubicBezTo>
                    <a:cubicBezTo>
                      <a:pt x="207909" y="713832"/>
                      <a:pt x="199894" y="735401"/>
                      <a:pt x="191870" y="756780"/>
                    </a:cubicBezTo>
                    <a:cubicBezTo>
                      <a:pt x="183949" y="778443"/>
                      <a:pt x="175840" y="800397"/>
                      <a:pt x="167156" y="822060"/>
                    </a:cubicBezTo>
                    <a:cubicBezTo>
                      <a:pt x="166204" y="824349"/>
                      <a:pt x="165338" y="826543"/>
                      <a:pt x="164387" y="828841"/>
                    </a:cubicBezTo>
                    <a:lnTo>
                      <a:pt x="17206" y="828841"/>
                    </a:lnTo>
                    <a:cubicBezTo>
                      <a:pt x="17591" y="822352"/>
                      <a:pt x="17686" y="816050"/>
                      <a:pt x="17591" y="809750"/>
                    </a:cubicBezTo>
                    <a:lnTo>
                      <a:pt x="17403" y="798109"/>
                    </a:lnTo>
                    <a:cubicBezTo>
                      <a:pt x="17403" y="793908"/>
                      <a:pt x="17497" y="789802"/>
                      <a:pt x="17591" y="785798"/>
                    </a:cubicBezTo>
                    <a:cubicBezTo>
                      <a:pt x="17874" y="777689"/>
                      <a:pt x="18354" y="769768"/>
                      <a:pt x="19023" y="762130"/>
                    </a:cubicBezTo>
                    <a:cubicBezTo>
                      <a:pt x="20360" y="746759"/>
                      <a:pt x="22075" y="732349"/>
                      <a:pt x="23035" y="718513"/>
                    </a:cubicBezTo>
                    <a:cubicBezTo>
                      <a:pt x="24089" y="705345"/>
                      <a:pt x="24278" y="689881"/>
                      <a:pt x="24852" y="675376"/>
                    </a:cubicBezTo>
                    <a:lnTo>
                      <a:pt x="25907" y="631184"/>
                    </a:lnTo>
                    <a:cubicBezTo>
                      <a:pt x="26953" y="572489"/>
                      <a:pt x="26095" y="513793"/>
                      <a:pt x="19417" y="455766"/>
                    </a:cubicBezTo>
                    <a:lnTo>
                      <a:pt x="13785" y="411960"/>
                    </a:lnTo>
                    <a:cubicBezTo>
                      <a:pt x="11873" y="397164"/>
                      <a:pt x="10253" y="382471"/>
                      <a:pt x="8633" y="367872"/>
                    </a:cubicBezTo>
                    <a:cubicBezTo>
                      <a:pt x="5864" y="338477"/>
                      <a:pt x="3001" y="309270"/>
                      <a:pt x="138" y="280261"/>
                    </a:cubicBezTo>
                    <a:cubicBezTo>
                      <a:pt x="-1200" y="266330"/>
                      <a:pt x="7579" y="265370"/>
                      <a:pt x="10159" y="278829"/>
                    </a:cubicBezTo>
                    <a:cubicBezTo>
                      <a:pt x="15603" y="306313"/>
                      <a:pt x="21612" y="334568"/>
                      <a:pt x="28487" y="363294"/>
                    </a:cubicBezTo>
                    <a:cubicBezTo>
                      <a:pt x="32019" y="377610"/>
                      <a:pt x="35739" y="391926"/>
                      <a:pt x="39657" y="406431"/>
                    </a:cubicBezTo>
                    <a:cubicBezTo>
                      <a:pt x="43763" y="421030"/>
                      <a:pt x="47964" y="435732"/>
                      <a:pt x="52164" y="450622"/>
                    </a:cubicBezTo>
                    <a:cubicBezTo>
                      <a:pt x="68486" y="511324"/>
                      <a:pt x="78979" y="575266"/>
                      <a:pt x="85760" y="638823"/>
                    </a:cubicBezTo>
                    <a:cubicBezTo>
                      <a:pt x="87380" y="654665"/>
                      <a:pt x="88812" y="670507"/>
                      <a:pt x="90055" y="686349"/>
                    </a:cubicBezTo>
                    <a:lnTo>
                      <a:pt x="90912" y="698179"/>
                    </a:lnTo>
                    <a:lnTo>
                      <a:pt x="91675" y="710583"/>
                    </a:lnTo>
                    <a:cubicBezTo>
                      <a:pt x="92061" y="719267"/>
                      <a:pt x="92155" y="727668"/>
                      <a:pt x="92061" y="735778"/>
                    </a:cubicBezTo>
                    <a:cubicBezTo>
                      <a:pt x="91966" y="752006"/>
                      <a:pt x="91486" y="766981"/>
                      <a:pt x="91675" y="780826"/>
                    </a:cubicBezTo>
                    <a:cubicBezTo>
                      <a:pt x="91675" y="787796"/>
                      <a:pt x="91958" y="794380"/>
                      <a:pt x="92438" y="800774"/>
                    </a:cubicBezTo>
                    <a:cubicBezTo>
                      <a:pt x="92532" y="801537"/>
                      <a:pt x="92532" y="802301"/>
                      <a:pt x="92532" y="803063"/>
                    </a:cubicBezTo>
                    <a:cubicBezTo>
                      <a:pt x="97590" y="791422"/>
                      <a:pt x="102648" y="779583"/>
                      <a:pt x="107517" y="767753"/>
                    </a:cubicBezTo>
                    <a:cubicBezTo>
                      <a:pt x="115918" y="747616"/>
                      <a:pt x="124310" y="726811"/>
                      <a:pt x="133192" y="706005"/>
                    </a:cubicBezTo>
                    <a:cubicBezTo>
                      <a:pt x="142064" y="685389"/>
                      <a:pt x="151228" y="664875"/>
                      <a:pt x="160486" y="644541"/>
                    </a:cubicBezTo>
                    <a:cubicBezTo>
                      <a:pt x="179003" y="604173"/>
                      <a:pt x="197614" y="563702"/>
                      <a:pt x="216225" y="523240"/>
                    </a:cubicBezTo>
                    <a:cubicBezTo>
                      <a:pt x="234450" y="482872"/>
                      <a:pt x="252015" y="442589"/>
                      <a:pt x="266331" y="401459"/>
                    </a:cubicBezTo>
                    <a:cubicBezTo>
                      <a:pt x="273489" y="380842"/>
                      <a:pt x="279790" y="360037"/>
                      <a:pt x="284942" y="338948"/>
                    </a:cubicBezTo>
                    <a:cubicBezTo>
                      <a:pt x="290000" y="317954"/>
                      <a:pt x="294680" y="295906"/>
                      <a:pt x="299069" y="274432"/>
                    </a:cubicBezTo>
                    <a:cubicBezTo>
                      <a:pt x="308045" y="231003"/>
                      <a:pt x="315203" y="187866"/>
                      <a:pt x="321589" y="143873"/>
                    </a:cubicBezTo>
                    <a:cubicBezTo>
                      <a:pt x="328747" y="99972"/>
                      <a:pt x="339052" y="57119"/>
                      <a:pt x="348790" y="14359"/>
                    </a:cubicBezTo>
                    <a:cubicBezTo>
                      <a:pt x="353342" y="-6061"/>
                      <a:pt x="361932" y="-4055"/>
                      <a:pt x="358691" y="16271"/>
                    </a:cubicBezTo>
                    <a:close/>
                  </a:path>
                </a:pathLst>
              </a:custGeom>
              <a:solidFill>
                <a:srgbClr val="F28B44"/>
              </a:solidFill>
              <a:ln cap="flat">
                <a:noFill/>
                <a:prstDash val="solid"/>
                <a:miter lim="800000"/>
              </a:ln>
            </p:spPr>
            <p:txBody>
              <a:bodyPr vert="horz" anchor="ctr" tIns="45720" lIns="91440" bIns="45720" rIns="91440"/>
              <a:p>
                <a:pPr algn="l" marL="0"/>
              </a:p>
            </p:txBody>
          </p:sp>
          <p:sp>
            <p:nvSpPr>
              <p:cNvPr name="Freeform 49" id="49"/>
              <p:cNvSpPr/>
              <p:nvPr/>
            </p:nvSpPr>
            <p:spPr>
              <a:xfrm>
                <a:off x="230771" y="6022578"/>
                <a:ext cx="1015191" cy="835447"/>
              </a:xfrm>
              <a:custGeom>
                <a:avLst/>
                <a:gdLst/>
                <a:ahLst/>
                <a:cxnLst/>
                <a:rect r="r" b="b" t="t" l="l"/>
                <a:pathLst>
                  <a:path w="1015191" h="835447" stroke="true" fill="norm" extrusionOk="true">
                    <a:moveTo>
                      <a:pt x="1015173" y="490893"/>
                    </a:moveTo>
                    <a:cubicBezTo>
                      <a:pt x="1015558" y="493276"/>
                      <a:pt x="1010115" y="496525"/>
                      <a:pt x="998851" y="499577"/>
                    </a:cubicBezTo>
                    <a:cubicBezTo>
                      <a:pt x="952371" y="514751"/>
                      <a:pt x="904459" y="530310"/>
                      <a:pt x="855407" y="546246"/>
                    </a:cubicBezTo>
                    <a:cubicBezTo>
                      <a:pt x="843003" y="550258"/>
                      <a:pt x="830975" y="554553"/>
                      <a:pt x="817997" y="558368"/>
                    </a:cubicBezTo>
                    <a:cubicBezTo>
                      <a:pt x="805206" y="562182"/>
                      <a:pt x="792322" y="565619"/>
                      <a:pt x="779343" y="568774"/>
                    </a:cubicBezTo>
                    <a:cubicBezTo>
                      <a:pt x="766364" y="572117"/>
                      <a:pt x="752906" y="574878"/>
                      <a:pt x="740878" y="578032"/>
                    </a:cubicBezTo>
                    <a:cubicBezTo>
                      <a:pt x="728568" y="581273"/>
                      <a:pt x="716258" y="585096"/>
                      <a:pt x="703845" y="589203"/>
                    </a:cubicBezTo>
                    <a:cubicBezTo>
                      <a:pt x="679319" y="597604"/>
                      <a:pt x="653456" y="607145"/>
                      <a:pt x="628544" y="616309"/>
                    </a:cubicBezTo>
                    <a:cubicBezTo>
                      <a:pt x="603538" y="625661"/>
                      <a:pt x="578730" y="635683"/>
                      <a:pt x="554392" y="646467"/>
                    </a:cubicBezTo>
                    <a:cubicBezTo>
                      <a:pt x="529961" y="657345"/>
                      <a:pt x="506678" y="668892"/>
                      <a:pt x="482812" y="681777"/>
                    </a:cubicBezTo>
                    <a:cubicBezTo>
                      <a:pt x="459049" y="694473"/>
                      <a:pt x="435569" y="707734"/>
                      <a:pt x="412286" y="721476"/>
                    </a:cubicBezTo>
                    <a:cubicBezTo>
                      <a:pt x="389003" y="735124"/>
                      <a:pt x="365900" y="749251"/>
                      <a:pt x="342994" y="763567"/>
                    </a:cubicBezTo>
                    <a:cubicBezTo>
                      <a:pt x="320183" y="777789"/>
                      <a:pt x="297946" y="792294"/>
                      <a:pt x="275906" y="807278"/>
                    </a:cubicBezTo>
                    <a:cubicBezTo>
                      <a:pt x="269417" y="811668"/>
                      <a:pt x="263021" y="816151"/>
                      <a:pt x="256626" y="820643"/>
                    </a:cubicBezTo>
                    <a:cubicBezTo>
                      <a:pt x="294037" y="801646"/>
                      <a:pt x="332407" y="782658"/>
                      <a:pt x="372775" y="767099"/>
                    </a:cubicBezTo>
                    <a:cubicBezTo>
                      <a:pt x="393966" y="758698"/>
                      <a:pt x="415818" y="752020"/>
                      <a:pt x="436812" y="745719"/>
                    </a:cubicBezTo>
                    <a:cubicBezTo>
                      <a:pt x="458003" y="739324"/>
                      <a:pt x="479374" y="733315"/>
                      <a:pt x="500943" y="727871"/>
                    </a:cubicBezTo>
                    <a:cubicBezTo>
                      <a:pt x="543985" y="716899"/>
                      <a:pt x="587791" y="708215"/>
                      <a:pt x="632076" y="703440"/>
                    </a:cubicBezTo>
                    <a:cubicBezTo>
                      <a:pt x="654125" y="701056"/>
                      <a:pt x="676267" y="699531"/>
                      <a:pt x="698504" y="699428"/>
                    </a:cubicBezTo>
                    <a:cubicBezTo>
                      <a:pt x="719593" y="699522"/>
                      <a:pt x="740690" y="696659"/>
                      <a:pt x="762164" y="693418"/>
                    </a:cubicBezTo>
                    <a:cubicBezTo>
                      <a:pt x="783449" y="690075"/>
                      <a:pt x="805489" y="686835"/>
                      <a:pt x="827255" y="685686"/>
                    </a:cubicBezTo>
                    <a:cubicBezTo>
                      <a:pt x="849012" y="684443"/>
                      <a:pt x="870580" y="684160"/>
                      <a:pt x="891960" y="682634"/>
                    </a:cubicBezTo>
                    <a:cubicBezTo>
                      <a:pt x="912285" y="680920"/>
                      <a:pt x="913434" y="689604"/>
                      <a:pt x="893006" y="692656"/>
                    </a:cubicBezTo>
                    <a:cubicBezTo>
                      <a:pt x="872389" y="695133"/>
                      <a:pt x="851489" y="697713"/>
                      <a:pt x="830307" y="700294"/>
                    </a:cubicBezTo>
                    <a:cubicBezTo>
                      <a:pt x="809407" y="702968"/>
                      <a:pt x="789176" y="707640"/>
                      <a:pt x="767890" y="712990"/>
                    </a:cubicBezTo>
                    <a:cubicBezTo>
                      <a:pt x="746699" y="718236"/>
                      <a:pt x="724273" y="723585"/>
                      <a:pt x="700699" y="725874"/>
                    </a:cubicBezTo>
                    <a:cubicBezTo>
                      <a:pt x="679131" y="728068"/>
                      <a:pt x="657468" y="731695"/>
                      <a:pt x="635994" y="736281"/>
                    </a:cubicBezTo>
                    <a:cubicBezTo>
                      <a:pt x="592857" y="745539"/>
                      <a:pt x="550003" y="758998"/>
                      <a:pt x="507535" y="774652"/>
                    </a:cubicBezTo>
                    <a:cubicBezTo>
                      <a:pt x="486352" y="782478"/>
                      <a:pt x="465161" y="790879"/>
                      <a:pt x="443970" y="799657"/>
                    </a:cubicBezTo>
                    <a:cubicBezTo>
                      <a:pt x="433186" y="804141"/>
                      <a:pt x="422976" y="808247"/>
                      <a:pt x="413049" y="812927"/>
                    </a:cubicBezTo>
                    <a:cubicBezTo>
                      <a:pt x="403028" y="817505"/>
                      <a:pt x="393101" y="822375"/>
                      <a:pt x="383276" y="827432"/>
                    </a:cubicBezTo>
                    <a:cubicBezTo>
                      <a:pt x="378219" y="830013"/>
                      <a:pt x="373161" y="832679"/>
                      <a:pt x="368103" y="835448"/>
                    </a:cubicBezTo>
                    <a:lnTo>
                      <a:pt x="0" y="835448"/>
                    </a:lnTo>
                    <a:cubicBezTo>
                      <a:pt x="8495" y="818937"/>
                      <a:pt x="16991" y="802426"/>
                      <a:pt x="25580" y="785916"/>
                    </a:cubicBezTo>
                    <a:cubicBezTo>
                      <a:pt x="47432" y="744022"/>
                      <a:pt x="69480" y="702025"/>
                      <a:pt x="91434" y="660028"/>
                    </a:cubicBezTo>
                    <a:cubicBezTo>
                      <a:pt x="112908" y="619463"/>
                      <a:pt x="131708" y="576327"/>
                      <a:pt x="152230" y="532907"/>
                    </a:cubicBezTo>
                    <a:cubicBezTo>
                      <a:pt x="162252" y="511433"/>
                      <a:pt x="173422" y="489196"/>
                      <a:pt x="184300" y="468484"/>
                    </a:cubicBezTo>
                    <a:cubicBezTo>
                      <a:pt x="195179" y="447585"/>
                      <a:pt x="205774" y="426488"/>
                      <a:pt x="216276" y="405305"/>
                    </a:cubicBezTo>
                    <a:cubicBezTo>
                      <a:pt x="237364" y="363026"/>
                      <a:pt x="257698" y="320463"/>
                      <a:pt x="277646" y="277609"/>
                    </a:cubicBezTo>
                    <a:cubicBezTo>
                      <a:pt x="287573" y="256229"/>
                      <a:pt x="297406" y="234756"/>
                      <a:pt x="307230" y="213376"/>
                    </a:cubicBezTo>
                    <a:cubicBezTo>
                      <a:pt x="316968" y="191902"/>
                      <a:pt x="326989" y="170616"/>
                      <a:pt x="335673" y="149142"/>
                    </a:cubicBezTo>
                    <a:cubicBezTo>
                      <a:pt x="344452" y="127573"/>
                      <a:pt x="352090" y="105619"/>
                      <a:pt x="357628" y="83193"/>
                    </a:cubicBezTo>
                    <a:cubicBezTo>
                      <a:pt x="360302" y="71835"/>
                      <a:pt x="363063" y="60768"/>
                      <a:pt x="363637" y="49409"/>
                    </a:cubicBezTo>
                    <a:cubicBezTo>
                      <a:pt x="364400" y="37956"/>
                      <a:pt x="364306" y="26023"/>
                      <a:pt x="366886" y="14099"/>
                    </a:cubicBezTo>
                    <a:cubicBezTo>
                      <a:pt x="369466" y="2552"/>
                      <a:pt x="375287" y="-1074"/>
                      <a:pt x="377001" y="263"/>
                    </a:cubicBezTo>
                    <a:cubicBezTo>
                      <a:pt x="379102" y="1695"/>
                      <a:pt x="378244" y="6470"/>
                      <a:pt x="376813" y="16011"/>
                    </a:cubicBezTo>
                    <a:cubicBezTo>
                      <a:pt x="375287" y="26032"/>
                      <a:pt x="375956" y="37005"/>
                      <a:pt x="376050" y="48646"/>
                    </a:cubicBezTo>
                    <a:cubicBezTo>
                      <a:pt x="376050" y="54373"/>
                      <a:pt x="375861" y="60956"/>
                      <a:pt x="374995" y="66871"/>
                    </a:cubicBezTo>
                    <a:cubicBezTo>
                      <a:pt x="374327" y="72692"/>
                      <a:pt x="373470" y="78616"/>
                      <a:pt x="372518" y="84437"/>
                    </a:cubicBezTo>
                    <a:cubicBezTo>
                      <a:pt x="368609" y="107719"/>
                      <a:pt x="362685" y="131011"/>
                      <a:pt x="355527" y="154011"/>
                    </a:cubicBezTo>
                    <a:cubicBezTo>
                      <a:pt x="348369" y="177105"/>
                      <a:pt x="340062" y="199728"/>
                      <a:pt x="332142" y="222539"/>
                    </a:cubicBezTo>
                    <a:cubicBezTo>
                      <a:pt x="324126" y="245351"/>
                      <a:pt x="315914" y="268351"/>
                      <a:pt x="307710" y="291445"/>
                    </a:cubicBezTo>
                    <a:cubicBezTo>
                      <a:pt x="291199" y="337831"/>
                      <a:pt x="274020" y="384689"/>
                      <a:pt x="255692" y="431640"/>
                    </a:cubicBezTo>
                    <a:cubicBezTo>
                      <a:pt x="246528" y="455120"/>
                      <a:pt x="237175" y="478592"/>
                      <a:pt x="227446" y="502072"/>
                    </a:cubicBezTo>
                    <a:cubicBezTo>
                      <a:pt x="217999" y="524789"/>
                      <a:pt x="209315" y="547592"/>
                      <a:pt x="200528" y="571072"/>
                    </a:cubicBezTo>
                    <a:cubicBezTo>
                      <a:pt x="191844" y="594457"/>
                      <a:pt x="183160" y="618221"/>
                      <a:pt x="173713" y="642078"/>
                    </a:cubicBezTo>
                    <a:cubicBezTo>
                      <a:pt x="169041" y="654011"/>
                      <a:pt x="164069" y="665935"/>
                      <a:pt x="158917" y="677774"/>
                    </a:cubicBezTo>
                    <a:cubicBezTo>
                      <a:pt x="153671" y="689415"/>
                      <a:pt x="148416" y="701056"/>
                      <a:pt x="143169" y="712612"/>
                    </a:cubicBezTo>
                    <a:cubicBezTo>
                      <a:pt x="134863" y="730940"/>
                      <a:pt x="126376" y="748977"/>
                      <a:pt x="117880" y="767014"/>
                    </a:cubicBezTo>
                    <a:cubicBezTo>
                      <a:pt x="127139" y="759376"/>
                      <a:pt x="136397" y="751652"/>
                      <a:pt x="145655" y="744013"/>
                    </a:cubicBezTo>
                    <a:cubicBezTo>
                      <a:pt x="148236" y="740670"/>
                      <a:pt x="150713" y="737429"/>
                      <a:pt x="153199" y="733992"/>
                    </a:cubicBezTo>
                    <a:cubicBezTo>
                      <a:pt x="178968" y="699257"/>
                      <a:pt x="203023" y="661940"/>
                      <a:pt x="228123" y="624616"/>
                    </a:cubicBezTo>
                    <a:cubicBezTo>
                      <a:pt x="278606" y="549032"/>
                      <a:pt x="335588" y="480220"/>
                      <a:pt x="384262" y="406728"/>
                    </a:cubicBezTo>
                    <a:cubicBezTo>
                      <a:pt x="396290" y="388306"/>
                      <a:pt x="407931" y="369601"/>
                      <a:pt x="418904" y="350518"/>
                    </a:cubicBezTo>
                    <a:cubicBezTo>
                      <a:pt x="424056" y="340977"/>
                      <a:pt x="429782" y="331333"/>
                      <a:pt x="434171" y="321886"/>
                    </a:cubicBezTo>
                    <a:cubicBezTo>
                      <a:pt x="438655" y="312157"/>
                      <a:pt x="442572" y="302126"/>
                      <a:pt x="445907" y="291728"/>
                    </a:cubicBezTo>
                    <a:cubicBezTo>
                      <a:pt x="452782" y="271111"/>
                      <a:pt x="458029" y="249637"/>
                      <a:pt x="464227" y="228257"/>
                    </a:cubicBezTo>
                    <a:cubicBezTo>
                      <a:pt x="467090" y="217473"/>
                      <a:pt x="471573" y="206784"/>
                      <a:pt x="475774" y="196762"/>
                    </a:cubicBezTo>
                    <a:cubicBezTo>
                      <a:pt x="477780" y="191798"/>
                      <a:pt x="479880" y="186646"/>
                      <a:pt x="481500" y="181683"/>
                    </a:cubicBezTo>
                    <a:cubicBezTo>
                      <a:pt x="483120" y="176720"/>
                      <a:pt x="484081" y="171276"/>
                      <a:pt x="485701" y="165747"/>
                    </a:cubicBezTo>
                    <a:cubicBezTo>
                      <a:pt x="487321" y="160500"/>
                      <a:pt x="489901" y="156874"/>
                      <a:pt x="492284" y="155245"/>
                    </a:cubicBezTo>
                    <a:cubicBezTo>
                      <a:pt x="494668" y="153531"/>
                      <a:pt x="496485" y="153720"/>
                      <a:pt x="497154" y="154483"/>
                    </a:cubicBezTo>
                    <a:cubicBezTo>
                      <a:pt x="498680" y="156677"/>
                      <a:pt x="497342" y="159823"/>
                      <a:pt x="495533" y="168413"/>
                    </a:cubicBezTo>
                    <a:cubicBezTo>
                      <a:pt x="494393" y="172991"/>
                      <a:pt x="493913" y="178245"/>
                      <a:pt x="492482" y="184066"/>
                    </a:cubicBezTo>
                    <a:cubicBezTo>
                      <a:pt x="491050" y="189887"/>
                      <a:pt x="489430" y="194945"/>
                      <a:pt x="487707" y="200097"/>
                    </a:cubicBezTo>
                    <a:cubicBezTo>
                      <a:pt x="484175" y="210504"/>
                      <a:pt x="480934" y="220045"/>
                      <a:pt x="479023" y="230255"/>
                    </a:cubicBezTo>
                    <a:cubicBezTo>
                      <a:pt x="474634" y="251249"/>
                      <a:pt x="471196" y="273109"/>
                      <a:pt x="466044" y="295440"/>
                    </a:cubicBezTo>
                    <a:cubicBezTo>
                      <a:pt x="463464" y="306602"/>
                      <a:pt x="460412" y="317866"/>
                      <a:pt x="456400" y="329224"/>
                    </a:cubicBezTo>
                    <a:cubicBezTo>
                      <a:pt x="452294" y="340866"/>
                      <a:pt x="447433" y="351084"/>
                      <a:pt x="442847" y="361774"/>
                    </a:cubicBezTo>
                    <a:cubicBezTo>
                      <a:pt x="433306" y="382957"/>
                      <a:pt x="422993" y="403865"/>
                      <a:pt x="412020" y="424671"/>
                    </a:cubicBezTo>
                    <a:cubicBezTo>
                      <a:pt x="376419" y="491665"/>
                      <a:pt x="335193" y="555993"/>
                      <a:pt x="297397" y="621178"/>
                    </a:cubicBezTo>
                    <a:cubicBezTo>
                      <a:pt x="314576" y="608679"/>
                      <a:pt x="332330" y="596558"/>
                      <a:pt x="350847" y="585482"/>
                    </a:cubicBezTo>
                    <a:cubicBezTo>
                      <a:pt x="374901" y="571072"/>
                      <a:pt x="398664" y="559430"/>
                      <a:pt x="422521" y="547498"/>
                    </a:cubicBezTo>
                    <a:cubicBezTo>
                      <a:pt x="446379" y="535667"/>
                      <a:pt x="470433" y="524215"/>
                      <a:pt x="494385" y="512950"/>
                    </a:cubicBezTo>
                    <a:lnTo>
                      <a:pt x="530363" y="496157"/>
                    </a:lnTo>
                    <a:lnTo>
                      <a:pt x="548306" y="487755"/>
                    </a:lnTo>
                    <a:cubicBezTo>
                      <a:pt x="554315" y="484892"/>
                      <a:pt x="560333" y="482218"/>
                      <a:pt x="565579" y="479543"/>
                    </a:cubicBezTo>
                    <a:cubicBezTo>
                      <a:pt x="587336" y="468382"/>
                      <a:pt x="608528" y="451871"/>
                      <a:pt x="633628" y="439270"/>
                    </a:cubicBezTo>
                    <a:cubicBezTo>
                      <a:pt x="646032" y="433063"/>
                      <a:pt x="658634" y="428005"/>
                      <a:pt x="670850" y="423239"/>
                    </a:cubicBezTo>
                    <a:lnTo>
                      <a:pt x="707403" y="408640"/>
                    </a:lnTo>
                    <a:cubicBezTo>
                      <a:pt x="731834" y="398807"/>
                      <a:pt x="756557" y="388983"/>
                      <a:pt x="782035" y="381251"/>
                    </a:cubicBezTo>
                    <a:cubicBezTo>
                      <a:pt x="794731" y="377342"/>
                      <a:pt x="807615" y="373999"/>
                      <a:pt x="820688" y="371418"/>
                    </a:cubicBezTo>
                    <a:cubicBezTo>
                      <a:pt x="833856" y="368941"/>
                      <a:pt x="846646" y="366935"/>
                      <a:pt x="859530" y="364740"/>
                    </a:cubicBezTo>
                    <a:lnTo>
                      <a:pt x="898184" y="358156"/>
                    </a:lnTo>
                    <a:cubicBezTo>
                      <a:pt x="904673" y="356914"/>
                      <a:pt x="910880" y="356245"/>
                      <a:pt x="916983" y="354625"/>
                    </a:cubicBezTo>
                    <a:lnTo>
                      <a:pt x="935783" y="349472"/>
                    </a:lnTo>
                    <a:cubicBezTo>
                      <a:pt x="948187" y="346224"/>
                      <a:pt x="954968" y="348898"/>
                      <a:pt x="954771" y="351093"/>
                    </a:cubicBezTo>
                    <a:cubicBezTo>
                      <a:pt x="954677" y="353665"/>
                      <a:pt x="949524" y="355671"/>
                      <a:pt x="938543" y="359202"/>
                    </a:cubicBezTo>
                    <a:cubicBezTo>
                      <a:pt x="932628" y="361208"/>
                      <a:pt x="926713" y="363214"/>
                      <a:pt x="920695" y="365212"/>
                    </a:cubicBezTo>
                    <a:cubicBezTo>
                      <a:pt x="914489" y="367312"/>
                      <a:pt x="907331" y="368649"/>
                      <a:pt x="901510" y="370081"/>
                    </a:cubicBezTo>
                    <a:cubicBezTo>
                      <a:pt x="889200" y="372944"/>
                      <a:pt x="876795" y="375902"/>
                      <a:pt x="864288" y="378859"/>
                    </a:cubicBezTo>
                    <a:cubicBezTo>
                      <a:pt x="851884" y="381911"/>
                      <a:pt x="839376" y="384869"/>
                      <a:pt x="826878" y="387929"/>
                    </a:cubicBezTo>
                    <a:cubicBezTo>
                      <a:pt x="814662" y="391178"/>
                      <a:pt x="802635" y="395181"/>
                      <a:pt x="790710" y="399759"/>
                    </a:cubicBezTo>
                    <a:cubicBezTo>
                      <a:pt x="766759" y="408829"/>
                      <a:pt x="743279" y="420376"/>
                      <a:pt x="719224" y="432395"/>
                    </a:cubicBezTo>
                    <a:cubicBezTo>
                      <a:pt x="707103" y="438404"/>
                      <a:pt x="694981" y="444421"/>
                      <a:pt x="682765" y="450431"/>
                    </a:cubicBezTo>
                    <a:cubicBezTo>
                      <a:pt x="670738" y="456346"/>
                      <a:pt x="659097" y="462270"/>
                      <a:pt x="648407" y="468853"/>
                    </a:cubicBezTo>
                    <a:cubicBezTo>
                      <a:pt x="627413" y="481738"/>
                      <a:pt x="607370" y="500734"/>
                      <a:pt x="580547" y="516765"/>
                    </a:cubicBezTo>
                    <a:cubicBezTo>
                      <a:pt x="556501" y="530601"/>
                      <a:pt x="532258" y="544540"/>
                      <a:pt x="507921" y="558470"/>
                    </a:cubicBezTo>
                    <a:cubicBezTo>
                      <a:pt x="483866" y="572306"/>
                      <a:pt x="459915" y="586339"/>
                      <a:pt x="436246" y="600656"/>
                    </a:cubicBezTo>
                    <a:cubicBezTo>
                      <a:pt x="424407" y="607813"/>
                      <a:pt x="412483" y="615066"/>
                      <a:pt x="401219" y="622318"/>
                    </a:cubicBezTo>
                    <a:cubicBezTo>
                      <a:pt x="390152" y="629287"/>
                      <a:pt x="379367" y="637020"/>
                      <a:pt x="368772" y="644941"/>
                    </a:cubicBezTo>
                    <a:cubicBezTo>
                      <a:pt x="335459" y="669852"/>
                      <a:pt x="304067" y="698485"/>
                      <a:pt x="272280" y="727974"/>
                    </a:cubicBezTo>
                    <a:cubicBezTo>
                      <a:pt x="314276" y="703825"/>
                      <a:pt x="356745" y="681683"/>
                      <a:pt x="400164" y="660689"/>
                    </a:cubicBezTo>
                    <a:cubicBezTo>
                      <a:pt x="423739" y="649236"/>
                      <a:pt x="447596" y="638357"/>
                      <a:pt x="471745" y="628053"/>
                    </a:cubicBezTo>
                    <a:cubicBezTo>
                      <a:pt x="495988" y="617646"/>
                      <a:pt x="520797" y="608199"/>
                      <a:pt x="545708" y="599807"/>
                    </a:cubicBezTo>
                    <a:cubicBezTo>
                      <a:pt x="570620" y="591405"/>
                      <a:pt x="595720" y="583871"/>
                      <a:pt x="620820" y="576901"/>
                    </a:cubicBezTo>
                    <a:cubicBezTo>
                      <a:pt x="646015" y="570129"/>
                      <a:pt x="670541" y="563348"/>
                      <a:pt x="696121" y="557047"/>
                    </a:cubicBezTo>
                    <a:cubicBezTo>
                      <a:pt x="708817" y="553995"/>
                      <a:pt x="721702" y="551227"/>
                      <a:pt x="734680" y="548937"/>
                    </a:cubicBezTo>
                    <a:cubicBezTo>
                      <a:pt x="747942" y="546649"/>
                      <a:pt x="760449" y="545123"/>
                      <a:pt x="773042" y="543022"/>
                    </a:cubicBezTo>
                    <a:cubicBezTo>
                      <a:pt x="798237" y="539208"/>
                      <a:pt x="822866" y="533670"/>
                      <a:pt x="847769" y="527275"/>
                    </a:cubicBezTo>
                    <a:cubicBezTo>
                      <a:pt x="897592" y="515153"/>
                      <a:pt x="946833" y="502749"/>
                      <a:pt x="996459" y="489770"/>
                    </a:cubicBezTo>
                    <a:cubicBezTo>
                      <a:pt x="1008495" y="487164"/>
                      <a:pt x="1014890" y="488596"/>
                      <a:pt x="1015173" y="490893"/>
                    </a:cubicBezTo>
                    <a:close/>
                  </a:path>
                </a:pathLst>
              </a:custGeom>
              <a:solidFill>
                <a:srgbClr val="F28B44"/>
              </a:solidFill>
              <a:ln cap="flat">
                <a:noFill/>
                <a:prstDash val="solid"/>
                <a:miter lim="800000"/>
              </a:ln>
            </p:spPr>
            <p:txBody>
              <a:bodyPr vert="horz" anchor="ctr" tIns="45720" lIns="91440" bIns="45720" rIns="91440"/>
              <a:p>
                <a:pPr algn="l" marL="0"/>
              </a:p>
            </p:txBody>
          </p:sp>
        </p:grpSp>
        <p:grpSp>
          <p:nvGrpSpPr>
            <p:cNvPr name="Group 50" id="50"/>
            <p:cNvGrpSpPr/>
            <p:nvPr/>
          </p:nvGrpSpPr>
          <p:grpSpPr>
            <a:xfrm>
              <a:off x="1165984" y="-3415815"/>
              <a:ext cx="1266373" cy="853881"/>
              <a:chOff x="0" y="6008238"/>
              <a:chExt cx="1260263" cy="849761"/>
            </a:xfrm>
            <a:solidFill>
              <a:srgbClr val="F2FF96"/>
            </a:solidFill>
          </p:grpSpPr>
          <p:sp>
            <p:nvSpPr>
              <p:cNvPr name="Freeform 51" id="51"/>
              <p:cNvSpPr/>
              <p:nvPr/>
            </p:nvSpPr>
            <p:spPr>
              <a:xfrm>
                <a:off x="0" y="6641165"/>
                <a:ext cx="47425" cy="216834"/>
              </a:xfrm>
              <a:custGeom>
                <a:avLst/>
                <a:gdLst/>
                <a:ahLst/>
                <a:cxnLst/>
                <a:rect r="r" b="b" t="t" l="l"/>
                <a:pathLst>
                  <a:path w="47425" h="216834" stroke="true" fill="norm" extrusionOk="true">
                    <a:moveTo>
                      <a:pt x="40274" y="216835"/>
                    </a:moveTo>
                    <a:lnTo>
                      <a:pt x="7158" y="216835"/>
                    </a:lnTo>
                    <a:cubicBezTo>
                      <a:pt x="3206" y="216835"/>
                      <a:pt x="0" y="213628"/>
                      <a:pt x="0" y="209676"/>
                    </a:cubicBezTo>
                    <a:lnTo>
                      <a:pt x="0" y="7160"/>
                    </a:lnTo>
                    <a:cubicBezTo>
                      <a:pt x="0" y="3533"/>
                      <a:pt x="2700" y="490"/>
                      <a:pt x="6301" y="62"/>
                    </a:cubicBezTo>
                    <a:cubicBezTo>
                      <a:pt x="9858" y="-418"/>
                      <a:pt x="13253" y="1948"/>
                      <a:pt x="14110" y="5454"/>
                    </a:cubicBezTo>
                    <a:cubicBezTo>
                      <a:pt x="24466" y="47690"/>
                      <a:pt x="32858" y="91728"/>
                      <a:pt x="39056" y="136348"/>
                    </a:cubicBezTo>
                    <a:cubicBezTo>
                      <a:pt x="42442" y="160427"/>
                      <a:pt x="45246" y="184893"/>
                      <a:pt x="47397" y="209042"/>
                    </a:cubicBezTo>
                    <a:cubicBezTo>
                      <a:pt x="47577" y="211048"/>
                      <a:pt x="46900" y="213020"/>
                      <a:pt x="45546" y="214503"/>
                    </a:cubicBezTo>
                    <a:cubicBezTo>
                      <a:pt x="44200" y="215986"/>
                      <a:pt x="42280" y="216835"/>
                      <a:pt x="40274" y="216835"/>
                    </a:cubicBezTo>
                    <a:close/>
                    <a:moveTo>
                      <a:pt x="14316" y="202519"/>
                    </a:moveTo>
                    <a:lnTo>
                      <a:pt x="32430" y="202519"/>
                    </a:lnTo>
                    <a:cubicBezTo>
                      <a:pt x="30407" y="181147"/>
                      <a:pt x="27869" y="159596"/>
                      <a:pt x="24886" y="138327"/>
                    </a:cubicBezTo>
                    <a:cubicBezTo>
                      <a:pt x="21877" y="116665"/>
                      <a:pt x="18345" y="95157"/>
                      <a:pt x="14316" y="73922"/>
                    </a:cubicBezTo>
                    <a:lnTo>
                      <a:pt x="14316" y="202519"/>
                    </a:lnTo>
                    <a:close/>
                  </a:path>
                </a:pathLst>
              </a:custGeom>
              <a:solidFill>
                <a:srgbClr val="F2FF96"/>
              </a:solidFill>
              <a:ln cap="flat">
                <a:noFill/>
                <a:prstDash val="solid"/>
                <a:miter lim="800000"/>
              </a:ln>
            </p:spPr>
            <p:txBody>
              <a:bodyPr vert="horz" anchor="ctr" tIns="45720" lIns="91440" bIns="45720" rIns="91440"/>
              <a:p>
                <a:pPr algn="l" marL="0"/>
              </a:p>
            </p:txBody>
          </p:sp>
          <p:sp>
            <p:nvSpPr>
              <p:cNvPr name="Freeform 52" id="52"/>
              <p:cNvSpPr/>
              <p:nvPr/>
            </p:nvSpPr>
            <p:spPr>
              <a:xfrm>
                <a:off x="41182" y="6014832"/>
                <a:ext cx="373730" cy="843167"/>
              </a:xfrm>
              <a:custGeom>
                <a:avLst/>
                <a:gdLst/>
                <a:ahLst/>
                <a:cxnLst/>
                <a:rect r="r" b="b" t="t" l="l"/>
                <a:pathLst>
                  <a:path w="373730" h="843167" stroke="true" fill="norm" extrusionOk="true">
                    <a:moveTo>
                      <a:pt x="171553" y="843167"/>
                    </a:moveTo>
                    <a:lnTo>
                      <a:pt x="24389" y="843167"/>
                    </a:lnTo>
                    <a:cubicBezTo>
                      <a:pt x="22417" y="843167"/>
                      <a:pt x="20531" y="842353"/>
                      <a:pt x="19177" y="840921"/>
                    </a:cubicBezTo>
                    <a:cubicBezTo>
                      <a:pt x="17822" y="839489"/>
                      <a:pt x="17128" y="837561"/>
                      <a:pt x="17239" y="835589"/>
                    </a:cubicBezTo>
                    <a:cubicBezTo>
                      <a:pt x="17582" y="829700"/>
                      <a:pt x="17702" y="823622"/>
                      <a:pt x="17608" y="817021"/>
                    </a:cubicBezTo>
                    <a:lnTo>
                      <a:pt x="17420" y="805397"/>
                    </a:lnTo>
                    <a:cubicBezTo>
                      <a:pt x="17420" y="801016"/>
                      <a:pt x="17514" y="796850"/>
                      <a:pt x="17608" y="792786"/>
                    </a:cubicBezTo>
                    <a:cubicBezTo>
                      <a:pt x="17900" y="784463"/>
                      <a:pt x="18388" y="776422"/>
                      <a:pt x="19065" y="768664"/>
                    </a:cubicBezTo>
                    <a:cubicBezTo>
                      <a:pt x="19605" y="762466"/>
                      <a:pt x="20206" y="756414"/>
                      <a:pt x="20797" y="750498"/>
                    </a:cubicBezTo>
                    <a:cubicBezTo>
                      <a:pt x="21663" y="741806"/>
                      <a:pt x="22494" y="733387"/>
                      <a:pt x="23069" y="725184"/>
                    </a:cubicBezTo>
                    <a:cubicBezTo>
                      <a:pt x="23789" y="716157"/>
                      <a:pt x="24106" y="705836"/>
                      <a:pt x="24415" y="695866"/>
                    </a:cubicBezTo>
                    <a:cubicBezTo>
                      <a:pt x="24552" y="691297"/>
                      <a:pt x="24698" y="686736"/>
                      <a:pt x="24869" y="682261"/>
                    </a:cubicBezTo>
                    <a:lnTo>
                      <a:pt x="25915" y="638190"/>
                    </a:lnTo>
                    <a:cubicBezTo>
                      <a:pt x="27184" y="567313"/>
                      <a:pt x="25195" y="513503"/>
                      <a:pt x="19468" y="463765"/>
                    </a:cubicBezTo>
                    <a:lnTo>
                      <a:pt x="13845" y="420054"/>
                    </a:lnTo>
                    <a:cubicBezTo>
                      <a:pt x="12019" y="405935"/>
                      <a:pt x="10467" y="391928"/>
                      <a:pt x="8916" y="377980"/>
                    </a:cubicBezTo>
                    <a:lnTo>
                      <a:pt x="8676" y="375837"/>
                    </a:lnTo>
                    <a:cubicBezTo>
                      <a:pt x="5907" y="346331"/>
                      <a:pt x="3035" y="317133"/>
                      <a:pt x="172" y="288123"/>
                    </a:cubicBezTo>
                    <a:cubicBezTo>
                      <a:pt x="-1037" y="275479"/>
                      <a:pt x="4346" y="270139"/>
                      <a:pt x="9781" y="269359"/>
                    </a:cubicBezTo>
                    <a:cubicBezTo>
                      <a:pt x="15036" y="268535"/>
                      <a:pt x="21954" y="272161"/>
                      <a:pt x="24346" y="284652"/>
                    </a:cubicBezTo>
                    <a:cubicBezTo>
                      <a:pt x="30390" y="315187"/>
                      <a:pt x="36365" y="342713"/>
                      <a:pt x="42597" y="368782"/>
                    </a:cubicBezTo>
                    <a:cubicBezTo>
                      <a:pt x="46103" y="383004"/>
                      <a:pt x="49815" y="397277"/>
                      <a:pt x="53715" y="411730"/>
                    </a:cubicBezTo>
                    <a:lnTo>
                      <a:pt x="66197" y="455836"/>
                    </a:lnTo>
                    <a:cubicBezTo>
                      <a:pt x="81405" y="512389"/>
                      <a:pt x="92455" y="574316"/>
                      <a:pt x="100016" y="645228"/>
                    </a:cubicBezTo>
                    <a:cubicBezTo>
                      <a:pt x="101644" y="661156"/>
                      <a:pt x="103085" y="677058"/>
                      <a:pt x="104328" y="692960"/>
                    </a:cubicBezTo>
                    <a:lnTo>
                      <a:pt x="105956" y="717323"/>
                    </a:lnTo>
                    <a:cubicBezTo>
                      <a:pt x="106325" y="725724"/>
                      <a:pt x="106453" y="734091"/>
                      <a:pt x="106351" y="743040"/>
                    </a:cubicBezTo>
                    <a:cubicBezTo>
                      <a:pt x="106316" y="749239"/>
                      <a:pt x="106222" y="755299"/>
                      <a:pt x="106128" y="761171"/>
                    </a:cubicBezTo>
                    <a:cubicBezTo>
                      <a:pt x="106042" y="766701"/>
                      <a:pt x="105956" y="772067"/>
                      <a:pt x="105931" y="777288"/>
                    </a:cubicBezTo>
                    <a:cubicBezTo>
                      <a:pt x="106634" y="775590"/>
                      <a:pt x="107336" y="773893"/>
                      <a:pt x="108031" y="772204"/>
                    </a:cubicBezTo>
                    <a:cubicBezTo>
                      <a:pt x="111117" y="764797"/>
                      <a:pt x="114194" y="757331"/>
                      <a:pt x="117298" y="749795"/>
                    </a:cubicBezTo>
                    <a:cubicBezTo>
                      <a:pt x="122664" y="736765"/>
                      <a:pt x="128108" y="723572"/>
                      <a:pt x="133740" y="710370"/>
                    </a:cubicBezTo>
                    <a:cubicBezTo>
                      <a:pt x="141832" y="691571"/>
                      <a:pt x="150782" y="671434"/>
                      <a:pt x="161103" y="648751"/>
                    </a:cubicBezTo>
                    <a:cubicBezTo>
                      <a:pt x="179500" y="608632"/>
                      <a:pt x="197991" y="568427"/>
                      <a:pt x="216473" y="528239"/>
                    </a:cubicBezTo>
                    <a:cubicBezTo>
                      <a:pt x="236970" y="482848"/>
                      <a:pt x="253163" y="445172"/>
                      <a:pt x="266691" y="406278"/>
                    </a:cubicBezTo>
                    <a:cubicBezTo>
                      <a:pt x="274200" y="384658"/>
                      <a:pt x="280227" y="364419"/>
                      <a:pt x="285113" y="344419"/>
                    </a:cubicBezTo>
                    <a:cubicBezTo>
                      <a:pt x="290548" y="321865"/>
                      <a:pt x="295486" y="298231"/>
                      <a:pt x="299180" y="280168"/>
                    </a:cubicBezTo>
                    <a:cubicBezTo>
                      <a:pt x="307316" y="240786"/>
                      <a:pt x="314448" y="199441"/>
                      <a:pt x="321632" y="150021"/>
                    </a:cubicBezTo>
                    <a:cubicBezTo>
                      <a:pt x="327847" y="111881"/>
                      <a:pt x="336488" y="74239"/>
                      <a:pt x="344846" y="37824"/>
                    </a:cubicBezTo>
                    <a:lnTo>
                      <a:pt x="348935" y="19941"/>
                    </a:lnTo>
                    <a:cubicBezTo>
                      <a:pt x="352999" y="1836"/>
                      <a:pt x="359951" y="-796"/>
                      <a:pt x="365137" y="173"/>
                    </a:cubicBezTo>
                    <a:cubicBezTo>
                      <a:pt x="370306" y="1159"/>
                      <a:pt x="375853" y="6200"/>
                      <a:pt x="372913" y="24562"/>
                    </a:cubicBezTo>
                    <a:lnTo>
                      <a:pt x="372527" y="26988"/>
                    </a:lnTo>
                    <a:cubicBezTo>
                      <a:pt x="366089" y="67639"/>
                      <a:pt x="359437" y="109678"/>
                      <a:pt x="356188" y="152164"/>
                    </a:cubicBezTo>
                    <a:cubicBezTo>
                      <a:pt x="355630" y="160470"/>
                      <a:pt x="355150" y="169077"/>
                      <a:pt x="354662" y="177813"/>
                    </a:cubicBezTo>
                    <a:cubicBezTo>
                      <a:pt x="353890" y="191580"/>
                      <a:pt x="353093" y="205639"/>
                      <a:pt x="351987" y="219561"/>
                    </a:cubicBezTo>
                    <a:cubicBezTo>
                      <a:pt x="350170" y="243658"/>
                      <a:pt x="348164" y="266238"/>
                      <a:pt x="345866" y="288544"/>
                    </a:cubicBezTo>
                    <a:lnTo>
                      <a:pt x="344340" y="302577"/>
                    </a:lnTo>
                    <a:cubicBezTo>
                      <a:pt x="342386" y="320725"/>
                      <a:pt x="340363" y="339482"/>
                      <a:pt x="337525" y="358993"/>
                    </a:cubicBezTo>
                    <a:cubicBezTo>
                      <a:pt x="334028" y="382078"/>
                      <a:pt x="329107" y="406296"/>
                      <a:pt x="322875" y="431001"/>
                    </a:cubicBezTo>
                    <a:cubicBezTo>
                      <a:pt x="310573" y="480011"/>
                      <a:pt x="294688" y="526465"/>
                      <a:pt x="279344" y="569379"/>
                    </a:cubicBezTo>
                    <a:cubicBezTo>
                      <a:pt x="266588" y="605083"/>
                      <a:pt x="253086" y="640642"/>
                      <a:pt x="240039" y="675035"/>
                    </a:cubicBezTo>
                    <a:lnTo>
                      <a:pt x="205732" y="766478"/>
                    </a:lnTo>
                    <a:cubicBezTo>
                      <a:pt x="198085" y="787377"/>
                      <a:pt x="189855" y="809691"/>
                      <a:pt x="180957" y="831903"/>
                    </a:cubicBezTo>
                    <a:lnTo>
                      <a:pt x="178154" y="838761"/>
                    </a:lnTo>
                    <a:cubicBezTo>
                      <a:pt x="177048" y="841435"/>
                      <a:pt x="174442" y="843167"/>
                      <a:pt x="171553" y="843167"/>
                    </a:cubicBezTo>
                    <a:close/>
                    <a:moveTo>
                      <a:pt x="31856" y="828851"/>
                    </a:moveTo>
                    <a:lnTo>
                      <a:pt x="166744" y="828851"/>
                    </a:lnTo>
                    <a:lnTo>
                      <a:pt x="167713" y="826485"/>
                    </a:lnTo>
                    <a:cubicBezTo>
                      <a:pt x="176508" y="804548"/>
                      <a:pt x="184686" y="782346"/>
                      <a:pt x="192316" y="761497"/>
                    </a:cubicBezTo>
                    <a:lnTo>
                      <a:pt x="226666" y="669951"/>
                    </a:lnTo>
                    <a:cubicBezTo>
                      <a:pt x="239696" y="635627"/>
                      <a:pt x="253163" y="600137"/>
                      <a:pt x="265885" y="564561"/>
                    </a:cubicBezTo>
                    <a:cubicBezTo>
                      <a:pt x="281101" y="521998"/>
                      <a:pt x="296857" y="475930"/>
                      <a:pt x="309005" y="427512"/>
                    </a:cubicBezTo>
                    <a:cubicBezTo>
                      <a:pt x="315125" y="403244"/>
                      <a:pt x="319960" y="379489"/>
                      <a:pt x="323381" y="356892"/>
                    </a:cubicBezTo>
                    <a:cubicBezTo>
                      <a:pt x="326184" y="337689"/>
                      <a:pt x="328095" y="319893"/>
                      <a:pt x="330127" y="301060"/>
                    </a:cubicBezTo>
                    <a:lnTo>
                      <a:pt x="331645" y="287035"/>
                    </a:lnTo>
                    <a:cubicBezTo>
                      <a:pt x="333933" y="264918"/>
                      <a:pt x="335922" y="242475"/>
                      <a:pt x="337731" y="218463"/>
                    </a:cubicBezTo>
                    <a:cubicBezTo>
                      <a:pt x="338837" y="204636"/>
                      <a:pt x="339617" y="190680"/>
                      <a:pt x="340388" y="177024"/>
                    </a:cubicBezTo>
                    <a:cubicBezTo>
                      <a:pt x="340886" y="168246"/>
                      <a:pt x="341366" y="159579"/>
                      <a:pt x="341923" y="151152"/>
                    </a:cubicBezTo>
                    <a:cubicBezTo>
                      <a:pt x="343757" y="127217"/>
                      <a:pt x="346638" y="103532"/>
                      <a:pt x="349947" y="80197"/>
                    </a:cubicBezTo>
                    <a:cubicBezTo>
                      <a:pt x="344700" y="103943"/>
                      <a:pt x="339746" y="128049"/>
                      <a:pt x="335802" y="152215"/>
                    </a:cubicBezTo>
                    <a:cubicBezTo>
                      <a:pt x="328601" y="201790"/>
                      <a:pt x="321418" y="243409"/>
                      <a:pt x="313222" y="283057"/>
                    </a:cubicBezTo>
                    <a:cubicBezTo>
                      <a:pt x="309510" y="301222"/>
                      <a:pt x="304538" y="325020"/>
                      <a:pt x="299043" y="347805"/>
                    </a:cubicBezTo>
                    <a:cubicBezTo>
                      <a:pt x="294046" y="368277"/>
                      <a:pt x="287890" y="388936"/>
                      <a:pt x="280235" y="410985"/>
                    </a:cubicBezTo>
                    <a:cubicBezTo>
                      <a:pt x="266519" y="450392"/>
                      <a:pt x="250189" y="488403"/>
                      <a:pt x="229889" y="533366"/>
                    </a:cubicBezTo>
                    <a:cubicBezTo>
                      <a:pt x="211012" y="574411"/>
                      <a:pt x="192521" y="614607"/>
                      <a:pt x="174133" y="654701"/>
                    </a:cubicBezTo>
                    <a:cubicBezTo>
                      <a:pt x="163855" y="677263"/>
                      <a:pt x="154948" y="697323"/>
                      <a:pt x="146907" y="716011"/>
                    </a:cubicBezTo>
                    <a:cubicBezTo>
                      <a:pt x="141309" y="729136"/>
                      <a:pt x="135891" y="742278"/>
                      <a:pt x="130542" y="755256"/>
                    </a:cubicBezTo>
                    <a:cubicBezTo>
                      <a:pt x="127430" y="762800"/>
                      <a:pt x="124353" y="770284"/>
                      <a:pt x="121267" y="777682"/>
                    </a:cubicBezTo>
                    <a:cubicBezTo>
                      <a:pt x="116389" y="789529"/>
                      <a:pt x="111314" y="801411"/>
                      <a:pt x="106239" y="813087"/>
                    </a:cubicBezTo>
                    <a:cubicBezTo>
                      <a:pt x="104885" y="816198"/>
                      <a:pt x="101533" y="817956"/>
                      <a:pt x="98215" y="817244"/>
                    </a:cubicBezTo>
                    <a:cubicBezTo>
                      <a:pt x="94898" y="816550"/>
                      <a:pt x="92515" y="813626"/>
                      <a:pt x="92515" y="810232"/>
                    </a:cubicBezTo>
                    <a:cubicBezTo>
                      <a:pt x="92515" y="809760"/>
                      <a:pt x="92532" y="809280"/>
                      <a:pt x="92472" y="808809"/>
                    </a:cubicBezTo>
                    <a:cubicBezTo>
                      <a:pt x="91915" y="801376"/>
                      <a:pt x="91657" y="794681"/>
                      <a:pt x="91657" y="787995"/>
                    </a:cubicBezTo>
                    <a:cubicBezTo>
                      <a:pt x="91537" y="779482"/>
                      <a:pt x="91675" y="770447"/>
                      <a:pt x="91820" y="760948"/>
                    </a:cubicBezTo>
                    <a:cubicBezTo>
                      <a:pt x="91915" y="755111"/>
                      <a:pt x="92000" y="749101"/>
                      <a:pt x="92043" y="742912"/>
                    </a:cubicBezTo>
                    <a:cubicBezTo>
                      <a:pt x="92146" y="734185"/>
                      <a:pt x="92017" y="726075"/>
                      <a:pt x="91666" y="718077"/>
                    </a:cubicBezTo>
                    <a:lnTo>
                      <a:pt x="90054" y="694040"/>
                    </a:lnTo>
                    <a:cubicBezTo>
                      <a:pt x="88828" y="678293"/>
                      <a:pt x="87397" y="662502"/>
                      <a:pt x="85777" y="646711"/>
                    </a:cubicBezTo>
                    <a:cubicBezTo>
                      <a:pt x="78301" y="576588"/>
                      <a:pt x="67380" y="515380"/>
                      <a:pt x="52395" y="459634"/>
                    </a:cubicBezTo>
                    <a:lnTo>
                      <a:pt x="39905" y="415528"/>
                    </a:lnTo>
                    <a:cubicBezTo>
                      <a:pt x="35962" y="400886"/>
                      <a:pt x="32224" y="386527"/>
                      <a:pt x="28684" y="372160"/>
                    </a:cubicBezTo>
                    <a:cubicBezTo>
                      <a:pt x="25152" y="357407"/>
                      <a:pt x="21714" y="342208"/>
                      <a:pt x="18294" y="326271"/>
                    </a:cubicBezTo>
                    <a:cubicBezTo>
                      <a:pt x="19854" y="342242"/>
                      <a:pt x="21389" y="358272"/>
                      <a:pt x="22906" y="374363"/>
                    </a:cubicBezTo>
                    <a:lnTo>
                      <a:pt x="23137" y="376386"/>
                    </a:lnTo>
                    <a:cubicBezTo>
                      <a:pt x="24680" y="390248"/>
                      <a:pt x="26232" y="404178"/>
                      <a:pt x="28032" y="418220"/>
                    </a:cubicBezTo>
                    <a:lnTo>
                      <a:pt x="33664" y="462025"/>
                    </a:lnTo>
                    <a:cubicBezTo>
                      <a:pt x="39477" y="512509"/>
                      <a:pt x="41491" y="566901"/>
                      <a:pt x="40214" y="638481"/>
                    </a:cubicBezTo>
                    <a:lnTo>
                      <a:pt x="39159" y="682707"/>
                    </a:lnTo>
                    <a:cubicBezTo>
                      <a:pt x="38979" y="687259"/>
                      <a:pt x="38834" y="691785"/>
                      <a:pt x="38696" y="696303"/>
                    </a:cubicBezTo>
                    <a:cubicBezTo>
                      <a:pt x="38388" y="706453"/>
                      <a:pt x="38062" y="716946"/>
                      <a:pt x="37325" y="726247"/>
                    </a:cubicBezTo>
                    <a:cubicBezTo>
                      <a:pt x="36759" y="734511"/>
                      <a:pt x="35902" y="743066"/>
                      <a:pt x="35027" y="751913"/>
                    </a:cubicBezTo>
                    <a:cubicBezTo>
                      <a:pt x="34444" y="757777"/>
                      <a:pt x="33844" y="763768"/>
                      <a:pt x="33313" y="769906"/>
                    </a:cubicBezTo>
                    <a:cubicBezTo>
                      <a:pt x="32653" y="777416"/>
                      <a:pt x="32181" y="785217"/>
                      <a:pt x="31907" y="793207"/>
                    </a:cubicBezTo>
                    <a:cubicBezTo>
                      <a:pt x="31813" y="797082"/>
                      <a:pt x="31718" y="801119"/>
                      <a:pt x="31718" y="805268"/>
                    </a:cubicBezTo>
                    <a:lnTo>
                      <a:pt x="31907" y="816789"/>
                    </a:lnTo>
                    <a:cubicBezTo>
                      <a:pt x="31984" y="820999"/>
                      <a:pt x="31958" y="824985"/>
                      <a:pt x="31856" y="828851"/>
                    </a:cubicBezTo>
                    <a:close/>
                  </a:path>
                </a:pathLst>
              </a:custGeom>
              <a:solidFill>
                <a:srgbClr val="F2FF96"/>
              </a:solidFill>
              <a:ln cap="flat">
                <a:noFill/>
                <a:prstDash val="solid"/>
                <a:miter lim="800000"/>
              </a:ln>
            </p:spPr>
            <p:txBody>
              <a:bodyPr vert="horz" anchor="ctr" tIns="45720" lIns="91440" bIns="45720" rIns="91440"/>
              <a:p>
                <a:pPr algn="l" marL="0"/>
              </a:p>
            </p:txBody>
          </p:sp>
          <p:sp>
            <p:nvSpPr>
              <p:cNvPr name="Freeform 53" id="53"/>
              <p:cNvSpPr/>
              <p:nvPr/>
            </p:nvSpPr>
            <p:spPr>
              <a:xfrm>
                <a:off x="230768" y="6008238"/>
                <a:ext cx="1029495" cy="849761"/>
              </a:xfrm>
              <a:custGeom>
                <a:avLst/>
                <a:gdLst/>
                <a:ahLst/>
                <a:cxnLst/>
                <a:rect r="r" b="b" t="t" l="l"/>
                <a:pathLst>
                  <a:path w="1029495" h="849761" stroke="true" fill="norm" extrusionOk="true">
                    <a:moveTo>
                      <a:pt x="375265" y="849761"/>
                    </a:moveTo>
                    <a:lnTo>
                      <a:pt x="7162" y="849761"/>
                    </a:lnTo>
                    <a:cubicBezTo>
                      <a:pt x="4667" y="849761"/>
                      <a:pt x="2353" y="848467"/>
                      <a:pt x="1050" y="846332"/>
                    </a:cubicBezTo>
                    <a:cubicBezTo>
                      <a:pt x="-254" y="844206"/>
                      <a:pt x="-348" y="841549"/>
                      <a:pt x="792" y="839329"/>
                    </a:cubicBezTo>
                    <a:cubicBezTo>
                      <a:pt x="9288" y="822801"/>
                      <a:pt x="17792" y="806290"/>
                      <a:pt x="26381" y="789762"/>
                    </a:cubicBezTo>
                    <a:cubicBezTo>
                      <a:pt x="39420" y="764765"/>
                      <a:pt x="52527" y="739742"/>
                      <a:pt x="65635" y="714710"/>
                    </a:cubicBezTo>
                    <a:lnTo>
                      <a:pt x="92235" y="663867"/>
                    </a:lnTo>
                    <a:cubicBezTo>
                      <a:pt x="107383" y="635252"/>
                      <a:pt x="120936" y="605908"/>
                      <a:pt x="135286" y="574841"/>
                    </a:cubicBezTo>
                    <a:cubicBezTo>
                      <a:pt x="141090" y="562291"/>
                      <a:pt x="146919" y="549655"/>
                      <a:pt x="152903" y="537002"/>
                    </a:cubicBezTo>
                    <a:cubicBezTo>
                      <a:pt x="162195" y="517097"/>
                      <a:pt x="173340" y="494714"/>
                      <a:pt x="185110" y="472314"/>
                    </a:cubicBezTo>
                    <a:cubicBezTo>
                      <a:pt x="194642" y="454003"/>
                      <a:pt x="204784" y="433960"/>
                      <a:pt x="216999" y="409281"/>
                    </a:cubicBezTo>
                    <a:cubicBezTo>
                      <a:pt x="236399" y="370396"/>
                      <a:pt x="256441" y="328690"/>
                      <a:pt x="278284" y="281739"/>
                    </a:cubicBezTo>
                    <a:cubicBezTo>
                      <a:pt x="285537" y="266129"/>
                      <a:pt x="292737" y="250449"/>
                      <a:pt x="299921" y="234813"/>
                    </a:cubicBezTo>
                    <a:lnTo>
                      <a:pt x="313911" y="204260"/>
                    </a:lnTo>
                    <a:cubicBezTo>
                      <a:pt x="321498" y="187673"/>
                      <a:pt x="329333" y="170502"/>
                      <a:pt x="336166" y="153615"/>
                    </a:cubicBezTo>
                    <a:cubicBezTo>
                      <a:pt x="345733" y="130109"/>
                      <a:pt x="352813" y="108857"/>
                      <a:pt x="357803" y="88635"/>
                    </a:cubicBezTo>
                    <a:lnTo>
                      <a:pt x="358300" y="86517"/>
                    </a:lnTo>
                    <a:cubicBezTo>
                      <a:pt x="360777" y="76059"/>
                      <a:pt x="363109" y="66183"/>
                      <a:pt x="363615" y="56196"/>
                    </a:cubicBezTo>
                    <a:cubicBezTo>
                      <a:pt x="363803" y="53307"/>
                      <a:pt x="363941" y="50495"/>
                      <a:pt x="364069" y="47658"/>
                    </a:cubicBezTo>
                    <a:cubicBezTo>
                      <a:pt x="364498" y="38640"/>
                      <a:pt x="364944" y="29304"/>
                      <a:pt x="367010" y="19746"/>
                    </a:cubicBezTo>
                    <a:cubicBezTo>
                      <a:pt x="369221" y="9836"/>
                      <a:pt x="374039" y="2695"/>
                      <a:pt x="379903" y="595"/>
                    </a:cubicBezTo>
                    <a:cubicBezTo>
                      <a:pt x="383014" y="-494"/>
                      <a:pt x="386143" y="-82"/>
                      <a:pt x="388527" y="1778"/>
                    </a:cubicBezTo>
                    <a:cubicBezTo>
                      <a:pt x="393850" y="5378"/>
                      <a:pt x="392873" y="11885"/>
                      <a:pt x="391244" y="22652"/>
                    </a:cubicBezTo>
                    <a:lnTo>
                      <a:pt x="391013" y="24221"/>
                    </a:lnTo>
                    <a:cubicBezTo>
                      <a:pt x="389898" y="31551"/>
                      <a:pt x="390052" y="39729"/>
                      <a:pt x="390215" y="48395"/>
                    </a:cubicBezTo>
                    <a:lnTo>
                      <a:pt x="390327" y="55742"/>
                    </a:lnTo>
                    <a:cubicBezTo>
                      <a:pt x="390327" y="63655"/>
                      <a:pt x="389967" y="69775"/>
                      <a:pt x="389195" y="75064"/>
                    </a:cubicBezTo>
                    <a:cubicBezTo>
                      <a:pt x="388544" y="80782"/>
                      <a:pt x="387669" y="86817"/>
                      <a:pt x="386701" y="92741"/>
                    </a:cubicBezTo>
                    <a:cubicBezTo>
                      <a:pt x="382946" y="115047"/>
                      <a:pt x="377322" y="138115"/>
                      <a:pt x="369487" y="163284"/>
                    </a:cubicBezTo>
                    <a:cubicBezTo>
                      <a:pt x="364121" y="180600"/>
                      <a:pt x="358026" y="197891"/>
                      <a:pt x="352145" y="214599"/>
                    </a:cubicBezTo>
                    <a:lnTo>
                      <a:pt x="346033" y="232035"/>
                    </a:lnTo>
                    <a:cubicBezTo>
                      <a:pt x="339526" y="250535"/>
                      <a:pt x="332908" y="269146"/>
                      <a:pt x="326264" y="287834"/>
                    </a:cubicBezTo>
                    <a:lnTo>
                      <a:pt x="321584" y="300984"/>
                    </a:lnTo>
                    <a:cubicBezTo>
                      <a:pt x="302459" y="354725"/>
                      <a:pt x="285905" y="399328"/>
                      <a:pt x="269489" y="441393"/>
                    </a:cubicBezTo>
                    <a:cubicBezTo>
                      <a:pt x="258987" y="468311"/>
                      <a:pt x="249995" y="490737"/>
                      <a:pt x="241182" y="511962"/>
                    </a:cubicBezTo>
                    <a:cubicBezTo>
                      <a:pt x="231547" y="535133"/>
                      <a:pt x="222597" y="558699"/>
                      <a:pt x="214368" y="580722"/>
                    </a:cubicBezTo>
                    <a:lnTo>
                      <a:pt x="210261" y="591806"/>
                    </a:lnTo>
                    <a:cubicBezTo>
                      <a:pt x="203000" y="611420"/>
                      <a:pt x="195491" y="631694"/>
                      <a:pt x="187501" y="651865"/>
                    </a:cubicBezTo>
                    <a:cubicBezTo>
                      <a:pt x="183001" y="663352"/>
                      <a:pt x="177986" y="675457"/>
                      <a:pt x="172620" y="687784"/>
                    </a:cubicBezTo>
                    <a:cubicBezTo>
                      <a:pt x="167330" y="699511"/>
                      <a:pt x="162075" y="711161"/>
                      <a:pt x="156829" y="722717"/>
                    </a:cubicBezTo>
                    <a:cubicBezTo>
                      <a:pt x="152954" y="731272"/>
                      <a:pt x="149028" y="739776"/>
                      <a:pt x="145085" y="748246"/>
                    </a:cubicBezTo>
                    <a:lnTo>
                      <a:pt x="147614" y="746146"/>
                    </a:lnTo>
                    <a:cubicBezTo>
                      <a:pt x="149962" y="743085"/>
                      <a:pt x="152243" y="740093"/>
                      <a:pt x="154532" y="736939"/>
                    </a:cubicBezTo>
                    <a:cubicBezTo>
                      <a:pt x="174223" y="710398"/>
                      <a:pt x="192499" y="682966"/>
                      <a:pt x="211839" y="653914"/>
                    </a:cubicBezTo>
                    <a:cubicBezTo>
                      <a:pt x="217625" y="645222"/>
                      <a:pt x="223446" y="636495"/>
                      <a:pt x="229309" y="627759"/>
                    </a:cubicBezTo>
                    <a:cubicBezTo>
                      <a:pt x="254367" y="590255"/>
                      <a:pt x="281319" y="553993"/>
                      <a:pt x="307388" y="518932"/>
                    </a:cubicBezTo>
                    <a:cubicBezTo>
                      <a:pt x="333705" y="483527"/>
                      <a:pt x="360932" y="446905"/>
                      <a:pt x="385423" y="409924"/>
                    </a:cubicBezTo>
                    <a:cubicBezTo>
                      <a:pt x="398402" y="390053"/>
                      <a:pt x="409666" y="371776"/>
                      <a:pt x="419825" y="354099"/>
                    </a:cubicBezTo>
                    <a:cubicBezTo>
                      <a:pt x="421282" y="351408"/>
                      <a:pt x="422868" y="348544"/>
                      <a:pt x="424462" y="345673"/>
                    </a:cubicBezTo>
                    <a:cubicBezTo>
                      <a:pt x="428080" y="339158"/>
                      <a:pt x="431835" y="332419"/>
                      <a:pt x="434809" y="326016"/>
                    </a:cubicBezTo>
                    <a:cubicBezTo>
                      <a:pt x="439173" y="316543"/>
                      <a:pt x="443013" y="306676"/>
                      <a:pt x="446228" y="296681"/>
                    </a:cubicBezTo>
                    <a:cubicBezTo>
                      <a:pt x="450694" y="283290"/>
                      <a:pt x="454543" y="269232"/>
                      <a:pt x="458272" y="255635"/>
                    </a:cubicBezTo>
                    <a:cubicBezTo>
                      <a:pt x="460304" y="248246"/>
                      <a:pt x="462336" y="240814"/>
                      <a:pt x="464487" y="233407"/>
                    </a:cubicBezTo>
                    <a:cubicBezTo>
                      <a:pt x="467436" y="222289"/>
                      <a:pt x="472151" y="211059"/>
                      <a:pt x="476318" y="201140"/>
                    </a:cubicBezTo>
                    <a:cubicBezTo>
                      <a:pt x="478401" y="195971"/>
                      <a:pt x="480338" y="191196"/>
                      <a:pt x="481838" y="186601"/>
                    </a:cubicBezTo>
                    <a:cubicBezTo>
                      <a:pt x="482670" y="184055"/>
                      <a:pt x="483304" y="181372"/>
                      <a:pt x="483964" y="178620"/>
                    </a:cubicBezTo>
                    <a:cubicBezTo>
                      <a:pt x="484573" y="176083"/>
                      <a:pt x="485207" y="173486"/>
                      <a:pt x="485970" y="170871"/>
                    </a:cubicBezTo>
                    <a:cubicBezTo>
                      <a:pt x="488010" y="164304"/>
                      <a:pt x="491345" y="159229"/>
                      <a:pt x="495400" y="156469"/>
                    </a:cubicBezTo>
                    <a:cubicBezTo>
                      <a:pt x="501203" y="152251"/>
                      <a:pt x="506904" y="153726"/>
                      <a:pt x="509690" y="156914"/>
                    </a:cubicBezTo>
                    <a:cubicBezTo>
                      <a:pt x="513162" y="161827"/>
                      <a:pt x="512168" y="166122"/>
                      <a:pt x="510788" y="172062"/>
                    </a:cubicBezTo>
                    <a:cubicBezTo>
                      <a:pt x="510453" y="173477"/>
                      <a:pt x="510076" y="175123"/>
                      <a:pt x="509673" y="177035"/>
                    </a:cubicBezTo>
                    <a:cubicBezTo>
                      <a:pt x="509107" y="179306"/>
                      <a:pt x="508747" y="181466"/>
                      <a:pt x="508370" y="183746"/>
                    </a:cubicBezTo>
                    <a:cubicBezTo>
                      <a:pt x="507881" y="186627"/>
                      <a:pt x="507367" y="189687"/>
                      <a:pt x="506570" y="192911"/>
                    </a:cubicBezTo>
                    <a:cubicBezTo>
                      <a:pt x="505018" y="199186"/>
                      <a:pt x="503287" y="204544"/>
                      <a:pt x="501632" y="209490"/>
                    </a:cubicBezTo>
                    <a:cubicBezTo>
                      <a:pt x="498040" y="220068"/>
                      <a:pt x="494997" y="229044"/>
                      <a:pt x="493188" y="238705"/>
                    </a:cubicBezTo>
                    <a:cubicBezTo>
                      <a:pt x="491388" y="247338"/>
                      <a:pt x="489768" y="255953"/>
                      <a:pt x="488130" y="264688"/>
                    </a:cubicBezTo>
                    <a:cubicBezTo>
                      <a:pt x="485722" y="277512"/>
                      <a:pt x="483236" y="290775"/>
                      <a:pt x="480141" y="304190"/>
                    </a:cubicBezTo>
                    <a:cubicBezTo>
                      <a:pt x="477192" y="316997"/>
                      <a:pt x="473960" y="328288"/>
                      <a:pt x="470282" y="338737"/>
                    </a:cubicBezTo>
                    <a:cubicBezTo>
                      <a:pt x="467162" y="347584"/>
                      <a:pt x="463604" y="355642"/>
                      <a:pt x="460175" y="363444"/>
                    </a:cubicBezTo>
                    <a:lnTo>
                      <a:pt x="456558" y="371725"/>
                    </a:lnTo>
                    <a:cubicBezTo>
                      <a:pt x="447188" y="392530"/>
                      <a:pt x="437038" y="413224"/>
                      <a:pt x="425483" y="435127"/>
                    </a:cubicBezTo>
                    <a:cubicBezTo>
                      <a:pt x="402363" y="478641"/>
                      <a:pt x="376559" y="521554"/>
                      <a:pt x="351613" y="563054"/>
                    </a:cubicBezTo>
                    <a:cubicBezTo>
                      <a:pt x="343607" y="576376"/>
                      <a:pt x="335437" y="589954"/>
                      <a:pt x="327353" y="603576"/>
                    </a:cubicBezTo>
                    <a:cubicBezTo>
                      <a:pt x="336680" y="597336"/>
                      <a:pt x="345613" y="591643"/>
                      <a:pt x="354305" y="586457"/>
                    </a:cubicBezTo>
                    <a:cubicBezTo>
                      <a:pt x="376551" y="573127"/>
                      <a:pt x="398848" y="562000"/>
                      <a:pt x="420408" y="551233"/>
                    </a:cubicBezTo>
                    <a:lnTo>
                      <a:pt x="426451" y="548215"/>
                    </a:lnTo>
                    <a:cubicBezTo>
                      <a:pt x="447094" y="537971"/>
                      <a:pt x="469297" y="527298"/>
                      <a:pt x="498469" y="513590"/>
                    </a:cubicBezTo>
                    <a:lnTo>
                      <a:pt x="558888" y="485353"/>
                    </a:lnTo>
                    <a:cubicBezTo>
                      <a:pt x="562583" y="483630"/>
                      <a:pt x="566174" y="481958"/>
                      <a:pt x="569449" y="480295"/>
                    </a:cubicBezTo>
                    <a:cubicBezTo>
                      <a:pt x="579393" y="475195"/>
                      <a:pt x="589252" y="468911"/>
                      <a:pt x="599693" y="462259"/>
                    </a:cubicBezTo>
                    <a:cubicBezTo>
                      <a:pt x="611617" y="454672"/>
                      <a:pt x="623936" y="446828"/>
                      <a:pt x="637541" y="440004"/>
                    </a:cubicBezTo>
                    <a:cubicBezTo>
                      <a:pt x="650451" y="433541"/>
                      <a:pt x="663309" y="428397"/>
                      <a:pt x="675362" y="423691"/>
                    </a:cubicBezTo>
                    <a:lnTo>
                      <a:pt x="711864" y="409118"/>
                    </a:lnTo>
                    <a:cubicBezTo>
                      <a:pt x="738259" y="398496"/>
                      <a:pt x="762150" y="389075"/>
                      <a:pt x="787079" y="381523"/>
                    </a:cubicBezTo>
                    <a:cubicBezTo>
                      <a:pt x="800452" y="377408"/>
                      <a:pt x="813705" y="374030"/>
                      <a:pt x="826418" y="371518"/>
                    </a:cubicBezTo>
                    <a:cubicBezTo>
                      <a:pt x="835694" y="369770"/>
                      <a:pt x="844729" y="368270"/>
                      <a:pt x="853739" y="366761"/>
                    </a:cubicBezTo>
                    <a:lnTo>
                      <a:pt x="904102" y="358214"/>
                    </a:lnTo>
                    <a:cubicBezTo>
                      <a:pt x="906306" y="357794"/>
                      <a:pt x="908612" y="357417"/>
                      <a:pt x="910892" y="357040"/>
                    </a:cubicBezTo>
                    <a:cubicBezTo>
                      <a:pt x="914758" y="356414"/>
                      <a:pt x="918530" y="355814"/>
                      <a:pt x="922268" y="354819"/>
                    </a:cubicBezTo>
                    <a:lnTo>
                      <a:pt x="941016" y="349676"/>
                    </a:lnTo>
                    <a:cubicBezTo>
                      <a:pt x="951911" y="346813"/>
                      <a:pt x="961161" y="347490"/>
                      <a:pt x="965824" y="351416"/>
                    </a:cubicBezTo>
                    <a:cubicBezTo>
                      <a:pt x="968105" y="353354"/>
                      <a:pt x="969279" y="356054"/>
                      <a:pt x="969031" y="358831"/>
                    </a:cubicBezTo>
                    <a:cubicBezTo>
                      <a:pt x="968765" y="366410"/>
                      <a:pt x="960449" y="369084"/>
                      <a:pt x="947865" y="373122"/>
                    </a:cubicBezTo>
                    <a:lnTo>
                      <a:pt x="930103" y="379114"/>
                    </a:lnTo>
                    <a:cubicBezTo>
                      <a:pt x="925388" y="380708"/>
                      <a:pt x="920202" y="381883"/>
                      <a:pt x="915624" y="382920"/>
                    </a:cubicBezTo>
                    <a:cubicBezTo>
                      <a:pt x="913798" y="383340"/>
                      <a:pt x="912023" y="383743"/>
                      <a:pt x="910369" y="384154"/>
                    </a:cubicBezTo>
                    <a:cubicBezTo>
                      <a:pt x="899739" y="386623"/>
                      <a:pt x="889126" y="389144"/>
                      <a:pt x="878445" y="391672"/>
                    </a:cubicBezTo>
                    <a:lnTo>
                      <a:pt x="873079" y="392941"/>
                    </a:lnTo>
                    <a:cubicBezTo>
                      <a:pt x="866315" y="394613"/>
                      <a:pt x="859457" y="396259"/>
                      <a:pt x="852582" y="397922"/>
                    </a:cubicBezTo>
                    <a:lnTo>
                      <a:pt x="835711" y="402002"/>
                    </a:lnTo>
                    <a:cubicBezTo>
                      <a:pt x="824438" y="405003"/>
                      <a:pt x="812840" y="408792"/>
                      <a:pt x="800409" y="413558"/>
                    </a:cubicBezTo>
                    <a:cubicBezTo>
                      <a:pt x="777109" y="422388"/>
                      <a:pt x="754538" y="433429"/>
                      <a:pt x="729566" y="445919"/>
                    </a:cubicBezTo>
                    <a:cubicBezTo>
                      <a:pt x="717419" y="451946"/>
                      <a:pt x="705289" y="457972"/>
                      <a:pt x="693065" y="463981"/>
                    </a:cubicBezTo>
                    <a:cubicBezTo>
                      <a:pt x="679957" y="470428"/>
                      <a:pt x="669207" y="475974"/>
                      <a:pt x="659306" y="482069"/>
                    </a:cubicBezTo>
                    <a:cubicBezTo>
                      <a:pt x="650014" y="487770"/>
                      <a:pt x="640764" y="494826"/>
                      <a:pt x="630974" y="502292"/>
                    </a:cubicBezTo>
                    <a:cubicBezTo>
                      <a:pt x="618835" y="511550"/>
                      <a:pt x="606277" y="521109"/>
                      <a:pt x="591369" y="530033"/>
                    </a:cubicBezTo>
                    <a:cubicBezTo>
                      <a:pt x="567220" y="543929"/>
                      <a:pt x="542969" y="557859"/>
                      <a:pt x="518623" y="571806"/>
                    </a:cubicBezTo>
                    <a:cubicBezTo>
                      <a:pt x="492288" y="586954"/>
                      <a:pt x="468894" y="600730"/>
                      <a:pt x="447102" y="613906"/>
                    </a:cubicBezTo>
                    <a:cubicBezTo>
                      <a:pt x="435324" y="621030"/>
                      <a:pt x="423451" y="628248"/>
                      <a:pt x="412238" y="635466"/>
                    </a:cubicBezTo>
                    <a:cubicBezTo>
                      <a:pt x="402723" y="641458"/>
                      <a:pt x="392864" y="648342"/>
                      <a:pt x="380203" y="657797"/>
                    </a:cubicBezTo>
                    <a:cubicBezTo>
                      <a:pt x="362955" y="670699"/>
                      <a:pt x="346221" y="684604"/>
                      <a:pt x="329659" y="699134"/>
                    </a:cubicBezTo>
                    <a:cubicBezTo>
                      <a:pt x="353474" y="686455"/>
                      <a:pt x="378180" y="673948"/>
                      <a:pt x="404197" y="661381"/>
                    </a:cubicBezTo>
                    <a:cubicBezTo>
                      <a:pt x="427806" y="649911"/>
                      <a:pt x="451997" y="638869"/>
                      <a:pt x="476077" y="628591"/>
                    </a:cubicBezTo>
                    <a:cubicBezTo>
                      <a:pt x="500046" y="618304"/>
                      <a:pt x="525112" y="608728"/>
                      <a:pt x="550564" y="600138"/>
                    </a:cubicBezTo>
                    <a:cubicBezTo>
                      <a:pt x="573941" y="592260"/>
                      <a:pt x="598630" y="584734"/>
                      <a:pt x="626045" y="577130"/>
                    </a:cubicBezTo>
                    <a:lnTo>
                      <a:pt x="640592" y="573204"/>
                    </a:lnTo>
                    <a:cubicBezTo>
                      <a:pt x="660369" y="567855"/>
                      <a:pt x="680814" y="562325"/>
                      <a:pt x="701551" y="557216"/>
                    </a:cubicBezTo>
                    <a:cubicBezTo>
                      <a:pt x="715482" y="553864"/>
                      <a:pt x="728238" y="551190"/>
                      <a:pt x="740582" y="549012"/>
                    </a:cubicBezTo>
                    <a:cubicBezTo>
                      <a:pt x="747834" y="547752"/>
                      <a:pt x="754847" y="546732"/>
                      <a:pt x="761782" y="545712"/>
                    </a:cubicBezTo>
                    <a:cubicBezTo>
                      <a:pt x="767560" y="544872"/>
                      <a:pt x="773277" y="544032"/>
                      <a:pt x="779012" y="543072"/>
                    </a:cubicBezTo>
                    <a:cubicBezTo>
                      <a:pt x="801155" y="539720"/>
                      <a:pt x="824670" y="534756"/>
                      <a:pt x="853130" y="527452"/>
                    </a:cubicBezTo>
                    <a:cubicBezTo>
                      <a:pt x="903699" y="515160"/>
                      <a:pt x="952288" y="502892"/>
                      <a:pt x="1001795" y="489956"/>
                    </a:cubicBezTo>
                    <a:cubicBezTo>
                      <a:pt x="1009793" y="488233"/>
                      <a:pt x="1020123" y="487102"/>
                      <a:pt x="1025626" y="490993"/>
                    </a:cubicBezTo>
                    <a:cubicBezTo>
                      <a:pt x="1027726" y="492485"/>
                      <a:pt x="1029055" y="494620"/>
                      <a:pt x="1029390" y="497003"/>
                    </a:cubicBezTo>
                    <a:cubicBezTo>
                      <a:pt x="1030761" y="506184"/>
                      <a:pt x="1018614" y="510702"/>
                      <a:pt x="1007855" y="513608"/>
                    </a:cubicBezTo>
                    <a:cubicBezTo>
                      <a:pt x="965584" y="527427"/>
                      <a:pt x="921762" y="541666"/>
                      <a:pt x="876962" y="556222"/>
                    </a:cubicBezTo>
                    <a:lnTo>
                      <a:pt x="864763" y="560182"/>
                    </a:lnTo>
                    <a:cubicBezTo>
                      <a:pt x="860528" y="561554"/>
                      <a:pt x="856345" y="562951"/>
                      <a:pt x="852162" y="564348"/>
                    </a:cubicBezTo>
                    <a:cubicBezTo>
                      <a:pt x="843992" y="567092"/>
                      <a:pt x="835780" y="569826"/>
                      <a:pt x="827156" y="572364"/>
                    </a:cubicBezTo>
                    <a:cubicBezTo>
                      <a:pt x="814811" y="576050"/>
                      <a:pt x="801678" y="579590"/>
                      <a:pt x="788168" y="582848"/>
                    </a:cubicBezTo>
                    <a:cubicBezTo>
                      <a:pt x="781841" y="584477"/>
                      <a:pt x="775301" y="585994"/>
                      <a:pt x="768871" y="587486"/>
                    </a:cubicBezTo>
                    <a:cubicBezTo>
                      <a:pt x="762322" y="589003"/>
                      <a:pt x="755901" y="590494"/>
                      <a:pt x="749840" y="592080"/>
                    </a:cubicBezTo>
                    <a:cubicBezTo>
                      <a:pt x="738910" y="594961"/>
                      <a:pt x="727277" y="598467"/>
                      <a:pt x="713253" y="603114"/>
                    </a:cubicBezTo>
                    <a:cubicBezTo>
                      <a:pt x="689961" y="611094"/>
                      <a:pt x="665333" y="620147"/>
                      <a:pt x="641518" y="628908"/>
                    </a:cubicBezTo>
                    <a:lnTo>
                      <a:pt x="638175" y="630134"/>
                    </a:lnTo>
                    <a:cubicBezTo>
                      <a:pt x="612483" y="639735"/>
                      <a:pt x="587666" y="649825"/>
                      <a:pt x="564451" y="660120"/>
                    </a:cubicBezTo>
                    <a:cubicBezTo>
                      <a:pt x="540886" y="670613"/>
                      <a:pt x="517628" y="682083"/>
                      <a:pt x="493377" y="695190"/>
                    </a:cubicBezTo>
                    <a:cubicBezTo>
                      <a:pt x="470634" y="707338"/>
                      <a:pt x="447000" y="720642"/>
                      <a:pt x="423082" y="734744"/>
                    </a:cubicBezTo>
                    <a:cubicBezTo>
                      <a:pt x="401968" y="747131"/>
                      <a:pt x="379362" y="760856"/>
                      <a:pt x="353954" y="776741"/>
                    </a:cubicBezTo>
                    <a:cubicBezTo>
                      <a:pt x="353534" y="776998"/>
                      <a:pt x="353114" y="777264"/>
                      <a:pt x="352693" y="777529"/>
                    </a:cubicBezTo>
                    <a:cubicBezTo>
                      <a:pt x="360829" y="774075"/>
                      <a:pt x="369058" y="770723"/>
                      <a:pt x="377365" y="767517"/>
                    </a:cubicBezTo>
                    <a:cubicBezTo>
                      <a:pt x="398325" y="759210"/>
                      <a:pt x="419868" y="752575"/>
                      <a:pt x="441925" y="745957"/>
                    </a:cubicBezTo>
                    <a:cubicBezTo>
                      <a:pt x="464710" y="739091"/>
                      <a:pt x="485790" y="733218"/>
                      <a:pt x="506364" y="728032"/>
                    </a:cubicBezTo>
                    <a:cubicBezTo>
                      <a:pt x="553761" y="715945"/>
                      <a:pt x="596975" y="707895"/>
                      <a:pt x="638475" y="703420"/>
                    </a:cubicBezTo>
                    <a:cubicBezTo>
                      <a:pt x="662838" y="700780"/>
                      <a:pt x="684809" y="699459"/>
                      <a:pt x="705640" y="699374"/>
                    </a:cubicBezTo>
                    <a:cubicBezTo>
                      <a:pt x="726849" y="699588"/>
                      <a:pt x="748057" y="696493"/>
                      <a:pt x="768254" y="693450"/>
                    </a:cubicBezTo>
                    <a:cubicBezTo>
                      <a:pt x="789239" y="690150"/>
                      <a:pt x="811648" y="686824"/>
                      <a:pt x="834031" y="685641"/>
                    </a:cubicBezTo>
                    <a:cubicBezTo>
                      <a:pt x="843426" y="685110"/>
                      <a:pt x="852822" y="684749"/>
                      <a:pt x="862191" y="684389"/>
                    </a:cubicBezTo>
                    <a:cubicBezTo>
                      <a:pt x="874390" y="683927"/>
                      <a:pt x="886529" y="683463"/>
                      <a:pt x="898607" y="682598"/>
                    </a:cubicBezTo>
                    <a:cubicBezTo>
                      <a:pt x="916867" y="681106"/>
                      <a:pt x="921427" y="686918"/>
                      <a:pt x="922036" y="692122"/>
                    </a:cubicBezTo>
                    <a:cubicBezTo>
                      <a:pt x="922645" y="697325"/>
                      <a:pt x="919533" y="704097"/>
                      <a:pt x="901231" y="706841"/>
                    </a:cubicBezTo>
                    <a:lnTo>
                      <a:pt x="838334" y="714496"/>
                    </a:lnTo>
                    <a:cubicBezTo>
                      <a:pt x="818695" y="717016"/>
                      <a:pt x="799526" y="721328"/>
                      <a:pt x="776801" y="727029"/>
                    </a:cubicBezTo>
                    <a:cubicBezTo>
                      <a:pt x="754238" y="732609"/>
                      <a:pt x="732061" y="737813"/>
                      <a:pt x="708555" y="740085"/>
                    </a:cubicBezTo>
                    <a:cubicBezTo>
                      <a:pt x="688581" y="742125"/>
                      <a:pt x="667073" y="745580"/>
                      <a:pt x="644656" y="750372"/>
                    </a:cubicBezTo>
                    <a:cubicBezTo>
                      <a:pt x="605779" y="758713"/>
                      <a:pt x="564083" y="771168"/>
                      <a:pt x="517174" y="788451"/>
                    </a:cubicBezTo>
                    <a:cubicBezTo>
                      <a:pt x="497252" y="795806"/>
                      <a:pt x="476549" y="803958"/>
                      <a:pt x="453883" y="813345"/>
                    </a:cubicBezTo>
                    <a:lnTo>
                      <a:pt x="448577" y="815548"/>
                    </a:lnTo>
                    <a:cubicBezTo>
                      <a:pt x="439739" y="819200"/>
                      <a:pt x="431398" y="822646"/>
                      <a:pt x="423262" y="826478"/>
                    </a:cubicBezTo>
                    <a:cubicBezTo>
                      <a:pt x="413678" y="830868"/>
                      <a:pt x="404034" y="835565"/>
                      <a:pt x="393713" y="840880"/>
                    </a:cubicBezTo>
                    <a:cubicBezTo>
                      <a:pt x="388689" y="843435"/>
                      <a:pt x="383700" y="846075"/>
                      <a:pt x="378694" y="848810"/>
                    </a:cubicBezTo>
                    <a:cubicBezTo>
                      <a:pt x="377648" y="849461"/>
                      <a:pt x="376465" y="849761"/>
                      <a:pt x="375265" y="849761"/>
                    </a:cubicBezTo>
                    <a:close/>
                    <a:moveTo>
                      <a:pt x="18889" y="835445"/>
                    </a:moveTo>
                    <a:lnTo>
                      <a:pt x="373439" y="835445"/>
                    </a:lnTo>
                    <a:cubicBezTo>
                      <a:pt x="378025" y="832959"/>
                      <a:pt x="382603" y="830542"/>
                      <a:pt x="387189" y="828201"/>
                    </a:cubicBezTo>
                    <a:cubicBezTo>
                      <a:pt x="397673" y="822801"/>
                      <a:pt x="407515" y="818017"/>
                      <a:pt x="417236" y="813568"/>
                    </a:cubicBezTo>
                    <a:cubicBezTo>
                      <a:pt x="425611" y="809625"/>
                      <a:pt x="434106" y="806110"/>
                      <a:pt x="443108" y="802390"/>
                    </a:cubicBezTo>
                    <a:lnTo>
                      <a:pt x="448397" y="800204"/>
                    </a:lnTo>
                    <a:cubicBezTo>
                      <a:pt x="471243" y="790731"/>
                      <a:pt x="492117" y="782527"/>
                      <a:pt x="512219" y="775095"/>
                    </a:cubicBezTo>
                    <a:cubicBezTo>
                      <a:pt x="559771" y="757572"/>
                      <a:pt x="602110" y="744928"/>
                      <a:pt x="641655" y="736441"/>
                    </a:cubicBezTo>
                    <a:cubicBezTo>
                      <a:pt x="664587" y="731547"/>
                      <a:pt x="686618" y="727998"/>
                      <a:pt x="707141" y="725906"/>
                    </a:cubicBezTo>
                    <a:cubicBezTo>
                      <a:pt x="729712" y="723720"/>
                      <a:pt x="751332" y="718645"/>
                      <a:pt x="773337" y="713201"/>
                    </a:cubicBezTo>
                    <a:cubicBezTo>
                      <a:pt x="796535" y="707372"/>
                      <a:pt x="816174" y="702957"/>
                      <a:pt x="836568" y="700351"/>
                    </a:cubicBezTo>
                    <a:lnTo>
                      <a:pt x="842980" y="699571"/>
                    </a:lnTo>
                    <a:cubicBezTo>
                      <a:pt x="840263" y="699700"/>
                      <a:pt x="837546" y="699846"/>
                      <a:pt x="834819" y="700000"/>
                    </a:cubicBezTo>
                    <a:cubicBezTo>
                      <a:pt x="813088" y="701148"/>
                      <a:pt x="791100" y="704406"/>
                      <a:pt x="770440" y="707664"/>
                    </a:cubicBezTo>
                    <a:cubicBezTo>
                      <a:pt x="749643" y="710801"/>
                      <a:pt x="727886" y="714016"/>
                      <a:pt x="705640" y="713759"/>
                    </a:cubicBezTo>
                    <a:cubicBezTo>
                      <a:pt x="685375" y="713844"/>
                      <a:pt x="663884" y="715139"/>
                      <a:pt x="640018" y="717728"/>
                    </a:cubicBezTo>
                    <a:cubicBezTo>
                      <a:pt x="599204" y="722117"/>
                      <a:pt x="556633" y="730055"/>
                      <a:pt x="509887" y="741979"/>
                    </a:cubicBezTo>
                    <a:cubicBezTo>
                      <a:pt x="489511" y="747114"/>
                      <a:pt x="468637" y="752918"/>
                      <a:pt x="446057" y="759733"/>
                    </a:cubicBezTo>
                    <a:cubicBezTo>
                      <a:pt x="424300" y="766265"/>
                      <a:pt x="403083" y="772789"/>
                      <a:pt x="382586" y="780915"/>
                    </a:cubicBezTo>
                    <a:cubicBezTo>
                      <a:pt x="341961" y="796569"/>
                      <a:pt x="303230" y="815814"/>
                      <a:pt x="267037" y="834194"/>
                    </a:cubicBezTo>
                    <a:cubicBezTo>
                      <a:pt x="263694" y="835891"/>
                      <a:pt x="259596" y="834717"/>
                      <a:pt x="257659" y="831493"/>
                    </a:cubicBezTo>
                    <a:cubicBezTo>
                      <a:pt x="255730" y="828279"/>
                      <a:pt x="256613" y="824104"/>
                      <a:pt x="259690" y="821952"/>
                    </a:cubicBezTo>
                    <a:lnTo>
                      <a:pt x="261028" y="821009"/>
                    </a:lnTo>
                    <a:cubicBezTo>
                      <a:pt x="267011" y="816817"/>
                      <a:pt x="272995" y="812625"/>
                      <a:pt x="279064" y="808519"/>
                    </a:cubicBezTo>
                    <a:cubicBezTo>
                      <a:pt x="301756" y="793106"/>
                      <a:pt x="323778" y="778764"/>
                      <a:pt x="346384" y="764654"/>
                    </a:cubicBezTo>
                    <a:cubicBezTo>
                      <a:pt x="371904" y="748708"/>
                      <a:pt x="394622" y="734907"/>
                      <a:pt x="415839" y="722460"/>
                    </a:cubicBezTo>
                    <a:cubicBezTo>
                      <a:pt x="439910" y="708264"/>
                      <a:pt x="463725" y="694865"/>
                      <a:pt x="486613" y="682632"/>
                    </a:cubicBezTo>
                    <a:cubicBezTo>
                      <a:pt x="511165" y="669370"/>
                      <a:pt x="534739" y="657737"/>
                      <a:pt x="558656" y="647082"/>
                    </a:cubicBezTo>
                    <a:cubicBezTo>
                      <a:pt x="582145" y="636683"/>
                      <a:pt x="607228" y="626473"/>
                      <a:pt x="633220" y="616761"/>
                    </a:cubicBezTo>
                    <a:lnTo>
                      <a:pt x="636598" y="615509"/>
                    </a:lnTo>
                    <a:cubicBezTo>
                      <a:pt x="660498" y="606722"/>
                      <a:pt x="685195" y="597635"/>
                      <a:pt x="708709" y="589577"/>
                    </a:cubicBezTo>
                    <a:cubicBezTo>
                      <a:pt x="723094" y="584811"/>
                      <a:pt x="735001" y="581228"/>
                      <a:pt x="746231" y="578261"/>
                    </a:cubicBezTo>
                    <a:cubicBezTo>
                      <a:pt x="752421" y="576642"/>
                      <a:pt x="758987" y="575124"/>
                      <a:pt x="765665" y="573572"/>
                    </a:cubicBezTo>
                    <a:cubicBezTo>
                      <a:pt x="771983" y="572107"/>
                      <a:pt x="778412" y="570615"/>
                      <a:pt x="784730" y="568986"/>
                    </a:cubicBezTo>
                    <a:cubicBezTo>
                      <a:pt x="798095" y="565754"/>
                      <a:pt x="810979" y="562283"/>
                      <a:pt x="823118" y="558656"/>
                    </a:cubicBezTo>
                    <a:cubicBezTo>
                      <a:pt x="831596" y="556170"/>
                      <a:pt x="839646" y="553470"/>
                      <a:pt x="847653" y="550795"/>
                    </a:cubicBezTo>
                    <a:cubicBezTo>
                      <a:pt x="851887" y="549381"/>
                      <a:pt x="856114" y="547958"/>
                      <a:pt x="860374" y="546586"/>
                    </a:cubicBezTo>
                    <a:lnTo>
                      <a:pt x="872564" y="542626"/>
                    </a:lnTo>
                    <a:cubicBezTo>
                      <a:pt x="895504" y="535176"/>
                      <a:pt x="918187" y="527804"/>
                      <a:pt x="940587" y="520517"/>
                    </a:cubicBezTo>
                    <a:cubicBezTo>
                      <a:pt x="912898" y="527538"/>
                      <a:pt x="885063" y="534439"/>
                      <a:pt x="856628" y="541357"/>
                    </a:cubicBezTo>
                    <a:cubicBezTo>
                      <a:pt x="827781" y="548764"/>
                      <a:pt x="803813" y="553822"/>
                      <a:pt x="781284" y="557233"/>
                    </a:cubicBezTo>
                    <a:cubicBezTo>
                      <a:pt x="775558" y="558193"/>
                      <a:pt x="769746" y="559042"/>
                      <a:pt x="763873" y="559899"/>
                    </a:cubicBezTo>
                    <a:cubicBezTo>
                      <a:pt x="757067" y="560894"/>
                      <a:pt x="750175" y="561905"/>
                      <a:pt x="743068" y="563131"/>
                    </a:cubicBezTo>
                    <a:cubicBezTo>
                      <a:pt x="731041" y="565248"/>
                      <a:pt x="718568" y="567863"/>
                      <a:pt x="704963" y="571147"/>
                    </a:cubicBezTo>
                    <a:cubicBezTo>
                      <a:pt x="684424" y="576196"/>
                      <a:pt x="664964" y="581468"/>
                      <a:pt x="644356" y="587040"/>
                    </a:cubicBezTo>
                    <a:lnTo>
                      <a:pt x="629842" y="590957"/>
                    </a:lnTo>
                    <a:cubicBezTo>
                      <a:pt x="602736" y="598467"/>
                      <a:pt x="578287" y="605925"/>
                      <a:pt x="555159" y="613726"/>
                    </a:cubicBezTo>
                    <a:cubicBezTo>
                      <a:pt x="530076" y="622187"/>
                      <a:pt x="505370" y="631634"/>
                      <a:pt x="481727" y="641767"/>
                    </a:cubicBezTo>
                    <a:cubicBezTo>
                      <a:pt x="457844" y="651960"/>
                      <a:pt x="433866" y="662898"/>
                      <a:pt x="410455" y="674274"/>
                    </a:cubicBezTo>
                    <a:cubicBezTo>
                      <a:pt x="364652" y="696408"/>
                      <a:pt x="322964" y="718336"/>
                      <a:pt x="283008" y="741319"/>
                    </a:cubicBezTo>
                    <a:cubicBezTo>
                      <a:pt x="279853" y="743137"/>
                      <a:pt x="275832" y="742288"/>
                      <a:pt x="273672" y="739365"/>
                    </a:cubicBezTo>
                    <a:cubicBezTo>
                      <a:pt x="271512" y="736433"/>
                      <a:pt x="271898" y="732344"/>
                      <a:pt x="274564" y="729866"/>
                    </a:cubicBezTo>
                    <a:cubicBezTo>
                      <a:pt x="306531" y="700197"/>
                      <a:pt x="338009" y="671496"/>
                      <a:pt x="371630" y="646353"/>
                    </a:cubicBezTo>
                    <a:cubicBezTo>
                      <a:pt x="384609" y="636649"/>
                      <a:pt x="394759" y="629577"/>
                      <a:pt x="404549" y="623404"/>
                    </a:cubicBezTo>
                    <a:cubicBezTo>
                      <a:pt x="415804" y="616152"/>
                      <a:pt x="427797" y="608874"/>
                      <a:pt x="439687" y="601681"/>
                    </a:cubicBezTo>
                    <a:cubicBezTo>
                      <a:pt x="461564" y="588446"/>
                      <a:pt x="485061" y="574627"/>
                      <a:pt x="511490" y="559419"/>
                    </a:cubicBezTo>
                    <a:cubicBezTo>
                      <a:pt x="535836" y="545472"/>
                      <a:pt x="560079" y="531542"/>
                      <a:pt x="584117" y="517714"/>
                    </a:cubicBezTo>
                    <a:cubicBezTo>
                      <a:pt x="598227" y="509270"/>
                      <a:pt x="610460" y="499952"/>
                      <a:pt x="622281" y="490934"/>
                    </a:cubicBezTo>
                    <a:cubicBezTo>
                      <a:pt x="632371" y="483244"/>
                      <a:pt x="641904" y="475983"/>
                      <a:pt x="651797" y="469897"/>
                    </a:cubicBezTo>
                    <a:cubicBezTo>
                      <a:pt x="662169" y="463518"/>
                      <a:pt x="673262" y="457792"/>
                      <a:pt x="686738" y="451166"/>
                    </a:cubicBezTo>
                    <a:cubicBezTo>
                      <a:pt x="698945" y="445156"/>
                      <a:pt x="711058" y="439156"/>
                      <a:pt x="723171" y="433129"/>
                    </a:cubicBezTo>
                    <a:cubicBezTo>
                      <a:pt x="748486" y="420476"/>
                      <a:pt x="771400" y="409263"/>
                      <a:pt x="795309" y="400211"/>
                    </a:cubicBezTo>
                    <a:cubicBezTo>
                      <a:pt x="808193" y="395264"/>
                      <a:pt x="820263" y="391321"/>
                      <a:pt x="832171" y="388158"/>
                    </a:cubicBezTo>
                    <a:lnTo>
                      <a:pt x="849230" y="384026"/>
                    </a:lnTo>
                    <a:cubicBezTo>
                      <a:pt x="856079" y="382380"/>
                      <a:pt x="862903" y="380726"/>
                      <a:pt x="869718" y="379046"/>
                    </a:cubicBezTo>
                    <a:lnTo>
                      <a:pt x="875136" y="377759"/>
                    </a:lnTo>
                    <a:cubicBezTo>
                      <a:pt x="875513" y="377674"/>
                      <a:pt x="875899" y="377579"/>
                      <a:pt x="876276" y="377494"/>
                    </a:cubicBezTo>
                    <a:lnTo>
                      <a:pt x="856096" y="380906"/>
                    </a:lnTo>
                    <a:cubicBezTo>
                      <a:pt x="847190" y="382388"/>
                      <a:pt x="838257" y="383880"/>
                      <a:pt x="829136" y="385595"/>
                    </a:cubicBezTo>
                    <a:cubicBezTo>
                      <a:pt x="816963" y="388004"/>
                      <a:pt x="804207" y="391244"/>
                      <a:pt x="791271" y="395230"/>
                    </a:cubicBezTo>
                    <a:cubicBezTo>
                      <a:pt x="766874" y="402628"/>
                      <a:pt x="743291" y="411921"/>
                      <a:pt x="717196" y="422413"/>
                    </a:cubicBezTo>
                    <a:lnTo>
                      <a:pt x="680626" y="437021"/>
                    </a:lnTo>
                    <a:cubicBezTo>
                      <a:pt x="668822" y="441633"/>
                      <a:pt x="656306" y="446639"/>
                      <a:pt x="643953" y="452820"/>
                    </a:cubicBezTo>
                    <a:cubicBezTo>
                      <a:pt x="631008" y="459310"/>
                      <a:pt x="619007" y="466956"/>
                      <a:pt x="607383" y="474363"/>
                    </a:cubicBezTo>
                    <a:cubicBezTo>
                      <a:pt x="596650" y="481195"/>
                      <a:pt x="586517" y="487650"/>
                      <a:pt x="575964" y="493060"/>
                    </a:cubicBezTo>
                    <a:cubicBezTo>
                      <a:pt x="572518" y="494826"/>
                      <a:pt x="568780" y="496566"/>
                      <a:pt x="564914" y="498357"/>
                    </a:cubicBezTo>
                    <a:lnTo>
                      <a:pt x="504530" y="526587"/>
                    </a:lnTo>
                    <a:cubicBezTo>
                      <a:pt x="475469" y="540242"/>
                      <a:pt x="453352" y="550872"/>
                      <a:pt x="432821" y="561065"/>
                    </a:cubicBezTo>
                    <a:lnTo>
                      <a:pt x="426786" y="564074"/>
                    </a:lnTo>
                    <a:cubicBezTo>
                      <a:pt x="405466" y="574721"/>
                      <a:pt x="383426" y="585728"/>
                      <a:pt x="361635" y="598775"/>
                    </a:cubicBezTo>
                    <a:cubicBezTo>
                      <a:pt x="345270" y="608566"/>
                      <a:pt x="327962" y="620121"/>
                      <a:pt x="308725" y="634120"/>
                    </a:cubicBezTo>
                    <a:cubicBezTo>
                      <a:pt x="305982" y="636100"/>
                      <a:pt x="302236" y="635903"/>
                      <a:pt x="299715" y="633648"/>
                    </a:cubicBezTo>
                    <a:cubicBezTo>
                      <a:pt x="297204" y="631385"/>
                      <a:pt x="296621" y="627674"/>
                      <a:pt x="298318" y="624750"/>
                    </a:cubicBezTo>
                    <a:cubicBezTo>
                      <a:pt x="311700" y="601665"/>
                      <a:pt x="325742" y="578304"/>
                      <a:pt x="339329" y="555725"/>
                    </a:cubicBezTo>
                    <a:cubicBezTo>
                      <a:pt x="364189" y="514379"/>
                      <a:pt x="389890" y="471637"/>
                      <a:pt x="412821" y="428474"/>
                    </a:cubicBezTo>
                    <a:cubicBezTo>
                      <a:pt x="424222" y="406854"/>
                      <a:pt x="434244" y="386409"/>
                      <a:pt x="443442" y="365998"/>
                    </a:cubicBezTo>
                    <a:lnTo>
                      <a:pt x="447060" y="357691"/>
                    </a:lnTo>
                    <a:cubicBezTo>
                      <a:pt x="450386" y="350139"/>
                      <a:pt x="453823" y="342329"/>
                      <a:pt x="456764" y="334005"/>
                    </a:cubicBezTo>
                    <a:cubicBezTo>
                      <a:pt x="460270" y="324061"/>
                      <a:pt x="463347" y="313268"/>
                      <a:pt x="466176" y="300993"/>
                    </a:cubicBezTo>
                    <a:cubicBezTo>
                      <a:pt x="469202" y="287868"/>
                      <a:pt x="471663" y="274761"/>
                      <a:pt x="474046" y="262074"/>
                    </a:cubicBezTo>
                    <a:cubicBezTo>
                      <a:pt x="475700" y="253235"/>
                      <a:pt x="477338" y="244526"/>
                      <a:pt x="479129" y="235953"/>
                    </a:cubicBezTo>
                    <a:cubicBezTo>
                      <a:pt x="479481" y="234059"/>
                      <a:pt x="479884" y="232199"/>
                      <a:pt x="480312" y="230347"/>
                    </a:cubicBezTo>
                    <a:cubicBezTo>
                      <a:pt x="479558" y="232653"/>
                      <a:pt x="478872" y="234950"/>
                      <a:pt x="478255" y="237256"/>
                    </a:cubicBezTo>
                    <a:cubicBezTo>
                      <a:pt x="476086" y="244757"/>
                      <a:pt x="474063" y="252112"/>
                      <a:pt x="472057" y="259442"/>
                    </a:cubicBezTo>
                    <a:cubicBezTo>
                      <a:pt x="468276" y="273226"/>
                      <a:pt x="464367" y="287474"/>
                      <a:pt x="459807" y="301156"/>
                    </a:cubicBezTo>
                    <a:cubicBezTo>
                      <a:pt x="456446" y="311614"/>
                      <a:pt x="452392" y="322030"/>
                      <a:pt x="447780" y="332042"/>
                    </a:cubicBezTo>
                    <a:cubicBezTo>
                      <a:pt x="444574" y="338943"/>
                      <a:pt x="440699" y="345912"/>
                      <a:pt x="436953" y="352650"/>
                    </a:cubicBezTo>
                    <a:cubicBezTo>
                      <a:pt x="435384" y="355462"/>
                      <a:pt x="433824" y="358283"/>
                      <a:pt x="432298" y="361086"/>
                    </a:cubicBezTo>
                    <a:cubicBezTo>
                      <a:pt x="421908" y="379165"/>
                      <a:pt x="410506" y="397665"/>
                      <a:pt x="397356" y="417810"/>
                    </a:cubicBezTo>
                    <a:cubicBezTo>
                      <a:pt x="372625" y="455152"/>
                      <a:pt x="345287" y="491936"/>
                      <a:pt x="318849" y="527495"/>
                    </a:cubicBezTo>
                    <a:cubicBezTo>
                      <a:pt x="292892" y="562411"/>
                      <a:pt x="266051" y="598527"/>
                      <a:pt x="241182" y="635757"/>
                    </a:cubicBezTo>
                    <a:cubicBezTo>
                      <a:pt x="235310" y="644484"/>
                      <a:pt x="229515" y="653194"/>
                      <a:pt x="223729" y="661869"/>
                    </a:cubicBezTo>
                    <a:cubicBezTo>
                      <a:pt x="205135" y="689781"/>
                      <a:pt x="185915" y="718645"/>
                      <a:pt x="166062" y="745417"/>
                    </a:cubicBezTo>
                    <a:cubicBezTo>
                      <a:pt x="163584" y="748837"/>
                      <a:pt x="161064" y="752146"/>
                      <a:pt x="158441" y="755541"/>
                    </a:cubicBezTo>
                    <a:cubicBezTo>
                      <a:pt x="158115" y="755970"/>
                      <a:pt x="157738" y="756347"/>
                      <a:pt x="157326" y="756698"/>
                    </a:cubicBezTo>
                    <a:lnTo>
                      <a:pt x="129560" y="779690"/>
                    </a:lnTo>
                    <a:cubicBezTo>
                      <a:pt x="126980" y="781815"/>
                      <a:pt x="123251" y="781876"/>
                      <a:pt x="120619" y="779818"/>
                    </a:cubicBezTo>
                    <a:cubicBezTo>
                      <a:pt x="117970" y="777769"/>
                      <a:pt x="117104" y="774152"/>
                      <a:pt x="118536" y="771126"/>
                    </a:cubicBezTo>
                    <a:cubicBezTo>
                      <a:pt x="127022" y="753089"/>
                      <a:pt x="135501" y="735096"/>
                      <a:pt x="143782" y="716819"/>
                    </a:cubicBezTo>
                    <a:cubicBezTo>
                      <a:pt x="149028" y="705272"/>
                      <a:pt x="154274" y="693639"/>
                      <a:pt x="159521" y="681997"/>
                    </a:cubicBezTo>
                    <a:cubicBezTo>
                      <a:pt x="164784" y="669919"/>
                      <a:pt x="169722" y="657986"/>
                      <a:pt x="174171" y="646636"/>
                    </a:cubicBezTo>
                    <a:cubicBezTo>
                      <a:pt x="182109" y="626585"/>
                      <a:pt x="189593" y="606388"/>
                      <a:pt x="196828" y="586860"/>
                    </a:cubicBezTo>
                    <a:lnTo>
                      <a:pt x="200952" y="575750"/>
                    </a:lnTo>
                    <a:cubicBezTo>
                      <a:pt x="209241" y="553590"/>
                      <a:pt x="218242" y="529870"/>
                      <a:pt x="227964" y="506492"/>
                    </a:cubicBezTo>
                    <a:cubicBezTo>
                      <a:pt x="236725" y="485361"/>
                      <a:pt x="245683" y="463021"/>
                      <a:pt x="256150" y="436207"/>
                    </a:cubicBezTo>
                    <a:cubicBezTo>
                      <a:pt x="272515" y="394287"/>
                      <a:pt x="289017" y="349796"/>
                      <a:pt x="308091" y="296201"/>
                    </a:cubicBezTo>
                    <a:lnTo>
                      <a:pt x="312771" y="283051"/>
                    </a:lnTo>
                    <a:cubicBezTo>
                      <a:pt x="319415" y="264379"/>
                      <a:pt x="326024" y="245786"/>
                      <a:pt x="332514" y="227321"/>
                    </a:cubicBezTo>
                    <a:lnTo>
                      <a:pt x="338635" y="209858"/>
                    </a:lnTo>
                    <a:cubicBezTo>
                      <a:pt x="344481" y="193271"/>
                      <a:pt x="350525" y="176108"/>
                      <a:pt x="355814" y="159058"/>
                    </a:cubicBezTo>
                    <a:cubicBezTo>
                      <a:pt x="363461" y="134489"/>
                      <a:pt x="368938" y="112046"/>
                      <a:pt x="372573" y="90418"/>
                    </a:cubicBezTo>
                    <a:cubicBezTo>
                      <a:pt x="372916" y="88352"/>
                      <a:pt x="373242" y="86260"/>
                      <a:pt x="373550" y="84169"/>
                    </a:cubicBezTo>
                    <a:cubicBezTo>
                      <a:pt x="373113" y="86072"/>
                      <a:pt x="372667" y="87949"/>
                      <a:pt x="372222" y="89826"/>
                    </a:cubicBezTo>
                    <a:lnTo>
                      <a:pt x="371707" y="92012"/>
                    </a:lnTo>
                    <a:cubicBezTo>
                      <a:pt x="366538" y="112980"/>
                      <a:pt x="359243" y="134875"/>
                      <a:pt x="349427" y="159024"/>
                    </a:cubicBezTo>
                    <a:cubicBezTo>
                      <a:pt x="342475" y="176194"/>
                      <a:pt x="334571" y="193502"/>
                      <a:pt x="326925" y="210236"/>
                    </a:cubicBezTo>
                    <a:lnTo>
                      <a:pt x="312926" y="240805"/>
                    </a:lnTo>
                    <a:cubicBezTo>
                      <a:pt x="305733" y="256458"/>
                      <a:pt x="298524" y="272155"/>
                      <a:pt x="291263" y="287791"/>
                    </a:cubicBezTo>
                    <a:cubicBezTo>
                      <a:pt x="269352" y="334854"/>
                      <a:pt x="249258" y="376688"/>
                      <a:pt x="229807" y="415675"/>
                    </a:cubicBezTo>
                    <a:cubicBezTo>
                      <a:pt x="217557" y="440424"/>
                      <a:pt x="207372" y="460544"/>
                      <a:pt x="197780" y="478966"/>
                    </a:cubicBezTo>
                    <a:cubicBezTo>
                      <a:pt x="186104" y="501195"/>
                      <a:pt x="175063" y="523372"/>
                      <a:pt x="165847" y="543106"/>
                    </a:cubicBezTo>
                    <a:cubicBezTo>
                      <a:pt x="159864" y="555750"/>
                      <a:pt x="154051" y="568343"/>
                      <a:pt x="148274" y="580859"/>
                    </a:cubicBezTo>
                    <a:cubicBezTo>
                      <a:pt x="133838" y="612106"/>
                      <a:pt x="120207" y="641630"/>
                      <a:pt x="104897" y="670545"/>
                    </a:cubicBezTo>
                    <a:lnTo>
                      <a:pt x="78305" y="721354"/>
                    </a:lnTo>
                    <a:cubicBezTo>
                      <a:pt x="65198" y="746385"/>
                      <a:pt x="52099" y="771400"/>
                      <a:pt x="39069" y="796380"/>
                    </a:cubicBezTo>
                    <a:cubicBezTo>
                      <a:pt x="32313" y="809394"/>
                      <a:pt x="25593" y="822415"/>
                      <a:pt x="18889" y="835445"/>
                    </a:cubicBezTo>
                    <a:close/>
                  </a:path>
                </a:pathLst>
              </a:custGeom>
              <a:solidFill>
                <a:srgbClr val="F2FF96"/>
              </a:solidFill>
              <a:ln cap="flat">
                <a:noFill/>
                <a:prstDash val="solid"/>
                <a:miter lim="800000"/>
              </a:ln>
            </p:spPr>
            <p:txBody>
              <a:bodyPr vert="horz" anchor="ctr" tIns="45720" lIns="91440" bIns="45720" rIns="91440"/>
              <a:p>
                <a:pPr algn="l" marL="0"/>
              </a:p>
            </p:txBody>
          </p:sp>
        </p:grpSp>
      </p:grpSp>
      <p:sp>
        <p:nvSpPr>
          <p:cNvPr name="AutoShape 54" id="54"/>
          <p:cNvSpPr/>
          <p:nvPr>
            <p:ph type="title"/>
          </p:nvPr>
        </p:nvSpPr>
        <p:spPr>
          <a:xfrm>
            <a:off x="660400" y="128587"/>
            <a:ext cx="10858500" cy="900112"/>
          </a:xfrm>
          <a:prstGeom prst="rect">
            <a:avLst/>
          </a:prstGeom>
        </p:spPr>
        <p:txBody>
          <a:bodyPr vert="horz" anchor="b" tIns="45720" lIns="91440" bIns="45720" rIns="91440">
            <a:normAutofit/>
          </a:bodyPr>
          <a:p>
            <a:pPr algn="l">
              <a:lnSpc>
                <a:spcPct val="100000"/>
              </a:lnSpc>
              <a:spcBef>
                <a:spcPct val="0"/>
              </a:spcBef>
              <a:buNone/>
            </a:pPr>
            <a:r>
              <a:rPr lang="en-US" b="true" i="false" sz="2800" baseline="0" u="none">
                <a:solidFill>
                  <a:schemeClr val="tx1"/>
                </a:solidFill>
                <a:latin typeface="Arial"/>
                <a:ea typeface="Arial"/>
              </a:rPr>
              <a:t>Click to add title</a:t>
            </a:r>
          </a:p>
        </p:txBody>
      </p:sp>
      <p:sp>
        <p:nvSpPr>
          <p:cNvPr name="AutoShape 55" id="55"/>
          <p:cNvSpPr/>
          <p:nvPr>
            <p:ph type="body" idx="1"/>
          </p:nvPr>
        </p:nvSpPr>
        <p:spPr>
          <a:xfrm>
            <a:off x="660400" y="1130300"/>
            <a:ext cx="10858500" cy="5003800"/>
          </a:xfrm>
          <a:prstGeom prst="rect">
            <a:avLst/>
          </a:prstGeom>
        </p:spPr>
        <p:txBody>
          <a:bodyPr vert="horz" anchor="t" tIns="45720" lIns="91440" bIns="45720" rIns="91440">
            <a:normAutofit/>
          </a:bodyPr>
          <a:p>
            <a:pPr algn="l" indent="-228600" marL="228600">
              <a:lnSpc>
                <a:spcPct val="120000"/>
              </a:lnSpc>
              <a:spcBef>
                <a:spcPts val="1000"/>
              </a:spcBef>
              <a:buNone/>
            </a:pPr>
            <a:r>
              <a:rPr lang="en-US" b="false" i="false" sz="1800" baseline="0" u="none">
                <a:solidFill>
                  <a:schemeClr val="tx1"/>
                </a:solidFill>
                <a:latin typeface="Arial"/>
                <a:ea typeface="Arial"/>
              </a:rPr>
              <a:t>Click to add text</a:t>
            </a:r>
          </a:p>
          <a:p>
            <a:pPr algn="l" indent="-228600" lvl="1" marL="685800">
              <a:lnSpc>
                <a:spcPct val="120000"/>
              </a:lnSpc>
              <a:spcBef>
                <a:spcPts val="500"/>
              </a:spcBef>
              <a:buNone/>
            </a:pPr>
            <a:r>
              <a:rPr lang="en-US" b="false" i="false" sz="1600" baseline="0" u="none">
                <a:solidFill>
                  <a:schemeClr val="tx1"/>
                </a:solidFill>
                <a:latin typeface="Arial"/>
                <a:ea typeface="Arial"/>
              </a:rPr>
              <a:t>Second level</a:t>
            </a:r>
          </a:p>
          <a:p>
            <a:pPr algn="l" indent="-228600" lvl="2" marL="1143000">
              <a:lnSpc>
                <a:spcPct val="120000"/>
              </a:lnSpc>
              <a:spcBef>
                <a:spcPts val="500"/>
              </a:spcBef>
              <a:buNone/>
            </a:pPr>
            <a:r>
              <a:rPr lang="en-US" b="false" i="false" sz="1400" baseline="0" u="none">
                <a:solidFill>
                  <a:schemeClr val="tx1"/>
                </a:solidFill>
                <a:latin typeface="Arial"/>
                <a:ea typeface="Arial"/>
              </a:rPr>
              <a:t>Third level</a:t>
            </a:r>
          </a:p>
          <a:p>
            <a:pPr algn="l" indent="-228600" lvl="3" marL="1600200">
              <a:lnSpc>
                <a:spcPct val="120000"/>
              </a:lnSpc>
              <a:spcBef>
                <a:spcPts val="500"/>
              </a:spcBef>
              <a:buNone/>
            </a:pPr>
            <a:r>
              <a:rPr lang="en-US" b="false" i="false" sz="1200" baseline="0" u="none">
                <a:solidFill>
                  <a:schemeClr val="tx1"/>
                </a:solidFill>
                <a:latin typeface="Arial"/>
                <a:ea typeface="Arial"/>
              </a:rPr>
              <a:t>Fourth level</a:t>
            </a:r>
          </a:p>
          <a:p>
            <a:pPr algn="l" indent="-228600" lvl="4" marL="2057400">
              <a:lnSpc>
                <a:spcPct val="120000"/>
              </a:lnSpc>
              <a:spcBef>
                <a:spcPts val="500"/>
              </a:spcBef>
              <a:buNone/>
            </a:pPr>
            <a:r>
              <a:rPr lang="en-US" b="false" i="false" sz="1200" baseline="0" u="none">
                <a:solidFill>
                  <a:schemeClr val="tx1"/>
                </a:solidFill>
                <a:latin typeface="Arial"/>
                <a:ea typeface="Arial"/>
              </a:rPr>
              <a:t>Fifth level</a:t>
            </a:r>
          </a:p>
        </p:txBody>
      </p:sp>
      <p:sp>
        <p:nvSpPr>
          <p:cNvPr name="AutoShape 56" id="56"/>
          <p:cNvSpPr/>
          <p:nvPr>
            <p:ph type="dt" sz="half" idx="2"/>
          </p:nvPr>
        </p:nvSpPr>
        <p:spPr>
          <a:xfrm>
            <a:off x="4718050" y="6409690"/>
            <a:ext cx="2743200" cy="274320"/>
          </a:xfrm>
          <a:prstGeom prst="rect">
            <a:avLst/>
          </a:prstGeom>
        </p:spPr>
        <p:txBody>
          <a:bodyPr vert="horz" anchor="ctr" tIns="45720" lIns="91440" bIns="45720" rIns="91440"/>
          <a:p>
            <a:pPr algn="l" marL="0">
              <a:buNone/>
            </a:pPr>
          </a:p>
        </p:txBody>
      </p:sp>
      <p:sp>
        <p:nvSpPr>
          <p:cNvPr name="AutoShape 57" id="57"/>
          <p:cNvSpPr/>
          <p:nvPr>
            <p:ph type="ftr" sz="quarter" idx="3"/>
          </p:nvPr>
        </p:nvSpPr>
        <p:spPr>
          <a:xfrm>
            <a:off x="660399" y="6409690"/>
            <a:ext cx="3657600" cy="274320"/>
          </a:xfrm>
          <a:prstGeom prst="rect">
            <a:avLst/>
          </a:prstGeom>
        </p:spPr>
        <p:txBody>
          <a:bodyPr vert="horz" anchor="ctr" tIns="45720" lIns="91440" bIns="45720" rIns="91440"/>
          <a:p>
            <a:pPr algn="l" marL="0">
              <a:buNone/>
            </a:pPr>
          </a:p>
        </p:txBody>
      </p:sp>
      <p:sp>
        <p:nvSpPr>
          <p:cNvPr name="AutoShape 58" id="58"/>
          <p:cNvSpPr/>
          <p:nvPr>
            <p:ph type="sldNum" sz="quarter" idx="4"/>
          </p:nvPr>
        </p:nvSpPr>
        <p:spPr>
          <a:xfrm>
            <a:off x="7861300" y="6409690"/>
            <a:ext cx="3657600" cy="274320"/>
          </a:xfrm>
          <a:prstGeom prst="rect">
            <a:avLst/>
          </a:prstGeom>
        </p:spPr>
        <p:txBody>
          <a:bodyPr vert="horz" anchor="ctr" tIns="45720" lIns="91440" bIns="45720" rIns="91440"/>
          <a:p>
            <a:pPr algn="l" marL="0">
              <a:buNone/>
            </a:pPr>
            <a:fld type="slidenum" id="{3386411A-70EE-422D-B97C-F56BEE3FF077}">
              <a:rPr lang="en-US" b="false" i="false" sz="1800" baseline="0" u="none">
                <a:solidFill>
                  <a:schemeClr val="tx1"/>
                </a:solidFill>
                <a:latin typeface="Arial"/>
                <a:ea typeface="Arial"/>
              </a:rPr>
              <a:t>‹#›</a:t>
            </a:fld>
          </a:p>
        </p:txBody>
      </p:sp>
    </p:spTree>
  </p:cSld>
  <p:clrMap bg1="lt1" tx1="dk1" bg2="lt2" tx2="dk2" accent1="accent1" accent2="accent2" accent3="accent3" accent4="accent4" accent5="accent5" accent6="accent6" hlink="hlink" folHlink="folHlink"/>
  <p:sldLayoutIdLst>
    <p:sldLayoutId id="2147483655" r:id="rId1"/>
    <p:sldLayoutId id="2147483656" r:id="rId4"/>
    <p:sldLayoutId id="2147483657" r:id="rId5"/>
    <p:sldLayoutId id="2147483658" r:id="rId6"/>
    <p:sldLayoutId id="2147483659" r:id="rId7"/>
    <p:sldLayoutId id="2147483660" r:id="rId8"/>
    <p:sldLayoutId id="2147483661" r:id="rId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flip="none">
          <a:gsLst>
            <a:gs pos="0">
              <a:schemeClr val="accent2">
                <a:lumMod val="20000"/>
                <a:lumOff val="80000"/>
              </a:schemeClr>
            </a:gs>
            <a:gs pos="100000">
              <a:srgbClr val="FFFFFF"/>
            </a:gs>
          </a:gsLst>
          <a:lin ang="5400000"/>
          <a:tileRect/>
        </a:gradFill>
      </p:bgPr>
    </p:bg>
    <p:spTree>
      <p:nvGrpSpPr>
        <p:cNvPr id="1" name=""/>
        <p:cNvGrpSpPr/>
        <p:nvPr/>
      </p:nvGrpSpPr>
      <p:grpSpPr>
        <a:xfrm>
          <a:off x="0" y="0"/>
          <a:ext cx="0" cy="0"/>
          <a:chOff x="0" y="0"/>
          <a:chExt cx="0" cy="0"/>
        </a:xfrm>
      </p:grpSpPr>
      <p:sp>
        <p:nvSpPr>
          <p:cNvPr name="AutoShape 2" id="2"/>
          <p:cNvSpPr/>
          <p:nvPr>
            <p:ph type="ctrTitle"/>
          </p:nvPr>
        </p:nvSpPr>
        <p:spPr>
          <a:xfrm>
            <a:off x="6790287" y="2147550"/>
            <a:ext cx="4728613" cy="1446550"/>
          </a:xfrm>
          <a:prstGeom prst="rect">
            <a:avLst/>
          </a:prstGeom>
        </p:spPr>
        <p:txBody>
          <a:bodyPr vert="horz" anchor="b" wrap="square" tIns="45720" lIns="91440" bIns="45720" rIns="91440">
            <a:spAutoFit/>
          </a:bodyPr>
          <a:p>
            <a:pPr algn="r">
              <a:lnSpc>
                <a:spcPct val="100000"/>
              </a:lnSpc>
              <a:spcBef>
                <a:spcPct val="0"/>
              </a:spcBef>
              <a:buNone/>
            </a:pPr>
            <a:r>
              <a:rPr lang="zh-CN" b="true" i="false" sz="4400" baseline="0" u="none" altLang="en-US">
                <a:solidFill>
                  <a:schemeClr val="accent1">
                    <a:lumMod val="50000"/>
                  </a:schemeClr>
                </a:solidFill>
                <a:latin typeface="微软雅黑"/>
                <a:ea typeface="微软雅黑"/>
              </a:rPr>
              <a:t>2024手机行业概况</a:t>
            </a:r>
          </a:p>
        </p:txBody>
      </p:sp>
      <p:sp>
        <p:nvSpPr>
          <p:cNvPr name="AutoShape 3" id="3"/>
          <p:cNvSpPr/>
          <p:nvPr>
            <p:ph type="subTitle" sz="quarter" idx="1"/>
          </p:nvPr>
        </p:nvSpPr>
        <p:spPr>
          <a:xfrm>
            <a:off x="6790288" y="3671055"/>
            <a:ext cx="4615868" cy="757524"/>
          </a:xfrm>
          <a:prstGeom prst="roundRect">
            <a:avLst>
              <a:gd name="adj" fmla="val 50000"/>
            </a:avLst>
          </a:prstGeom>
          <a:gradFill>
            <a:gsLst>
              <a:gs pos="0">
                <a:schemeClr val="accent2">
                  <a:lumMod val="60000"/>
                  <a:lumOff val="40000"/>
                </a:schemeClr>
              </a:gs>
              <a:gs pos="60000">
                <a:schemeClr val="accent2"/>
              </a:gs>
            </a:gsLst>
            <a:lin ang="2700000"/>
          </a:gradFill>
          <a:ln>
            <a:noFill/>
          </a:ln>
          <a:effectLst>
            <a:outerShdw algn="t" blurRad="127000" dir="5400000" dist="38100" rotWithShape="false">
              <a:schemeClr val="accent1">
                <a:alpha val="20000"/>
                <a:lumMod val="75000"/>
              </a:schemeClr>
            </a:outerShdw>
          </a:effectLst>
        </p:spPr>
        <p:txBody>
          <a:bodyPr vert="horz" anchor="ctr" wrap="square" tIns="45720" lIns="91440" bIns="45720" rIns="91440">
            <a:noAutofit/>
          </a:bodyPr>
          <a:p>
            <a:pPr algn="ctr" indent="0" marL="0">
              <a:lnSpc>
                <a:spcPct val="100000"/>
              </a:lnSpc>
              <a:spcBef>
                <a:spcPts val="1000"/>
              </a:spcBef>
              <a:buNone/>
            </a:pPr>
            <a:r>
              <a:rPr lang="zh-CN" b="false" i="false" sz="1800" baseline="0" u="none" altLang="en-US">
                <a:solidFill>
                  <a:schemeClr val="bg1"/>
                </a:solidFill>
                <a:latin typeface="微软雅黑"/>
                <a:ea typeface="微软雅黑"/>
              </a:rPr>
              <a:t>教师姓名</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nvSpPr>
        <p:spPr>
          <a:xfrm>
            <a:off x="0" y="175359"/>
            <a:ext cx="12192000" cy="6858000"/>
          </a:xfrm>
          <a:prstGeom prst="rect">
            <a:avLst/>
          </a:prstGeom>
          <a:blipFill>
            <a:blip r:embed="rId2">
              <a:alphaModFix amt="10000"/>
            </a:blip>
            <a:srcRect/>
            <a:stretch>
              <a:fillRect t="-11360" l="-15112" b="-4230" r="0"/>
            </a:stretch>
          </a:blipFill>
          <a:ln>
            <a:noFill/>
          </a:ln>
        </p:spPr>
        <p:txBody>
          <a:bodyPr vert="horz" anchor="ctr" tIns="45720" lIns="91440" bIns="45720" rIns="91440"/>
          <a:p>
            <a:pPr algn="ctr" marL="0"/>
          </a:p>
        </p:txBody>
      </p:sp>
      <p:sp>
        <p:nvSpPr>
          <p:cNvPr name="AutoShape 3" id="3"/>
          <p:cNvSpPr/>
          <p:nvPr/>
        </p:nvSpPr>
        <p:spPr>
          <a:xfrm>
            <a:off x="614680" y="690245"/>
            <a:ext cx="9716104" cy="750188"/>
          </a:xfrm>
          <a:prstGeom prst="roundRect">
            <a:avLst>
              <a:gd name="adj" fmla="val 50000"/>
            </a:avLst>
          </a:prstGeom>
          <a:gradFill rotWithShape="true" flip="none">
            <a:gsLst>
              <a:gs pos="25000">
                <a:schemeClr val="accent1">
                  <a:alpha val="0"/>
                  <a:lumMod val="60000"/>
                  <a:lumOff val="40000"/>
                </a:schemeClr>
              </a:gs>
              <a:gs pos="100000">
                <a:schemeClr val="accent1"/>
              </a:gs>
            </a:gsLst>
            <a:lin ang="10800000"/>
            <a:tileRect/>
          </a:gradFill>
          <a:ln>
            <a:noFill/>
          </a:ln>
          <a:effectLst>
            <a:outerShdw algn="ctr" blurRad="50800" dir="5400000" dist="50800" rotWithShape="false">
              <a:schemeClr val="accent1">
                <a:alpha val="15000"/>
              </a:schemeClr>
            </a:outerShdw>
          </a:effectLst>
        </p:spPr>
        <p:txBody>
          <a:bodyPr vert="horz" anchor="ctr" wrap="square" tIns="45720" lIns="360000" bIns="108000" rIns="91440">
            <a:noAutofit/>
          </a:bodyPr>
          <a:p>
            <a:pPr algn="l" marL="0"/>
            <a:r>
              <a:rPr lang="zh-CN" b="true" i="false" sz="4400" baseline="0" u="none" altLang="en-US">
                <a:solidFill>
                  <a:schemeClr val="lt1"/>
                </a:solidFill>
                <a:latin typeface="微软雅黑"/>
                <a:ea typeface="微软雅黑"/>
              </a:rPr>
              <a:t>目录</a:t>
            </a:r>
          </a:p>
        </p:txBody>
      </p:sp>
      <p:grpSp>
        <p:nvGrpSpPr>
          <p:cNvPr name="Group 4" id="4"/>
          <p:cNvGrpSpPr/>
          <p:nvPr/>
        </p:nvGrpSpPr>
        <p:grpSpPr>
          <a:xfrm>
            <a:off x="579815" y="2321704"/>
            <a:ext cx="5516185" cy="897777"/>
            <a:chOff x="3569907" y="3040083"/>
            <a:chExt cx="5650293" cy="1741786"/>
          </a:xfrm>
        </p:grpSpPr>
        <p:sp>
          <p:nvSpPr>
            <p:cNvPr name="AutoShape 5" id="5"/>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6" id="6"/>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市场现状分析</a:t>
              </a:r>
              <a:endParaRPr lang="en-US" sz="1100"/>
            </a:p>
          </p:txBody>
        </p:sp>
        <p:sp>
          <p:nvSpPr>
            <p:cNvPr name="AutoShape 7" id="7"/>
            <p:cNvSpPr/>
            <p:nvPr/>
          </p:nvSpPr>
          <p:spPr>
            <a:xfrm>
              <a:off x="3732694" y="3317301"/>
              <a:ext cx="626879" cy="1187347"/>
            </a:xfrm>
            <a:prstGeom prst="roundRect">
              <a:avLst>
                <a:gd name="adj" fmla="val 50000"/>
              </a:avLst>
            </a:prstGeom>
            <a:gradFill rotWithShape="true" flip="none">
              <a:gsLst>
                <a:gs pos="0">
                  <a:schemeClr val="accent1">
                    <a:lumMod val="60000"/>
                    <a:lumOff val="40000"/>
                  </a:schemeClr>
                </a:gs>
                <a:gs pos="50000">
                  <a:schemeClr val="accent1"/>
                </a:gs>
              </a:gsLst>
              <a:lin ang="2700000"/>
              <a:tileRect/>
            </a:gradFill>
            <a:ln>
              <a:noFill/>
            </a:ln>
            <a:effectLst>
              <a:outerShdw algn="ctr" blurRad="50800" dir="5400000" dist="50800" rotWithShape="false">
                <a:schemeClr val="accent1">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01</a:t>
              </a:r>
            </a:p>
          </p:txBody>
        </p:sp>
      </p:grpSp>
      <p:grpSp>
        <p:nvGrpSpPr>
          <p:cNvPr name="Group 8" id="8"/>
          <p:cNvGrpSpPr/>
          <p:nvPr/>
        </p:nvGrpSpPr>
        <p:grpSpPr>
          <a:xfrm>
            <a:off x="579815" y="3385107"/>
            <a:ext cx="5516185" cy="897777"/>
            <a:chOff x="3569907" y="3040083"/>
            <a:chExt cx="5650293" cy="1741786"/>
          </a:xfrm>
        </p:grpSpPr>
        <p:sp>
          <p:nvSpPr>
            <p:cNvPr name="AutoShape 9" id="9"/>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10" id="10"/>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新兴技术趋势</a:t>
              </a:r>
              <a:endParaRPr lang="en-US" sz="1100"/>
            </a:p>
          </p:txBody>
        </p:sp>
        <p:sp>
          <p:nvSpPr>
            <p:cNvPr name="AutoShape 11" id="11"/>
            <p:cNvSpPr/>
            <p:nvPr/>
          </p:nvSpPr>
          <p:spPr>
            <a:xfrm>
              <a:off x="3732694" y="3311918"/>
              <a:ext cx="626879" cy="1187347"/>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w="12700">
              <a:solidFill>
                <a:schemeClr val="bg1"/>
              </a:solid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02</a:t>
              </a:r>
            </a:p>
          </p:txBody>
        </p:sp>
      </p:grpSp>
      <p:grpSp>
        <p:nvGrpSpPr>
          <p:cNvPr name="Group 12" id="12"/>
          <p:cNvGrpSpPr/>
          <p:nvPr/>
        </p:nvGrpSpPr>
        <p:grpSpPr>
          <a:xfrm>
            <a:off x="579815" y="4448510"/>
            <a:ext cx="5516185" cy="897777"/>
            <a:chOff x="3569907" y="3040083"/>
            <a:chExt cx="5650293" cy="1741786"/>
          </a:xfrm>
        </p:grpSpPr>
        <p:sp>
          <p:nvSpPr>
            <p:cNvPr name="AutoShape 13" id="13"/>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14" id="14"/>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消费者行为变化</a:t>
              </a:r>
              <a:endParaRPr lang="en-US" sz="1100"/>
            </a:p>
          </p:txBody>
        </p:sp>
        <p:sp>
          <p:nvSpPr>
            <p:cNvPr name="AutoShape 15" id="15"/>
            <p:cNvSpPr/>
            <p:nvPr/>
          </p:nvSpPr>
          <p:spPr>
            <a:xfrm>
              <a:off x="3732694" y="3311918"/>
              <a:ext cx="626879" cy="1187347"/>
            </a:xfrm>
            <a:prstGeom prst="roundRect">
              <a:avLst>
                <a:gd name="adj" fmla="val 50000"/>
              </a:avLst>
            </a:prstGeom>
            <a:gradFill rotWithShape="true" flip="none">
              <a:gsLst>
                <a:gs pos="0">
                  <a:schemeClr val="accent1">
                    <a:lumMod val="60000"/>
                    <a:lumOff val="40000"/>
                  </a:schemeClr>
                </a:gs>
                <a:gs pos="50000">
                  <a:schemeClr val="accent1"/>
                </a:gs>
              </a:gsLst>
              <a:lin ang="2700000"/>
              <a:tileRect/>
            </a:gradFill>
            <a:ln>
              <a:noFill/>
            </a:ln>
            <a:effectLst>
              <a:outerShdw algn="ctr" blurRad="50800" dir="5400000" dist="50800" rotWithShape="false">
                <a:schemeClr val="accent1">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03</a:t>
              </a:r>
            </a:p>
          </p:txBody>
        </p:sp>
      </p:grpSp>
      <p:grpSp>
        <p:nvGrpSpPr>
          <p:cNvPr name="Group 16" id="16"/>
          <p:cNvGrpSpPr/>
          <p:nvPr/>
        </p:nvGrpSpPr>
        <p:grpSpPr>
          <a:xfrm>
            <a:off x="6328069" y="4448510"/>
            <a:ext cx="5516185" cy="897777"/>
            <a:chOff x="3569907" y="3040083"/>
            <a:chExt cx="5650293" cy="1741786"/>
          </a:xfrm>
        </p:grpSpPr>
        <p:sp>
          <p:nvSpPr>
            <p:cNvPr name="AutoShape 17" id="17"/>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18" id="18"/>
            <p:cNvSpPr txBox="true"/>
            <p:nvPr/>
          </p:nvSpPr>
          <p:spPr>
            <a:xfrm>
              <a:off x="4623171" y="3343252"/>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未来展望与挑战</a:t>
              </a:r>
              <a:endParaRPr lang="en-US" sz="1100"/>
            </a:p>
          </p:txBody>
        </p:sp>
        <p:sp>
          <p:nvSpPr>
            <p:cNvPr name="AutoShape 19" id="19"/>
            <p:cNvSpPr/>
            <p:nvPr/>
          </p:nvSpPr>
          <p:spPr>
            <a:xfrm>
              <a:off x="3732694" y="3311920"/>
              <a:ext cx="626879" cy="1187347"/>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w="12700">
              <a:solidFill>
                <a:schemeClr val="bg1"/>
              </a:solid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06</a:t>
              </a:r>
            </a:p>
          </p:txBody>
        </p:sp>
      </p:grpSp>
      <p:grpSp>
        <p:nvGrpSpPr>
          <p:cNvPr name="Group 20" id="20"/>
          <p:cNvGrpSpPr/>
          <p:nvPr/>
        </p:nvGrpSpPr>
        <p:grpSpPr>
          <a:xfrm>
            <a:off x="109505" y="139756"/>
            <a:ext cx="1049192" cy="897777"/>
            <a:chOff x="10406209" y="240112"/>
            <a:chExt cx="1240662" cy="1061616"/>
          </a:xfrm>
        </p:grpSpPr>
        <p:sp>
          <p:nvSpPr>
            <p:cNvPr name="Freeform 21" id="21"/>
            <p:cNvSpPr/>
            <p:nvPr/>
          </p:nvSpPr>
          <p:spPr>
            <a:xfrm>
              <a:off x="10406209" y="240112"/>
              <a:ext cx="1240662" cy="1061616"/>
            </a:xfrm>
            <a:custGeom>
              <a:avLst/>
              <a:gdLst/>
              <a:ahLst/>
              <a:cxnLst/>
              <a:rect r="r" b="b" t="t" l="l"/>
              <a:pathLst>
                <a:path w="1240662" h="1061616" stroke="true" fill="norm" extrusionOk="true">
                  <a:moveTo>
                    <a:pt x="379117" y="123284"/>
                  </a:moveTo>
                  <a:cubicBezTo>
                    <a:pt x="453700" y="174918"/>
                    <a:pt x="511072" y="246633"/>
                    <a:pt x="551232" y="312610"/>
                  </a:cubicBezTo>
                  <a:cubicBezTo>
                    <a:pt x="559838" y="197867"/>
                    <a:pt x="597129" y="120415"/>
                    <a:pt x="648764" y="65913"/>
                  </a:cubicBezTo>
                  <a:cubicBezTo>
                    <a:pt x="792193" y="-88991"/>
                    <a:pt x="1076182" y="54438"/>
                    <a:pt x="987256" y="235158"/>
                  </a:cubicBezTo>
                  <a:cubicBezTo>
                    <a:pt x="949964" y="309741"/>
                    <a:pt x="883987" y="375719"/>
                    <a:pt x="815141" y="427353"/>
                  </a:cubicBezTo>
                  <a:cubicBezTo>
                    <a:pt x="947096" y="404404"/>
                    <a:pt x="1047496" y="415879"/>
                    <a:pt x="1119210" y="441696"/>
                  </a:cubicBezTo>
                  <a:cubicBezTo>
                    <a:pt x="1331485" y="516279"/>
                    <a:pt x="1245428" y="788794"/>
                    <a:pt x="1015942" y="765845"/>
                  </a:cubicBezTo>
                  <a:cubicBezTo>
                    <a:pt x="961439" y="760108"/>
                    <a:pt x="909804" y="745765"/>
                    <a:pt x="858170" y="725685"/>
                  </a:cubicBezTo>
                  <a:cubicBezTo>
                    <a:pt x="895461" y="780188"/>
                    <a:pt x="912673" y="831822"/>
                    <a:pt x="918410" y="877719"/>
                  </a:cubicBezTo>
                  <a:cubicBezTo>
                    <a:pt x="938490" y="1072783"/>
                    <a:pt x="617209" y="1135891"/>
                    <a:pt x="534021" y="952302"/>
                  </a:cubicBezTo>
                  <a:cubicBezTo>
                    <a:pt x="499598" y="874851"/>
                    <a:pt x="496729" y="788794"/>
                    <a:pt x="502466" y="714211"/>
                  </a:cubicBezTo>
                  <a:cubicBezTo>
                    <a:pt x="425015" y="808874"/>
                    <a:pt x="344695" y="857639"/>
                    <a:pt x="270112" y="883457"/>
                  </a:cubicBezTo>
                  <a:cubicBezTo>
                    <a:pt x="54968" y="952302"/>
                    <a:pt x="-102803" y="705605"/>
                    <a:pt x="80785" y="590862"/>
                  </a:cubicBezTo>
                  <a:cubicBezTo>
                    <a:pt x="158237" y="542096"/>
                    <a:pt x="255769" y="516279"/>
                    <a:pt x="341826" y="501936"/>
                  </a:cubicBezTo>
                  <a:cubicBezTo>
                    <a:pt x="215609" y="464645"/>
                    <a:pt x="138157" y="413010"/>
                    <a:pt x="89391" y="358507"/>
                  </a:cubicBezTo>
                  <a:cubicBezTo>
                    <a:pt x="-39695" y="197867"/>
                    <a:pt x="198397" y="2804"/>
                    <a:pt x="379117" y="123284"/>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2" id="22"/>
            <p:cNvSpPr/>
            <p:nvPr/>
          </p:nvSpPr>
          <p:spPr>
            <a:xfrm>
              <a:off x="10847815" y="609675"/>
              <a:ext cx="311045" cy="272460"/>
            </a:xfrm>
            <a:custGeom>
              <a:avLst/>
              <a:gdLst/>
              <a:ahLst/>
              <a:cxnLst/>
              <a:rect r="r" b="b" t="t" l="l"/>
              <a:pathLst>
                <a:path w="311045" h="272460" stroke="true" fill="norm" extrusionOk="true">
                  <a:moveTo>
                    <a:pt x="215763" y="11892"/>
                  </a:moveTo>
                  <a:cubicBezTo>
                    <a:pt x="405089" y="77869"/>
                    <a:pt x="284609" y="327435"/>
                    <a:pt x="95283" y="261458"/>
                  </a:cubicBezTo>
                  <a:cubicBezTo>
                    <a:pt x="-94043" y="192612"/>
                    <a:pt x="26437" y="-56954"/>
                    <a:pt x="215763" y="11892"/>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grpSp>
        <p:nvGrpSpPr>
          <p:cNvPr name="Group 23" id="23"/>
          <p:cNvGrpSpPr/>
          <p:nvPr/>
        </p:nvGrpSpPr>
        <p:grpSpPr>
          <a:xfrm>
            <a:off x="6353342" y="2321704"/>
            <a:ext cx="5516185" cy="897777"/>
            <a:chOff x="3569907" y="3040083"/>
            <a:chExt cx="5650293" cy="1741786"/>
          </a:xfrm>
        </p:grpSpPr>
        <p:sp>
          <p:nvSpPr>
            <p:cNvPr name="AutoShape 24" id="24"/>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25" id="25"/>
            <p:cNvSpPr txBox="true"/>
            <p:nvPr/>
          </p:nvSpPr>
          <p:spPr>
            <a:xfrm>
              <a:off x="4623171" y="3343252"/>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主要品牌竞争策略</a:t>
              </a:r>
              <a:endParaRPr lang="en-US" sz="1100"/>
            </a:p>
          </p:txBody>
        </p:sp>
        <p:sp>
          <p:nvSpPr>
            <p:cNvPr name="AutoShape 26" id="26"/>
            <p:cNvSpPr/>
            <p:nvPr/>
          </p:nvSpPr>
          <p:spPr>
            <a:xfrm>
              <a:off x="3732694" y="3311920"/>
              <a:ext cx="626879" cy="1187347"/>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w="12700">
              <a:solidFill>
                <a:schemeClr val="bg1"/>
              </a:solid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04</a:t>
              </a:r>
            </a:p>
          </p:txBody>
        </p:sp>
      </p:grpSp>
      <p:grpSp>
        <p:nvGrpSpPr>
          <p:cNvPr name="Group 27" id="27"/>
          <p:cNvGrpSpPr/>
          <p:nvPr/>
        </p:nvGrpSpPr>
        <p:grpSpPr>
          <a:xfrm>
            <a:off x="6328070" y="3355302"/>
            <a:ext cx="5516185" cy="897777"/>
            <a:chOff x="3569907" y="3040083"/>
            <a:chExt cx="5650293" cy="1741786"/>
          </a:xfrm>
        </p:grpSpPr>
        <p:sp>
          <p:nvSpPr>
            <p:cNvPr name="AutoShape 28" id="28"/>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29" id="29"/>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可持续发展与环保</a:t>
              </a:r>
              <a:endParaRPr lang="en-US" sz="1100"/>
            </a:p>
          </p:txBody>
        </p:sp>
        <p:sp>
          <p:nvSpPr>
            <p:cNvPr name="AutoShape 30" id="30"/>
            <p:cNvSpPr/>
            <p:nvPr/>
          </p:nvSpPr>
          <p:spPr>
            <a:xfrm>
              <a:off x="3732694" y="3311918"/>
              <a:ext cx="626879" cy="1187347"/>
            </a:xfrm>
            <a:prstGeom prst="roundRect">
              <a:avLst>
                <a:gd name="adj" fmla="val 50000"/>
              </a:avLst>
            </a:prstGeom>
            <a:gradFill rotWithShape="true" flip="none">
              <a:gsLst>
                <a:gs pos="0">
                  <a:schemeClr val="accent1">
                    <a:lumMod val="60000"/>
                    <a:lumOff val="40000"/>
                  </a:schemeClr>
                </a:gs>
                <a:gs pos="50000">
                  <a:schemeClr val="accent1"/>
                </a:gs>
              </a:gsLst>
              <a:lin ang="2700000"/>
              <a:tileRect/>
            </a:gradFill>
            <a:ln>
              <a:noFill/>
            </a:ln>
            <a:effectLst>
              <a:outerShdw algn="ctr" blurRad="50800" dir="5400000" dist="50800" rotWithShape="false">
                <a:schemeClr val="accent1">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05</a:t>
              </a:r>
            </a:p>
          </p:txBody>
        </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a:prstGeom prst="rect">
            <a:avLst/>
          </a:prstGeo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市场现状分析</a:t>
            </a:r>
          </a:p>
        </p:txBody>
      </p:sp>
      <p:sp>
        <p:nvSpPr>
          <p:cNvPr name="AutoShape 3" id="3"/>
          <p:cNvSpPr/>
          <p:nvPr>
            <p:ph type="body" sz="quarter" idx="1"/>
          </p:nvPr>
        </p:nvSpPr>
        <p:spPr>
          <a:xfrm>
            <a:off x="660400" y="1270409"/>
            <a:ext cx="1098645" cy="1016847"/>
          </a:xfrm>
          <a:prstGeom prst="rect">
            <a:avLst/>
          </a:prstGeo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01</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全球手机市场概况</a:t>
            </a:r>
          </a:p>
        </p:txBody>
      </p:sp>
      <p:sp>
        <p:nvSpPr>
          <p:cNvPr name="TextBox 3" id="3"/>
          <p:cNvSpPr txBox="true"/>
          <p:nvPr/>
        </p:nvSpPr>
        <p:spPr>
          <a:xfrm>
            <a:off x="5668346" y="1214854"/>
            <a:ext cx="540000" cy="540000"/>
          </a:xfrm>
          <a:prstGeom prst="roundRect">
            <a:avLst>
              <a:gd name="adj" fmla="val 50000"/>
            </a:avLst>
          </a:prstGeom>
          <a:solidFill>
            <a:schemeClr val="accent1"/>
          </a:solidFill>
        </p:spPr>
        <p:txBody>
          <a:bodyPr anchor="ctr" rtlCol="false" vert="horz" wrap="none" tIns="108000" lIns="108000" bIns="108000" rIns="108000">
            <a:noAutofit/>
          </a:bodyPr>
          <a:lstStyle/>
          <a:p>
            <a:pPr algn="ctr" marL="0">
              <a:defRPr/>
            </a:pPr>
            <a:endParaRPr lang="en-US" sz="1100"/>
          </a:p>
        </p:txBody>
      </p:sp>
      <p:sp>
        <p:nvSpPr>
          <p:cNvPr name="AutoShape 4" id="4"/>
          <p:cNvSpPr/>
          <p:nvPr/>
        </p:nvSpPr>
        <p:spPr>
          <a:xfrm>
            <a:off x="6528049" y="1307874"/>
            <a:ext cx="5005139" cy="338554"/>
          </a:xfrm>
          <a:prstGeom prst="rect">
            <a:avLst/>
          </a:prstGeom>
          <a:noFill/>
          <a:ln>
            <a:noFill/>
          </a:ln>
        </p:spPr>
        <p:txBody>
          <a:bodyPr vert="horz" anchor="b" wrap="square" tIns="45720" lIns="91440" bIns="45720" rIns="91440">
            <a:spAutoFit/>
          </a:bodyPr>
          <a:p>
            <a:pPr algn="l" marL="0"/>
            <a:r>
              <a:rPr lang="zh-CN" b="true" i="false" sz="1600" baseline="0" u="none" altLang="en-US">
                <a:solidFill>
                  <a:schemeClr val="accent1"/>
                </a:solidFill>
                <a:latin typeface="微软雅黑"/>
                <a:ea typeface="微软雅黑"/>
              </a:rPr>
              <a:t>销售量统计</a:t>
            </a:r>
          </a:p>
        </p:txBody>
      </p:sp>
      <p:sp>
        <p:nvSpPr>
          <p:cNvPr name="AutoShape 5" id="5"/>
          <p:cNvSpPr/>
          <p:nvPr/>
        </p:nvSpPr>
        <p:spPr>
          <a:xfrm>
            <a:off x="6528051" y="1655951"/>
            <a:ext cx="5005138" cy="81534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2023年，全球手机出货量约为15亿部，同比增长2%。虽然增长缓慢，但整体市场仍显示出一定的韧性，尤其是5G手机及高端机型的表现尤为突出。</a:t>
            </a:r>
          </a:p>
        </p:txBody>
      </p:sp>
      <p:sp>
        <p:nvSpPr>
          <p:cNvPr name="TextBox 6" id="6"/>
          <p:cNvSpPr txBox="true"/>
          <p:nvPr/>
        </p:nvSpPr>
        <p:spPr>
          <a:xfrm>
            <a:off x="5668346" y="2941163"/>
            <a:ext cx="540000" cy="540000"/>
          </a:xfrm>
          <a:prstGeom prst="roundRect">
            <a:avLst>
              <a:gd name="adj" fmla="val 50000"/>
            </a:avLst>
          </a:prstGeom>
          <a:solidFill>
            <a:schemeClr val="accent2"/>
          </a:solidFill>
        </p:spPr>
        <p:txBody>
          <a:bodyPr anchor="ctr" rtlCol="false" vert="horz" wrap="none" tIns="108000" lIns="108000" bIns="108000" rIns="108000">
            <a:noAutofit/>
          </a:bodyPr>
          <a:lstStyle/>
          <a:p>
            <a:pPr algn="ctr" marL="0">
              <a:defRPr/>
            </a:pPr>
            <a:endParaRPr lang="en-US" sz="1100"/>
          </a:p>
        </p:txBody>
      </p:sp>
      <p:sp>
        <p:nvSpPr>
          <p:cNvPr name="AutoShape 7" id="7"/>
          <p:cNvSpPr/>
          <p:nvPr/>
        </p:nvSpPr>
        <p:spPr>
          <a:xfrm>
            <a:off x="6528049" y="3008175"/>
            <a:ext cx="5005139" cy="338554"/>
          </a:xfrm>
          <a:prstGeom prst="rect">
            <a:avLst/>
          </a:prstGeom>
          <a:noFill/>
          <a:ln>
            <a:noFill/>
          </a:ln>
        </p:spPr>
        <p:txBody>
          <a:bodyPr vert="horz" anchor="b" wrap="square" tIns="45720" lIns="91440" bIns="45720" rIns="91440">
            <a:spAutoFit/>
          </a:bodyPr>
          <a:p>
            <a:pPr algn="l" marL="0"/>
            <a:r>
              <a:rPr lang="zh-CN" b="true" i="false" sz="1600" baseline="0" u="none" altLang="en-US">
                <a:solidFill>
                  <a:schemeClr val="accent2"/>
                </a:solidFill>
                <a:latin typeface="微软雅黑"/>
                <a:ea typeface="微软雅黑"/>
              </a:rPr>
              <a:t>市场份额分布</a:t>
            </a:r>
          </a:p>
        </p:txBody>
      </p:sp>
      <p:sp>
        <p:nvSpPr>
          <p:cNvPr name="AutoShape 8" id="8"/>
          <p:cNvSpPr/>
          <p:nvPr/>
        </p:nvSpPr>
        <p:spPr>
          <a:xfrm>
            <a:off x="6528051" y="3356252"/>
            <a:ext cx="5005138" cy="81534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根据最新数据，三星和苹果依然占据全球市场的前两位，市场份额分别为20%和18%。华为、小米及OPPO也表现不俗，分别占据15%、12%和10%的市场份额。</a:t>
            </a:r>
          </a:p>
        </p:txBody>
      </p:sp>
      <p:sp>
        <p:nvSpPr>
          <p:cNvPr name="TextBox 9" id="9"/>
          <p:cNvSpPr txBox="true"/>
          <p:nvPr/>
        </p:nvSpPr>
        <p:spPr>
          <a:xfrm>
            <a:off x="5668346" y="4641464"/>
            <a:ext cx="540000" cy="540000"/>
          </a:xfrm>
          <a:prstGeom prst="roundRect">
            <a:avLst>
              <a:gd name="adj" fmla="val 50000"/>
            </a:avLst>
          </a:prstGeom>
          <a:solidFill>
            <a:schemeClr val="accent1"/>
          </a:solidFill>
        </p:spPr>
        <p:txBody>
          <a:bodyPr anchor="ctr" rtlCol="false" vert="horz" wrap="none" tIns="108000" lIns="108000" bIns="108000" rIns="108000">
            <a:noAutofit/>
          </a:bodyPr>
          <a:lstStyle/>
          <a:p>
            <a:pPr algn="ctr" marL="0">
              <a:defRPr/>
            </a:pPr>
            <a:endParaRPr lang="en-US" sz="1100"/>
          </a:p>
        </p:txBody>
      </p:sp>
      <p:sp>
        <p:nvSpPr>
          <p:cNvPr name="AutoShape 10" id="10"/>
          <p:cNvSpPr/>
          <p:nvPr/>
        </p:nvSpPr>
        <p:spPr>
          <a:xfrm>
            <a:off x="6528049" y="4682468"/>
            <a:ext cx="5005139" cy="338554"/>
          </a:xfrm>
          <a:prstGeom prst="rect">
            <a:avLst/>
          </a:prstGeom>
          <a:noFill/>
          <a:ln>
            <a:noFill/>
          </a:ln>
        </p:spPr>
        <p:txBody>
          <a:bodyPr vert="horz" anchor="b" wrap="square" tIns="45720" lIns="91440" bIns="45720" rIns="91440">
            <a:spAutoFit/>
          </a:bodyPr>
          <a:p>
            <a:pPr algn="l" marL="0"/>
            <a:r>
              <a:rPr lang="zh-CN" b="true" i="false" sz="1600" baseline="0" u="none" altLang="en-US">
                <a:solidFill>
                  <a:schemeClr val="accent1"/>
                </a:solidFill>
                <a:latin typeface="微软雅黑"/>
                <a:ea typeface="微软雅黑"/>
              </a:rPr>
              <a:t>主要品牌分析</a:t>
            </a:r>
          </a:p>
        </p:txBody>
      </p:sp>
      <p:sp>
        <p:nvSpPr>
          <p:cNvPr name="AutoShape 11" id="11"/>
          <p:cNvSpPr/>
          <p:nvPr/>
        </p:nvSpPr>
        <p:spPr>
          <a:xfrm>
            <a:off x="6528051" y="5030545"/>
            <a:ext cx="5005138" cy="81534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主要品牌中，苹果持续通过高端定价策略保持盈利优势，而三星则依靠产品多样化和创新保持竞争力。其他品牌如小米则依托性价比吸引大量用户。</a:t>
            </a:r>
          </a:p>
        </p:txBody>
      </p:sp>
      <p:grpSp>
        <p:nvGrpSpPr>
          <p:cNvPr name="Group 12" id="12"/>
          <p:cNvGrpSpPr/>
          <p:nvPr/>
        </p:nvGrpSpPr>
        <p:grpSpPr>
          <a:xfrm>
            <a:off x="1156492" y="1754854"/>
            <a:ext cx="3154288" cy="4171767"/>
            <a:chOff x="4494796" y="4387901"/>
            <a:chExt cx="493270" cy="652384"/>
          </a:xfrm>
        </p:grpSpPr>
        <p:sp>
          <p:nvSpPr>
            <p:cNvPr name="Freeform 13" id="13"/>
            <p:cNvSpPr/>
            <p:nvPr/>
          </p:nvSpPr>
          <p:spPr>
            <a:xfrm>
              <a:off x="4496827" y="4387901"/>
              <a:ext cx="235802" cy="203054"/>
            </a:xfrm>
            <a:custGeom>
              <a:avLst/>
              <a:gdLst/>
              <a:ahLst/>
              <a:cxnLst/>
              <a:rect r="r" b="b" t="t" l="l"/>
              <a:pathLst>
                <a:path w="235802" h="203054" stroke="true" fill="norm" extrusionOk="true">
                  <a:moveTo>
                    <a:pt x="235608" y="76752"/>
                  </a:moveTo>
                  <a:cubicBezTo>
                    <a:pt x="236313" y="71942"/>
                    <a:pt x="234998" y="66846"/>
                    <a:pt x="233369" y="65541"/>
                  </a:cubicBezTo>
                  <a:cubicBezTo>
                    <a:pt x="232712" y="65017"/>
                    <a:pt x="234446" y="64046"/>
                    <a:pt x="234493" y="64426"/>
                  </a:cubicBezTo>
                  <a:cubicBezTo>
                    <a:pt x="234331" y="63150"/>
                    <a:pt x="233760" y="62588"/>
                    <a:pt x="233369" y="61064"/>
                  </a:cubicBezTo>
                  <a:cubicBezTo>
                    <a:pt x="232855" y="59026"/>
                    <a:pt x="232922" y="56435"/>
                    <a:pt x="232245" y="54340"/>
                  </a:cubicBezTo>
                  <a:cubicBezTo>
                    <a:pt x="232207" y="54235"/>
                    <a:pt x="231226" y="54425"/>
                    <a:pt x="231122" y="54340"/>
                  </a:cubicBezTo>
                  <a:cubicBezTo>
                    <a:pt x="231026" y="54263"/>
                    <a:pt x="229988" y="50930"/>
                    <a:pt x="229998" y="50977"/>
                  </a:cubicBezTo>
                  <a:cubicBezTo>
                    <a:pt x="229655" y="49587"/>
                    <a:pt x="229798" y="49482"/>
                    <a:pt x="228874" y="48729"/>
                  </a:cubicBezTo>
                  <a:cubicBezTo>
                    <a:pt x="228512" y="48424"/>
                    <a:pt x="229159" y="46891"/>
                    <a:pt x="228874" y="46481"/>
                  </a:cubicBezTo>
                  <a:cubicBezTo>
                    <a:pt x="228283" y="45634"/>
                    <a:pt x="226350" y="44929"/>
                    <a:pt x="225511" y="44243"/>
                  </a:cubicBezTo>
                  <a:cubicBezTo>
                    <a:pt x="225140" y="43938"/>
                    <a:pt x="225797" y="42405"/>
                    <a:pt x="225511" y="41995"/>
                  </a:cubicBezTo>
                  <a:cubicBezTo>
                    <a:pt x="225016" y="41281"/>
                    <a:pt x="223892" y="40595"/>
                    <a:pt x="223273" y="39757"/>
                  </a:cubicBezTo>
                  <a:cubicBezTo>
                    <a:pt x="220730" y="36299"/>
                    <a:pt x="217329" y="34118"/>
                    <a:pt x="216548" y="29670"/>
                  </a:cubicBezTo>
                  <a:cubicBezTo>
                    <a:pt x="211995" y="27127"/>
                    <a:pt x="208947" y="22793"/>
                    <a:pt x="205337" y="19583"/>
                  </a:cubicBezTo>
                  <a:cubicBezTo>
                    <a:pt x="201461" y="16135"/>
                    <a:pt x="197527" y="13239"/>
                    <a:pt x="193003" y="10610"/>
                  </a:cubicBezTo>
                  <a:cubicBezTo>
                    <a:pt x="190469" y="9143"/>
                    <a:pt x="190545" y="8534"/>
                    <a:pt x="187392" y="8372"/>
                  </a:cubicBezTo>
                  <a:cubicBezTo>
                    <a:pt x="186173" y="8305"/>
                    <a:pt x="186802" y="7496"/>
                    <a:pt x="186268" y="7248"/>
                  </a:cubicBezTo>
                  <a:cubicBezTo>
                    <a:pt x="183868" y="6143"/>
                    <a:pt x="180963" y="4714"/>
                    <a:pt x="178420" y="3886"/>
                  </a:cubicBezTo>
                  <a:cubicBezTo>
                    <a:pt x="169476" y="961"/>
                    <a:pt x="148321" y="-1896"/>
                    <a:pt x="135814" y="1638"/>
                  </a:cubicBezTo>
                  <a:cubicBezTo>
                    <a:pt x="131519" y="2857"/>
                    <a:pt x="131919" y="1981"/>
                    <a:pt x="129090" y="1638"/>
                  </a:cubicBezTo>
                  <a:cubicBezTo>
                    <a:pt x="124889" y="1133"/>
                    <a:pt x="121994" y="2666"/>
                    <a:pt x="119003" y="2762"/>
                  </a:cubicBezTo>
                  <a:cubicBezTo>
                    <a:pt x="117536" y="2809"/>
                    <a:pt x="115983" y="2866"/>
                    <a:pt x="114516" y="2762"/>
                  </a:cubicBezTo>
                  <a:cubicBezTo>
                    <a:pt x="109554" y="2409"/>
                    <a:pt x="111630" y="2200"/>
                    <a:pt x="107792" y="2762"/>
                  </a:cubicBezTo>
                  <a:cubicBezTo>
                    <a:pt x="105963" y="3028"/>
                    <a:pt x="104010" y="2476"/>
                    <a:pt x="102191" y="2762"/>
                  </a:cubicBezTo>
                  <a:cubicBezTo>
                    <a:pt x="98886" y="3276"/>
                    <a:pt x="93371" y="5295"/>
                    <a:pt x="90980" y="6124"/>
                  </a:cubicBezTo>
                  <a:cubicBezTo>
                    <a:pt x="89542" y="6619"/>
                    <a:pt x="88399" y="6562"/>
                    <a:pt x="86494" y="7248"/>
                  </a:cubicBezTo>
                  <a:cubicBezTo>
                    <a:pt x="83903" y="8181"/>
                    <a:pt x="83341" y="9362"/>
                    <a:pt x="80884" y="9486"/>
                  </a:cubicBezTo>
                  <a:cubicBezTo>
                    <a:pt x="79274" y="9572"/>
                    <a:pt x="79007" y="11658"/>
                    <a:pt x="77521" y="11734"/>
                  </a:cubicBezTo>
                  <a:cubicBezTo>
                    <a:pt x="76283" y="11801"/>
                    <a:pt x="76950" y="12591"/>
                    <a:pt x="76397" y="12858"/>
                  </a:cubicBezTo>
                  <a:cubicBezTo>
                    <a:pt x="74807" y="13630"/>
                    <a:pt x="73407" y="13134"/>
                    <a:pt x="71911" y="13973"/>
                  </a:cubicBezTo>
                  <a:cubicBezTo>
                    <a:pt x="71273" y="14335"/>
                    <a:pt x="70387" y="15792"/>
                    <a:pt x="69673" y="16220"/>
                  </a:cubicBezTo>
                  <a:cubicBezTo>
                    <a:pt x="69111" y="16554"/>
                    <a:pt x="68025" y="15954"/>
                    <a:pt x="67434" y="16220"/>
                  </a:cubicBezTo>
                  <a:cubicBezTo>
                    <a:pt x="67082" y="16382"/>
                    <a:pt x="66711" y="18183"/>
                    <a:pt x="66310" y="18459"/>
                  </a:cubicBezTo>
                  <a:cubicBezTo>
                    <a:pt x="65815" y="18811"/>
                    <a:pt x="64634" y="18211"/>
                    <a:pt x="64072" y="18459"/>
                  </a:cubicBezTo>
                  <a:cubicBezTo>
                    <a:pt x="63767" y="18602"/>
                    <a:pt x="63282" y="20431"/>
                    <a:pt x="62948" y="20707"/>
                  </a:cubicBezTo>
                  <a:cubicBezTo>
                    <a:pt x="61881" y="21593"/>
                    <a:pt x="60700" y="22155"/>
                    <a:pt x="59586" y="22955"/>
                  </a:cubicBezTo>
                  <a:cubicBezTo>
                    <a:pt x="55042" y="26174"/>
                    <a:pt x="50870" y="29155"/>
                    <a:pt x="46136" y="30803"/>
                  </a:cubicBezTo>
                  <a:cubicBezTo>
                    <a:pt x="44346" y="32146"/>
                    <a:pt x="42746" y="35575"/>
                    <a:pt x="40526" y="37528"/>
                  </a:cubicBezTo>
                  <a:cubicBezTo>
                    <a:pt x="40126" y="37880"/>
                    <a:pt x="38783" y="37309"/>
                    <a:pt x="38288" y="37528"/>
                  </a:cubicBezTo>
                  <a:cubicBezTo>
                    <a:pt x="38059" y="37633"/>
                    <a:pt x="37783" y="38509"/>
                    <a:pt x="37526" y="39147"/>
                  </a:cubicBezTo>
                  <a:cubicBezTo>
                    <a:pt x="37735" y="39700"/>
                    <a:pt x="37707" y="40347"/>
                    <a:pt x="37269" y="41014"/>
                  </a:cubicBezTo>
                  <a:cubicBezTo>
                    <a:pt x="35211" y="44119"/>
                    <a:pt x="32001" y="45824"/>
                    <a:pt x="29134" y="48024"/>
                  </a:cubicBezTo>
                  <a:cubicBezTo>
                    <a:pt x="28058" y="50491"/>
                    <a:pt x="24191" y="50168"/>
                    <a:pt x="23715" y="53225"/>
                  </a:cubicBezTo>
                  <a:cubicBezTo>
                    <a:pt x="22676" y="53606"/>
                    <a:pt x="22114" y="54711"/>
                    <a:pt x="21476" y="55473"/>
                  </a:cubicBezTo>
                  <a:cubicBezTo>
                    <a:pt x="19105" y="58292"/>
                    <a:pt x="16771" y="60540"/>
                    <a:pt x="14752" y="62198"/>
                  </a:cubicBezTo>
                  <a:cubicBezTo>
                    <a:pt x="14390" y="62502"/>
                    <a:pt x="15028" y="64036"/>
                    <a:pt x="14752" y="64446"/>
                  </a:cubicBezTo>
                  <a:cubicBezTo>
                    <a:pt x="13523" y="66227"/>
                    <a:pt x="11494" y="66970"/>
                    <a:pt x="11389" y="68932"/>
                  </a:cubicBezTo>
                  <a:cubicBezTo>
                    <a:pt x="11294" y="70675"/>
                    <a:pt x="9675" y="72266"/>
                    <a:pt x="9151" y="73418"/>
                  </a:cubicBezTo>
                  <a:cubicBezTo>
                    <a:pt x="8237" y="75390"/>
                    <a:pt x="7494" y="76676"/>
                    <a:pt x="6913" y="79028"/>
                  </a:cubicBezTo>
                  <a:cubicBezTo>
                    <a:pt x="6484" y="80714"/>
                    <a:pt x="5922" y="81067"/>
                    <a:pt x="5789" y="83515"/>
                  </a:cubicBezTo>
                  <a:cubicBezTo>
                    <a:pt x="5731" y="84505"/>
                    <a:pt x="4722" y="84391"/>
                    <a:pt x="4665" y="84629"/>
                  </a:cubicBezTo>
                  <a:cubicBezTo>
                    <a:pt x="4036" y="87248"/>
                    <a:pt x="4122" y="90963"/>
                    <a:pt x="3541" y="93602"/>
                  </a:cubicBezTo>
                  <a:cubicBezTo>
                    <a:pt x="3503" y="93754"/>
                    <a:pt x="2617" y="93935"/>
                    <a:pt x="2417" y="94725"/>
                  </a:cubicBezTo>
                  <a:cubicBezTo>
                    <a:pt x="769" y="101326"/>
                    <a:pt x="-2079" y="124682"/>
                    <a:pt x="2417" y="128358"/>
                  </a:cubicBezTo>
                  <a:cubicBezTo>
                    <a:pt x="2722" y="128606"/>
                    <a:pt x="2264" y="130206"/>
                    <a:pt x="2417" y="130597"/>
                  </a:cubicBezTo>
                  <a:cubicBezTo>
                    <a:pt x="3569" y="133654"/>
                    <a:pt x="4693" y="136074"/>
                    <a:pt x="5779" y="138445"/>
                  </a:cubicBezTo>
                  <a:cubicBezTo>
                    <a:pt x="7570" y="142331"/>
                    <a:pt x="8684" y="145837"/>
                    <a:pt x="10265" y="148532"/>
                  </a:cubicBezTo>
                  <a:cubicBezTo>
                    <a:pt x="11456" y="150571"/>
                    <a:pt x="12685" y="151695"/>
                    <a:pt x="13628" y="153019"/>
                  </a:cubicBezTo>
                  <a:cubicBezTo>
                    <a:pt x="19400" y="161067"/>
                    <a:pt x="26887" y="168135"/>
                    <a:pt x="33811" y="173193"/>
                  </a:cubicBezTo>
                  <a:cubicBezTo>
                    <a:pt x="35992" y="174793"/>
                    <a:pt x="37040" y="176145"/>
                    <a:pt x="38297" y="177679"/>
                  </a:cubicBezTo>
                  <a:cubicBezTo>
                    <a:pt x="38583" y="178031"/>
                    <a:pt x="40126" y="177441"/>
                    <a:pt x="40536" y="177679"/>
                  </a:cubicBezTo>
                  <a:cubicBezTo>
                    <a:pt x="40698" y="177774"/>
                    <a:pt x="40412" y="178650"/>
                    <a:pt x="40536" y="178803"/>
                  </a:cubicBezTo>
                  <a:cubicBezTo>
                    <a:pt x="40822" y="179146"/>
                    <a:pt x="42365" y="178574"/>
                    <a:pt x="42774" y="178803"/>
                  </a:cubicBezTo>
                  <a:cubicBezTo>
                    <a:pt x="43412" y="179155"/>
                    <a:pt x="44289" y="180632"/>
                    <a:pt x="45022" y="181051"/>
                  </a:cubicBezTo>
                  <a:cubicBezTo>
                    <a:pt x="47213" y="182289"/>
                    <a:pt x="49870" y="183489"/>
                    <a:pt x="50632" y="184413"/>
                  </a:cubicBezTo>
                  <a:cubicBezTo>
                    <a:pt x="50956" y="184803"/>
                    <a:pt x="53595" y="185261"/>
                    <a:pt x="53995" y="185537"/>
                  </a:cubicBezTo>
                  <a:cubicBezTo>
                    <a:pt x="56795" y="187404"/>
                    <a:pt x="61072" y="186728"/>
                    <a:pt x="64082" y="187775"/>
                  </a:cubicBezTo>
                  <a:cubicBezTo>
                    <a:pt x="63624" y="187613"/>
                    <a:pt x="65339" y="189033"/>
                    <a:pt x="65206" y="188899"/>
                  </a:cubicBezTo>
                  <a:cubicBezTo>
                    <a:pt x="65749" y="189414"/>
                    <a:pt x="66310" y="189871"/>
                    <a:pt x="66930" y="190271"/>
                  </a:cubicBezTo>
                  <a:lnTo>
                    <a:pt x="78626" y="197510"/>
                  </a:lnTo>
                  <a:cubicBezTo>
                    <a:pt x="78626" y="197510"/>
                    <a:pt x="106897" y="202968"/>
                    <a:pt x="108859" y="203053"/>
                  </a:cubicBezTo>
                  <a:cubicBezTo>
                    <a:pt x="110811" y="203149"/>
                    <a:pt x="181830" y="196662"/>
                    <a:pt x="181830" y="196662"/>
                  </a:cubicBezTo>
                  <a:lnTo>
                    <a:pt x="200156" y="171240"/>
                  </a:lnTo>
                  <a:cubicBezTo>
                    <a:pt x="201604" y="167801"/>
                    <a:pt x="203385" y="164696"/>
                    <a:pt x="204823" y="161248"/>
                  </a:cubicBezTo>
                  <a:lnTo>
                    <a:pt x="229864" y="99640"/>
                  </a:lnTo>
                  <a:cubicBezTo>
                    <a:pt x="229921" y="99488"/>
                    <a:pt x="229979" y="99278"/>
                    <a:pt x="230026" y="99212"/>
                  </a:cubicBezTo>
                  <a:cubicBezTo>
                    <a:pt x="231207" y="97354"/>
                    <a:pt x="233350" y="91087"/>
                    <a:pt x="233389" y="90239"/>
                  </a:cubicBezTo>
                  <a:cubicBezTo>
                    <a:pt x="233436" y="89258"/>
                    <a:pt x="234455" y="89353"/>
                    <a:pt x="234512" y="89115"/>
                  </a:cubicBezTo>
                  <a:cubicBezTo>
                    <a:pt x="235065" y="86753"/>
                    <a:pt x="234246" y="83248"/>
                    <a:pt x="234512" y="80143"/>
                  </a:cubicBezTo>
                  <a:cubicBezTo>
                    <a:pt x="234608" y="78743"/>
                    <a:pt x="235360" y="78438"/>
                    <a:pt x="235608" y="76752"/>
                  </a:cubicBezTo>
                  <a:close/>
                </a:path>
              </a:pathLst>
            </a:custGeom>
            <a:solidFill>
              <a:srgbClr val="F2AA38"/>
            </a:solidFill>
            <a:ln cap="flat">
              <a:noFill/>
              <a:prstDash val="solid"/>
              <a:miter lim="800000"/>
            </a:ln>
          </p:spPr>
          <p:txBody>
            <a:bodyPr vert="horz" anchor="ctr" tIns="45720" lIns="91440" bIns="45720" rIns="91440"/>
            <a:p>
              <a:pPr algn="l" marL="0"/>
            </a:p>
          </p:txBody>
        </p:sp>
        <p:sp>
          <p:nvSpPr>
            <p:cNvPr name="Freeform 14" id="14"/>
            <p:cNvSpPr/>
            <p:nvPr/>
          </p:nvSpPr>
          <p:spPr>
            <a:xfrm>
              <a:off x="4500135" y="4819869"/>
              <a:ext cx="295851" cy="210438"/>
            </a:xfrm>
            <a:custGeom>
              <a:avLst/>
              <a:gdLst/>
              <a:ahLst/>
              <a:cxnLst/>
              <a:rect r="r" b="b" t="t" l="l"/>
              <a:pathLst>
                <a:path w="295851" h="210438" stroke="true" fill="norm" extrusionOk="true">
                  <a:moveTo>
                    <a:pt x="287736" y="60779"/>
                  </a:moveTo>
                  <a:cubicBezTo>
                    <a:pt x="286545" y="59407"/>
                    <a:pt x="285478" y="58131"/>
                    <a:pt x="285002" y="57379"/>
                  </a:cubicBezTo>
                  <a:cubicBezTo>
                    <a:pt x="284040" y="55864"/>
                    <a:pt x="282811" y="53873"/>
                    <a:pt x="282764" y="52892"/>
                  </a:cubicBezTo>
                  <a:cubicBezTo>
                    <a:pt x="282697" y="51606"/>
                    <a:pt x="282011" y="52378"/>
                    <a:pt x="281640" y="51768"/>
                  </a:cubicBezTo>
                  <a:cubicBezTo>
                    <a:pt x="279887" y="48835"/>
                    <a:pt x="278525" y="44225"/>
                    <a:pt x="277153" y="42796"/>
                  </a:cubicBezTo>
                  <a:cubicBezTo>
                    <a:pt x="275858" y="41443"/>
                    <a:pt x="275306" y="37919"/>
                    <a:pt x="272667" y="38310"/>
                  </a:cubicBezTo>
                  <a:cubicBezTo>
                    <a:pt x="270334" y="31366"/>
                    <a:pt x="265304" y="25889"/>
                    <a:pt x="261456" y="20374"/>
                  </a:cubicBezTo>
                  <a:cubicBezTo>
                    <a:pt x="259332" y="17336"/>
                    <a:pt x="258161" y="14345"/>
                    <a:pt x="255856" y="11401"/>
                  </a:cubicBezTo>
                  <a:cubicBezTo>
                    <a:pt x="255027" y="10344"/>
                    <a:pt x="253570" y="9268"/>
                    <a:pt x="252493" y="8030"/>
                  </a:cubicBezTo>
                  <a:cubicBezTo>
                    <a:pt x="252388" y="7906"/>
                    <a:pt x="252312" y="7753"/>
                    <a:pt x="252246" y="7611"/>
                  </a:cubicBezTo>
                  <a:lnTo>
                    <a:pt x="244502" y="0"/>
                  </a:lnTo>
                  <a:lnTo>
                    <a:pt x="195057" y="0"/>
                  </a:lnTo>
                  <a:cubicBezTo>
                    <a:pt x="195057" y="0"/>
                    <a:pt x="99293" y="17469"/>
                    <a:pt x="98122" y="17726"/>
                  </a:cubicBezTo>
                  <a:cubicBezTo>
                    <a:pt x="96950" y="17983"/>
                    <a:pt x="47515" y="36547"/>
                    <a:pt x="47515" y="36547"/>
                  </a:cubicBezTo>
                  <a:lnTo>
                    <a:pt x="45591" y="45358"/>
                  </a:lnTo>
                  <a:lnTo>
                    <a:pt x="43981" y="48378"/>
                  </a:lnTo>
                  <a:cubicBezTo>
                    <a:pt x="43972" y="48387"/>
                    <a:pt x="43953" y="48387"/>
                    <a:pt x="43943" y="48397"/>
                  </a:cubicBezTo>
                  <a:cubicBezTo>
                    <a:pt x="43839" y="48644"/>
                    <a:pt x="43705" y="48863"/>
                    <a:pt x="43591" y="49101"/>
                  </a:cubicBezTo>
                  <a:lnTo>
                    <a:pt x="42915" y="50378"/>
                  </a:lnTo>
                  <a:cubicBezTo>
                    <a:pt x="42572" y="50902"/>
                    <a:pt x="42191" y="51378"/>
                    <a:pt x="41705" y="51759"/>
                  </a:cubicBezTo>
                  <a:cubicBezTo>
                    <a:pt x="40867" y="58722"/>
                    <a:pt x="35180" y="64703"/>
                    <a:pt x="32732" y="69694"/>
                  </a:cubicBezTo>
                  <a:cubicBezTo>
                    <a:pt x="31685" y="71847"/>
                    <a:pt x="31399" y="74200"/>
                    <a:pt x="30494" y="76429"/>
                  </a:cubicBezTo>
                  <a:cubicBezTo>
                    <a:pt x="29065" y="79943"/>
                    <a:pt x="28399" y="84172"/>
                    <a:pt x="27132" y="86516"/>
                  </a:cubicBezTo>
                  <a:cubicBezTo>
                    <a:pt x="26789" y="87154"/>
                    <a:pt x="25255" y="88021"/>
                    <a:pt x="24893" y="88763"/>
                  </a:cubicBezTo>
                  <a:cubicBezTo>
                    <a:pt x="24331" y="89897"/>
                    <a:pt x="24446" y="90869"/>
                    <a:pt x="23769" y="92126"/>
                  </a:cubicBezTo>
                  <a:cubicBezTo>
                    <a:pt x="23436" y="92755"/>
                    <a:pt x="21864" y="93621"/>
                    <a:pt x="21531" y="94374"/>
                  </a:cubicBezTo>
                  <a:cubicBezTo>
                    <a:pt x="20283" y="97107"/>
                    <a:pt x="20474" y="99517"/>
                    <a:pt x="19293" y="102222"/>
                  </a:cubicBezTo>
                  <a:cubicBezTo>
                    <a:pt x="19045" y="102775"/>
                    <a:pt x="17340" y="103785"/>
                    <a:pt x="17054" y="104470"/>
                  </a:cubicBezTo>
                  <a:cubicBezTo>
                    <a:pt x="16788" y="105089"/>
                    <a:pt x="17216" y="106051"/>
                    <a:pt x="17054" y="106709"/>
                  </a:cubicBezTo>
                  <a:cubicBezTo>
                    <a:pt x="16816" y="107671"/>
                    <a:pt x="16111" y="107433"/>
                    <a:pt x="15930" y="107833"/>
                  </a:cubicBezTo>
                  <a:cubicBezTo>
                    <a:pt x="14997" y="109966"/>
                    <a:pt x="14597" y="112414"/>
                    <a:pt x="13692" y="114557"/>
                  </a:cubicBezTo>
                  <a:cubicBezTo>
                    <a:pt x="13473" y="115091"/>
                    <a:pt x="12844" y="114586"/>
                    <a:pt x="12568" y="115681"/>
                  </a:cubicBezTo>
                  <a:cubicBezTo>
                    <a:pt x="12206" y="117119"/>
                    <a:pt x="11692" y="118053"/>
                    <a:pt x="11444" y="119043"/>
                  </a:cubicBezTo>
                  <a:cubicBezTo>
                    <a:pt x="11282" y="119710"/>
                    <a:pt x="11701" y="120663"/>
                    <a:pt x="11444" y="121291"/>
                  </a:cubicBezTo>
                  <a:cubicBezTo>
                    <a:pt x="11235" y="121806"/>
                    <a:pt x="9530" y="122920"/>
                    <a:pt x="9206" y="123539"/>
                  </a:cubicBezTo>
                  <a:cubicBezTo>
                    <a:pt x="8691" y="124501"/>
                    <a:pt x="8329" y="126178"/>
                    <a:pt x="8082" y="126902"/>
                  </a:cubicBezTo>
                  <a:cubicBezTo>
                    <a:pt x="5643" y="133998"/>
                    <a:pt x="3805" y="145113"/>
                    <a:pt x="2471" y="150447"/>
                  </a:cubicBezTo>
                  <a:cubicBezTo>
                    <a:pt x="1271" y="155238"/>
                    <a:pt x="1919" y="159144"/>
                    <a:pt x="1348" y="161658"/>
                  </a:cubicBezTo>
                  <a:cubicBezTo>
                    <a:pt x="338" y="166145"/>
                    <a:pt x="-386" y="169964"/>
                    <a:pt x="224" y="175117"/>
                  </a:cubicBezTo>
                  <a:cubicBezTo>
                    <a:pt x="586" y="178146"/>
                    <a:pt x="3329" y="183032"/>
                    <a:pt x="3586" y="184090"/>
                  </a:cubicBezTo>
                  <a:cubicBezTo>
                    <a:pt x="4176" y="186452"/>
                    <a:pt x="4300" y="186204"/>
                    <a:pt x="5824" y="187452"/>
                  </a:cubicBezTo>
                  <a:cubicBezTo>
                    <a:pt x="6205" y="187766"/>
                    <a:pt x="5500" y="189309"/>
                    <a:pt x="5824" y="189690"/>
                  </a:cubicBezTo>
                  <a:cubicBezTo>
                    <a:pt x="6139" y="190071"/>
                    <a:pt x="7644" y="190548"/>
                    <a:pt x="8063" y="190814"/>
                  </a:cubicBezTo>
                  <a:cubicBezTo>
                    <a:pt x="8939" y="191357"/>
                    <a:pt x="10473" y="193005"/>
                    <a:pt x="11425" y="193062"/>
                  </a:cubicBezTo>
                  <a:cubicBezTo>
                    <a:pt x="12816" y="193139"/>
                    <a:pt x="15359" y="195748"/>
                    <a:pt x="15911" y="196425"/>
                  </a:cubicBezTo>
                  <a:cubicBezTo>
                    <a:pt x="16197" y="196768"/>
                    <a:pt x="17740" y="196196"/>
                    <a:pt x="18150" y="196425"/>
                  </a:cubicBezTo>
                  <a:cubicBezTo>
                    <a:pt x="18788" y="196777"/>
                    <a:pt x="19636" y="198311"/>
                    <a:pt x="20388" y="198663"/>
                  </a:cubicBezTo>
                  <a:cubicBezTo>
                    <a:pt x="22484" y="199644"/>
                    <a:pt x="24865" y="199987"/>
                    <a:pt x="27113" y="200911"/>
                  </a:cubicBezTo>
                  <a:cubicBezTo>
                    <a:pt x="30723" y="202387"/>
                    <a:pt x="34428" y="203854"/>
                    <a:pt x="38324" y="205397"/>
                  </a:cubicBezTo>
                  <a:cubicBezTo>
                    <a:pt x="43515" y="207454"/>
                    <a:pt x="53773" y="213284"/>
                    <a:pt x="57383" y="208760"/>
                  </a:cubicBezTo>
                  <a:cubicBezTo>
                    <a:pt x="57983" y="208007"/>
                    <a:pt x="58717" y="209912"/>
                    <a:pt x="58498" y="209883"/>
                  </a:cubicBezTo>
                  <a:cubicBezTo>
                    <a:pt x="60612" y="210217"/>
                    <a:pt x="61784" y="209236"/>
                    <a:pt x="62984" y="208760"/>
                  </a:cubicBezTo>
                  <a:cubicBezTo>
                    <a:pt x="65641" y="207693"/>
                    <a:pt x="70718" y="206540"/>
                    <a:pt x="70832" y="204273"/>
                  </a:cubicBezTo>
                  <a:lnTo>
                    <a:pt x="82129" y="198358"/>
                  </a:lnTo>
                  <a:lnTo>
                    <a:pt x="218775" y="183042"/>
                  </a:lnTo>
                  <a:lnTo>
                    <a:pt x="295851" y="76267"/>
                  </a:lnTo>
                  <a:lnTo>
                    <a:pt x="287736" y="60779"/>
                  </a:lnTo>
                  <a:close/>
                </a:path>
              </a:pathLst>
            </a:custGeom>
            <a:solidFill>
              <a:srgbClr val="446241"/>
            </a:solidFill>
            <a:ln cap="flat">
              <a:noFill/>
              <a:prstDash val="solid"/>
              <a:miter lim="800000"/>
            </a:ln>
          </p:spPr>
          <p:txBody>
            <a:bodyPr vert="horz" anchor="ctr" tIns="45720" lIns="91440" bIns="45720" rIns="91440"/>
            <a:p>
              <a:pPr algn="l" marL="0"/>
            </a:p>
          </p:txBody>
        </p:sp>
        <p:sp>
          <p:nvSpPr>
            <p:cNvPr name="Freeform 15" id="15"/>
            <p:cNvSpPr/>
            <p:nvPr/>
          </p:nvSpPr>
          <p:spPr>
            <a:xfrm>
              <a:off x="4555404" y="4871199"/>
              <a:ext cx="432662" cy="169086"/>
            </a:xfrm>
            <a:custGeom>
              <a:avLst/>
              <a:gdLst/>
              <a:ahLst/>
              <a:cxnLst/>
              <a:rect r="r" b="b" t="t" l="l"/>
              <a:pathLst>
                <a:path w="432662" h="169086" stroke="true" fill="norm" extrusionOk="true">
                  <a:moveTo>
                    <a:pt x="432663" y="156286"/>
                  </a:moveTo>
                  <a:cubicBezTo>
                    <a:pt x="430510" y="156515"/>
                    <a:pt x="431358" y="153924"/>
                    <a:pt x="430425" y="152914"/>
                  </a:cubicBezTo>
                  <a:cubicBezTo>
                    <a:pt x="429539" y="151962"/>
                    <a:pt x="427548" y="152029"/>
                    <a:pt x="427062" y="150676"/>
                  </a:cubicBezTo>
                  <a:cubicBezTo>
                    <a:pt x="428901" y="148247"/>
                    <a:pt x="426643" y="145190"/>
                    <a:pt x="425938" y="142827"/>
                  </a:cubicBezTo>
                  <a:cubicBezTo>
                    <a:pt x="425319" y="140741"/>
                    <a:pt x="424138" y="138789"/>
                    <a:pt x="423700" y="138341"/>
                  </a:cubicBezTo>
                  <a:cubicBezTo>
                    <a:pt x="423062" y="137703"/>
                    <a:pt x="424014" y="134760"/>
                    <a:pt x="423700" y="133855"/>
                  </a:cubicBezTo>
                  <a:cubicBezTo>
                    <a:pt x="423586" y="133531"/>
                    <a:pt x="421662" y="133160"/>
                    <a:pt x="421462" y="132741"/>
                  </a:cubicBezTo>
                  <a:cubicBezTo>
                    <a:pt x="421042" y="131855"/>
                    <a:pt x="421957" y="130216"/>
                    <a:pt x="421462" y="129369"/>
                  </a:cubicBezTo>
                  <a:cubicBezTo>
                    <a:pt x="421280" y="129064"/>
                    <a:pt x="419537" y="128511"/>
                    <a:pt x="419223" y="128254"/>
                  </a:cubicBezTo>
                  <a:cubicBezTo>
                    <a:pt x="418842" y="127940"/>
                    <a:pt x="419556" y="126387"/>
                    <a:pt x="419223" y="126006"/>
                  </a:cubicBezTo>
                  <a:cubicBezTo>
                    <a:pt x="417842" y="124444"/>
                    <a:pt x="416013" y="122711"/>
                    <a:pt x="414737" y="121520"/>
                  </a:cubicBezTo>
                  <a:cubicBezTo>
                    <a:pt x="413908" y="120739"/>
                    <a:pt x="412165" y="121196"/>
                    <a:pt x="411375" y="120396"/>
                  </a:cubicBezTo>
                  <a:cubicBezTo>
                    <a:pt x="408841" y="117815"/>
                    <a:pt x="411260" y="114595"/>
                    <a:pt x="411375" y="112547"/>
                  </a:cubicBezTo>
                  <a:cubicBezTo>
                    <a:pt x="410317" y="112119"/>
                    <a:pt x="410651" y="112176"/>
                    <a:pt x="411375" y="111424"/>
                  </a:cubicBezTo>
                  <a:cubicBezTo>
                    <a:pt x="413508" y="109223"/>
                    <a:pt x="416699" y="106175"/>
                    <a:pt x="419223" y="105813"/>
                  </a:cubicBezTo>
                  <a:cubicBezTo>
                    <a:pt x="419109" y="102337"/>
                    <a:pt x="420595" y="100460"/>
                    <a:pt x="421462" y="97965"/>
                  </a:cubicBezTo>
                  <a:cubicBezTo>
                    <a:pt x="423605" y="96374"/>
                    <a:pt x="425472" y="94507"/>
                    <a:pt x="427072" y="92354"/>
                  </a:cubicBezTo>
                  <a:cubicBezTo>
                    <a:pt x="426919" y="90002"/>
                    <a:pt x="425633" y="88268"/>
                    <a:pt x="424833" y="86744"/>
                  </a:cubicBezTo>
                  <a:cubicBezTo>
                    <a:pt x="422681" y="82687"/>
                    <a:pt x="421443" y="80343"/>
                    <a:pt x="419223" y="76657"/>
                  </a:cubicBezTo>
                  <a:cubicBezTo>
                    <a:pt x="418823" y="76000"/>
                    <a:pt x="417432" y="75152"/>
                    <a:pt x="416985" y="74409"/>
                  </a:cubicBezTo>
                  <a:cubicBezTo>
                    <a:pt x="416328" y="73343"/>
                    <a:pt x="416004" y="72571"/>
                    <a:pt x="415861" y="71047"/>
                  </a:cubicBezTo>
                  <a:cubicBezTo>
                    <a:pt x="412118" y="69552"/>
                    <a:pt x="408250" y="68199"/>
                    <a:pt x="406888" y="64322"/>
                  </a:cubicBezTo>
                  <a:cubicBezTo>
                    <a:pt x="407498" y="55312"/>
                    <a:pt x="412832" y="46587"/>
                    <a:pt x="408012" y="38538"/>
                  </a:cubicBezTo>
                  <a:cubicBezTo>
                    <a:pt x="411089" y="37290"/>
                    <a:pt x="410184" y="32566"/>
                    <a:pt x="411375" y="30690"/>
                  </a:cubicBezTo>
                  <a:cubicBezTo>
                    <a:pt x="411927" y="29823"/>
                    <a:pt x="413975" y="29213"/>
                    <a:pt x="414737" y="28451"/>
                  </a:cubicBezTo>
                  <a:cubicBezTo>
                    <a:pt x="415575" y="27613"/>
                    <a:pt x="416394" y="26118"/>
                    <a:pt x="416975" y="25089"/>
                  </a:cubicBezTo>
                  <a:cubicBezTo>
                    <a:pt x="419766" y="20145"/>
                    <a:pt x="421976" y="15459"/>
                    <a:pt x="422585" y="8268"/>
                  </a:cubicBezTo>
                  <a:cubicBezTo>
                    <a:pt x="419290" y="9239"/>
                    <a:pt x="416004" y="5220"/>
                    <a:pt x="414737" y="4905"/>
                  </a:cubicBezTo>
                  <a:cubicBezTo>
                    <a:pt x="413308" y="4544"/>
                    <a:pt x="410917" y="3820"/>
                    <a:pt x="410251" y="3782"/>
                  </a:cubicBezTo>
                  <a:cubicBezTo>
                    <a:pt x="409241" y="3724"/>
                    <a:pt x="409403" y="2724"/>
                    <a:pt x="409127" y="2657"/>
                  </a:cubicBezTo>
                  <a:cubicBezTo>
                    <a:pt x="406517" y="1991"/>
                    <a:pt x="402211" y="1886"/>
                    <a:pt x="399040" y="1543"/>
                  </a:cubicBezTo>
                  <a:cubicBezTo>
                    <a:pt x="385257" y="29"/>
                    <a:pt x="371027" y="419"/>
                    <a:pt x="355310" y="419"/>
                  </a:cubicBezTo>
                  <a:cubicBezTo>
                    <a:pt x="343547" y="419"/>
                    <a:pt x="331622" y="-524"/>
                    <a:pt x="321678" y="419"/>
                  </a:cubicBezTo>
                  <a:cubicBezTo>
                    <a:pt x="318944" y="676"/>
                    <a:pt x="317439" y="1448"/>
                    <a:pt x="314953" y="1543"/>
                  </a:cubicBezTo>
                  <a:cubicBezTo>
                    <a:pt x="308705" y="1772"/>
                    <a:pt x="302199" y="400"/>
                    <a:pt x="297017" y="1543"/>
                  </a:cubicBezTo>
                  <a:cubicBezTo>
                    <a:pt x="295189" y="1943"/>
                    <a:pt x="294065" y="2058"/>
                    <a:pt x="293655" y="3782"/>
                  </a:cubicBezTo>
                  <a:cubicBezTo>
                    <a:pt x="290159" y="2419"/>
                    <a:pt x="291331" y="3705"/>
                    <a:pt x="289169" y="3782"/>
                  </a:cubicBezTo>
                  <a:cubicBezTo>
                    <a:pt x="284587" y="3953"/>
                    <a:pt x="279539" y="4505"/>
                    <a:pt x="277958" y="4905"/>
                  </a:cubicBezTo>
                  <a:cubicBezTo>
                    <a:pt x="273691" y="5972"/>
                    <a:pt x="270890" y="5267"/>
                    <a:pt x="268985" y="6029"/>
                  </a:cubicBezTo>
                  <a:cubicBezTo>
                    <a:pt x="268709" y="6134"/>
                    <a:pt x="268166" y="6010"/>
                    <a:pt x="267861" y="6029"/>
                  </a:cubicBezTo>
                  <a:cubicBezTo>
                    <a:pt x="266728" y="6086"/>
                    <a:pt x="267166" y="6991"/>
                    <a:pt x="266737" y="7144"/>
                  </a:cubicBezTo>
                  <a:cubicBezTo>
                    <a:pt x="263718" y="8220"/>
                    <a:pt x="261270" y="8144"/>
                    <a:pt x="258889" y="8268"/>
                  </a:cubicBezTo>
                  <a:cubicBezTo>
                    <a:pt x="257784" y="8325"/>
                    <a:pt x="258146" y="9268"/>
                    <a:pt x="257765" y="9392"/>
                  </a:cubicBezTo>
                  <a:cubicBezTo>
                    <a:pt x="251993" y="11268"/>
                    <a:pt x="245239" y="10640"/>
                    <a:pt x="238991" y="11821"/>
                  </a:cubicBezTo>
                  <a:cubicBezTo>
                    <a:pt x="238953" y="11840"/>
                    <a:pt x="238934" y="11868"/>
                    <a:pt x="238905" y="11887"/>
                  </a:cubicBezTo>
                  <a:cubicBezTo>
                    <a:pt x="235000" y="13516"/>
                    <a:pt x="231190" y="15059"/>
                    <a:pt x="226894" y="15183"/>
                  </a:cubicBezTo>
                  <a:cubicBezTo>
                    <a:pt x="226809" y="15183"/>
                    <a:pt x="226761" y="15154"/>
                    <a:pt x="226685" y="15145"/>
                  </a:cubicBezTo>
                  <a:cubicBezTo>
                    <a:pt x="219379" y="16412"/>
                    <a:pt x="212521" y="18926"/>
                    <a:pt x="205073" y="18364"/>
                  </a:cubicBezTo>
                  <a:cubicBezTo>
                    <a:pt x="200986" y="18050"/>
                    <a:pt x="196929" y="15745"/>
                    <a:pt x="192738" y="15002"/>
                  </a:cubicBezTo>
                  <a:cubicBezTo>
                    <a:pt x="184041" y="13468"/>
                    <a:pt x="174078" y="14621"/>
                    <a:pt x="164706" y="13878"/>
                  </a:cubicBezTo>
                  <a:cubicBezTo>
                    <a:pt x="163563" y="13783"/>
                    <a:pt x="163410" y="12925"/>
                    <a:pt x="162467" y="12754"/>
                  </a:cubicBezTo>
                  <a:cubicBezTo>
                    <a:pt x="162505" y="12764"/>
                    <a:pt x="162324" y="14069"/>
                    <a:pt x="161343" y="13878"/>
                  </a:cubicBezTo>
                  <a:cubicBezTo>
                    <a:pt x="161077" y="13821"/>
                    <a:pt x="161200" y="12906"/>
                    <a:pt x="160219" y="12754"/>
                  </a:cubicBezTo>
                  <a:cubicBezTo>
                    <a:pt x="157381" y="12316"/>
                    <a:pt x="154885" y="11859"/>
                    <a:pt x="152371" y="11630"/>
                  </a:cubicBezTo>
                  <a:cubicBezTo>
                    <a:pt x="148742" y="11306"/>
                    <a:pt x="148237" y="13421"/>
                    <a:pt x="146770" y="11630"/>
                  </a:cubicBezTo>
                  <a:cubicBezTo>
                    <a:pt x="146580" y="11401"/>
                    <a:pt x="144865" y="11678"/>
                    <a:pt x="144532" y="11630"/>
                  </a:cubicBezTo>
                  <a:cubicBezTo>
                    <a:pt x="140017" y="10992"/>
                    <a:pt x="138769" y="11268"/>
                    <a:pt x="135559" y="10516"/>
                  </a:cubicBezTo>
                  <a:cubicBezTo>
                    <a:pt x="131844" y="9639"/>
                    <a:pt x="128187" y="9449"/>
                    <a:pt x="124396" y="8982"/>
                  </a:cubicBezTo>
                  <a:cubicBezTo>
                    <a:pt x="124415" y="9058"/>
                    <a:pt x="124424" y="9125"/>
                    <a:pt x="124443" y="9201"/>
                  </a:cubicBezTo>
                  <a:lnTo>
                    <a:pt x="40090" y="16002"/>
                  </a:lnTo>
                  <a:cubicBezTo>
                    <a:pt x="35394" y="16583"/>
                    <a:pt x="30851" y="16554"/>
                    <a:pt x="26812" y="16116"/>
                  </a:cubicBezTo>
                  <a:cubicBezTo>
                    <a:pt x="25145" y="15935"/>
                    <a:pt x="21802" y="14592"/>
                    <a:pt x="21202" y="13868"/>
                  </a:cubicBezTo>
                  <a:cubicBezTo>
                    <a:pt x="20973" y="13583"/>
                    <a:pt x="18259" y="13887"/>
                    <a:pt x="17840" y="13868"/>
                  </a:cubicBezTo>
                  <a:cubicBezTo>
                    <a:pt x="17001" y="13821"/>
                    <a:pt x="16763" y="12754"/>
                    <a:pt x="16716" y="12745"/>
                  </a:cubicBezTo>
                  <a:cubicBezTo>
                    <a:pt x="15049" y="12506"/>
                    <a:pt x="14392" y="13754"/>
                    <a:pt x="13353" y="13868"/>
                  </a:cubicBezTo>
                  <a:cubicBezTo>
                    <a:pt x="8991" y="14335"/>
                    <a:pt x="5924" y="11401"/>
                    <a:pt x="1018" y="12745"/>
                  </a:cubicBezTo>
                  <a:cubicBezTo>
                    <a:pt x="-1296" y="16593"/>
                    <a:pt x="885" y="19383"/>
                    <a:pt x="2142" y="22832"/>
                  </a:cubicBezTo>
                  <a:cubicBezTo>
                    <a:pt x="4047" y="28061"/>
                    <a:pt x="7134" y="32376"/>
                    <a:pt x="9991" y="35166"/>
                  </a:cubicBezTo>
                  <a:cubicBezTo>
                    <a:pt x="11191" y="36347"/>
                    <a:pt x="12325" y="37548"/>
                    <a:pt x="13353" y="38538"/>
                  </a:cubicBezTo>
                  <a:cubicBezTo>
                    <a:pt x="14687" y="39805"/>
                    <a:pt x="17763" y="40519"/>
                    <a:pt x="17840" y="41901"/>
                  </a:cubicBezTo>
                  <a:cubicBezTo>
                    <a:pt x="17944" y="43872"/>
                    <a:pt x="20230" y="44634"/>
                    <a:pt x="21202" y="45263"/>
                  </a:cubicBezTo>
                  <a:cubicBezTo>
                    <a:pt x="22955" y="46873"/>
                    <a:pt x="25107" y="48082"/>
                    <a:pt x="25688" y="50873"/>
                  </a:cubicBezTo>
                  <a:cubicBezTo>
                    <a:pt x="26231" y="54416"/>
                    <a:pt x="23669" y="54836"/>
                    <a:pt x="24564" y="58722"/>
                  </a:cubicBezTo>
                  <a:cubicBezTo>
                    <a:pt x="26041" y="59093"/>
                    <a:pt x="25974" y="61074"/>
                    <a:pt x="26803" y="62094"/>
                  </a:cubicBezTo>
                  <a:cubicBezTo>
                    <a:pt x="27660" y="63132"/>
                    <a:pt x="30203" y="63637"/>
                    <a:pt x="30165" y="65456"/>
                  </a:cubicBezTo>
                  <a:cubicBezTo>
                    <a:pt x="31527" y="66646"/>
                    <a:pt x="32203" y="68266"/>
                    <a:pt x="33242" y="69066"/>
                  </a:cubicBezTo>
                  <a:lnTo>
                    <a:pt x="37214" y="75190"/>
                  </a:lnTo>
                  <a:cubicBezTo>
                    <a:pt x="37442" y="76819"/>
                    <a:pt x="38252" y="78343"/>
                    <a:pt x="36890" y="80029"/>
                  </a:cubicBezTo>
                  <a:cubicBezTo>
                    <a:pt x="34785" y="82629"/>
                    <a:pt x="32251" y="84801"/>
                    <a:pt x="34651" y="89002"/>
                  </a:cubicBezTo>
                  <a:cubicBezTo>
                    <a:pt x="32603" y="89659"/>
                    <a:pt x="30917" y="91231"/>
                    <a:pt x="29041" y="92364"/>
                  </a:cubicBezTo>
                  <a:cubicBezTo>
                    <a:pt x="27069" y="93564"/>
                    <a:pt x="23326" y="93802"/>
                    <a:pt x="23431" y="96850"/>
                  </a:cubicBezTo>
                  <a:cubicBezTo>
                    <a:pt x="24993" y="98279"/>
                    <a:pt x="23917" y="102346"/>
                    <a:pt x="26793" y="102461"/>
                  </a:cubicBezTo>
                  <a:cubicBezTo>
                    <a:pt x="27260" y="104985"/>
                    <a:pt x="32937" y="102289"/>
                    <a:pt x="32403" y="105823"/>
                  </a:cubicBezTo>
                  <a:cubicBezTo>
                    <a:pt x="28993" y="109519"/>
                    <a:pt x="27546" y="115167"/>
                    <a:pt x="21192" y="115910"/>
                  </a:cubicBezTo>
                  <a:cubicBezTo>
                    <a:pt x="20497" y="120072"/>
                    <a:pt x="18040" y="122473"/>
                    <a:pt x="16706" y="125997"/>
                  </a:cubicBezTo>
                  <a:cubicBezTo>
                    <a:pt x="14306" y="127330"/>
                    <a:pt x="10439" y="127206"/>
                    <a:pt x="8858" y="129359"/>
                  </a:cubicBezTo>
                  <a:cubicBezTo>
                    <a:pt x="9153" y="133836"/>
                    <a:pt x="14496" y="133512"/>
                    <a:pt x="16706" y="136093"/>
                  </a:cubicBezTo>
                  <a:cubicBezTo>
                    <a:pt x="17592" y="137122"/>
                    <a:pt x="18202" y="138341"/>
                    <a:pt x="18945" y="139456"/>
                  </a:cubicBezTo>
                  <a:cubicBezTo>
                    <a:pt x="19916" y="140913"/>
                    <a:pt x="19678" y="141713"/>
                    <a:pt x="20068" y="143942"/>
                  </a:cubicBezTo>
                  <a:cubicBezTo>
                    <a:pt x="20316" y="145380"/>
                    <a:pt x="21269" y="145485"/>
                    <a:pt x="21192" y="147304"/>
                  </a:cubicBezTo>
                  <a:cubicBezTo>
                    <a:pt x="20983" y="152171"/>
                    <a:pt x="16582" y="152753"/>
                    <a:pt x="16706" y="158515"/>
                  </a:cubicBezTo>
                  <a:cubicBezTo>
                    <a:pt x="18268" y="158048"/>
                    <a:pt x="19145" y="159592"/>
                    <a:pt x="20068" y="159639"/>
                  </a:cubicBezTo>
                  <a:cubicBezTo>
                    <a:pt x="21145" y="159696"/>
                    <a:pt x="20840" y="160658"/>
                    <a:pt x="21192" y="160763"/>
                  </a:cubicBezTo>
                  <a:cubicBezTo>
                    <a:pt x="22469" y="161144"/>
                    <a:pt x="24336" y="160687"/>
                    <a:pt x="25679" y="160763"/>
                  </a:cubicBezTo>
                  <a:cubicBezTo>
                    <a:pt x="26565" y="160811"/>
                    <a:pt x="26688" y="161858"/>
                    <a:pt x="26803" y="161877"/>
                  </a:cubicBezTo>
                  <a:cubicBezTo>
                    <a:pt x="29193" y="162287"/>
                    <a:pt x="31927" y="161811"/>
                    <a:pt x="34651" y="161877"/>
                  </a:cubicBezTo>
                  <a:cubicBezTo>
                    <a:pt x="36128" y="161915"/>
                    <a:pt x="37175" y="163020"/>
                    <a:pt x="38014" y="163001"/>
                  </a:cubicBezTo>
                  <a:cubicBezTo>
                    <a:pt x="37737" y="163011"/>
                    <a:pt x="38661" y="162001"/>
                    <a:pt x="39138" y="161877"/>
                  </a:cubicBezTo>
                  <a:cubicBezTo>
                    <a:pt x="42128" y="161134"/>
                    <a:pt x="44529" y="162497"/>
                    <a:pt x="46986" y="161877"/>
                  </a:cubicBezTo>
                  <a:cubicBezTo>
                    <a:pt x="50044" y="161115"/>
                    <a:pt x="48091" y="162030"/>
                    <a:pt x="51472" y="161877"/>
                  </a:cubicBezTo>
                  <a:cubicBezTo>
                    <a:pt x="52939" y="161811"/>
                    <a:pt x="52996" y="160744"/>
                    <a:pt x="54835" y="160763"/>
                  </a:cubicBezTo>
                  <a:cubicBezTo>
                    <a:pt x="57473" y="160782"/>
                    <a:pt x="59273" y="161944"/>
                    <a:pt x="61559" y="161877"/>
                  </a:cubicBezTo>
                  <a:cubicBezTo>
                    <a:pt x="62702" y="161849"/>
                    <a:pt x="62874" y="160963"/>
                    <a:pt x="63798" y="160763"/>
                  </a:cubicBezTo>
                  <a:cubicBezTo>
                    <a:pt x="67532" y="159953"/>
                    <a:pt x="71818" y="160525"/>
                    <a:pt x="75009" y="160763"/>
                  </a:cubicBezTo>
                  <a:cubicBezTo>
                    <a:pt x="80343" y="161153"/>
                    <a:pt x="82838" y="161211"/>
                    <a:pt x="86220" y="160763"/>
                  </a:cubicBezTo>
                  <a:cubicBezTo>
                    <a:pt x="96126" y="159458"/>
                    <a:pt x="105879" y="160906"/>
                    <a:pt x="115366" y="159639"/>
                  </a:cubicBezTo>
                  <a:cubicBezTo>
                    <a:pt x="119576" y="159077"/>
                    <a:pt x="125148" y="155324"/>
                    <a:pt x="127701" y="158515"/>
                  </a:cubicBezTo>
                  <a:cubicBezTo>
                    <a:pt x="128225" y="159163"/>
                    <a:pt x="129206" y="157448"/>
                    <a:pt x="128825" y="157391"/>
                  </a:cubicBezTo>
                  <a:cubicBezTo>
                    <a:pt x="129949" y="157544"/>
                    <a:pt x="130130" y="158306"/>
                    <a:pt x="131063" y="158515"/>
                  </a:cubicBezTo>
                  <a:cubicBezTo>
                    <a:pt x="134873" y="159344"/>
                    <a:pt x="137512" y="157696"/>
                    <a:pt x="140036" y="157391"/>
                  </a:cubicBezTo>
                  <a:cubicBezTo>
                    <a:pt x="141131" y="157258"/>
                    <a:pt x="142293" y="157439"/>
                    <a:pt x="143398" y="157391"/>
                  </a:cubicBezTo>
                  <a:cubicBezTo>
                    <a:pt x="145170" y="157315"/>
                    <a:pt x="147084" y="156229"/>
                    <a:pt x="147884" y="156277"/>
                  </a:cubicBezTo>
                  <a:cubicBezTo>
                    <a:pt x="148637" y="156315"/>
                    <a:pt x="149075" y="157401"/>
                    <a:pt x="149008" y="157391"/>
                  </a:cubicBezTo>
                  <a:cubicBezTo>
                    <a:pt x="150332" y="157515"/>
                    <a:pt x="150647" y="156296"/>
                    <a:pt x="152371" y="156277"/>
                  </a:cubicBezTo>
                  <a:cubicBezTo>
                    <a:pt x="153504" y="156267"/>
                    <a:pt x="153704" y="157391"/>
                    <a:pt x="154609" y="157391"/>
                  </a:cubicBezTo>
                  <a:cubicBezTo>
                    <a:pt x="154285" y="157391"/>
                    <a:pt x="155285" y="156382"/>
                    <a:pt x="155733" y="156277"/>
                  </a:cubicBezTo>
                  <a:cubicBezTo>
                    <a:pt x="159400" y="155353"/>
                    <a:pt x="160867" y="157163"/>
                    <a:pt x="163582" y="157391"/>
                  </a:cubicBezTo>
                  <a:cubicBezTo>
                    <a:pt x="165334" y="157544"/>
                    <a:pt x="167411" y="156143"/>
                    <a:pt x="168068" y="156277"/>
                  </a:cubicBezTo>
                  <a:cubicBezTo>
                    <a:pt x="168363" y="156334"/>
                    <a:pt x="168163" y="157258"/>
                    <a:pt x="169192" y="157391"/>
                  </a:cubicBezTo>
                  <a:cubicBezTo>
                    <a:pt x="178117" y="158544"/>
                    <a:pt x="186832" y="159877"/>
                    <a:pt x="196100" y="160763"/>
                  </a:cubicBezTo>
                  <a:cubicBezTo>
                    <a:pt x="204663" y="161573"/>
                    <a:pt x="212197" y="161316"/>
                    <a:pt x="218522" y="160763"/>
                  </a:cubicBezTo>
                  <a:cubicBezTo>
                    <a:pt x="225056" y="160191"/>
                    <a:pt x="234419" y="161134"/>
                    <a:pt x="237581" y="161877"/>
                  </a:cubicBezTo>
                  <a:cubicBezTo>
                    <a:pt x="240610" y="162592"/>
                    <a:pt x="242163" y="162744"/>
                    <a:pt x="243182" y="163001"/>
                  </a:cubicBezTo>
                  <a:cubicBezTo>
                    <a:pt x="253355" y="165545"/>
                    <a:pt x="270747" y="165059"/>
                    <a:pt x="280187" y="164125"/>
                  </a:cubicBezTo>
                  <a:cubicBezTo>
                    <a:pt x="282739" y="163878"/>
                    <a:pt x="286454" y="164240"/>
                    <a:pt x="289159" y="164125"/>
                  </a:cubicBezTo>
                  <a:cubicBezTo>
                    <a:pt x="289464" y="164116"/>
                    <a:pt x="289045" y="162754"/>
                    <a:pt x="290283" y="163001"/>
                  </a:cubicBezTo>
                  <a:cubicBezTo>
                    <a:pt x="290702" y="163087"/>
                    <a:pt x="290188" y="164106"/>
                    <a:pt x="291407" y="164125"/>
                  </a:cubicBezTo>
                  <a:cubicBezTo>
                    <a:pt x="293284" y="164154"/>
                    <a:pt x="295008" y="162954"/>
                    <a:pt x="295894" y="163001"/>
                  </a:cubicBezTo>
                  <a:cubicBezTo>
                    <a:pt x="295693" y="162992"/>
                    <a:pt x="296484" y="163992"/>
                    <a:pt x="297017" y="164125"/>
                  </a:cubicBezTo>
                  <a:cubicBezTo>
                    <a:pt x="298456" y="164487"/>
                    <a:pt x="299389" y="165002"/>
                    <a:pt x="300380" y="165249"/>
                  </a:cubicBezTo>
                  <a:cubicBezTo>
                    <a:pt x="303132" y="165935"/>
                    <a:pt x="309457" y="165192"/>
                    <a:pt x="310467" y="165249"/>
                  </a:cubicBezTo>
                  <a:cubicBezTo>
                    <a:pt x="311219" y="165287"/>
                    <a:pt x="311657" y="166373"/>
                    <a:pt x="311591" y="166364"/>
                  </a:cubicBezTo>
                  <a:cubicBezTo>
                    <a:pt x="312886" y="166488"/>
                    <a:pt x="313267" y="165306"/>
                    <a:pt x="314953" y="165249"/>
                  </a:cubicBezTo>
                  <a:cubicBezTo>
                    <a:pt x="321078" y="165030"/>
                    <a:pt x="325507" y="164030"/>
                    <a:pt x="329526" y="164125"/>
                  </a:cubicBezTo>
                  <a:cubicBezTo>
                    <a:pt x="331612" y="164173"/>
                    <a:pt x="332050" y="164992"/>
                    <a:pt x="334013" y="165249"/>
                  </a:cubicBezTo>
                  <a:cubicBezTo>
                    <a:pt x="336260" y="165535"/>
                    <a:pt x="338499" y="164935"/>
                    <a:pt x="340737" y="165249"/>
                  </a:cubicBezTo>
                  <a:cubicBezTo>
                    <a:pt x="341861" y="165402"/>
                    <a:pt x="342042" y="166164"/>
                    <a:pt x="342976" y="166364"/>
                  </a:cubicBezTo>
                  <a:cubicBezTo>
                    <a:pt x="351100" y="168135"/>
                    <a:pt x="358120" y="167059"/>
                    <a:pt x="366521" y="167488"/>
                  </a:cubicBezTo>
                  <a:cubicBezTo>
                    <a:pt x="368198" y="167573"/>
                    <a:pt x="370598" y="168478"/>
                    <a:pt x="372122" y="168612"/>
                  </a:cubicBezTo>
                  <a:cubicBezTo>
                    <a:pt x="386800" y="169850"/>
                    <a:pt x="406707" y="168374"/>
                    <a:pt x="418090" y="167488"/>
                  </a:cubicBezTo>
                  <a:cubicBezTo>
                    <a:pt x="422700" y="167135"/>
                    <a:pt x="428481" y="168631"/>
                    <a:pt x="432663" y="165249"/>
                  </a:cubicBezTo>
                  <a:cubicBezTo>
                    <a:pt x="432491" y="160144"/>
                    <a:pt x="431729" y="160849"/>
                    <a:pt x="432663" y="156286"/>
                  </a:cubicBezTo>
                  <a:close/>
                </a:path>
              </a:pathLst>
            </a:custGeom>
            <a:solidFill>
              <a:srgbClr val="F3AB39"/>
            </a:solidFill>
            <a:ln cap="flat">
              <a:noFill/>
              <a:prstDash val="solid"/>
              <a:miter lim="800000"/>
            </a:ln>
          </p:spPr>
          <p:txBody>
            <a:bodyPr vert="horz" anchor="ctr" tIns="45720" lIns="91440" bIns="45720" rIns="91440"/>
            <a:p>
              <a:pPr algn="l" marL="0"/>
            </a:p>
          </p:txBody>
        </p:sp>
        <p:sp>
          <p:nvSpPr>
            <p:cNvPr name="Freeform 16" id="16"/>
            <p:cNvSpPr/>
            <p:nvPr/>
          </p:nvSpPr>
          <p:spPr>
            <a:xfrm>
              <a:off x="4607500" y="4576972"/>
              <a:ext cx="53649" cy="33457"/>
            </a:xfrm>
            <a:custGeom>
              <a:avLst/>
              <a:gdLst/>
              <a:ahLst/>
              <a:cxnLst/>
              <a:rect r="r" b="b" t="t" l="l"/>
              <a:pathLst>
                <a:path w="53649" h="33457" stroke="true" fill="norm" extrusionOk="true">
                  <a:moveTo>
                    <a:pt x="7215" y="28946"/>
                  </a:moveTo>
                  <a:cubicBezTo>
                    <a:pt x="10949" y="32328"/>
                    <a:pt x="16321" y="33185"/>
                    <a:pt x="20665" y="33433"/>
                  </a:cubicBezTo>
                  <a:cubicBezTo>
                    <a:pt x="24408" y="33642"/>
                    <a:pt x="25827" y="32480"/>
                    <a:pt x="27389" y="32309"/>
                  </a:cubicBezTo>
                  <a:cubicBezTo>
                    <a:pt x="31780" y="31842"/>
                    <a:pt x="34066" y="32614"/>
                    <a:pt x="35238" y="31185"/>
                  </a:cubicBezTo>
                  <a:cubicBezTo>
                    <a:pt x="35524" y="30842"/>
                    <a:pt x="37067" y="31413"/>
                    <a:pt x="37476" y="31185"/>
                  </a:cubicBezTo>
                  <a:cubicBezTo>
                    <a:pt x="38114" y="30832"/>
                    <a:pt x="38953" y="29280"/>
                    <a:pt x="39715" y="28946"/>
                  </a:cubicBezTo>
                  <a:cubicBezTo>
                    <a:pt x="40648" y="28537"/>
                    <a:pt x="42106" y="29242"/>
                    <a:pt x="43077" y="28946"/>
                  </a:cubicBezTo>
                  <a:cubicBezTo>
                    <a:pt x="43468" y="28832"/>
                    <a:pt x="44792" y="26965"/>
                    <a:pt x="45315" y="26699"/>
                  </a:cubicBezTo>
                  <a:cubicBezTo>
                    <a:pt x="45554" y="26584"/>
                    <a:pt x="46173" y="26708"/>
                    <a:pt x="46439" y="26699"/>
                  </a:cubicBezTo>
                  <a:cubicBezTo>
                    <a:pt x="47963" y="26613"/>
                    <a:pt x="49344" y="24813"/>
                    <a:pt x="50764" y="23489"/>
                  </a:cubicBezTo>
                  <a:lnTo>
                    <a:pt x="53650" y="18393"/>
                  </a:lnTo>
                  <a:cubicBezTo>
                    <a:pt x="52059" y="14364"/>
                    <a:pt x="50068" y="10754"/>
                    <a:pt x="47563" y="7649"/>
                  </a:cubicBezTo>
                  <a:cubicBezTo>
                    <a:pt x="47401" y="6401"/>
                    <a:pt x="46858" y="5248"/>
                    <a:pt x="46706" y="4286"/>
                  </a:cubicBezTo>
                  <a:lnTo>
                    <a:pt x="46658" y="4267"/>
                  </a:lnTo>
                  <a:lnTo>
                    <a:pt x="43982" y="0"/>
                  </a:lnTo>
                  <a:cubicBezTo>
                    <a:pt x="43353" y="562"/>
                    <a:pt x="42667" y="1657"/>
                    <a:pt x="41963" y="2048"/>
                  </a:cubicBezTo>
                  <a:cubicBezTo>
                    <a:pt x="41020" y="2553"/>
                    <a:pt x="39305" y="2934"/>
                    <a:pt x="38600" y="3162"/>
                  </a:cubicBezTo>
                  <a:cubicBezTo>
                    <a:pt x="33981" y="4705"/>
                    <a:pt x="31590" y="3734"/>
                    <a:pt x="26265" y="4286"/>
                  </a:cubicBezTo>
                  <a:cubicBezTo>
                    <a:pt x="26370" y="4277"/>
                    <a:pt x="25742" y="5258"/>
                    <a:pt x="25141" y="5410"/>
                  </a:cubicBezTo>
                  <a:cubicBezTo>
                    <a:pt x="24465" y="5582"/>
                    <a:pt x="23598" y="5363"/>
                    <a:pt x="22903" y="5410"/>
                  </a:cubicBezTo>
                  <a:cubicBezTo>
                    <a:pt x="14331" y="6029"/>
                    <a:pt x="10292" y="2057"/>
                    <a:pt x="2405" y="2067"/>
                  </a:cubicBezTo>
                  <a:cubicBezTo>
                    <a:pt x="2129" y="1991"/>
                    <a:pt x="1881" y="1867"/>
                    <a:pt x="1624" y="1762"/>
                  </a:cubicBezTo>
                  <a:lnTo>
                    <a:pt x="834" y="6439"/>
                  </a:lnTo>
                  <a:cubicBezTo>
                    <a:pt x="-157" y="13325"/>
                    <a:pt x="-252" y="21060"/>
                    <a:pt x="481" y="25584"/>
                  </a:cubicBezTo>
                  <a:cubicBezTo>
                    <a:pt x="596" y="26318"/>
                    <a:pt x="405" y="27384"/>
                    <a:pt x="348" y="28413"/>
                  </a:cubicBezTo>
                  <a:lnTo>
                    <a:pt x="4901" y="28927"/>
                  </a:lnTo>
                  <a:cubicBezTo>
                    <a:pt x="5634" y="28880"/>
                    <a:pt x="6406" y="28899"/>
                    <a:pt x="7215" y="28946"/>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7" id="17"/>
            <p:cNvSpPr/>
            <p:nvPr/>
          </p:nvSpPr>
          <p:spPr>
            <a:xfrm>
              <a:off x="4494796" y="4581241"/>
              <a:ext cx="312755" cy="281757"/>
            </a:xfrm>
            <a:custGeom>
              <a:avLst/>
              <a:gdLst/>
              <a:ahLst/>
              <a:cxnLst/>
              <a:rect r="r" b="b" t="t" l="l"/>
              <a:pathLst>
                <a:path w="312755" h="281757" stroke="true" fill="norm" extrusionOk="true">
                  <a:moveTo>
                    <a:pt x="312601" y="66178"/>
                  </a:moveTo>
                  <a:lnTo>
                    <a:pt x="309677" y="59025"/>
                  </a:lnTo>
                  <a:lnTo>
                    <a:pt x="303781" y="48509"/>
                  </a:lnTo>
                  <a:lnTo>
                    <a:pt x="281359" y="33231"/>
                  </a:lnTo>
                  <a:lnTo>
                    <a:pt x="246678" y="9685"/>
                  </a:lnTo>
                  <a:lnTo>
                    <a:pt x="231286" y="3703"/>
                  </a:lnTo>
                  <a:cubicBezTo>
                    <a:pt x="231153" y="3580"/>
                    <a:pt x="231029" y="3446"/>
                    <a:pt x="230915" y="3380"/>
                  </a:cubicBezTo>
                  <a:cubicBezTo>
                    <a:pt x="230181" y="3008"/>
                    <a:pt x="229429" y="2741"/>
                    <a:pt x="228676" y="2265"/>
                  </a:cubicBezTo>
                  <a:cubicBezTo>
                    <a:pt x="228171" y="1941"/>
                    <a:pt x="225171" y="1408"/>
                    <a:pt x="224190" y="17"/>
                  </a:cubicBezTo>
                  <a:cubicBezTo>
                    <a:pt x="223657" y="-30"/>
                    <a:pt x="223218" y="27"/>
                    <a:pt x="222828" y="113"/>
                  </a:cubicBezTo>
                  <a:cubicBezTo>
                    <a:pt x="220790" y="589"/>
                    <a:pt x="220209" y="2503"/>
                    <a:pt x="217465" y="2265"/>
                  </a:cubicBezTo>
                  <a:lnTo>
                    <a:pt x="178889" y="9685"/>
                  </a:lnTo>
                  <a:lnTo>
                    <a:pt x="166392" y="14105"/>
                  </a:lnTo>
                  <a:lnTo>
                    <a:pt x="166383" y="14124"/>
                  </a:lnTo>
                  <a:cubicBezTo>
                    <a:pt x="166716" y="14972"/>
                    <a:pt x="167059" y="15810"/>
                    <a:pt x="167354" y="16705"/>
                  </a:cubicBezTo>
                  <a:cubicBezTo>
                    <a:pt x="167354" y="16705"/>
                    <a:pt x="167354" y="16705"/>
                    <a:pt x="167364" y="16715"/>
                  </a:cubicBezTo>
                  <a:lnTo>
                    <a:pt x="163497" y="19229"/>
                  </a:lnTo>
                  <a:cubicBezTo>
                    <a:pt x="162077" y="20553"/>
                    <a:pt x="160696" y="22353"/>
                    <a:pt x="159172" y="22439"/>
                  </a:cubicBezTo>
                  <a:cubicBezTo>
                    <a:pt x="158906" y="22449"/>
                    <a:pt x="158286" y="22325"/>
                    <a:pt x="158048" y="22439"/>
                  </a:cubicBezTo>
                  <a:cubicBezTo>
                    <a:pt x="157524" y="22706"/>
                    <a:pt x="156201" y="24563"/>
                    <a:pt x="155810" y="24687"/>
                  </a:cubicBezTo>
                  <a:cubicBezTo>
                    <a:pt x="154829" y="24982"/>
                    <a:pt x="153372" y="24277"/>
                    <a:pt x="152448" y="24687"/>
                  </a:cubicBezTo>
                  <a:cubicBezTo>
                    <a:pt x="151686" y="25020"/>
                    <a:pt x="150838" y="26573"/>
                    <a:pt x="150209" y="26925"/>
                  </a:cubicBezTo>
                  <a:cubicBezTo>
                    <a:pt x="149800" y="27154"/>
                    <a:pt x="148247" y="26582"/>
                    <a:pt x="147971" y="26925"/>
                  </a:cubicBezTo>
                  <a:cubicBezTo>
                    <a:pt x="146799" y="28354"/>
                    <a:pt x="144513" y="27583"/>
                    <a:pt x="140122" y="28049"/>
                  </a:cubicBezTo>
                  <a:cubicBezTo>
                    <a:pt x="138560" y="28221"/>
                    <a:pt x="137131" y="29383"/>
                    <a:pt x="133398" y="29173"/>
                  </a:cubicBezTo>
                  <a:cubicBezTo>
                    <a:pt x="129045" y="28926"/>
                    <a:pt x="123673" y="28078"/>
                    <a:pt x="119948" y="24687"/>
                  </a:cubicBezTo>
                  <a:cubicBezTo>
                    <a:pt x="119139" y="24639"/>
                    <a:pt x="118367" y="24620"/>
                    <a:pt x="117643" y="24658"/>
                  </a:cubicBezTo>
                  <a:lnTo>
                    <a:pt x="113090" y="24144"/>
                  </a:lnTo>
                  <a:lnTo>
                    <a:pt x="69171" y="19229"/>
                  </a:lnTo>
                  <a:cubicBezTo>
                    <a:pt x="56950" y="18248"/>
                    <a:pt x="52035" y="23344"/>
                    <a:pt x="52035" y="23344"/>
                  </a:cubicBezTo>
                  <a:cubicBezTo>
                    <a:pt x="51873" y="23411"/>
                    <a:pt x="51740" y="23515"/>
                    <a:pt x="51559" y="23563"/>
                  </a:cubicBezTo>
                  <a:cubicBezTo>
                    <a:pt x="50311" y="25649"/>
                    <a:pt x="49092" y="26925"/>
                    <a:pt x="48197" y="28049"/>
                  </a:cubicBezTo>
                  <a:cubicBezTo>
                    <a:pt x="48016" y="28278"/>
                    <a:pt x="48377" y="28945"/>
                    <a:pt x="48197" y="29173"/>
                  </a:cubicBezTo>
                  <a:cubicBezTo>
                    <a:pt x="47882" y="29554"/>
                    <a:pt x="46320" y="28830"/>
                    <a:pt x="45958" y="29173"/>
                  </a:cubicBezTo>
                  <a:cubicBezTo>
                    <a:pt x="45025" y="30050"/>
                    <a:pt x="44691" y="31697"/>
                    <a:pt x="43720" y="32536"/>
                  </a:cubicBezTo>
                  <a:cubicBezTo>
                    <a:pt x="42558" y="33536"/>
                    <a:pt x="40557" y="33679"/>
                    <a:pt x="39234" y="34784"/>
                  </a:cubicBezTo>
                  <a:cubicBezTo>
                    <a:pt x="37290" y="36393"/>
                    <a:pt x="35795" y="38470"/>
                    <a:pt x="33623" y="40384"/>
                  </a:cubicBezTo>
                  <a:cubicBezTo>
                    <a:pt x="30061" y="43537"/>
                    <a:pt x="27251" y="45909"/>
                    <a:pt x="25775" y="49357"/>
                  </a:cubicBezTo>
                  <a:cubicBezTo>
                    <a:pt x="24651" y="51995"/>
                    <a:pt x="23479" y="53319"/>
                    <a:pt x="22412" y="54967"/>
                  </a:cubicBezTo>
                  <a:cubicBezTo>
                    <a:pt x="21917" y="55738"/>
                    <a:pt x="21603" y="56615"/>
                    <a:pt x="21136" y="57348"/>
                  </a:cubicBezTo>
                  <a:cubicBezTo>
                    <a:pt x="21269" y="60872"/>
                    <a:pt x="19202" y="63873"/>
                    <a:pt x="17840" y="67140"/>
                  </a:cubicBezTo>
                  <a:cubicBezTo>
                    <a:pt x="17859" y="67197"/>
                    <a:pt x="17907" y="67245"/>
                    <a:pt x="17926" y="67311"/>
                  </a:cubicBezTo>
                  <a:cubicBezTo>
                    <a:pt x="18059" y="70055"/>
                    <a:pt x="16116" y="71445"/>
                    <a:pt x="15688" y="71798"/>
                  </a:cubicBezTo>
                  <a:cubicBezTo>
                    <a:pt x="15411" y="72017"/>
                    <a:pt x="15792" y="73665"/>
                    <a:pt x="15688" y="74036"/>
                  </a:cubicBezTo>
                  <a:cubicBezTo>
                    <a:pt x="15021" y="76474"/>
                    <a:pt x="15050" y="77246"/>
                    <a:pt x="13449" y="78522"/>
                  </a:cubicBezTo>
                  <a:cubicBezTo>
                    <a:pt x="12878" y="78979"/>
                    <a:pt x="14430" y="80123"/>
                    <a:pt x="14573" y="79646"/>
                  </a:cubicBezTo>
                  <a:cubicBezTo>
                    <a:pt x="14135" y="81094"/>
                    <a:pt x="13335" y="81066"/>
                    <a:pt x="12335" y="81894"/>
                  </a:cubicBezTo>
                  <a:cubicBezTo>
                    <a:pt x="12078" y="82104"/>
                    <a:pt x="12421" y="83771"/>
                    <a:pt x="12335" y="84132"/>
                  </a:cubicBezTo>
                  <a:cubicBezTo>
                    <a:pt x="11059" y="89781"/>
                    <a:pt x="10335" y="96401"/>
                    <a:pt x="10097" y="100944"/>
                  </a:cubicBezTo>
                  <a:cubicBezTo>
                    <a:pt x="10049" y="101859"/>
                    <a:pt x="9001" y="101925"/>
                    <a:pt x="8973" y="102068"/>
                  </a:cubicBezTo>
                  <a:cubicBezTo>
                    <a:pt x="8411" y="105059"/>
                    <a:pt x="8258" y="108126"/>
                    <a:pt x="7849" y="111041"/>
                  </a:cubicBezTo>
                  <a:cubicBezTo>
                    <a:pt x="6782" y="118594"/>
                    <a:pt x="5534" y="124585"/>
                    <a:pt x="4486" y="130100"/>
                  </a:cubicBezTo>
                  <a:cubicBezTo>
                    <a:pt x="4334" y="130900"/>
                    <a:pt x="3400" y="131081"/>
                    <a:pt x="3362" y="131224"/>
                  </a:cubicBezTo>
                  <a:cubicBezTo>
                    <a:pt x="3077" y="132310"/>
                    <a:pt x="4582" y="132605"/>
                    <a:pt x="4486" y="133462"/>
                  </a:cubicBezTo>
                  <a:cubicBezTo>
                    <a:pt x="4353" y="134606"/>
                    <a:pt x="3572" y="134767"/>
                    <a:pt x="3362" y="135710"/>
                  </a:cubicBezTo>
                  <a:cubicBezTo>
                    <a:pt x="3134" y="136777"/>
                    <a:pt x="3534" y="137996"/>
                    <a:pt x="3362" y="139073"/>
                  </a:cubicBezTo>
                  <a:cubicBezTo>
                    <a:pt x="2858" y="142235"/>
                    <a:pt x="1562" y="145054"/>
                    <a:pt x="1124" y="148045"/>
                  </a:cubicBezTo>
                  <a:cubicBezTo>
                    <a:pt x="543" y="151979"/>
                    <a:pt x="1248" y="155637"/>
                    <a:pt x="0" y="159256"/>
                  </a:cubicBezTo>
                  <a:cubicBezTo>
                    <a:pt x="1762" y="159351"/>
                    <a:pt x="876" y="162114"/>
                    <a:pt x="3362" y="161495"/>
                  </a:cubicBezTo>
                  <a:cubicBezTo>
                    <a:pt x="3372" y="162685"/>
                    <a:pt x="4648" y="162609"/>
                    <a:pt x="5629" y="162828"/>
                  </a:cubicBezTo>
                  <a:cubicBezTo>
                    <a:pt x="5944" y="162647"/>
                    <a:pt x="6306" y="162514"/>
                    <a:pt x="6763" y="162514"/>
                  </a:cubicBezTo>
                  <a:lnTo>
                    <a:pt x="12992" y="162514"/>
                  </a:lnTo>
                  <a:cubicBezTo>
                    <a:pt x="13411" y="162514"/>
                    <a:pt x="13764" y="162619"/>
                    <a:pt x="14068" y="162780"/>
                  </a:cubicBezTo>
                  <a:cubicBezTo>
                    <a:pt x="17269" y="163162"/>
                    <a:pt x="20574" y="163266"/>
                    <a:pt x="23917" y="163276"/>
                  </a:cubicBezTo>
                  <a:lnTo>
                    <a:pt x="42053" y="250039"/>
                  </a:lnTo>
                  <a:lnTo>
                    <a:pt x="42072" y="250049"/>
                  </a:lnTo>
                  <a:cubicBezTo>
                    <a:pt x="42243" y="252887"/>
                    <a:pt x="43272" y="256230"/>
                    <a:pt x="43729" y="259040"/>
                  </a:cubicBezTo>
                  <a:cubicBezTo>
                    <a:pt x="44272" y="262364"/>
                    <a:pt x="45682" y="267965"/>
                    <a:pt x="45968" y="269127"/>
                  </a:cubicBezTo>
                  <a:cubicBezTo>
                    <a:pt x="46892" y="272832"/>
                    <a:pt x="46834" y="274728"/>
                    <a:pt x="48206" y="275852"/>
                  </a:cubicBezTo>
                  <a:cubicBezTo>
                    <a:pt x="48530" y="276118"/>
                    <a:pt x="48016" y="277690"/>
                    <a:pt x="48206" y="278100"/>
                  </a:cubicBezTo>
                  <a:cubicBezTo>
                    <a:pt x="49320" y="280519"/>
                    <a:pt x="51245" y="280338"/>
                    <a:pt x="52264" y="281757"/>
                  </a:cubicBezTo>
                  <a:cubicBezTo>
                    <a:pt x="54969" y="281633"/>
                    <a:pt x="57664" y="281357"/>
                    <a:pt x="60379" y="281538"/>
                  </a:cubicBezTo>
                  <a:cubicBezTo>
                    <a:pt x="60389" y="281538"/>
                    <a:pt x="60398" y="281548"/>
                    <a:pt x="60408" y="281548"/>
                  </a:cubicBezTo>
                  <a:cubicBezTo>
                    <a:pt x="60455" y="281529"/>
                    <a:pt x="60484" y="281481"/>
                    <a:pt x="60531" y="281462"/>
                  </a:cubicBezTo>
                  <a:cubicBezTo>
                    <a:pt x="67485" y="281729"/>
                    <a:pt x="73685" y="281224"/>
                    <a:pt x="78429" y="280719"/>
                  </a:cubicBezTo>
                  <a:lnTo>
                    <a:pt x="143008" y="270403"/>
                  </a:lnTo>
                  <a:cubicBezTo>
                    <a:pt x="144218" y="270422"/>
                    <a:pt x="145418" y="270461"/>
                    <a:pt x="145742" y="271375"/>
                  </a:cubicBezTo>
                  <a:cubicBezTo>
                    <a:pt x="148295" y="268994"/>
                    <a:pt x="151762" y="269946"/>
                    <a:pt x="154715" y="269127"/>
                  </a:cubicBezTo>
                  <a:cubicBezTo>
                    <a:pt x="158096" y="268203"/>
                    <a:pt x="160601" y="266193"/>
                    <a:pt x="163687" y="265765"/>
                  </a:cubicBezTo>
                  <a:cubicBezTo>
                    <a:pt x="168926" y="265050"/>
                    <a:pt x="177022" y="265946"/>
                    <a:pt x="180508" y="265765"/>
                  </a:cubicBezTo>
                  <a:cubicBezTo>
                    <a:pt x="181385" y="265717"/>
                    <a:pt x="181537" y="264660"/>
                    <a:pt x="181632" y="264641"/>
                  </a:cubicBezTo>
                  <a:cubicBezTo>
                    <a:pt x="184023" y="264250"/>
                    <a:pt x="183861" y="266022"/>
                    <a:pt x="184995" y="264641"/>
                  </a:cubicBezTo>
                  <a:cubicBezTo>
                    <a:pt x="185185" y="264412"/>
                    <a:pt x="186900" y="264688"/>
                    <a:pt x="187233" y="264641"/>
                  </a:cubicBezTo>
                  <a:cubicBezTo>
                    <a:pt x="190567" y="264165"/>
                    <a:pt x="191614" y="263831"/>
                    <a:pt x="192843" y="263526"/>
                  </a:cubicBezTo>
                  <a:cubicBezTo>
                    <a:pt x="196987" y="262488"/>
                    <a:pt x="199073" y="262231"/>
                    <a:pt x="201816" y="261278"/>
                  </a:cubicBezTo>
                  <a:cubicBezTo>
                    <a:pt x="203330" y="260755"/>
                    <a:pt x="204264" y="260793"/>
                    <a:pt x="206302" y="260155"/>
                  </a:cubicBezTo>
                  <a:cubicBezTo>
                    <a:pt x="210188" y="258945"/>
                    <a:pt x="215332" y="256545"/>
                    <a:pt x="217513" y="255668"/>
                  </a:cubicBezTo>
                  <a:cubicBezTo>
                    <a:pt x="219227" y="254983"/>
                    <a:pt x="220266" y="254983"/>
                    <a:pt x="221999" y="254554"/>
                  </a:cubicBezTo>
                  <a:cubicBezTo>
                    <a:pt x="222752" y="254363"/>
                    <a:pt x="222971" y="253478"/>
                    <a:pt x="223123" y="253430"/>
                  </a:cubicBezTo>
                  <a:cubicBezTo>
                    <a:pt x="226485" y="252401"/>
                    <a:pt x="230619" y="252601"/>
                    <a:pt x="232096" y="251182"/>
                  </a:cubicBezTo>
                  <a:cubicBezTo>
                    <a:pt x="233134" y="250191"/>
                    <a:pt x="232601" y="250611"/>
                    <a:pt x="234334" y="250068"/>
                  </a:cubicBezTo>
                  <a:cubicBezTo>
                    <a:pt x="238754" y="248677"/>
                    <a:pt x="243497" y="246915"/>
                    <a:pt x="248450" y="246772"/>
                  </a:cubicBezTo>
                  <a:cubicBezTo>
                    <a:pt x="248603" y="246581"/>
                    <a:pt x="248755" y="246391"/>
                    <a:pt x="248993" y="246239"/>
                  </a:cubicBezTo>
                  <a:cubicBezTo>
                    <a:pt x="250765" y="245086"/>
                    <a:pt x="252574" y="243991"/>
                    <a:pt x="254356" y="242857"/>
                  </a:cubicBezTo>
                  <a:cubicBezTo>
                    <a:pt x="254384" y="242667"/>
                    <a:pt x="254422" y="242467"/>
                    <a:pt x="254508" y="242219"/>
                  </a:cubicBezTo>
                  <a:cubicBezTo>
                    <a:pt x="258289" y="230027"/>
                    <a:pt x="252822" y="221235"/>
                    <a:pt x="251146" y="211949"/>
                  </a:cubicBezTo>
                  <a:cubicBezTo>
                    <a:pt x="249260" y="201462"/>
                    <a:pt x="248898" y="186279"/>
                    <a:pt x="247783" y="177192"/>
                  </a:cubicBezTo>
                  <a:cubicBezTo>
                    <a:pt x="247040" y="171153"/>
                    <a:pt x="246907" y="167229"/>
                    <a:pt x="246659" y="162619"/>
                  </a:cubicBezTo>
                  <a:cubicBezTo>
                    <a:pt x="246621" y="161828"/>
                    <a:pt x="245535" y="161485"/>
                    <a:pt x="245535" y="161495"/>
                  </a:cubicBezTo>
                  <a:cubicBezTo>
                    <a:pt x="245326" y="159656"/>
                    <a:pt x="245707" y="157742"/>
                    <a:pt x="245535" y="155894"/>
                  </a:cubicBezTo>
                  <a:cubicBezTo>
                    <a:pt x="245364" y="153998"/>
                    <a:pt x="244488" y="152436"/>
                    <a:pt x="244412" y="151408"/>
                  </a:cubicBezTo>
                  <a:cubicBezTo>
                    <a:pt x="244326" y="150179"/>
                    <a:pt x="245355" y="150750"/>
                    <a:pt x="245535" y="150284"/>
                  </a:cubicBezTo>
                  <a:cubicBezTo>
                    <a:pt x="245964" y="149160"/>
                    <a:pt x="244431" y="148302"/>
                    <a:pt x="244412" y="148036"/>
                  </a:cubicBezTo>
                  <a:cubicBezTo>
                    <a:pt x="243688" y="134453"/>
                    <a:pt x="247326" y="125023"/>
                    <a:pt x="249269" y="113936"/>
                  </a:cubicBezTo>
                  <a:lnTo>
                    <a:pt x="252822" y="105535"/>
                  </a:lnTo>
                  <a:cubicBezTo>
                    <a:pt x="255261" y="104154"/>
                    <a:pt x="257070" y="101925"/>
                    <a:pt x="260109" y="100954"/>
                  </a:cubicBezTo>
                  <a:cubicBezTo>
                    <a:pt x="262680" y="100125"/>
                    <a:pt x="266214" y="99773"/>
                    <a:pt x="270196" y="99839"/>
                  </a:cubicBezTo>
                  <a:cubicBezTo>
                    <a:pt x="270443" y="97896"/>
                    <a:pt x="271929" y="98249"/>
                    <a:pt x="273558" y="97591"/>
                  </a:cubicBezTo>
                  <a:cubicBezTo>
                    <a:pt x="274387" y="97258"/>
                    <a:pt x="276520" y="96496"/>
                    <a:pt x="276920" y="96467"/>
                  </a:cubicBezTo>
                  <a:cubicBezTo>
                    <a:pt x="280130" y="96296"/>
                    <a:pt x="283569" y="91772"/>
                    <a:pt x="288131" y="93105"/>
                  </a:cubicBezTo>
                  <a:cubicBezTo>
                    <a:pt x="292446" y="89200"/>
                    <a:pt x="298066" y="86590"/>
                    <a:pt x="304952" y="85257"/>
                  </a:cubicBezTo>
                  <a:cubicBezTo>
                    <a:pt x="304352" y="81332"/>
                    <a:pt x="308210" y="82713"/>
                    <a:pt x="308315" y="80770"/>
                  </a:cubicBezTo>
                  <a:cubicBezTo>
                    <a:pt x="308381" y="79475"/>
                    <a:pt x="309039" y="80265"/>
                    <a:pt x="309439" y="79646"/>
                  </a:cubicBezTo>
                  <a:cubicBezTo>
                    <a:pt x="309915" y="78903"/>
                    <a:pt x="310420" y="78227"/>
                    <a:pt x="310934" y="77560"/>
                  </a:cubicBezTo>
                  <a:cubicBezTo>
                    <a:pt x="313506" y="74312"/>
                    <a:pt x="312601" y="66178"/>
                    <a:pt x="312601" y="66178"/>
                  </a:cubicBezTo>
                  <a:close/>
                </a:path>
              </a:pathLst>
            </a:custGeom>
            <a:solidFill>
              <a:srgbClr val="F8F3DE"/>
            </a:solidFill>
            <a:ln cap="flat">
              <a:noFill/>
              <a:prstDash val="solid"/>
              <a:miter lim="800000"/>
            </a:ln>
          </p:spPr>
          <p:txBody>
            <a:bodyPr vert="horz" anchor="ctr" tIns="45720" lIns="91440" bIns="45720" rIns="91440"/>
            <a:p>
              <a:pPr algn="l" marL="0"/>
            </a:p>
          </p:txBody>
        </p:sp>
        <p:sp>
          <p:nvSpPr>
            <p:cNvPr name="Freeform 18" id="18"/>
            <p:cNvSpPr/>
            <p:nvPr/>
          </p:nvSpPr>
          <p:spPr>
            <a:xfrm>
              <a:off x="4501111" y="4736687"/>
              <a:ext cx="173612" cy="193333"/>
            </a:xfrm>
            <a:custGeom>
              <a:avLst/>
              <a:gdLst/>
              <a:ahLst/>
              <a:cxnLst/>
              <a:rect r="r" b="b" t="t" l="l"/>
              <a:pathLst>
                <a:path w="173612" h="193333" stroke="true" fill="norm" extrusionOk="true">
                  <a:moveTo>
                    <a:pt x="168250" y="171679"/>
                  </a:moveTo>
                  <a:cubicBezTo>
                    <a:pt x="167592" y="169183"/>
                    <a:pt x="166697" y="165526"/>
                    <a:pt x="169545" y="164040"/>
                  </a:cubicBezTo>
                  <a:cubicBezTo>
                    <a:pt x="169669" y="163973"/>
                    <a:pt x="169783" y="163973"/>
                    <a:pt x="169907" y="163935"/>
                  </a:cubicBezTo>
                  <a:cubicBezTo>
                    <a:pt x="170174" y="163544"/>
                    <a:pt x="170555" y="163278"/>
                    <a:pt x="170793" y="162973"/>
                  </a:cubicBezTo>
                  <a:cubicBezTo>
                    <a:pt x="171364" y="162239"/>
                    <a:pt x="172517" y="161554"/>
                    <a:pt x="173031" y="160725"/>
                  </a:cubicBezTo>
                  <a:cubicBezTo>
                    <a:pt x="173060" y="157077"/>
                    <a:pt x="172803" y="153124"/>
                    <a:pt x="173612" y="150257"/>
                  </a:cubicBezTo>
                  <a:cubicBezTo>
                    <a:pt x="173003" y="148257"/>
                    <a:pt x="173212" y="146190"/>
                    <a:pt x="173098" y="144037"/>
                  </a:cubicBezTo>
                  <a:cubicBezTo>
                    <a:pt x="173003" y="142246"/>
                    <a:pt x="172860" y="140456"/>
                    <a:pt x="172726" y="138665"/>
                  </a:cubicBezTo>
                  <a:cubicBezTo>
                    <a:pt x="171679" y="136989"/>
                    <a:pt x="170412" y="135541"/>
                    <a:pt x="169859" y="133379"/>
                  </a:cubicBezTo>
                  <a:cubicBezTo>
                    <a:pt x="169488" y="133198"/>
                    <a:pt x="169126" y="133017"/>
                    <a:pt x="168764" y="132836"/>
                  </a:cubicBezTo>
                  <a:cubicBezTo>
                    <a:pt x="168526" y="132721"/>
                    <a:pt x="168373" y="132560"/>
                    <a:pt x="168212" y="132407"/>
                  </a:cubicBezTo>
                  <a:cubicBezTo>
                    <a:pt x="166202" y="131883"/>
                    <a:pt x="165087" y="130874"/>
                    <a:pt x="164059" y="130454"/>
                  </a:cubicBezTo>
                  <a:cubicBezTo>
                    <a:pt x="163220" y="130121"/>
                    <a:pt x="161820" y="130493"/>
                    <a:pt x="161811" y="129330"/>
                  </a:cubicBezTo>
                  <a:cubicBezTo>
                    <a:pt x="160268" y="128788"/>
                    <a:pt x="157858" y="127121"/>
                    <a:pt x="157324" y="127092"/>
                  </a:cubicBezTo>
                  <a:cubicBezTo>
                    <a:pt x="155724" y="127006"/>
                    <a:pt x="156943" y="125749"/>
                    <a:pt x="156201" y="124844"/>
                  </a:cubicBezTo>
                  <a:cubicBezTo>
                    <a:pt x="155934" y="124511"/>
                    <a:pt x="154362" y="125044"/>
                    <a:pt x="153962" y="124844"/>
                  </a:cubicBezTo>
                  <a:cubicBezTo>
                    <a:pt x="151962" y="123892"/>
                    <a:pt x="148790" y="122682"/>
                    <a:pt x="147237" y="122606"/>
                  </a:cubicBezTo>
                  <a:cubicBezTo>
                    <a:pt x="146123" y="122549"/>
                    <a:pt x="146514" y="121615"/>
                    <a:pt x="146114" y="121482"/>
                  </a:cubicBezTo>
                  <a:cubicBezTo>
                    <a:pt x="142913" y="120415"/>
                    <a:pt x="142056" y="121168"/>
                    <a:pt x="139389" y="120358"/>
                  </a:cubicBezTo>
                  <a:cubicBezTo>
                    <a:pt x="138998" y="120244"/>
                    <a:pt x="137674" y="118377"/>
                    <a:pt x="137151" y="118110"/>
                  </a:cubicBezTo>
                  <a:cubicBezTo>
                    <a:pt x="136912" y="117996"/>
                    <a:pt x="136293" y="118129"/>
                    <a:pt x="136027" y="118110"/>
                  </a:cubicBezTo>
                  <a:cubicBezTo>
                    <a:pt x="133541" y="117986"/>
                    <a:pt x="134522" y="114910"/>
                    <a:pt x="131540" y="115872"/>
                  </a:cubicBezTo>
                  <a:cubicBezTo>
                    <a:pt x="131254" y="112138"/>
                    <a:pt x="128311" y="111690"/>
                    <a:pt x="128178" y="109147"/>
                  </a:cubicBezTo>
                  <a:cubicBezTo>
                    <a:pt x="128111" y="107899"/>
                    <a:pt x="127349" y="108595"/>
                    <a:pt x="127054" y="108033"/>
                  </a:cubicBezTo>
                  <a:cubicBezTo>
                    <a:pt x="126235" y="106461"/>
                    <a:pt x="126654" y="105118"/>
                    <a:pt x="125930" y="103546"/>
                  </a:cubicBezTo>
                  <a:cubicBezTo>
                    <a:pt x="125863" y="103413"/>
                    <a:pt x="124939" y="103651"/>
                    <a:pt x="124806" y="103546"/>
                  </a:cubicBezTo>
                  <a:cubicBezTo>
                    <a:pt x="124482" y="103280"/>
                    <a:pt x="124997" y="101708"/>
                    <a:pt x="124806" y="101298"/>
                  </a:cubicBezTo>
                  <a:cubicBezTo>
                    <a:pt x="124739" y="101165"/>
                    <a:pt x="123815" y="101413"/>
                    <a:pt x="123682" y="101298"/>
                  </a:cubicBezTo>
                  <a:cubicBezTo>
                    <a:pt x="123330" y="101013"/>
                    <a:pt x="123930" y="99470"/>
                    <a:pt x="123682" y="99060"/>
                  </a:cubicBezTo>
                  <a:cubicBezTo>
                    <a:pt x="123482" y="98727"/>
                    <a:pt x="121777" y="98212"/>
                    <a:pt x="121444" y="97936"/>
                  </a:cubicBezTo>
                  <a:cubicBezTo>
                    <a:pt x="121072" y="97631"/>
                    <a:pt x="121749" y="96088"/>
                    <a:pt x="121444" y="95688"/>
                  </a:cubicBezTo>
                  <a:cubicBezTo>
                    <a:pt x="120539" y="94526"/>
                    <a:pt x="118958" y="93659"/>
                    <a:pt x="118081" y="92326"/>
                  </a:cubicBezTo>
                  <a:cubicBezTo>
                    <a:pt x="116472" y="89878"/>
                    <a:pt x="115072" y="86887"/>
                    <a:pt x="113595" y="84477"/>
                  </a:cubicBezTo>
                  <a:cubicBezTo>
                    <a:pt x="112081" y="82001"/>
                    <a:pt x="110709" y="79105"/>
                    <a:pt x="109109" y="76629"/>
                  </a:cubicBezTo>
                  <a:cubicBezTo>
                    <a:pt x="108880" y="76276"/>
                    <a:pt x="107223" y="75800"/>
                    <a:pt x="106871" y="75514"/>
                  </a:cubicBezTo>
                  <a:cubicBezTo>
                    <a:pt x="106518" y="75229"/>
                    <a:pt x="107109" y="73676"/>
                    <a:pt x="106871" y="73266"/>
                  </a:cubicBezTo>
                  <a:cubicBezTo>
                    <a:pt x="106775" y="73104"/>
                    <a:pt x="105899" y="73390"/>
                    <a:pt x="105747" y="73266"/>
                  </a:cubicBezTo>
                  <a:cubicBezTo>
                    <a:pt x="105423" y="73000"/>
                    <a:pt x="105937" y="71438"/>
                    <a:pt x="105747" y="71028"/>
                  </a:cubicBezTo>
                  <a:cubicBezTo>
                    <a:pt x="105680" y="70885"/>
                    <a:pt x="104756" y="71133"/>
                    <a:pt x="104623" y="71028"/>
                  </a:cubicBezTo>
                  <a:cubicBezTo>
                    <a:pt x="104270" y="70733"/>
                    <a:pt x="104880" y="69199"/>
                    <a:pt x="104623" y="68780"/>
                  </a:cubicBezTo>
                  <a:cubicBezTo>
                    <a:pt x="104413" y="68447"/>
                    <a:pt x="102727" y="67942"/>
                    <a:pt x="102384" y="67656"/>
                  </a:cubicBezTo>
                  <a:cubicBezTo>
                    <a:pt x="102022" y="67361"/>
                    <a:pt x="102651" y="65827"/>
                    <a:pt x="102384" y="65418"/>
                  </a:cubicBezTo>
                  <a:cubicBezTo>
                    <a:pt x="101641" y="64256"/>
                    <a:pt x="99708" y="63160"/>
                    <a:pt x="99022" y="62055"/>
                  </a:cubicBezTo>
                  <a:cubicBezTo>
                    <a:pt x="98908" y="61865"/>
                    <a:pt x="99031" y="61170"/>
                    <a:pt x="99022" y="60941"/>
                  </a:cubicBezTo>
                  <a:cubicBezTo>
                    <a:pt x="98955" y="59646"/>
                    <a:pt x="98308" y="60436"/>
                    <a:pt x="97898" y="59817"/>
                  </a:cubicBezTo>
                  <a:cubicBezTo>
                    <a:pt x="96336" y="57407"/>
                    <a:pt x="95926" y="55035"/>
                    <a:pt x="94536" y="53092"/>
                  </a:cubicBezTo>
                  <a:cubicBezTo>
                    <a:pt x="93012" y="50968"/>
                    <a:pt x="87944" y="47806"/>
                    <a:pt x="87811" y="45244"/>
                  </a:cubicBezTo>
                  <a:cubicBezTo>
                    <a:pt x="87744" y="43939"/>
                    <a:pt x="84973" y="41358"/>
                    <a:pt x="84449" y="40758"/>
                  </a:cubicBezTo>
                  <a:cubicBezTo>
                    <a:pt x="80458" y="36252"/>
                    <a:pt x="75457" y="33671"/>
                    <a:pt x="73238" y="28423"/>
                  </a:cubicBezTo>
                  <a:cubicBezTo>
                    <a:pt x="72638" y="27003"/>
                    <a:pt x="72581" y="24679"/>
                    <a:pt x="72114" y="22812"/>
                  </a:cubicBezTo>
                  <a:cubicBezTo>
                    <a:pt x="70675" y="16974"/>
                    <a:pt x="70218" y="12192"/>
                    <a:pt x="69485" y="7125"/>
                  </a:cubicBezTo>
                  <a:lnTo>
                    <a:pt x="68523" y="0"/>
                  </a:lnTo>
                  <a:lnTo>
                    <a:pt x="36986" y="3562"/>
                  </a:lnTo>
                  <a:lnTo>
                    <a:pt x="0" y="5067"/>
                  </a:lnTo>
                  <a:lnTo>
                    <a:pt x="991" y="11687"/>
                  </a:lnTo>
                  <a:cubicBezTo>
                    <a:pt x="1153" y="12421"/>
                    <a:pt x="1324" y="13154"/>
                    <a:pt x="1476" y="13849"/>
                  </a:cubicBezTo>
                  <a:cubicBezTo>
                    <a:pt x="2143" y="16783"/>
                    <a:pt x="3010" y="18974"/>
                    <a:pt x="3715" y="21698"/>
                  </a:cubicBezTo>
                  <a:cubicBezTo>
                    <a:pt x="4772" y="25746"/>
                    <a:pt x="6020" y="32509"/>
                    <a:pt x="7077" y="35147"/>
                  </a:cubicBezTo>
                  <a:cubicBezTo>
                    <a:pt x="7191" y="35424"/>
                    <a:pt x="7058" y="35976"/>
                    <a:pt x="7077" y="36271"/>
                  </a:cubicBezTo>
                  <a:cubicBezTo>
                    <a:pt x="7134" y="37309"/>
                    <a:pt x="8115" y="37090"/>
                    <a:pt x="8201" y="37395"/>
                  </a:cubicBezTo>
                  <a:cubicBezTo>
                    <a:pt x="9087" y="40634"/>
                    <a:pt x="8763" y="41596"/>
                    <a:pt x="9325" y="43005"/>
                  </a:cubicBezTo>
                  <a:cubicBezTo>
                    <a:pt x="9430" y="43282"/>
                    <a:pt x="9306" y="43825"/>
                    <a:pt x="9325" y="44120"/>
                  </a:cubicBezTo>
                  <a:cubicBezTo>
                    <a:pt x="9382" y="45215"/>
                    <a:pt x="10335" y="44872"/>
                    <a:pt x="10449" y="45244"/>
                  </a:cubicBezTo>
                  <a:cubicBezTo>
                    <a:pt x="11278" y="47882"/>
                    <a:pt x="11459" y="50406"/>
                    <a:pt x="12687" y="53092"/>
                  </a:cubicBezTo>
                  <a:cubicBezTo>
                    <a:pt x="13630" y="55140"/>
                    <a:pt x="14849" y="57912"/>
                    <a:pt x="16050" y="59817"/>
                  </a:cubicBezTo>
                  <a:cubicBezTo>
                    <a:pt x="16726" y="60893"/>
                    <a:pt x="17545" y="61122"/>
                    <a:pt x="18288" y="62055"/>
                  </a:cubicBezTo>
                  <a:cubicBezTo>
                    <a:pt x="18517" y="62351"/>
                    <a:pt x="19393" y="64037"/>
                    <a:pt x="19412" y="64303"/>
                  </a:cubicBezTo>
                  <a:cubicBezTo>
                    <a:pt x="19479" y="65608"/>
                    <a:pt x="20022" y="64789"/>
                    <a:pt x="20536" y="65427"/>
                  </a:cubicBezTo>
                  <a:cubicBezTo>
                    <a:pt x="21746" y="66913"/>
                    <a:pt x="23727" y="68390"/>
                    <a:pt x="25022" y="69914"/>
                  </a:cubicBezTo>
                  <a:cubicBezTo>
                    <a:pt x="33128" y="79448"/>
                    <a:pt x="45272" y="89049"/>
                    <a:pt x="51930" y="97946"/>
                  </a:cubicBezTo>
                  <a:cubicBezTo>
                    <a:pt x="53664" y="100260"/>
                    <a:pt x="55150" y="101994"/>
                    <a:pt x="56417" y="103556"/>
                  </a:cubicBezTo>
                  <a:cubicBezTo>
                    <a:pt x="57664" y="105080"/>
                    <a:pt x="60874" y="107575"/>
                    <a:pt x="60903" y="108042"/>
                  </a:cubicBezTo>
                  <a:cubicBezTo>
                    <a:pt x="60970" y="109309"/>
                    <a:pt x="61341" y="108595"/>
                    <a:pt x="62027" y="109157"/>
                  </a:cubicBezTo>
                  <a:cubicBezTo>
                    <a:pt x="63141" y="110090"/>
                    <a:pt x="64179" y="111271"/>
                    <a:pt x="65389" y="112528"/>
                  </a:cubicBezTo>
                  <a:cubicBezTo>
                    <a:pt x="66132" y="113290"/>
                    <a:pt x="67866" y="114853"/>
                    <a:pt x="68751" y="115891"/>
                  </a:cubicBezTo>
                  <a:cubicBezTo>
                    <a:pt x="69409" y="116653"/>
                    <a:pt x="70780" y="117272"/>
                    <a:pt x="71209" y="118386"/>
                  </a:cubicBezTo>
                  <a:cubicBezTo>
                    <a:pt x="74476" y="119710"/>
                    <a:pt x="76676" y="123177"/>
                    <a:pt x="77591" y="126587"/>
                  </a:cubicBezTo>
                  <a:cubicBezTo>
                    <a:pt x="84687" y="132588"/>
                    <a:pt x="91049" y="140722"/>
                    <a:pt x="96784" y="146161"/>
                  </a:cubicBezTo>
                  <a:cubicBezTo>
                    <a:pt x="97584" y="146923"/>
                    <a:pt x="100041" y="147133"/>
                    <a:pt x="100346" y="148400"/>
                  </a:cubicBezTo>
                  <a:cubicBezTo>
                    <a:pt x="102556" y="150486"/>
                    <a:pt x="103632" y="154657"/>
                    <a:pt x="103765" y="157305"/>
                  </a:cubicBezTo>
                  <a:cubicBezTo>
                    <a:pt x="103775" y="157563"/>
                    <a:pt x="103718" y="157782"/>
                    <a:pt x="103661" y="157991"/>
                  </a:cubicBezTo>
                  <a:cubicBezTo>
                    <a:pt x="104242" y="160115"/>
                    <a:pt x="106318" y="160830"/>
                    <a:pt x="106890" y="161868"/>
                  </a:cubicBezTo>
                  <a:cubicBezTo>
                    <a:pt x="107880" y="163697"/>
                    <a:pt x="107966" y="166907"/>
                    <a:pt x="109128" y="168593"/>
                  </a:cubicBezTo>
                  <a:cubicBezTo>
                    <a:pt x="109966" y="169802"/>
                    <a:pt x="112471" y="170631"/>
                    <a:pt x="113614" y="171955"/>
                  </a:cubicBezTo>
                  <a:cubicBezTo>
                    <a:pt x="115243" y="173831"/>
                    <a:pt x="115567" y="176270"/>
                    <a:pt x="116977" y="177565"/>
                  </a:cubicBezTo>
                  <a:cubicBezTo>
                    <a:pt x="117919" y="178422"/>
                    <a:pt x="119167" y="177965"/>
                    <a:pt x="120339" y="178689"/>
                  </a:cubicBezTo>
                  <a:cubicBezTo>
                    <a:pt x="120672" y="178889"/>
                    <a:pt x="121187" y="180594"/>
                    <a:pt x="121463" y="180927"/>
                  </a:cubicBezTo>
                  <a:cubicBezTo>
                    <a:pt x="121749" y="181280"/>
                    <a:pt x="123292" y="180680"/>
                    <a:pt x="123701" y="180927"/>
                  </a:cubicBezTo>
                  <a:cubicBezTo>
                    <a:pt x="124425" y="181375"/>
                    <a:pt x="125016" y="182594"/>
                    <a:pt x="125940" y="183175"/>
                  </a:cubicBezTo>
                  <a:cubicBezTo>
                    <a:pt x="126616" y="183594"/>
                    <a:pt x="125863" y="183937"/>
                    <a:pt x="127064" y="184290"/>
                  </a:cubicBezTo>
                  <a:cubicBezTo>
                    <a:pt x="128092" y="184604"/>
                    <a:pt x="129378" y="184042"/>
                    <a:pt x="130426" y="184290"/>
                  </a:cubicBezTo>
                  <a:cubicBezTo>
                    <a:pt x="130435" y="184242"/>
                    <a:pt x="130416" y="184195"/>
                    <a:pt x="130426" y="184156"/>
                  </a:cubicBezTo>
                  <a:lnTo>
                    <a:pt x="137046" y="187185"/>
                  </a:lnTo>
                  <a:cubicBezTo>
                    <a:pt x="137036" y="187395"/>
                    <a:pt x="137055" y="187557"/>
                    <a:pt x="137151" y="187662"/>
                  </a:cubicBezTo>
                  <a:cubicBezTo>
                    <a:pt x="137693" y="188205"/>
                    <a:pt x="139941" y="188395"/>
                    <a:pt x="140513" y="188776"/>
                  </a:cubicBezTo>
                  <a:cubicBezTo>
                    <a:pt x="142618" y="190176"/>
                    <a:pt x="145180" y="190510"/>
                    <a:pt x="147237" y="191024"/>
                  </a:cubicBezTo>
                  <a:cubicBezTo>
                    <a:pt x="149552" y="191605"/>
                    <a:pt x="150552" y="192777"/>
                    <a:pt x="152838" y="193262"/>
                  </a:cubicBezTo>
                  <a:cubicBezTo>
                    <a:pt x="154753" y="193681"/>
                    <a:pt x="155334" y="192110"/>
                    <a:pt x="156924" y="192167"/>
                  </a:cubicBezTo>
                  <a:cubicBezTo>
                    <a:pt x="158525" y="191729"/>
                    <a:pt x="160068" y="191138"/>
                    <a:pt x="161716" y="190881"/>
                  </a:cubicBezTo>
                  <a:cubicBezTo>
                    <a:pt x="161925" y="190843"/>
                    <a:pt x="162106" y="190891"/>
                    <a:pt x="162296" y="190900"/>
                  </a:cubicBezTo>
                  <a:cubicBezTo>
                    <a:pt x="163011" y="190338"/>
                    <a:pt x="163754" y="190024"/>
                    <a:pt x="164049" y="189900"/>
                  </a:cubicBezTo>
                  <a:cubicBezTo>
                    <a:pt x="165773" y="189214"/>
                    <a:pt x="166897" y="189519"/>
                    <a:pt x="168535" y="188776"/>
                  </a:cubicBezTo>
                  <a:cubicBezTo>
                    <a:pt x="170050" y="188100"/>
                    <a:pt x="169936" y="185452"/>
                    <a:pt x="170698" y="184071"/>
                  </a:cubicBezTo>
                  <a:cubicBezTo>
                    <a:pt x="170307" y="179823"/>
                    <a:pt x="169354" y="175908"/>
                    <a:pt x="168250" y="171679"/>
                  </a:cubicBezTo>
                  <a:close/>
                </a:path>
              </a:pathLst>
            </a:custGeom>
            <a:solidFill>
              <a:srgbClr val="F3BF90"/>
            </a:solidFill>
            <a:ln cap="flat">
              <a:noFill/>
              <a:prstDash val="solid"/>
              <a:miter lim="800000"/>
            </a:ln>
          </p:spPr>
          <p:txBody>
            <a:bodyPr vert="horz" anchor="ctr" tIns="45720" lIns="91440" bIns="45720" rIns="91440"/>
            <a:p>
              <a:pPr algn="l" marL="0"/>
            </a:p>
          </p:txBody>
        </p:sp>
        <p:sp>
          <p:nvSpPr>
            <p:cNvPr name="Freeform 19" id="19"/>
            <p:cNvSpPr/>
            <p:nvPr/>
          </p:nvSpPr>
          <p:spPr>
            <a:xfrm>
              <a:off x="4724589" y="4566506"/>
              <a:ext cx="112461" cy="89974"/>
            </a:xfrm>
            <a:custGeom>
              <a:avLst/>
              <a:gdLst/>
              <a:ahLst/>
              <a:cxnLst/>
              <a:rect r="r" b="b" t="t" l="l"/>
              <a:pathLst>
                <a:path w="112461" h="89974" stroke="true" fill="norm" extrusionOk="true">
                  <a:moveTo>
                    <a:pt x="109878" y="18114"/>
                  </a:moveTo>
                  <a:cubicBezTo>
                    <a:pt x="109478" y="16514"/>
                    <a:pt x="109459" y="15847"/>
                    <a:pt x="108754" y="14752"/>
                  </a:cubicBezTo>
                  <a:cubicBezTo>
                    <a:pt x="107478" y="12752"/>
                    <a:pt x="106392" y="11580"/>
                    <a:pt x="105392" y="10266"/>
                  </a:cubicBezTo>
                  <a:cubicBezTo>
                    <a:pt x="104592" y="9227"/>
                    <a:pt x="104135" y="7703"/>
                    <a:pt x="103154" y="6903"/>
                  </a:cubicBezTo>
                  <a:cubicBezTo>
                    <a:pt x="102716" y="6551"/>
                    <a:pt x="101439" y="7141"/>
                    <a:pt x="100915" y="6903"/>
                  </a:cubicBezTo>
                  <a:cubicBezTo>
                    <a:pt x="100515" y="6722"/>
                    <a:pt x="100277" y="4922"/>
                    <a:pt x="99791" y="4655"/>
                  </a:cubicBezTo>
                  <a:cubicBezTo>
                    <a:pt x="98677" y="4055"/>
                    <a:pt x="96038" y="3760"/>
                    <a:pt x="95305" y="3531"/>
                  </a:cubicBezTo>
                  <a:cubicBezTo>
                    <a:pt x="89914" y="1864"/>
                    <a:pt x="85875" y="1531"/>
                    <a:pt x="80732" y="169"/>
                  </a:cubicBezTo>
                  <a:cubicBezTo>
                    <a:pt x="79989" y="-12"/>
                    <a:pt x="79398" y="36"/>
                    <a:pt x="78855" y="160"/>
                  </a:cubicBezTo>
                  <a:cubicBezTo>
                    <a:pt x="66425" y="-936"/>
                    <a:pt x="45537" y="3969"/>
                    <a:pt x="45537" y="3969"/>
                  </a:cubicBezTo>
                  <a:lnTo>
                    <a:pt x="9332" y="18962"/>
                  </a:lnTo>
                  <a:cubicBezTo>
                    <a:pt x="6218" y="20133"/>
                    <a:pt x="2055" y="30697"/>
                    <a:pt x="2055" y="30697"/>
                  </a:cubicBezTo>
                  <a:cubicBezTo>
                    <a:pt x="712" y="32668"/>
                    <a:pt x="131" y="35011"/>
                    <a:pt x="7" y="37164"/>
                  </a:cubicBezTo>
                  <a:cubicBezTo>
                    <a:pt x="-97" y="38869"/>
                    <a:pt x="941" y="39441"/>
                    <a:pt x="1131" y="40526"/>
                  </a:cubicBezTo>
                  <a:cubicBezTo>
                    <a:pt x="1370" y="41889"/>
                    <a:pt x="674" y="43717"/>
                    <a:pt x="1131" y="45013"/>
                  </a:cubicBezTo>
                  <a:cubicBezTo>
                    <a:pt x="1979" y="47394"/>
                    <a:pt x="5484" y="49337"/>
                    <a:pt x="5618" y="51737"/>
                  </a:cubicBezTo>
                  <a:cubicBezTo>
                    <a:pt x="5684" y="53023"/>
                    <a:pt x="6370" y="52252"/>
                    <a:pt x="6742" y="52861"/>
                  </a:cubicBezTo>
                  <a:cubicBezTo>
                    <a:pt x="8085" y="55090"/>
                    <a:pt x="9390" y="58186"/>
                    <a:pt x="10104" y="59586"/>
                  </a:cubicBezTo>
                  <a:cubicBezTo>
                    <a:pt x="10618" y="60596"/>
                    <a:pt x="10533" y="61910"/>
                    <a:pt x="11228" y="62948"/>
                  </a:cubicBezTo>
                  <a:cubicBezTo>
                    <a:pt x="11847" y="63872"/>
                    <a:pt x="13847" y="64320"/>
                    <a:pt x="14590" y="65187"/>
                  </a:cubicBezTo>
                  <a:cubicBezTo>
                    <a:pt x="15543" y="66292"/>
                    <a:pt x="15924" y="68654"/>
                    <a:pt x="16829" y="69673"/>
                  </a:cubicBezTo>
                  <a:cubicBezTo>
                    <a:pt x="18343" y="71378"/>
                    <a:pt x="24553" y="77455"/>
                    <a:pt x="25801" y="77522"/>
                  </a:cubicBezTo>
                  <a:cubicBezTo>
                    <a:pt x="28373" y="77655"/>
                    <a:pt x="30583" y="82494"/>
                    <a:pt x="31411" y="83122"/>
                  </a:cubicBezTo>
                  <a:cubicBezTo>
                    <a:pt x="35259" y="86065"/>
                    <a:pt x="44451" y="86151"/>
                    <a:pt x="48223" y="86494"/>
                  </a:cubicBezTo>
                  <a:cubicBezTo>
                    <a:pt x="47994" y="87618"/>
                    <a:pt x="48775" y="87237"/>
                    <a:pt x="49347" y="87609"/>
                  </a:cubicBezTo>
                  <a:cubicBezTo>
                    <a:pt x="49957" y="88018"/>
                    <a:pt x="51004" y="89818"/>
                    <a:pt x="51585" y="89856"/>
                  </a:cubicBezTo>
                  <a:cubicBezTo>
                    <a:pt x="51547" y="89847"/>
                    <a:pt x="52528" y="88085"/>
                    <a:pt x="52709" y="89856"/>
                  </a:cubicBezTo>
                  <a:cubicBezTo>
                    <a:pt x="61425" y="90533"/>
                    <a:pt x="66968" y="88047"/>
                    <a:pt x="75655" y="88704"/>
                  </a:cubicBezTo>
                  <a:cubicBezTo>
                    <a:pt x="79255" y="87913"/>
                    <a:pt x="82846" y="87075"/>
                    <a:pt x="86456" y="86351"/>
                  </a:cubicBezTo>
                  <a:cubicBezTo>
                    <a:pt x="86790" y="86027"/>
                    <a:pt x="87123" y="85694"/>
                    <a:pt x="87456" y="85380"/>
                  </a:cubicBezTo>
                  <a:cubicBezTo>
                    <a:pt x="89752" y="83179"/>
                    <a:pt x="91581" y="81579"/>
                    <a:pt x="93057" y="79769"/>
                  </a:cubicBezTo>
                  <a:cubicBezTo>
                    <a:pt x="93371" y="79388"/>
                    <a:pt x="94934" y="80112"/>
                    <a:pt x="95296" y="79769"/>
                  </a:cubicBezTo>
                  <a:cubicBezTo>
                    <a:pt x="96334" y="78807"/>
                    <a:pt x="96305" y="76702"/>
                    <a:pt x="97543" y="75283"/>
                  </a:cubicBezTo>
                  <a:cubicBezTo>
                    <a:pt x="97953" y="74816"/>
                    <a:pt x="99287" y="74540"/>
                    <a:pt x="99782" y="74159"/>
                  </a:cubicBezTo>
                  <a:cubicBezTo>
                    <a:pt x="103001" y="71683"/>
                    <a:pt x="102430" y="69035"/>
                    <a:pt x="104268" y="65187"/>
                  </a:cubicBezTo>
                  <a:cubicBezTo>
                    <a:pt x="104582" y="64529"/>
                    <a:pt x="106030" y="63910"/>
                    <a:pt x="106506" y="62948"/>
                  </a:cubicBezTo>
                  <a:cubicBezTo>
                    <a:pt x="107059" y="61853"/>
                    <a:pt x="107307" y="60424"/>
                    <a:pt x="107630" y="59586"/>
                  </a:cubicBezTo>
                  <a:cubicBezTo>
                    <a:pt x="108450" y="57481"/>
                    <a:pt x="109145" y="55224"/>
                    <a:pt x="109869" y="52861"/>
                  </a:cubicBezTo>
                  <a:cubicBezTo>
                    <a:pt x="110631" y="50404"/>
                    <a:pt x="111821" y="47222"/>
                    <a:pt x="112107" y="45013"/>
                  </a:cubicBezTo>
                  <a:cubicBezTo>
                    <a:pt x="113326" y="35726"/>
                    <a:pt x="111107" y="23048"/>
                    <a:pt x="109878" y="18114"/>
                  </a:cubicBezTo>
                  <a:close/>
                </a:path>
              </a:pathLst>
            </a:custGeom>
            <a:solidFill>
              <a:srgbClr val="F4EDC6"/>
            </a:solidFill>
            <a:ln cap="flat">
              <a:noFill/>
              <a:prstDash val="solid"/>
              <a:miter lim="800000"/>
            </a:ln>
          </p:spPr>
          <p:txBody>
            <a:bodyPr vert="horz" anchor="ctr" tIns="45720" lIns="91440" bIns="45720" rIns="91440"/>
            <a:p>
              <a:pPr algn="l" marL="0"/>
            </a:p>
          </p:txBody>
        </p:sp>
        <p:sp>
          <p:nvSpPr>
            <p:cNvPr name="Freeform 20" id="20"/>
            <p:cNvSpPr/>
            <p:nvPr/>
          </p:nvSpPr>
          <p:spPr>
            <a:xfrm>
              <a:off x="4563926" y="4452543"/>
              <a:ext cx="92271" cy="59235"/>
            </a:xfrm>
            <a:custGeom>
              <a:avLst/>
              <a:gdLst/>
              <a:ahLst/>
              <a:cxnLst/>
              <a:rect r="r" b="b" t="t" l="l"/>
              <a:pathLst>
                <a:path w="92271" h="59235" stroke="true" fill="norm" extrusionOk="true">
                  <a:moveTo>
                    <a:pt x="92271" y="7623"/>
                  </a:moveTo>
                  <a:cubicBezTo>
                    <a:pt x="77812" y="-5178"/>
                    <a:pt x="49666" y="2013"/>
                    <a:pt x="49666" y="2013"/>
                  </a:cubicBezTo>
                  <a:cubicBezTo>
                    <a:pt x="48332" y="2051"/>
                    <a:pt x="47961" y="2918"/>
                    <a:pt x="46304" y="3137"/>
                  </a:cubicBezTo>
                  <a:cubicBezTo>
                    <a:pt x="42941" y="3575"/>
                    <a:pt x="41941" y="3947"/>
                    <a:pt x="40693" y="4261"/>
                  </a:cubicBezTo>
                  <a:cubicBezTo>
                    <a:pt x="39989" y="4432"/>
                    <a:pt x="39150" y="4070"/>
                    <a:pt x="38455" y="4261"/>
                  </a:cubicBezTo>
                  <a:cubicBezTo>
                    <a:pt x="35702" y="5023"/>
                    <a:pt x="31988" y="7280"/>
                    <a:pt x="30606" y="7623"/>
                  </a:cubicBezTo>
                  <a:cubicBezTo>
                    <a:pt x="27539" y="8385"/>
                    <a:pt x="28044" y="8785"/>
                    <a:pt x="26120" y="9862"/>
                  </a:cubicBezTo>
                  <a:cubicBezTo>
                    <a:pt x="24825" y="10595"/>
                    <a:pt x="23196" y="10090"/>
                    <a:pt x="21634" y="10986"/>
                  </a:cubicBezTo>
                  <a:cubicBezTo>
                    <a:pt x="21253" y="11205"/>
                    <a:pt x="20881" y="12881"/>
                    <a:pt x="20510" y="13234"/>
                  </a:cubicBezTo>
                  <a:cubicBezTo>
                    <a:pt x="19643" y="14043"/>
                    <a:pt x="18119" y="13586"/>
                    <a:pt x="17148" y="14357"/>
                  </a:cubicBezTo>
                  <a:cubicBezTo>
                    <a:pt x="15909" y="15339"/>
                    <a:pt x="15043" y="17472"/>
                    <a:pt x="13785" y="18844"/>
                  </a:cubicBezTo>
                  <a:cubicBezTo>
                    <a:pt x="12118" y="20653"/>
                    <a:pt x="10575" y="21701"/>
                    <a:pt x="9299" y="23330"/>
                  </a:cubicBezTo>
                  <a:cubicBezTo>
                    <a:pt x="6156" y="27340"/>
                    <a:pt x="3717" y="31198"/>
                    <a:pt x="2574" y="34541"/>
                  </a:cubicBezTo>
                  <a:cubicBezTo>
                    <a:pt x="2384" y="35093"/>
                    <a:pt x="1384" y="36417"/>
                    <a:pt x="1450" y="36789"/>
                  </a:cubicBezTo>
                  <a:lnTo>
                    <a:pt x="612" y="45485"/>
                  </a:lnTo>
                  <a:lnTo>
                    <a:pt x="612" y="45485"/>
                  </a:lnTo>
                  <a:cubicBezTo>
                    <a:pt x="469" y="46085"/>
                    <a:pt x="346" y="46628"/>
                    <a:pt x="326" y="46876"/>
                  </a:cubicBezTo>
                  <a:cubicBezTo>
                    <a:pt x="117" y="49019"/>
                    <a:pt x="-264" y="52353"/>
                    <a:pt x="279" y="54334"/>
                  </a:cubicBezTo>
                  <a:lnTo>
                    <a:pt x="279" y="54334"/>
                  </a:lnTo>
                  <a:lnTo>
                    <a:pt x="98" y="59134"/>
                  </a:lnTo>
                  <a:cubicBezTo>
                    <a:pt x="631" y="59192"/>
                    <a:pt x="1222" y="59287"/>
                    <a:pt x="1441" y="59201"/>
                  </a:cubicBezTo>
                  <a:cubicBezTo>
                    <a:pt x="2879" y="58658"/>
                    <a:pt x="3470" y="57982"/>
                    <a:pt x="4460" y="58887"/>
                  </a:cubicBezTo>
                  <a:cubicBezTo>
                    <a:pt x="6346" y="58363"/>
                    <a:pt x="11633" y="57487"/>
                    <a:pt x="11633" y="57487"/>
                  </a:cubicBezTo>
                  <a:lnTo>
                    <a:pt x="11690" y="57515"/>
                  </a:lnTo>
                  <a:cubicBezTo>
                    <a:pt x="13842" y="56696"/>
                    <a:pt x="16300" y="56648"/>
                    <a:pt x="18262" y="55829"/>
                  </a:cubicBezTo>
                  <a:cubicBezTo>
                    <a:pt x="18786" y="55610"/>
                    <a:pt x="19872" y="53905"/>
                    <a:pt x="20500" y="53581"/>
                  </a:cubicBezTo>
                  <a:cubicBezTo>
                    <a:pt x="22015" y="52810"/>
                    <a:pt x="23625" y="53372"/>
                    <a:pt x="24987" y="52458"/>
                  </a:cubicBezTo>
                  <a:cubicBezTo>
                    <a:pt x="26196" y="51648"/>
                    <a:pt x="27111" y="49209"/>
                    <a:pt x="28349" y="47971"/>
                  </a:cubicBezTo>
                  <a:cubicBezTo>
                    <a:pt x="30530" y="45790"/>
                    <a:pt x="32645" y="43590"/>
                    <a:pt x="33950" y="42370"/>
                  </a:cubicBezTo>
                  <a:cubicBezTo>
                    <a:pt x="34750" y="41628"/>
                    <a:pt x="36512" y="41999"/>
                    <a:pt x="37312" y="41247"/>
                  </a:cubicBezTo>
                  <a:cubicBezTo>
                    <a:pt x="38884" y="39761"/>
                    <a:pt x="39722" y="37418"/>
                    <a:pt x="40674" y="35636"/>
                  </a:cubicBezTo>
                  <a:cubicBezTo>
                    <a:pt x="42208" y="35551"/>
                    <a:pt x="41741" y="33455"/>
                    <a:pt x="43227" y="33312"/>
                  </a:cubicBezTo>
                  <a:lnTo>
                    <a:pt x="46494" y="30302"/>
                  </a:lnTo>
                  <a:cubicBezTo>
                    <a:pt x="46894" y="30559"/>
                    <a:pt x="47256" y="30912"/>
                    <a:pt x="47456" y="31464"/>
                  </a:cubicBezTo>
                  <a:cubicBezTo>
                    <a:pt x="47723" y="32207"/>
                    <a:pt x="48104" y="32884"/>
                    <a:pt x="48485" y="33569"/>
                  </a:cubicBezTo>
                  <a:cubicBezTo>
                    <a:pt x="48494" y="33503"/>
                    <a:pt x="48523" y="33446"/>
                    <a:pt x="48523" y="33388"/>
                  </a:cubicBezTo>
                  <a:cubicBezTo>
                    <a:pt x="50056" y="34655"/>
                    <a:pt x="50704" y="36608"/>
                    <a:pt x="51676" y="38265"/>
                  </a:cubicBezTo>
                  <a:cubicBezTo>
                    <a:pt x="53066" y="40637"/>
                    <a:pt x="56257" y="40885"/>
                    <a:pt x="59010" y="41085"/>
                  </a:cubicBezTo>
                  <a:lnTo>
                    <a:pt x="74402" y="28054"/>
                  </a:lnTo>
                  <a:lnTo>
                    <a:pt x="75650" y="16796"/>
                  </a:lnTo>
                  <a:lnTo>
                    <a:pt x="88175" y="17967"/>
                  </a:lnTo>
                  <a:lnTo>
                    <a:pt x="92271" y="7623"/>
                  </a:lnTo>
                  <a:close/>
                </a:path>
              </a:pathLst>
            </a:custGeom>
            <a:solidFill>
              <a:srgbClr val="7C4F23"/>
            </a:solidFill>
            <a:ln cap="flat">
              <a:noFill/>
              <a:prstDash val="solid"/>
              <a:miter lim="800000"/>
            </a:ln>
          </p:spPr>
          <p:txBody>
            <a:bodyPr vert="horz" anchor="ctr" tIns="45720" lIns="91440" bIns="45720" rIns="91440"/>
            <a:p>
              <a:pPr algn="l" marL="0"/>
            </a:p>
          </p:txBody>
        </p:sp>
        <p:grpSp>
          <p:nvGrpSpPr>
            <p:cNvPr name="Group 21" id="21"/>
            <p:cNvGrpSpPr/>
            <p:nvPr/>
          </p:nvGrpSpPr>
          <p:grpSpPr>
            <a:xfrm>
              <a:off x="4519125" y="4457604"/>
              <a:ext cx="152712" cy="235982"/>
              <a:chOff x="906496" y="1028604"/>
              <a:chExt cx="152712" cy="235982"/>
            </a:xfrm>
          </p:grpSpPr>
          <p:sp>
            <p:nvSpPr>
              <p:cNvPr name="Freeform 22" id="22"/>
              <p:cNvSpPr/>
              <p:nvPr/>
            </p:nvSpPr>
            <p:spPr>
              <a:xfrm>
                <a:off x="936753" y="1134903"/>
                <a:ext cx="73172" cy="129682"/>
              </a:xfrm>
              <a:custGeom>
                <a:avLst/>
                <a:gdLst/>
                <a:ahLst/>
                <a:cxnLst/>
                <a:rect r="r" b="b" t="t" l="l"/>
                <a:pathLst>
                  <a:path w="73172" h="129682" stroke="true" fill="norm" extrusionOk="true">
                    <a:moveTo>
                      <a:pt x="68696" y="105918"/>
                    </a:moveTo>
                    <a:cubicBezTo>
                      <a:pt x="67857" y="103441"/>
                      <a:pt x="68419" y="100441"/>
                      <a:pt x="67572" y="98069"/>
                    </a:cubicBezTo>
                    <a:cubicBezTo>
                      <a:pt x="67410" y="97622"/>
                      <a:pt x="65629" y="96383"/>
                      <a:pt x="65333" y="95822"/>
                    </a:cubicBezTo>
                    <a:cubicBezTo>
                      <a:pt x="63924" y="93202"/>
                      <a:pt x="64362" y="90802"/>
                      <a:pt x="64209" y="87973"/>
                    </a:cubicBezTo>
                    <a:cubicBezTo>
                      <a:pt x="64162" y="87020"/>
                      <a:pt x="63124" y="87039"/>
                      <a:pt x="63085" y="86849"/>
                    </a:cubicBezTo>
                    <a:cubicBezTo>
                      <a:pt x="62323" y="83258"/>
                      <a:pt x="62362" y="81820"/>
                      <a:pt x="63085" y="81239"/>
                    </a:cubicBezTo>
                    <a:cubicBezTo>
                      <a:pt x="62790" y="81477"/>
                      <a:pt x="62114" y="77667"/>
                      <a:pt x="61961" y="76752"/>
                    </a:cubicBezTo>
                    <a:cubicBezTo>
                      <a:pt x="60333" y="66846"/>
                      <a:pt x="58990" y="56845"/>
                      <a:pt x="58599" y="45358"/>
                    </a:cubicBezTo>
                    <a:cubicBezTo>
                      <a:pt x="58713" y="45320"/>
                      <a:pt x="58799" y="45349"/>
                      <a:pt x="58904" y="45339"/>
                    </a:cubicBezTo>
                    <a:cubicBezTo>
                      <a:pt x="58799" y="44691"/>
                      <a:pt x="58713" y="44015"/>
                      <a:pt x="58647" y="43301"/>
                    </a:cubicBezTo>
                    <a:cubicBezTo>
                      <a:pt x="58609" y="43215"/>
                      <a:pt x="58609" y="43091"/>
                      <a:pt x="58580" y="42996"/>
                    </a:cubicBezTo>
                    <a:cubicBezTo>
                      <a:pt x="58180" y="41681"/>
                      <a:pt x="58780" y="39748"/>
                      <a:pt x="58599" y="38614"/>
                    </a:cubicBezTo>
                    <a:cubicBezTo>
                      <a:pt x="57866" y="34100"/>
                      <a:pt x="57970" y="26365"/>
                      <a:pt x="58952" y="19469"/>
                    </a:cubicBezTo>
                    <a:lnTo>
                      <a:pt x="59742" y="14792"/>
                    </a:lnTo>
                    <a:cubicBezTo>
                      <a:pt x="58171" y="14154"/>
                      <a:pt x="56780" y="13116"/>
                      <a:pt x="55132" y="12621"/>
                    </a:cubicBezTo>
                    <a:cubicBezTo>
                      <a:pt x="54770" y="12516"/>
                      <a:pt x="54437" y="12487"/>
                      <a:pt x="54132" y="12525"/>
                    </a:cubicBezTo>
                    <a:cubicBezTo>
                      <a:pt x="50960" y="11687"/>
                      <a:pt x="48836" y="9792"/>
                      <a:pt x="45150" y="9468"/>
                    </a:cubicBezTo>
                    <a:cubicBezTo>
                      <a:pt x="42521" y="7106"/>
                      <a:pt x="40387" y="4248"/>
                      <a:pt x="36692" y="2972"/>
                    </a:cubicBezTo>
                    <a:cubicBezTo>
                      <a:pt x="35892" y="2276"/>
                      <a:pt x="35177" y="1495"/>
                      <a:pt x="34834" y="514"/>
                    </a:cubicBezTo>
                    <a:cubicBezTo>
                      <a:pt x="34768" y="324"/>
                      <a:pt x="34672" y="171"/>
                      <a:pt x="34606" y="0"/>
                    </a:cubicBezTo>
                    <a:lnTo>
                      <a:pt x="30662" y="2438"/>
                    </a:lnTo>
                    <a:cubicBezTo>
                      <a:pt x="30624" y="2343"/>
                      <a:pt x="30577" y="2267"/>
                      <a:pt x="30539" y="2181"/>
                    </a:cubicBezTo>
                    <a:cubicBezTo>
                      <a:pt x="27938" y="5610"/>
                      <a:pt x="23985" y="7677"/>
                      <a:pt x="21766" y="11497"/>
                    </a:cubicBezTo>
                    <a:cubicBezTo>
                      <a:pt x="21728" y="11601"/>
                      <a:pt x="21737" y="11716"/>
                      <a:pt x="21680" y="11830"/>
                    </a:cubicBezTo>
                    <a:cubicBezTo>
                      <a:pt x="20756" y="13764"/>
                      <a:pt x="19489" y="15430"/>
                      <a:pt x="18004" y="16974"/>
                    </a:cubicBezTo>
                    <a:cubicBezTo>
                      <a:pt x="17670" y="17316"/>
                      <a:pt x="17308" y="17488"/>
                      <a:pt x="16946" y="17583"/>
                    </a:cubicBezTo>
                    <a:cubicBezTo>
                      <a:pt x="11288" y="23374"/>
                      <a:pt x="6431" y="29966"/>
                      <a:pt x="3659" y="38633"/>
                    </a:cubicBezTo>
                    <a:cubicBezTo>
                      <a:pt x="3592" y="38624"/>
                      <a:pt x="3554" y="38643"/>
                      <a:pt x="3487" y="38633"/>
                    </a:cubicBezTo>
                    <a:cubicBezTo>
                      <a:pt x="3468" y="38967"/>
                      <a:pt x="3383" y="39310"/>
                      <a:pt x="3183" y="39662"/>
                    </a:cubicBezTo>
                    <a:cubicBezTo>
                      <a:pt x="1925" y="41900"/>
                      <a:pt x="525" y="44463"/>
                      <a:pt x="1" y="47092"/>
                    </a:cubicBezTo>
                    <a:cubicBezTo>
                      <a:pt x="116" y="47196"/>
                      <a:pt x="220" y="47349"/>
                      <a:pt x="287" y="47606"/>
                    </a:cubicBezTo>
                    <a:cubicBezTo>
                      <a:pt x="-1027" y="60769"/>
                      <a:pt x="2535" y="73885"/>
                      <a:pt x="3649" y="82363"/>
                    </a:cubicBezTo>
                    <a:cubicBezTo>
                      <a:pt x="4192" y="86525"/>
                      <a:pt x="4450" y="87773"/>
                      <a:pt x="4773" y="90211"/>
                    </a:cubicBezTo>
                    <a:cubicBezTo>
                      <a:pt x="5221" y="93574"/>
                      <a:pt x="5583" y="94574"/>
                      <a:pt x="5897" y="95822"/>
                    </a:cubicBezTo>
                    <a:cubicBezTo>
                      <a:pt x="7517" y="102318"/>
                      <a:pt x="9183" y="108966"/>
                      <a:pt x="10384" y="113757"/>
                    </a:cubicBezTo>
                    <a:cubicBezTo>
                      <a:pt x="11012" y="116262"/>
                      <a:pt x="13727" y="118577"/>
                      <a:pt x="13746" y="121606"/>
                    </a:cubicBezTo>
                    <a:cubicBezTo>
                      <a:pt x="22071" y="122196"/>
                      <a:pt x="26452" y="123053"/>
                      <a:pt x="37292" y="122720"/>
                    </a:cubicBezTo>
                    <a:cubicBezTo>
                      <a:pt x="40025" y="124473"/>
                      <a:pt x="40225" y="128759"/>
                      <a:pt x="44016" y="129445"/>
                    </a:cubicBezTo>
                    <a:cubicBezTo>
                      <a:pt x="49084" y="130283"/>
                      <a:pt x="53884" y="128664"/>
                      <a:pt x="55227" y="128321"/>
                    </a:cubicBezTo>
                    <a:cubicBezTo>
                      <a:pt x="56666" y="127968"/>
                      <a:pt x="59047" y="127235"/>
                      <a:pt x="59714" y="127206"/>
                    </a:cubicBezTo>
                    <a:cubicBezTo>
                      <a:pt x="60885" y="127140"/>
                      <a:pt x="60361" y="126263"/>
                      <a:pt x="60838" y="126082"/>
                    </a:cubicBezTo>
                    <a:cubicBezTo>
                      <a:pt x="65524" y="124244"/>
                      <a:pt x="71991" y="123111"/>
                      <a:pt x="73172" y="117110"/>
                    </a:cubicBezTo>
                    <a:cubicBezTo>
                      <a:pt x="72001" y="113176"/>
                      <a:pt x="69953" y="109633"/>
                      <a:pt x="68696" y="105918"/>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23" id="23"/>
              <p:cNvGrpSpPr/>
              <p:nvPr/>
            </p:nvGrpSpPr>
            <p:grpSpPr>
              <a:xfrm>
                <a:off x="906496" y="1028604"/>
                <a:ext cx="152712" cy="174777"/>
                <a:chOff x="906496" y="1028604"/>
                <a:chExt cx="152712" cy="174777"/>
              </a:xfrm>
              <a:solidFill>
                <a:srgbClr val="D9DADA">
                  <a:alpha val="11000"/>
                </a:srgbClr>
              </a:solidFill>
            </p:grpSpPr>
            <p:sp>
              <p:nvSpPr>
                <p:cNvPr name="Freeform 24" id="24"/>
                <p:cNvSpPr/>
                <p:nvPr/>
              </p:nvSpPr>
              <p:spPr>
                <a:xfrm>
                  <a:off x="936008" y="1075153"/>
                  <a:ext cx="116663" cy="123454"/>
                </a:xfrm>
                <a:custGeom>
                  <a:avLst/>
                  <a:gdLst/>
                  <a:ahLst/>
                  <a:cxnLst/>
                  <a:rect r="r" b="b" t="t" l="l"/>
                  <a:pathLst>
                    <a:path w="116663" h="123454" stroke="true" fill="norm" extrusionOk="true">
                      <a:moveTo>
                        <a:pt x="100121" y="21069"/>
                      </a:moveTo>
                      <a:cubicBezTo>
                        <a:pt x="100588" y="16640"/>
                        <a:pt x="101988" y="12535"/>
                        <a:pt x="104312" y="8744"/>
                      </a:cubicBezTo>
                      <a:cubicBezTo>
                        <a:pt x="100588" y="12383"/>
                        <a:pt x="96864" y="16021"/>
                        <a:pt x="93130" y="19660"/>
                      </a:cubicBezTo>
                      <a:cubicBezTo>
                        <a:pt x="95988" y="17678"/>
                        <a:pt x="98845" y="15688"/>
                        <a:pt x="101703" y="13707"/>
                      </a:cubicBezTo>
                      <a:cubicBezTo>
                        <a:pt x="97864" y="15364"/>
                        <a:pt x="94025" y="17031"/>
                        <a:pt x="90177" y="18688"/>
                      </a:cubicBezTo>
                      <a:cubicBezTo>
                        <a:pt x="82005" y="35471"/>
                        <a:pt x="71403" y="41872"/>
                        <a:pt x="58364" y="37862"/>
                      </a:cubicBezTo>
                      <a:cubicBezTo>
                        <a:pt x="47343" y="37214"/>
                        <a:pt x="42047" y="29299"/>
                        <a:pt x="42476" y="14126"/>
                      </a:cubicBezTo>
                      <a:cubicBezTo>
                        <a:pt x="40304" y="15564"/>
                        <a:pt x="38133" y="16993"/>
                        <a:pt x="35961" y="18421"/>
                      </a:cubicBezTo>
                      <a:cubicBezTo>
                        <a:pt x="40019" y="17936"/>
                        <a:pt x="44076" y="17440"/>
                        <a:pt x="48134" y="16954"/>
                      </a:cubicBezTo>
                      <a:cubicBezTo>
                        <a:pt x="45543" y="15935"/>
                        <a:pt x="42943" y="14916"/>
                        <a:pt x="40352" y="13897"/>
                      </a:cubicBezTo>
                      <a:cubicBezTo>
                        <a:pt x="43733" y="17507"/>
                        <a:pt x="47124" y="21107"/>
                        <a:pt x="50506" y="24717"/>
                      </a:cubicBezTo>
                      <a:cubicBezTo>
                        <a:pt x="49944" y="22574"/>
                        <a:pt x="49382" y="20422"/>
                        <a:pt x="48820" y="18278"/>
                      </a:cubicBezTo>
                      <a:cubicBezTo>
                        <a:pt x="54001" y="34566"/>
                        <a:pt x="46038" y="44977"/>
                        <a:pt x="24931" y="49501"/>
                      </a:cubicBezTo>
                      <a:cubicBezTo>
                        <a:pt x="18292" y="48882"/>
                        <a:pt x="11786" y="47549"/>
                        <a:pt x="5424" y="45501"/>
                      </a:cubicBezTo>
                      <a:cubicBezTo>
                        <a:pt x="1176" y="44415"/>
                        <a:pt x="-501" y="50178"/>
                        <a:pt x="128" y="53283"/>
                      </a:cubicBezTo>
                      <a:cubicBezTo>
                        <a:pt x="2452" y="64713"/>
                        <a:pt x="-634" y="87068"/>
                        <a:pt x="6748" y="97688"/>
                      </a:cubicBezTo>
                      <a:cubicBezTo>
                        <a:pt x="9272" y="101317"/>
                        <a:pt x="17406" y="106337"/>
                        <a:pt x="21245" y="108395"/>
                      </a:cubicBezTo>
                      <a:cubicBezTo>
                        <a:pt x="30713" y="113481"/>
                        <a:pt x="37799" y="115281"/>
                        <a:pt x="46877" y="121930"/>
                      </a:cubicBezTo>
                      <a:cubicBezTo>
                        <a:pt x="49429" y="123806"/>
                        <a:pt x="55249" y="124882"/>
                        <a:pt x="54849" y="119424"/>
                      </a:cubicBezTo>
                      <a:cubicBezTo>
                        <a:pt x="52325" y="102537"/>
                        <a:pt x="52125" y="85649"/>
                        <a:pt x="54268" y="68742"/>
                      </a:cubicBezTo>
                      <a:cubicBezTo>
                        <a:pt x="53735" y="70895"/>
                        <a:pt x="53201" y="73047"/>
                        <a:pt x="52658" y="75200"/>
                      </a:cubicBezTo>
                      <a:cubicBezTo>
                        <a:pt x="58631" y="64160"/>
                        <a:pt x="64974" y="53330"/>
                        <a:pt x="71670" y="42720"/>
                      </a:cubicBezTo>
                      <a:cubicBezTo>
                        <a:pt x="76309" y="35128"/>
                        <a:pt x="67536" y="29366"/>
                        <a:pt x="62774" y="36995"/>
                      </a:cubicBezTo>
                      <a:cubicBezTo>
                        <a:pt x="51315" y="55388"/>
                        <a:pt x="40876" y="77829"/>
                        <a:pt x="39857" y="99631"/>
                      </a:cubicBezTo>
                      <a:cubicBezTo>
                        <a:pt x="41733" y="98231"/>
                        <a:pt x="43610" y="96822"/>
                        <a:pt x="45486" y="95421"/>
                      </a:cubicBezTo>
                      <a:cubicBezTo>
                        <a:pt x="35456" y="90326"/>
                        <a:pt x="25893" y="84439"/>
                        <a:pt x="16787" y="77772"/>
                      </a:cubicBezTo>
                      <a:cubicBezTo>
                        <a:pt x="14815" y="68999"/>
                        <a:pt x="13472" y="60122"/>
                        <a:pt x="12758" y="51159"/>
                      </a:cubicBezTo>
                      <a:cubicBezTo>
                        <a:pt x="9958" y="52826"/>
                        <a:pt x="7148" y="54483"/>
                        <a:pt x="4338" y="56150"/>
                      </a:cubicBezTo>
                      <a:cubicBezTo>
                        <a:pt x="14577" y="59426"/>
                        <a:pt x="27112" y="64665"/>
                        <a:pt x="37876" y="62646"/>
                      </a:cubicBezTo>
                      <a:cubicBezTo>
                        <a:pt x="51391" y="60122"/>
                        <a:pt x="59802" y="50635"/>
                        <a:pt x="60564" y="36967"/>
                      </a:cubicBezTo>
                      <a:cubicBezTo>
                        <a:pt x="61355" y="22870"/>
                        <a:pt x="53477" y="6944"/>
                        <a:pt x="38104" y="8477"/>
                      </a:cubicBezTo>
                      <a:cubicBezTo>
                        <a:pt x="35237" y="8763"/>
                        <a:pt x="32046" y="9620"/>
                        <a:pt x="31589" y="12773"/>
                      </a:cubicBezTo>
                      <a:cubicBezTo>
                        <a:pt x="29293" y="28585"/>
                        <a:pt x="31522" y="43024"/>
                        <a:pt x="50744" y="46958"/>
                      </a:cubicBezTo>
                      <a:cubicBezTo>
                        <a:pt x="60621" y="48978"/>
                        <a:pt x="72366" y="47558"/>
                        <a:pt x="81643" y="44120"/>
                      </a:cubicBezTo>
                      <a:cubicBezTo>
                        <a:pt x="103188" y="36128"/>
                        <a:pt x="103379" y="30851"/>
                        <a:pt x="115657" y="12916"/>
                      </a:cubicBezTo>
                      <a:cubicBezTo>
                        <a:pt x="117257" y="10582"/>
                        <a:pt x="116971" y="7810"/>
                        <a:pt x="114647" y="6048"/>
                      </a:cubicBezTo>
                      <a:cubicBezTo>
                        <a:pt x="112066" y="4096"/>
                        <a:pt x="109484" y="2134"/>
                        <a:pt x="106903" y="181"/>
                      </a:cubicBezTo>
                      <a:cubicBezTo>
                        <a:pt x="106017" y="124"/>
                        <a:pt x="105132" y="57"/>
                        <a:pt x="104246" y="0"/>
                      </a:cubicBezTo>
                      <a:cubicBezTo>
                        <a:pt x="91130" y="5791"/>
                        <a:pt x="83357" y="12735"/>
                        <a:pt x="80900" y="27184"/>
                      </a:cubicBezTo>
                      <a:cubicBezTo>
                        <a:pt x="78681" y="40491"/>
                        <a:pt x="98721" y="27403"/>
                        <a:pt x="100121" y="2106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5" id="25"/>
                <p:cNvSpPr/>
                <p:nvPr/>
              </p:nvSpPr>
              <p:spPr>
                <a:xfrm>
                  <a:off x="921125" y="1062512"/>
                  <a:ext cx="106690" cy="117401"/>
                </a:xfrm>
                <a:custGeom>
                  <a:avLst/>
                  <a:gdLst/>
                  <a:ahLst/>
                  <a:cxnLst/>
                  <a:rect r="r" b="b" t="t" l="l"/>
                  <a:pathLst>
                    <a:path w="106690" h="117401" stroke="true" fill="norm" extrusionOk="true">
                      <a:moveTo>
                        <a:pt x="89296" y="20509"/>
                      </a:moveTo>
                      <a:cubicBezTo>
                        <a:pt x="89925" y="15822"/>
                        <a:pt x="91497" y="11479"/>
                        <a:pt x="94021" y="7478"/>
                      </a:cubicBezTo>
                      <a:cubicBezTo>
                        <a:pt x="89344" y="11279"/>
                        <a:pt x="84658" y="15070"/>
                        <a:pt x="79981" y="18870"/>
                      </a:cubicBezTo>
                      <a:cubicBezTo>
                        <a:pt x="84067" y="16346"/>
                        <a:pt x="88153" y="13813"/>
                        <a:pt x="92230" y="11288"/>
                      </a:cubicBezTo>
                      <a:cubicBezTo>
                        <a:pt x="85029" y="14479"/>
                        <a:pt x="77819" y="17680"/>
                        <a:pt x="70618" y="20880"/>
                      </a:cubicBezTo>
                      <a:cubicBezTo>
                        <a:pt x="72466" y="20928"/>
                        <a:pt x="74314" y="20985"/>
                        <a:pt x="76161" y="21033"/>
                      </a:cubicBezTo>
                      <a:cubicBezTo>
                        <a:pt x="74542" y="20051"/>
                        <a:pt x="72913" y="19080"/>
                        <a:pt x="71294" y="18099"/>
                      </a:cubicBezTo>
                      <a:cubicBezTo>
                        <a:pt x="73580" y="32291"/>
                        <a:pt x="68484" y="41026"/>
                        <a:pt x="56006" y="44302"/>
                      </a:cubicBezTo>
                      <a:cubicBezTo>
                        <a:pt x="48139" y="45617"/>
                        <a:pt x="41195" y="43397"/>
                        <a:pt x="35185" y="37644"/>
                      </a:cubicBezTo>
                      <a:cubicBezTo>
                        <a:pt x="37480" y="40816"/>
                        <a:pt x="39776" y="43988"/>
                        <a:pt x="42071" y="47160"/>
                      </a:cubicBezTo>
                      <a:cubicBezTo>
                        <a:pt x="39300" y="41883"/>
                        <a:pt x="36528" y="36615"/>
                        <a:pt x="33756" y="31339"/>
                      </a:cubicBezTo>
                      <a:cubicBezTo>
                        <a:pt x="35280" y="36387"/>
                        <a:pt x="36804" y="41435"/>
                        <a:pt x="38318" y="46483"/>
                      </a:cubicBezTo>
                      <a:cubicBezTo>
                        <a:pt x="38242" y="42997"/>
                        <a:pt x="38176" y="39501"/>
                        <a:pt x="38099" y="36015"/>
                      </a:cubicBezTo>
                      <a:cubicBezTo>
                        <a:pt x="37423" y="38425"/>
                        <a:pt x="36756" y="40835"/>
                        <a:pt x="36080" y="43245"/>
                      </a:cubicBezTo>
                      <a:cubicBezTo>
                        <a:pt x="39404" y="42140"/>
                        <a:pt x="42729" y="41045"/>
                        <a:pt x="46062" y="39940"/>
                      </a:cubicBezTo>
                      <a:cubicBezTo>
                        <a:pt x="46424" y="37739"/>
                        <a:pt x="46786" y="35539"/>
                        <a:pt x="47158" y="33348"/>
                      </a:cubicBezTo>
                      <a:cubicBezTo>
                        <a:pt x="44805" y="33663"/>
                        <a:pt x="42452" y="33815"/>
                        <a:pt x="40081" y="33806"/>
                      </a:cubicBezTo>
                      <a:cubicBezTo>
                        <a:pt x="41624" y="34348"/>
                        <a:pt x="43167" y="34901"/>
                        <a:pt x="44719" y="35444"/>
                      </a:cubicBezTo>
                      <a:cubicBezTo>
                        <a:pt x="41728" y="29948"/>
                        <a:pt x="38738" y="24452"/>
                        <a:pt x="35756" y="18956"/>
                      </a:cubicBezTo>
                      <a:cubicBezTo>
                        <a:pt x="34080" y="12574"/>
                        <a:pt x="-2287" y="27329"/>
                        <a:pt x="114" y="37073"/>
                      </a:cubicBezTo>
                      <a:cubicBezTo>
                        <a:pt x="2485" y="49379"/>
                        <a:pt x="4857" y="61676"/>
                        <a:pt x="7229" y="73982"/>
                      </a:cubicBezTo>
                      <a:cubicBezTo>
                        <a:pt x="8419" y="79764"/>
                        <a:pt x="10096" y="85383"/>
                        <a:pt x="12258" y="90841"/>
                      </a:cubicBezTo>
                      <a:cubicBezTo>
                        <a:pt x="20792" y="101928"/>
                        <a:pt x="38738" y="106462"/>
                        <a:pt x="48091" y="115959"/>
                      </a:cubicBezTo>
                      <a:cubicBezTo>
                        <a:pt x="54673" y="122645"/>
                        <a:pt x="54159" y="103929"/>
                        <a:pt x="54159" y="103890"/>
                      </a:cubicBezTo>
                      <a:cubicBezTo>
                        <a:pt x="53787" y="95728"/>
                        <a:pt x="54225" y="77821"/>
                        <a:pt x="47682" y="71496"/>
                      </a:cubicBezTo>
                      <a:cubicBezTo>
                        <a:pt x="45643" y="69524"/>
                        <a:pt x="43595" y="67543"/>
                        <a:pt x="41557" y="65571"/>
                      </a:cubicBezTo>
                      <a:cubicBezTo>
                        <a:pt x="44186" y="72134"/>
                        <a:pt x="46805" y="78697"/>
                        <a:pt x="49434" y="85260"/>
                      </a:cubicBezTo>
                      <a:cubicBezTo>
                        <a:pt x="45719" y="67191"/>
                        <a:pt x="48234" y="49798"/>
                        <a:pt x="56988" y="33101"/>
                      </a:cubicBezTo>
                      <a:cubicBezTo>
                        <a:pt x="60159" y="25500"/>
                        <a:pt x="46129" y="29110"/>
                        <a:pt x="44272" y="29691"/>
                      </a:cubicBezTo>
                      <a:cubicBezTo>
                        <a:pt x="39195" y="31281"/>
                        <a:pt x="27698" y="33853"/>
                        <a:pt x="28689" y="40949"/>
                      </a:cubicBezTo>
                      <a:cubicBezTo>
                        <a:pt x="32203" y="66143"/>
                        <a:pt x="38766" y="87441"/>
                        <a:pt x="45938" y="112530"/>
                      </a:cubicBezTo>
                      <a:cubicBezTo>
                        <a:pt x="47815" y="102481"/>
                        <a:pt x="49691" y="92422"/>
                        <a:pt x="51558" y="82373"/>
                      </a:cubicBezTo>
                      <a:cubicBezTo>
                        <a:pt x="49625" y="73258"/>
                        <a:pt x="47929" y="71763"/>
                        <a:pt x="45929" y="65028"/>
                      </a:cubicBezTo>
                      <a:cubicBezTo>
                        <a:pt x="41547" y="50350"/>
                        <a:pt x="38719" y="34196"/>
                        <a:pt x="35747" y="18956"/>
                      </a:cubicBezTo>
                      <a:cubicBezTo>
                        <a:pt x="23869" y="24995"/>
                        <a:pt x="11991" y="31034"/>
                        <a:pt x="104" y="37073"/>
                      </a:cubicBezTo>
                      <a:cubicBezTo>
                        <a:pt x="9629" y="46398"/>
                        <a:pt x="21021" y="60885"/>
                        <a:pt x="35242" y="62209"/>
                      </a:cubicBezTo>
                      <a:cubicBezTo>
                        <a:pt x="44491" y="63076"/>
                        <a:pt x="53463" y="59666"/>
                        <a:pt x="56254" y="49227"/>
                      </a:cubicBezTo>
                      <a:cubicBezTo>
                        <a:pt x="57435" y="44807"/>
                        <a:pt x="57273" y="38759"/>
                        <a:pt x="55978" y="34101"/>
                      </a:cubicBezTo>
                      <a:cubicBezTo>
                        <a:pt x="51730" y="18899"/>
                        <a:pt x="45262" y="16022"/>
                        <a:pt x="31508" y="15003"/>
                      </a:cubicBezTo>
                      <a:cubicBezTo>
                        <a:pt x="29479" y="15260"/>
                        <a:pt x="28174" y="16384"/>
                        <a:pt x="27565" y="18375"/>
                      </a:cubicBezTo>
                      <a:cubicBezTo>
                        <a:pt x="26279" y="22442"/>
                        <a:pt x="25003" y="26519"/>
                        <a:pt x="23717" y="30586"/>
                      </a:cubicBezTo>
                      <a:cubicBezTo>
                        <a:pt x="22364" y="34882"/>
                        <a:pt x="27450" y="46264"/>
                        <a:pt x="30451" y="49303"/>
                      </a:cubicBezTo>
                      <a:cubicBezTo>
                        <a:pt x="37861" y="56789"/>
                        <a:pt x="43653" y="55418"/>
                        <a:pt x="53987" y="53856"/>
                      </a:cubicBezTo>
                      <a:cubicBezTo>
                        <a:pt x="62283" y="52608"/>
                        <a:pt x="71113" y="50093"/>
                        <a:pt x="78390" y="45645"/>
                      </a:cubicBezTo>
                      <a:cubicBezTo>
                        <a:pt x="93725" y="36263"/>
                        <a:pt x="98069" y="26386"/>
                        <a:pt x="106327" y="10431"/>
                      </a:cubicBezTo>
                      <a:cubicBezTo>
                        <a:pt x="107098" y="8498"/>
                        <a:pt x="106641" y="6926"/>
                        <a:pt x="104955" y="5716"/>
                      </a:cubicBezTo>
                      <a:cubicBezTo>
                        <a:pt x="102346" y="4011"/>
                        <a:pt x="99736" y="2306"/>
                        <a:pt x="97126" y="601"/>
                      </a:cubicBezTo>
                      <a:cubicBezTo>
                        <a:pt x="91849" y="-2847"/>
                        <a:pt x="70694" y="9488"/>
                        <a:pt x="66951" y="13365"/>
                      </a:cubicBezTo>
                      <a:cubicBezTo>
                        <a:pt x="60626" y="19909"/>
                        <a:pt x="58416" y="25843"/>
                        <a:pt x="56102" y="34729"/>
                      </a:cubicBezTo>
                      <a:cubicBezTo>
                        <a:pt x="54101" y="42416"/>
                        <a:pt x="66227" y="37177"/>
                        <a:pt x="67760" y="36434"/>
                      </a:cubicBezTo>
                      <a:cubicBezTo>
                        <a:pt x="73513" y="33653"/>
                        <a:pt x="87544" y="27662"/>
                        <a:pt x="89296" y="2050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6" id="26"/>
                <p:cNvSpPr/>
                <p:nvPr/>
              </p:nvSpPr>
              <p:spPr>
                <a:xfrm>
                  <a:off x="918958" y="1029215"/>
                  <a:ext cx="119633" cy="135899"/>
                </a:xfrm>
                <a:custGeom>
                  <a:avLst/>
                  <a:gdLst/>
                  <a:ahLst/>
                  <a:cxnLst/>
                  <a:rect r="r" b="b" t="t" l="l"/>
                  <a:pathLst>
                    <a:path w="119633" h="135899" stroke="true" fill="norm" extrusionOk="true">
                      <a:moveTo>
                        <a:pt x="98979" y="21630"/>
                      </a:moveTo>
                      <a:cubicBezTo>
                        <a:pt x="101846" y="17725"/>
                        <a:pt x="104722" y="13810"/>
                        <a:pt x="107589" y="9904"/>
                      </a:cubicBezTo>
                      <a:cubicBezTo>
                        <a:pt x="102979" y="10952"/>
                        <a:pt x="98360" y="12000"/>
                        <a:pt x="93749" y="13038"/>
                      </a:cubicBezTo>
                      <a:cubicBezTo>
                        <a:pt x="97645" y="13705"/>
                        <a:pt x="101541" y="14372"/>
                        <a:pt x="105446" y="15038"/>
                      </a:cubicBezTo>
                      <a:cubicBezTo>
                        <a:pt x="103665" y="13419"/>
                        <a:pt x="101874" y="11809"/>
                        <a:pt x="100093" y="10200"/>
                      </a:cubicBezTo>
                      <a:cubicBezTo>
                        <a:pt x="95835" y="38127"/>
                        <a:pt x="41819" y="51576"/>
                        <a:pt x="47496" y="16763"/>
                      </a:cubicBezTo>
                      <a:cubicBezTo>
                        <a:pt x="45324" y="18506"/>
                        <a:pt x="43153" y="20249"/>
                        <a:pt x="40981" y="22001"/>
                      </a:cubicBezTo>
                      <a:cubicBezTo>
                        <a:pt x="45277" y="21268"/>
                        <a:pt x="49582" y="20534"/>
                        <a:pt x="53878" y="19801"/>
                      </a:cubicBezTo>
                      <a:cubicBezTo>
                        <a:pt x="51144" y="19277"/>
                        <a:pt x="48401" y="18753"/>
                        <a:pt x="45667" y="18229"/>
                      </a:cubicBezTo>
                      <a:cubicBezTo>
                        <a:pt x="48639" y="24954"/>
                        <a:pt x="51611" y="31688"/>
                        <a:pt x="54592" y="38413"/>
                      </a:cubicBezTo>
                      <a:cubicBezTo>
                        <a:pt x="54583" y="47728"/>
                        <a:pt x="49601" y="52872"/>
                        <a:pt x="39657" y="53834"/>
                      </a:cubicBezTo>
                      <a:cubicBezTo>
                        <a:pt x="24846" y="60911"/>
                        <a:pt x="24455" y="59196"/>
                        <a:pt x="10130" y="53729"/>
                      </a:cubicBezTo>
                      <a:cubicBezTo>
                        <a:pt x="6881" y="52491"/>
                        <a:pt x="-1224" y="51653"/>
                        <a:pt x="157" y="58110"/>
                      </a:cubicBezTo>
                      <a:cubicBezTo>
                        <a:pt x="947" y="72208"/>
                        <a:pt x="2529" y="86209"/>
                        <a:pt x="4900" y="100116"/>
                      </a:cubicBezTo>
                      <a:cubicBezTo>
                        <a:pt x="6700" y="103383"/>
                        <a:pt x="9291" y="105993"/>
                        <a:pt x="12663" y="107955"/>
                      </a:cubicBezTo>
                      <a:cubicBezTo>
                        <a:pt x="23493" y="117861"/>
                        <a:pt x="35733" y="124338"/>
                        <a:pt x="46353" y="134711"/>
                      </a:cubicBezTo>
                      <a:cubicBezTo>
                        <a:pt x="49106" y="137397"/>
                        <a:pt x="55754" y="135244"/>
                        <a:pt x="55716" y="131129"/>
                      </a:cubicBezTo>
                      <a:cubicBezTo>
                        <a:pt x="53268" y="113784"/>
                        <a:pt x="54973" y="96906"/>
                        <a:pt x="60831" y="80494"/>
                      </a:cubicBezTo>
                      <a:cubicBezTo>
                        <a:pt x="63231" y="64378"/>
                        <a:pt x="68413" y="49205"/>
                        <a:pt x="76395" y="34984"/>
                      </a:cubicBezTo>
                      <a:cubicBezTo>
                        <a:pt x="77652" y="32155"/>
                        <a:pt x="72785" y="22268"/>
                        <a:pt x="70528" y="27897"/>
                      </a:cubicBezTo>
                      <a:cubicBezTo>
                        <a:pt x="62088" y="48986"/>
                        <a:pt x="56688" y="70426"/>
                        <a:pt x="50182" y="92181"/>
                      </a:cubicBezTo>
                      <a:cubicBezTo>
                        <a:pt x="43915" y="113127"/>
                        <a:pt x="46067" y="103126"/>
                        <a:pt x="44724" y="130462"/>
                      </a:cubicBezTo>
                      <a:cubicBezTo>
                        <a:pt x="47839" y="129272"/>
                        <a:pt x="50963" y="128072"/>
                        <a:pt x="54087" y="126881"/>
                      </a:cubicBezTo>
                      <a:cubicBezTo>
                        <a:pt x="43657" y="117899"/>
                        <a:pt x="35152" y="107317"/>
                        <a:pt x="28560" y="95144"/>
                      </a:cubicBezTo>
                      <a:cubicBezTo>
                        <a:pt x="15664" y="85476"/>
                        <a:pt x="11530" y="73484"/>
                        <a:pt x="16187" y="59177"/>
                      </a:cubicBezTo>
                      <a:cubicBezTo>
                        <a:pt x="11739" y="60092"/>
                        <a:pt x="7281" y="61006"/>
                        <a:pt x="2833" y="61921"/>
                      </a:cubicBezTo>
                      <a:cubicBezTo>
                        <a:pt x="23245" y="71979"/>
                        <a:pt x="51478" y="78094"/>
                        <a:pt x="62212" y="50071"/>
                      </a:cubicBezTo>
                      <a:cubicBezTo>
                        <a:pt x="65984" y="40223"/>
                        <a:pt x="64689" y="36822"/>
                        <a:pt x="61545" y="28650"/>
                      </a:cubicBezTo>
                      <a:cubicBezTo>
                        <a:pt x="56564" y="15696"/>
                        <a:pt x="55364" y="14877"/>
                        <a:pt x="42343" y="10343"/>
                      </a:cubicBezTo>
                      <a:cubicBezTo>
                        <a:pt x="40095" y="9562"/>
                        <a:pt x="36190" y="13657"/>
                        <a:pt x="35828" y="15581"/>
                      </a:cubicBezTo>
                      <a:cubicBezTo>
                        <a:pt x="33990" y="25325"/>
                        <a:pt x="30999" y="33565"/>
                        <a:pt x="41000" y="41023"/>
                      </a:cubicBezTo>
                      <a:cubicBezTo>
                        <a:pt x="49687" y="47500"/>
                        <a:pt x="64965" y="49290"/>
                        <a:pt x="74909" y="46681"/>
                      </a:cubicBezTo>
                      <a:cubicBezTo>
                        <a:pt x="80967" y="45090"/>
                        <a:pt x="88387" y="41566"/>
                        <a:pt x="93883" y="38584"/>
                      </a:cubicBezTo>
                      <a:cubicBezTo>
                        <a:pt x="107704" y="31098"/>
                        <a:pt x="109237" y="25725"/>
                        <a:pt x="119086" y="12048"/>
                      </a:cubicBezTo>
                      <a:cubicBezTo>
                        <a:pt x="120448" y="10162"/>
                        <a:pt x="119038" y="6552"/>
                        <a:pt x="117352" y="5466"/>
                      </a:cubicBezTo>
                      <a:cubicBezTo>
                        <a:pt x="115162" y="4047"/>
                        <a:pt x="112961" y="2627"/>
                        <a:pt x="110771" y="1208"/>
                      </a:cubicBezTo>
                      <a:cubicBezTo>
                        <a:pt x="105541" y="-2173"/>
                        <a:pt x="96264" y="2342"/>
                        <a:pt x="91444" y="4999"/>
                      </a:cubicBezTo>
                      <a:cubicBezTo>
                        <a:pt x="82748" y="9800"/>
                        <a:pt x="79529" y="15610"/>
                        <a:pt x="74785" y="24478"/>
                      </a:cubicBezTo>
                      <a:cubicBezTo>
                        <a:pt x="70442" y="32574"/>
                        <a:pt x="96112" y="28821"/>
                        <a:pt x="98979" y="2163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7" id="27"/>
                <p:cNvSpPr/>
                <p:nvPr/>
              </p:nvSpPr>
              <p:spPr>
                <a:xfrm>
                  <a:off x="938163" y="1057925"/>
                  <a:ext cx="106281" cy="114174"/>
                </a:xfrm>
                <a:custGeom>
                  <a:avLst/>
                  <a:gdLst/>
                  <a:ahLst/>
                  <a:cxnLst/>
                  <a:rect r="r" b="b" t="t" l="l"/>
                  <a:pathLst>
                    <a:path w="106281" h="114174" stroke="true" fill="norm" extrusionOk="true">
                      <a:moveTo>
                        <a:pt x="87879" y="20543"/>
                      </a:moveTo>
                      <a:cubicBezTo>
                        <a:pt x="88460" y="15675"/>
                        <a:pt x="90070" y="11170"/>
                        <a:pt x="92708" y="7036"/>
                      </a:cubicBezTo>
                      <a:cubicBezTo>
                        <a:pt x="88441" y="10599"/>
                        <a:pt x="84174" y="14151"/>
                        <a:pt x="79916" y="17714"/>
                      </a:cubicBezTo>
                      <a:cubicBezTo>
                        <a:pt x="84717" y="14656"/>
                        <a:pt x="89518" y="11599"/>
                        <a:pt x="94318" y="8541"/>
                      </a:cubicBezTo>
                      <a:cubicBezTo>
                        <a:pt x="78335" y="16885"/>
                        <a:pt x="62352" y="25219"/>
                        <a:pt x="46369" y="33563"/>
                      </a:cubicBezTo>
                      <a:cubicBezTo>
                        <a:pt x="48055" y="33163"/>
                        <a:pt x="49741" y="32763"/>
                        <a:pt x="51418" y="32363"/>
                      </a:cubicBezTo>
                      <a:cubicBezTo>
                        <a:pt x="48732" y="31877"/>
                        <a:pt x="46055" y="31382"/>
                        <a:pt x="43369" y="30896"/>
                      </a:cubicBezTo>
                      <a:cubicBezTo>
                        <a:pt x="43750" y="38631"/>
                        <a:pt x="44131" y="46355"/>
                        <a:pt x="44522" y="54090"/>
                      </a:cubicBezTo>
                      <a:cubicBezTo>
                        <a:pt x="53008" y="49670"/>
                        <a:pt x="61486" y="45241"/>
                        <a:pt x="69972" y="40821"/>
                      </a:cubicBezTo>
                      <a:cubicBezTo>
                        <a:pt x="55837" y="38678"/>
                        <a:pt x="41702" y="36535"/>
                        <a:pt x="27567" y="34392"/>
                      </a:cubicBezTo>
                      <a:cubicBezTo>
                        <a:pt x="27472" y="44889"/>
                        <a:pt x="27377" y="55376"/>
                        <a:pt x="27281" y="65872"/>
                      </a:cubicBezTo>
                      <a:cubicBezTo>
                        <a:pt x="28119" y="61710"/>
                        <a:pt x="28958" y="57538"/>
                        <a:pt x="29796" y="53375"/>
                      </a:cubicBezTo>
                      <a:cubicBezTo>
                        <a:pt x="28481" y="57100"/>
                        <a:pt x="27167" y="60824"/>
                        <a:pt x="25853" y="64548"/>
                      </a:cubicBezTo>
                      <a:cubicBezTo>
                        <a:pt x="27786" y="62434"/>
                        <a:pt x="29710" y="60319"/>
                        <a:pt x="31644" y="58204"/>
                      </a:cubicBezTo>
                      <a:cubicBezTo>
                        <a:pt x="29805" y="59243"/>
                        <a:pt x="27977" y="60271"/>
                        <a:pt x="26138" y="61310"/>
                      </a:cubicBezTo>
                      <a:cubicBezTo>
                        <a:pt x="29491" y="62243"/>
                        <a:pt x="32853" y="63177"/>
                        <a:pt x="36206" y="64110"/>
                      </a:cubicBezTo>
                      <a:cubicBezTo>
                        <a:pt x="35063" y="62929"/>
                        <a:pt x="33920" y="61757"/>
                        <a:pt x="32787" y="60576"/>
                      </a:cubicBezTo>
                      <a:cubicBezTo>
                        <a:pt x="33558" y="62176"/>
                        <a:pt x="34320" y="63777"/>
                        <a:pt x="35092" y="65377"/>
                      </a:cubicBezTo>
                      <a:cubicBezTo>
                        <a:pt x="35063" y="63815"/>
                        <a:pt x="35044" y="62243"/>
                        <a:pt x="35016" y="60681"/>
                      </a:cubicBezTo>
                      <a:cubicBezTo>
                        <a:pt x="34425" y="61691"/>
                        <a:pt x="33825" y="62700"/>
                        <a:pt x="33234" y="63710"/>
                      </a:cubicBezTo>
                      <a:cubicBezTo>
                        <a:pt x="35539" y="62853"/>
                        <a:pt x="37854" y="61986"/>
                        <a:pt x="40159" y="61119"/>
                      </a:cubicBezTo>
                      <a:cubicBezTo>
                        <a:pt x="34977" y="60595"/>
                        <a:pt x="29805" y="60071"/>
                        <a:pt x="24624" y="59548"/>
                      </a:cubicBezTo>
                      <a:cubicBezTo>
                        <a:pt x="27805" y="61719"/>
                        <a:pt x="30987" y="63881"/>
                        <a:pt x="34168" y="66053"/>
                      </a:cubicBezTo>
                      <a:cubicBezTo>
                        <a:pt x="33577" y="64500"/>
                        <a:pt x="33396" y="62938"/>
                        <a:pt x="33644" y="61348"/>
                      </a:cubicBezTo>
                      <a:cubicBezTo>
                        <a:pt x="22443" y="57281"/>
                        <a:pt x="11251" y="53204"/>
                        <a:pt x="49" y="49137"/>
                      </a:cubicBezTo>
                      <a:cubicBezTo>
                        <a:pt x="7012" y="65262"/>
                        <a:pt x="9755" y="90066"/>
                        <a:pt x="26434" y="99743"/>
                      </a:cubicBezTo>
                      <a:cubicBezTo>
                        <a:pt x="28843" y="101696"/>
                        <a:pt x="31539" y="103020"/>
                        <a:pt x="34501" y="103715"/>
                      </a:cubicBezTo>
                      <a:cubicBezTo>
                        <a:pt x="42988" y="104744"/>
                        <a:pt x="50408" y="108115"/>
                        <a:pt x="56761" y="113840"/>
                      </a:cubicBezTo>
                      <a:cubicBezTo>
                        <a:pt x="62457" y="117602"/>
                        <a:pt x="67562" y="88408"/>
                        <a:pt x="67534" y="88532"/>
                      </a:cubicBezTo>
                      <a:cubicBezTo>
                        <a:pt x="68772" y="82703"/>
                        <a:pt x="74849" y="65929"/>
                        <a:pt x="67963" y="61033"/>
                      </a:cubicBezTo>
                      <a:cubicBezTo>
                        <a:pt x="56666" y="54975"/>
                        <a:pt x="47579" y="46527"/>
                        <a:pt x="40731" y="35697"/>
                      </a:cubicBezTo>
                      <a:cubicBezTo>
                        <a:pt x="44626" y="42707"/>
                        <a:pt x="48522" y="49718"/>
                        <a:pt x="52427" y="56728"/>
                      </a:cubicBezTo>
                      <a:cubicBezTo>
                        <a:pt x="54285" y="44774"/>
                        <a:pt x="56142" y="32820"/>
                        <a:pt x="57999" y="20867"/>
                      </a:cubicBezTo>
                      <a:cubicBezTo>
                        <a:pt x="60209" y="13104"/>
                        <a:pt x="34254" y="8160"/>
                        <a:pt x="31491" y="7398"/>
                      </a:cubicBezTo>
                      <a:cubicBezTo>
                        <a:pt x="30520" y="7131"/>
                        <a:pt x="7307" y="1245"/>
                        <a:pt x="13013" y="9713"/>
                      </a:cubicBezTo>
                      <a:cubicBezTo>
                        <a:pt x="22395" y="22819"/>
                        <a:pt x="30825" y="36516"/>
                        <a:pt x="38311" y="50804"/>
                      </a:cubicBezTo>
                      <a:cubicBezTo>
                        <a:pt x="36682" y="47117"/>
                        <a:pt x="35063" y="43431"/>
                        <a:pt x="33434" y="39745"/>
                      </a:cubicBezTo>
                      <a:cubicBezTo>
                        <a:pt x="41721" y="63462"/>
                        <a:pt x="48789" y="87522"/>
                        <a:pt x="54656" y="111935"/>
                      </a:cubicBezTo>
                      <a:cubicBezTo>
                        <a:pt x="58199" y="95257"/>
                        <a:pt x="61733" y="78569"/>
                        <a:pt x="65277" y="61891"/>
                      </a:cubicBezTo>
                      <a:cubicBezTo>
                        <a:pt x="60990" y="66720"/>
                        <a:pt x="56266" y="71082"/>
                        <a:pt x="51094" y="74988"/>
                      </a:cubicBezTo>
                      <a:cubicBezTo>
                        <a:pt x="54228" y="72873"/>
                        <a:pt x="57361" y="70768"/>
                        <a:pt x="60495" y="68653"/>
                      </a:cubicBezTo>
                      <a:cubicBezTo>
                        <a:pt x="49484" y="68549"/>
                        <a:pt x="39930" y="64310"/>
                        <a:pt x="31825" y="55957"/>
                      </a:cubicBezTo>
                      <a:cubicBezTo>
                        <a:pt x="25472" y="51661"/>
                        <a:pt x="13356" y="43765"/>
                        <a:pt x="5374" y="44222"/>
                      </a:cubicBezTo>
                      <a:cubicBezTo>
                        <a:pt x="468" y="44498"/>
                        <a:pt x="-1999" y="47822"/>
                        <a:pt x="1983" y="51861"/>
                      </a:cubicBezTo>
                      <a:cubicBezTo>
                        <a:pt x="12108" y="62129"/>
                        <a:pt x="27310" y="80036"/>
                        <a:pt x="43407" y="70187"/>
                      </a:cubicBezTo>
                      <a:cubicBezTo>
                        <a:pt x="54942" y="63138"/>
                        <a:pt x="57456" y="50604"/>
                        <a:pt x="53780" y="38383"/>
                      </a:cubicBezTo>
                      <a:cubicBezTo>
                        <a:pt x="51541" y="30953"/>
                        <a:pt x="51199" y="30801"/>
                        <a:pt x="46579" y="25010"/>
                      </a:cubicBezTo>
                      <a:cubicBezTo>
                        <a:pt x="39997" y="16761"/>
                        <a:pt x="42493" y="18638"/>
                        <a:pt x="29110" y="17895"/>
                      </a:cubicBezTo>
                      <a:cubicBezTo>
                        <a:pt x="26567" y="18219"/>
                        <a:pt x="24976" y="19704"/>
                        <a:pt x="24348" y="22371"/>
                      </a:cubicBezTo>
                      <a:cubicBezTo>
                        <a:pt x="22643" y="26343"/>
                        <a:pt x="20928" y="30315"/>
                        <a:pt x="19223" y="34297"/>
                      </a:cubicBezTo>
                      <a:cubicBezTo>
                        <a:pt x="17099" y="39240"/>
                        <a:pt x="14804" y="64634"/>
                        <a:pt x="20623" y="68920"/>
                      </a:cubicBezTo>
                      <a:cubicBezTo>
                        <a:pt x="32349" y="77540"/>
                        <a:pt x="46112" y="65453"/>
                        <a:pt x="56399" y="59090"/>
                      </a:cubicBezTo>
                      <a:cubicBezTo>
                        <a:pt x="66286" y="52966"/>
                        <a:pt x="72801" y="48946"/>
                        <a:pt x="81431" y="41621"/>
                      </a:cubicBezTo>
                      <a:cubicBezTo>
                        <a:pt x="95652" y="29553"/>
                        <a:pt x="92870" y="31354"/>
                        <a:pt x="105491" y="10446"/>
                      </a:cubicBezTo>
                      <a:cubicBezTo>
                        <a:pt x="105758" y="9475"/>
                        <a:pt x="106015" y="8503"/>
                        <a:pt x="106282" y="7531"/>
                      </a:cubicBezTo>
                      <a:cubicBezTo>
                        <a:pt x="103767" y="5522"/>
                        <a:pt x="101262" y="3521"/>
                        <a:pt x="98747" y="1512"/>
                      </a:cubicBezTo>
                      <a:cubicBezTo>
                        <a:pt x="92185" y="-3737"/>
                        <a:pt x="79021" y="6131"/>
                        <a:pt x="73077" y="9094"/>
                      </a:cubicBezTo>
                      <a:cubicBezTo>
                        <a:pt x="62743" y="14256"/>
                        <a:pt x="44979" y="19847"/>
                        <a:pt x="38530" y="30153"/>
                      </a:cubicBezTo>
                      <a:cubicBezTo>
                        <a:pt x="34006" y="37392"/>
                        <a:pt x="32653" y="43260"/>
                        <a:pt x="31082" y="51661"/>
                      </a:cubicBezTo>
                      <a:cubicBezTo>
                        <a:pt x="29120" y="62186"/>
                        <a:pt x="48179" y="49384"/>
                        <a:pt x="48941" y="48937"/>
                      </a:cubicBezTo>
                      <a:cubicBezTo>
                        <a:pt x="57990" y="43479"/>
                        <a:pt x="66839" y="37716"/>
                        <a:pt x="75487" y="31649"/>
                      </a:cubicBezTo>
                      <a:cubicBezTo>
                        <a:pt x="80536" y="28896"/>
                        <a:pt x="84669" y="25191"/>
                        <a:pt x="87879" y="2054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8" id="28"/>
                <p:cNvSpPr/>
                <p:nvPr/>
              </p:nvSpPr>
              <p:spPr>
                <a:xfrm>
                  <a:off x="931552" y="1028604"/>
                  <a:ext cx="119313" cy="132906"/>
                </a:xfrm>
                <a:custGeom>
                  <a:avLst/>
                  <a:gdLst/>
                  <a:ahLst/>
                  <a:cxnLst/>
                  <a:rect r="r" b="b" t="t" l="l"/>
                  <a:pathLst>
                    <a:path w="119313" h="132906" stroke="true" fill="norm" extrusionOk="true">
                      <a:moveTo>
                        <a:pt x="100415" y="21927"/>
                      </a:moveTo>
                      <a:cubicBezTo>
                        <a:pt x="101510" y="16879"/>
                        <a:pt x="103577" y="12269"/>
                        <a:pt x="106625" y="8097"/>
                      </a:cubicBezTo>
                      <a:cubicBezTo>
                        <a:pt x="104130" y="9935"/>
                        <a:pt x="101644" y="11764"/>
                        <a:pt x="99148" y="13602"/>
                      </a:cubicBezTo>
                      <a:cubicBezTo>
                        <a:pt x="102815" y="11850"/>
                        <a:pt x="106482" y="10088"/>
                        <a:pt x="110159" y="8335"/>
                      </a:cubicBezTo>
                      <a:cubicBezTo>
                        <a:pt x="101082" y="10973"/>
                        <a:pt x="92004" y="13612"/>
                        <a:pt x="82937" y="16241"/>
                      </a:cubicBezTo>
                      <a:cubicBezTo>
                        <a:pt x="85623" y="16422"/>
                        <a:pt x="88318" y="16603"/>
                        <a:pt x="91004" y="16784"/>
                      </a:cubicBezTo>
                      <a:cubicBezTo>
                        <a:pt x="89756" y="15498"/>
                        <a:pt x="88509" y="14221"/>
                        <a:pt x="87261" y="12936"/>
                      </a:cubicBezTo>
                      <a:cubicBezTo>
                        <a:pt x="84946" y="21260"/>
                        <a:pt x="82641" y="29585"/>
                        <a:pt x="80327" y="37901"/>
                      </a:cubicBezTo>
                      <a:cubicBezTo>
                        <a:pt x="81984" y="36415"/>
                        <a:pt x="83632" y="34938"/>
                        <a:pt x="85289" y="33452"/>
                      </a:cubicBezTo>
                      <a:cubicBezTo>
                        <a:pt x="73916" y="27852"/>
                        <a:pt x="62553" y="22241"/>
                        <a:pt x="51180" y="16641"/>
                      </a:cubicBezTo>
                      <a:cubicBezTo>
                        <a:pt x="49056" y="18441"/>
                        <a:pt x="46932" y="20241"/>
                        <a:pt x="44808" y="22051"/>
                      </a:cubicBezTo>
                      <a:cubicBezTo>
                        <a:pt x="48646" y="21241"/>
                        <a:pt x="52476" y="20441"/>
                        <a:pt x="56314" y="19632"/>
                      </a:cubicBezTo>
                      <a:cubicBezTo>
                        <a:pt x="54104" y="19451"/>
                        <a:pt x="51885" y="19279"/>
                        <a:pt x="49675" y="19098"/>
                      </a:cubicBezTo>
                      <a:cubicBezTo>
                        <a:pt x="50342" y="30109"/>
                        <a:pt x="51009" y="41110"/>
                        <a:pt x="51675" y="52121"/>
                      </a:cubicBezTo>
                      <a:cubicBezTo>
                        <a:pt x="46884" y="57017"/>
                        <a:pt x="41331" y="59122"/>
                        <a:pt x="35026" y="58446"/>
                      </a:cubicBezTo>
                      <a:cubicBezTo>
                        <a:pt x="25139" y="58694"/>
                        <a:pt x="16500" y="55817"/>
                        <a:pt x="7003" y="53007"/>
                      </a:cubicBezTo>
                      <a:cubicBezTo>
                        <a:pt x="3441" y="51950"/>
                        <a:pt x="31" y="56589"/>
                        <a:pt x="707" y="59980"/>
                      </a:cubicBezTo>
                      <a:cubicBezTo>
                        <a:pt x="2917" y="71038"/>
                        <a:pt x="-3350" y="90126"/>
                        <a:pt x="2765" y="100594"/>
                      </a:cubicBezTo>
                      <a:cubicBezTo>
                        <a:pt x="4289" y="103204"/>
                        <a:pt x="17890" y="111795"/>
                        <a:pt x="20510" y="113291"/>
                      </a:cubicBezTo>
                      <a:cubicBezTo>
                        <a:pt x="32254" y="119987"/>
                        <a:pt x="42579" y="123997"/>
                        <a:pt x="54181" y="131798"/>
                      </a:cubicBezTo>
                      <a:cubicBezTo>
                        <a:pt x="57914" y="134313"/>
                        <a:pt x="63839" y="132408"/>
                        <a:pt x="63467" y="127512"/>
                      </a:cubicBezTo>
                      <a:cubicBezTo>
                        <a:pt x="61315" y="113586"/>
                        <a:pt x="61086" y="99642"/>
                        <a:pt x="62782" y="85687"/>
                      </a:cubicBezTo>
                      <a:cubicBezTo>
                        <a:pt x="67144" y="70200"/>
                        <a:pt x="72478" y="55046"/>
                        <a:pt x="78793" y="40253"/>
                      </a:cubicBezTo>
                      <a:cubicBezTo>
                        <a:pt x="81374" y="33662"/>
                        <a:pt x="70230" y="31490"/>
                        <a:pt x="67563" y="38825"/>
                      </a:cubicBezTo>
                      <a:cubicBezTo>
                        <a:pt x="61229" y="56246"/>
                        <a:pt x="57095" y="73324"/>
                        <a:pt x="53838" y="91622"/>
                      </a:cubicBezTo>
                      <a:cubicBezTo>
                        <a:pt x="50142" y="112367"/>
                        <a:pt x="51009" y="101994"/>
                        <a:pt x="52904" y="127979"/>
                      </a:cubicBezTo>
                      <a:cubicBezTo>
                        <a:pt x="56000" y="126550"/>
                        <a:pt x="59095" y="125121"/>
                        <a:pt x="62191" y="123692"/>
                      </a:cubicBezTo>
                      <a:cubicBezTo>
                        <a:pt x="44579" y="112367"/>
                        <a:pt x="27396" y="100413"/>
                        <a:pt x="10651" y="87831"/>
                      </a:cubicBezTo>
                      <a:cubicBezTo>
                        <a:pt x="9842" y="78258"/>
                        <a:pt x="10632" y="68800"/>
                        <a:pt x="13023" y="59456"/>
                      </a:cubicBezTo>
                      <a:cubicBezTo>
                        <a:pt x="10937" y="61122"/>
                        <a:pt x="8861" y="62799"/>
                        <a:pt x="6775" y="64466"/>
                      </a:cubicBezTo>
                      <a:cubicBezTo>
                        <a:pt x="22739" y="68647"/>
                        <a:pt x="44960" y="74800"/>
                        <a:pt x="58848" y="61494"/>
                      </a:cubicBezTo>
                      <a:cubicBezTo>
                        <a:pt x="65811" y="54827"/>
                        <a:pt x="71964" y="45806"/>
                        <a:pt x="69487" y="35348"/>
                      </a:cubicBezTo>
                      <a:cubicBezTo>
                        <a:pt x="68335" y="30481"/>
                        <a:pt x="64496" y="24718"/>
                        <a:pt x="62134" y="20336"/>
                      </a:cubicBezTo>
                      <a:cubicBezTo>
                        <a:pt x="56981" y="10764"/>
                        <a:pt x="57352" y="13097"/>
                        <a:pt x="45217" y="9602"/>
                      </a:cubicBezTo>
                      <a:cubicBezTo>
                        <a:pt x="42531" y="8830"/>
                        <a:pt x="39417" y="12926"/>
                        <a:pt x="38845" y="15012"/>
                      </a:cubicBezTo>
                      <a:cubicBezTo>
                        <a:pt x="36216" y="24518"/>
                        <a:pt x="31883" y="32262"/>
                        <a:pt x="41655" y="40587"/>
                      </a:cubicBezTo>
                      <a:cubicBezTo>
                        <a:pt x="44579" y="43073"/>
                        <a:pt x="52828" y="46806"/>
                        <a:pt x="56581" y="47387"/>
                      </a:cubicBezTo>
                      <a:cubicBezTo>
                        <a:pt x="64039" y="48530"/>
                        <a:pt x="78765" y="45378"/>
                        <a:pt x="85346" y="42606"/>
                      </a:cubicBezTo>
                      <a:cubicBezTo>
                        <a:pt x="102244" y="35491"/>
                        <a:pt x="107044" y="27442"/>
                        <a:pt x="118684" y="12478"/>
                      </a:cubicBezTo>
                      <a:cubicBezTo>
                        <a:pt x="119655" y="10745"/>
                        <a:pt x="119503" y="9106"/>
                        <a:pt x="118227" y="7583"/>
                      </a:cubicBezTo>
                      <a:cubicBezTo>
                        <a:pt x="115826" y="5449"/>
                        <a:pt x="113436" y="3306"/>
                        <a:pt x="111035" y="1163"/>
                      </a:cubicBezTo>
                      <a:cubicBezTo>
                        <a:pt x="106406" y="-2962"/>
                        <a:pt x="84889" y="4963"/>
                        <a:pt x="80622" y="8202"/>
                      </a:cubicBezTo>
                      <a:cubicBezTo>
                        <a:pt x="72259" y="14555"/>
                        <a:pt x="68973" y="20251"/>
                        <a:pt x="65020" y="30128"/>
                      </a:cubicBezTo>
                      <a:cubicBezTo>
                        <a:pt x="62115" y="37396"/>
                        <a:pt x="74202" y="34414"/>
                        <a:pt x="76250" y="33843"/>
                      </a:cubicBezTo>
                      <a:cubicBezTo>
                        <a:pt x="81736" y="32328"/>
                        <a:pt x="98253" y="28528"/>
                        <a:pt x="100415" y="2192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9" id="29"/>
                <p:cNvSpPr/>
                <p:nvPr/>
              </p:nvSpPr>
              <p:spPr>
                <a:xfrm>
                  <a:off x="906496" y="1047187"/>
                  <a:ext cx="120586" cy="135621"/>
                </a:xfrm>
                <a:custGeom>
                  <a:avLst/>
                  <a:gdLst/>
                  <a:ahLst/>
                  <a:cxnLst/>
                  <a:rect r="r" b="b" t="t" l="l"/>
                  <a:pathLst>
                    <a:path w="120586" h="135621" stroke="true" fill="norm" extrusionOk="true">
                      <a:moveTo>
                        <a:pt x="104220" y="19870"/>
                      </a:moveTo>
                      <a:cubicBezTo>
                        <a:pt x="105011" y="15765"/>
                        <a:pt x="106640" y="12021"/>
                        <a:pt x="109116" y="8659"/>
                      </a:cubicBezTo>
                      <a:cubicBezTo>
                        <a:pt x="106849" y="10288"/>
                        <a:pt x="104582" y="11916"/>
                        <a:pt x="102325" y="13545"/>
                      </a:cubicBezTo>
                      <a:cubicBezTo>
                        <a:pt x="105049" y="14193"/>
                        <a:pt x="107783" y="14850"/>
                        <a:pt x="110507" y="15498"/>
                      </a:cubicBezTo>
                      <a:cubicBezTo>
                        <a:pt x="109983" y="12764"/>
                        <a:pt x="109450" y="10021"/>
                        <a:pt x="108916" y="7287"/>
                      </a:cubicBezTo>
                      <a:cubicBezTo>
                        <a:pt x="106335" y="13850"/>
                        <a:pt x="103763" y="20403"/>
                        <a:pt x="101182" y="26966"/>
                      </a:cubicBezTo>
                      <a:cubicBezTo>
                        <a:pt x="102325" y="25061"/>
                        <a:pt x="103468" y="23165"/>
                        <a:pt x="104620" y="21260"/>
                      </a:cubicBezTo>
                      <a:cubicBezTo>
                        <a:pt x="98134" y="26099"/>
                        <a:pt x="91647" y="30938"/>
                        <a:pt x="85161" y="35777"/>
                      </a:cubicBezTo>
                      <a:cubicBezTo>
                        <a:pt x="87275" y="35110"/>
                        <a:pt x="89390" y="34443"/>
                        <a:pt x="91505" y="33776"/>
                      </a:cubicBezTo>
                      <a:cubicBezTo>
                        <a:pt x="71921" y="36948"/>
                        <a:pt x="39708" y="44254"/>
                        <a:pt x="39850" y="13402"/>
                      </a:cubicBezTo>
                      <a:cubicBezTo>
                        <a:pt x="37336" y="14660"/>
                        <a:pt x="34821" y="15917"/>
                        <a:pt x="32316" y="17184"/>
                      </a:cubicBezTo>
                      <a:cubicBezTo>
                        <a:pt x="35993" y="17831"/>
                        <a:pt x="39670" y="18489"/>
                        <a:pt x="43346" y="19136"/>
                      </a:cubicBezTo>
                      <a:cubicBezTo>
                        <a:pt x="41736" y="17603"/>
                        <a:pt x="40136" y="16069"/>
                        <a:pt x="38526" y="14536"/>
                      </a:cubicBezTo>
                      <a:cubicBezTo>
                        <a:pt x="57672" y="48064"/>
                        <a:pt x="36793" y="65942"/>
                        <a:pt x="15028" y="54360"/>
                      </a:cubicBezTo>
                      <a:cubicBezTo>
                        <a:pt x="12228" y="52864"/>
                        <a:pt x="-1993" y="47168"/>
                        <a:pt x="236" y="56551"/>
                      </a:cubicBezTo>
                      <a:cubicBezTo>
                        <a:pt x="3655" y="66428"/>
                        <a:pt x="5103" y="76582"/>
                        <a:pt x="4589" y="86992"/>
                      </a:cubicBezTo>
                      <a:cubicBezTo>
                        <a:pt x="3798" y="93031"/>
                        <a:pt x="5237" y="97860"/>
                        <a:pt x="8885" y="101480"/>
                      </a:cubicBezTo>
                      <a:cubicBezTo>
                        <a:pt x="13009" y="105919"/>
                        <a:pt x="17267" y="110214"/>
                        <a:pt x="21677" y="114377"/>
                      </a:cubicBezTo>
                      <a:cubicBezTo>
                        <a:pt x="30964" y="118787"/>
                        <a:pt x="38174" y="125407"/>
                        <a:pt x="43318" y="134236"/>
                      </a:cubicBezTo>
                      <a:cubicBezTo>
                        <a:pt x="45499" y="137018"/>
                        <a:pt x="52557" y="135389"/>
                        <a:pt x="52347" y="131312"/>
                      </a:cubicBezTo>
                      <a:cubicBezTo>
                        <a:pt x="48337" y="113482"/>
                        <a:pt x="49842" y="96241"/>
                        <a:pt x="56843" y="79601"/>
                      </a:cubicBezTo>
                      <a:cubicBezTo>
                        <a:pt x="59691" y="64028"/>
                        <a:pt x="65139" y="49407"/>
                        <a:pt x="73198" y="35758"/>
                      </a:cubicBezTo>
                      <a:cubicBezTo>
                        <a:pt x="74998" y="31967"/>
                        <a:pt x="67597" y="24051"/>
                        <a:pt x="64806" y="30462"/>
                      </a:cubicBezTo>
                      <a:cubicBezTo>
                        <a:pt x="51395" y="61208"/>
                        <a:pt x="42270" y="92603"/>
                        <a:pt x="39108" y="126074"/>
                      </a:cubicBezTo>
                      <a:cubicBezTo>
                        <a:pt x="42803" y="126007"/>
                        <a:pt x="46499" y="125931"/>
                        <a:pt x="50185" y="125854"/>
                      </a:cubicBezTo>
                      <a:cubicBezTo>
                        <a:pt x="49109" y="124254"/>
                        <a:pt x="18667" y="80658"/>
                        <a:pt x="22553" y="88621"/>
                      </a:cubicBezTo>
                      <a:cubicBezTo>
                        <a:pt x="17943" y="79144"/>
                        <a:pt x="18495" y="68685"/>
                        <a:pt x="18200" y="58360"/>
                      </a:cubicBezTo>
                      <a:cubicBezTo>
                        <a:pt x="13266" y="59094"/>
                        <a:pt x="8332" y="59818"/>
                        <a:pt x="3398" y="60551"/>
                      </a:cubicBezTo>
                      <a:cubicBezTo>
                        <a:pt x="22229" y="73343"/>
                        <a:pt x="45185" y="76782"/>
                        <a:pt x="54576" y="51102"/>
                      </a:cubicBezTo>
                      <a:cubicBezTo>
                        <a:pt x="58910" y="39244"/>
                        <a:pt x="57243" y="19546"/>
                        <a:pt x="45537" y="11640"/>
                      </a:cubicBezTo>
                      <a:cubicBezTo>
                        <a:pt x="39765" y="7744"/>
                        <a:pt x="41565" y="9049"/>
                        <a:pt x="31907" y="10535"/>
                      </a:cubicBezTo>
                      <a:cubicBezTo>
                        <a:pt x="30002" y="10831"/>
                        <a:pt x="29192" y="12202"/>
                        <a:pt x="29278" y="14031"/>
                      </a:cubicBezTo>
                      <a:cubicBezTo>
                        <a:pt x="29725" y="23165"/>
                        <a:pt x="29468" y="26871"/>
                        <a:pt x="34421" y="34329"/>
                      </a:cubicBezTo>
                      <a:cubicBezTo>
                        <a:pt x="42222" y="46064"/>
                        <a:pt x="60844" y="49426"/>
                        <a:pt x="74045" y="46140"/>
                      </a:cubicBezTo>
                      <a:cubicBezTo>
                        <a:pt x="80475" y="44540"/>
                        <a:pt x="88399" y="41196"/>
                        <a:pt x="94353" y="38282"/>
                      </a:cubicBezTo>
                      <a:cubicBezTo>
                        <a:pt x="109193" y="31005"/>
                        <a:pt x="108669" y="28080"/>
                        <a:pt x="119832" y="13707"/>
                      </a:cubicBezTo>
                      <a:cubicBezTo>
                        <a:pt x="121470" y="11593"/>
                        <a:pt x="120213" y="6992"/>
                        <a:pt x="118241" y="5497"/>
                      </a:cubicBezTo>
                      <a:cubicBezTo>
                        <a:pt x="111440" y="363"/>
                        <a:pt x="109678" y="-2228"/>
                        <a:pt x="101230" y="2439"/>
                      </a:cubicBezTo>
                      <a:cubicBezTo>
                        <a:pt x="95610" y="5544"/>
                        <a:pt x="93657" y="9726"/>
                        <a:pt x="92171" y="16041"/>
                      </a:cubicBezTo>
                      <a:cubicBezTo>
                        <a:pt x="90343" y="23861"/>
                        <a:pt x="102068" y="26794"/>
                        <a:pt x="104220" y="1987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0" id="30"/>
                <p:cNvSpPr/>
                <p:nvPr/>
              </p:nvSpPr>
              <p:spPr>
                <a:xfrm>
                  <a:off x="920160" y="1075246"/>
                  <a:ext cx="126174" cy="128134"/>
                </a:xfrm>
                <a:custGeom>
                  <a:avLst/>
                  <a:gdLst/>
                  <a:ahLst/>
                  <a:cxnLst/>
                  <a:rect r="r" b="b" t="t" l="l"/>
                  <a:pathLst>
                    <a:path w="126174" h="128134" stroke="true" fill="norm" extrusionOk="true">
                      <a:moveTo>
                        <a:pt x="109397" y="18166"/>
                      </a:moveTo>
                      <a:cubicBezTo>
                        <a:pt x="110797" y="15175"/>
                        <a:pt x="112188" y="12194"/>
                        <a:pt x="113588" y="9203"/>
                      </a:cubicBezTo>
                      <a:cubicBezTo>
                        <a:pt x="111435" y="10946"/>
                        <a:pt x="109283" y="12689"/>
                        <a:pt x="107130" y="14442"/>
                      </a:cubicBezTo>
                      <a:cubicBezTo>
                        <a:pt x="109673" y="15156"/>
                        <a:pt x="112207" y="15880"/>
                        <a:pt x="114750" y="16594"/>
                      </a:cubicBezTo>
                      <a:cubicBezTo>
                        <a:pt x="114055" y="14461"/>
                        <a:pt x="113359" y="12337"/>
                        <a:pt x="112664" y="10203"/>
                      </a:cubicBezTo>
                      <a:cubicBezTo>
                        <a:pt x="109311" y="22205"/>
                        <a:pt x="101120" y="28796"/>
                        <a:pt x="88099" y="29996"/>
                      </a:cubicBezTo>
                      <a:cubicBezTo>
                        <a:pt x="68687" y="44198"/>
                        <a:pt x="51990" y="38197"/>
                        <a:pt x="38017" y="11975"/>
                      </a:cubicBezTo>
                      <a:cubicBezTo>
                        <a:pt x="35978" y="13118"/>
                        <a:pt x="33940" y="14261"/>
                        <a:pt x="31902" y="15404"/>
                      </a:cubicBezTo>
                      <a:cubicBezTo>
                        <a:pt x="35264" y="16252"/>
                        <a:pt x="38617" y="17090"/>
                        <a:pt x="41979" y="17937"/>
                      </a:cubicBezTo>
                      <a:cubicBezTo>
                        <a:pt x="40350" y="16423"/>
                        <a:pt x="38731" y="14909"/>
                        <a:pt x="37102" y="13394"/>
                      </a:cubicBezTo>
                      <a:cubicBezTo>
                        <a:pt x="35016" y="30377"/>
                        <a:pt x="32930" y="47360"/>
                        <a:pt x="30844" y="64334"/>
                      </a:cubicBezTo>
                      <a:cubicBezTo>
                        <a:pt x="33054" y="64477"/>
                        <a:pt x="35274" y="64629"/>
                        <a:pt x="37493" y="64772"/>
                      </a:cubicBezTo>
                      <a:cubicBezTo>
                        <a:pt x="27111" y="63343"/>
                        <a:pt x="17338" y="60038"/>
                        <a:pt x="8175" y="54866"/>
                      </a:cubicBezTo>
                      <a:cubicBezTo>
                        <a:pt x="5708" y="53628"/>
                        <a:pt x="-1074" y="55733"/>
                        <a:pt x="145" y="59828"/>
                      </a:cubicBezTo>
                      <a:cubicBezTo>
                        <a:pt x="3308" y="70411"/>
                        <a:pt x="1003" y="87860"/>
                        <a:pt x="6994" y="97147"/>
                      </a:cubicBezTo>
                      <a:cubicBezTo>
                        <a:pt x="15366" y="110130"/>
                        <a:pt x="40979" y="119512"/>
                        <a:pt x="50437" y="127123"/>
                      </a:cubicBezTo>
                      <a:cubicBezTo>
                        <a:pt x="52781" y="129008"/>
                        <a:pt x="58410" y="128351"/>
                        <a:pt x="58334" y="124370"/>
                      </a:cubicBezTo>
                      <a:cubicBezTo>
                        <a:pt x="56219" y="91070"/>
                        <a:pt x="64296" y="61600"/>
                        <a:pt x="82556" y="35959"/>
                      </a:cubicBezTo>
                      <a:cubicBezTo>
                        <a:pt x="84708" y="32339"/>
                        <a:pt x="75117" y="27729"/>
                        <a:pt x="72964" y="31492"/>
                      </a:cubicBezTo>
                      <a:cubicBezTo>
                        <a:pt x="58848" y="56190"/>
                        <a:pt x="48332" y="81603"/>
                        <a:pt x="44513" y="110139"/>
                      </a:cubicBezTo>
                      <a:cubicBezTo>
                        <a:pt x="47142" y="109225"/>
                        <a:pt x="49771" y="108301"/>
                        <a:pt x="52409" y="107387"/>
                      </a:cubicBezTo>
                      <a:cubicBezTo>
                        <a:pt x="39103" y="97119"/>
                        <a:pt x="43894" y="103396"/>
                        <a:pt x="29901" y="93966"/>
                      </a:cubicBezTo>
                      <a:cubicBezTo>
                        <a:pt x="17957" y="85908"/>
                        <a:pt x="13661" y="75783"/>
                        <a:pt x="13385" y="61295"/>
                      </a:cubicBezTo>
                      <a:cubicBezTo>
                        <a:pt x="11404" y="63257"/>
                        <a:pt x="9432" y="65220"/>
                        <a:pt x="7451" y="67182"/>
                      </a:cubicBezTo>
                      <a:cubicBezTo>
                        <a:pt x="24872" y="72906"/>
                        <a:pt x="44503" y="75926"/>
                        <a:pt x="54228" y="57523"/>
                      </a:cubicBezTo>
                      <a:cubicBezTo>
                        <a:pt x="60505" y="45655"/>
                        <a:pt x="58867" y="31539"/>
                        <a:pt x="52199" y="19795"/>
                      </a:cubicBezTo>
                      <a:cubicBezTo>
                        <a:pt x="45475" y="7955"/>
                        <a:pt x="42236" y="7488"/>
                        <a:pt x="29425" y="8527"/>
                      </a:cubicBezTo>
                      <a:cubicBezTo>
                        <a:pt x="28015" y="8641"/>
                        <a:pt x="27425" y="11413"/>
                        <a:pt x="27530" y="12365"/>
                      </a:cubicBezTo>
                      <a:cubicBezTo>
                        <a:pt x="28777" y="23433"/>
                        <a:pt x="27777" y="30377"/>
                        <a:pt x="37674" y="37921"/>
                      </a:cubicBezTo>
                      <a:cubicBezTo>
                        <a:pt x="41579" y="40902"/>
                        <a:pt x="50132" y="44636"/>
                        <a:pt x="55047" y="45646"/>
                      </a:cubicBezTo>
                      <a:cubicBezTo>
                        <a:pt x="69459" y="48589"/>
                        <a:pt x="80936" y="44484"/>
                        <a:pt x="94128" y="38864"/>
                      </a:cubicBezTo>
                      <a:cubicBezTo>
                        <a:pt x="111969" y="31263"/>
                        <a:pt x="110893" y="30606"/>
                        <a:pt x="125837" y="12861"/>
                      </a:cubicBezTo>
                      <a:cubicBezTo>
                        <a:pt x="127037" y="11432"/>
                        <a:pt x="124723" y="7269"/>
                        <a:pt x="123761" y="6469"/>
                      </a:cubicBezTo>
                      <a:cubicBezTo>
                        <a:pt x="117017" y="878"/>
                        <a:pt x="113398" y="-2989"/>
                        <a:pt x="105339" y="3059"/>
                      </a:cubicBezTo>
                      <a:cubicBezTo>
                        <a:pt x="100786" y="6479"/>
                        <a:pt x="98720" y="12203"/>
                        <a:pt x="97100" y="17404"/>
                      </a:cubicBezTo>
                      <a:cubicBezTo>
                        <a:pt x="94881" y="24586"/>
                        <a:pt x="107168" y="24995"/>
                        <a:pt x="109397" y="18166"/>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1" id="31"/>
                <p:cNvSpPr/>
                <p:nvPr/>
              </p:nvSpPr>
              <p:spPr>
                <a:xfrm>
                  <a:off x="952246" y="1052948"/>
                  <a:ext cx="106961" cy="121050"/>
                </a:xfrm>
                <a:custGeom>
                  <a:avLst/>
                  <a:gdLst/>
                  <a:ahLst/>
                  <a:cxnLst/>
                  <a:rect r="r" b="b" t="t" l="l"/>
                  <a:pathLst>
                    <a:path w="106961" h="121050" stroke="true" fill="norm" extrusionOk="true">
                      <a:moveTo>
                        <a:pt x="88731" y="20433"/>
                      </a:moveTo>
                      <a:cubicBezTo>
                        <a:pt x="89388" y="15471"/>
                        <a:pt x="91103" y="10908"/>
                        <a:pt x="93874" y="6746"/>
                      </a:cubicBezTo>
                      <a:cubicBezTo>
                        <a:pt x="86731" y="12527"/>
                        <a:pt x="79587" y="18300"/>
                        <a:pt x="72443" y="24081"/>
                      </a:cubicBezTo>
                      <a:cubicBezTo>
                        <a:pt x="77825" y="20566"/>
                        <a:pt x="83206" y="17052"/>
                        <a:pt x="88598" y="13537"/>
                      </a:cubicBezTo>
                      <a:cubicBezTo>
                        <a:pt x="76253" y="19462"/>
                        <a:pt x="63899" y="25396"/>
                        <a:pt x="51555" y="31320"/>
                      </a:cubicBezTo>
                      <a:cubicBezTo>
                        <a:pt x="54936" y="31034"/>
                        <a:pt x="58327" y="30749"/>
                        <a:pt x="61708" y="30463"/>
                      </a:cubicBezTo>
                      <a:cubicBezTo>
                        <a:pt x="59384" y="29872"/>
                        <a:pt x="57051" y="29282"/>
                        <a:pt x="54727" y="28691"/>
                      </a:cubicBezTo>
                      <a:cubicBezTo>
                        <a:pt x="55241" y="34854"/>
                        <a:pt x="55765" y="41017"/>
                        <a:pt x="56279" y="47170"/>
                      </a:cubicBezTo>
                      <a:cubicBezTo>
                        <a:pt x="57327" y="45912"/>
                        <a:pt x="58384" y="44665"/>
                        <a:pt x="59432" y="43417"/>
                      </a:cubicBezTo>
                      <a:cubicBezTo>
                        <a:pt x="48812" y="50580"/>
                        <a:pt x="39696" y="49542"/>
                        <a:pt x="32086" y="40312"/>
                      </a:cubicBezTo>
                      <a:cubicBezTo>
                        <a:pt x="34000" y="42826"/>
                        <a:pt x="35905" y="45341"/>
                        <a:pt x="37820" y="47856"/>
                      </a:cubicBezTo>
                      <a:cubicBezTo>
                        <a:pt x="37182" y="45446"/>
                        <a:pt x="36543" y="43045"/>
                        <a:pt x="35905" y="40636"/>
                      </a:cubicBezTo>
                      <a:cubicBezTo>
                        <a:pt x="35848" y="42503"/>
                        <a:pt x="35791" y="44369"/>
                        <a:pt x="35743" y="46236"/>
                      </a:cubicBezTo>
                      <a:cubicBezTo>
                        <a:pt x="41153" y="42541"/>
                        <a:pt x="46573" y="38845"/>
                        <a:pt x="51983" y="35149"/>
                      </a:cubicBezTo>
                      <a:cubicBezTo>
                        <a:pt x="49888" y="34397"/>
                        <a:pt x="47792" y="33635"/>
                        <a:pt x="45697" y="32882"/>
                      </a:cubicBezTo>
                      <a:cubicBezTo>
                        <a:pt x="47269" y="35787"/>
                        <a:pt x="48840" y="38693"/>
                        <a:pt x="50412" y="41598"/>
                      </a:cubicBezTo>
                      <a:cubicBezTo>
                        <a:pt x="53041" y="39112"/>
                        <a:pt x="55670" y="36626"/>
                        <a:pt x="58298" y="34130"/>
                      </a:cubicBezTo>
                      <a:cubicBezTo>
                        <a:pt x="52736" y="32406"/>
                        <a:pt x="50050" y="33111"/>
                        <a:pt x="43659" y="33930"/>
                      </a:cubicBezTo>
                      <a:cubicBezTo>
                        <a:pt x="33705" y="35216"/>
                        <a:pt x="29923" y="32701"/>
                        <a:pt x="21265" y="27986"/>
                      </a:cubicBezTo>
                      <a:cubicBezTo>
                        <a:pt x="17350" y="25853"/>
                        <a:pt x="-356" y="30034"/>
                        <a:pt x="5" y="35664"/>
                      </a:cubicBezTo>
                      <a:cubicBezTo>
                        <a:pt x="1434" y="49513"/>
                        <a:pt x="1758" y="63391"/>
                        <a:pt x="996" y="77297"/>
                      </a:cubicBezTo>
                      <a:cubicBezTo>
                        <a:pt x="-576" y="84527"/>
                        <a:pt x="644" y="90661"/>
                        <a:pt x="4654" y="95700"/>
                      </a:cubicBezTo>
                      <a:cubicBezTo>
                        <a:pt x="9083" y="99233"/>
                        <a:pt x="13683" y="102539"/>
                        <a:pt x="18436" y="105606"/>
                      </a:cubicBezTo>
                      <a:cubicBezTo>
                        <a:pt x="27942" y="108063"/>
                        <a:pt x="36105" y="112826"/>
                        <a:pt x="42935" y="119884"/>
                      </a:cubicBezTo>
                      <a:cubicBezTo>
                        <a:pt x="51298" y="126456"/>
                        <a:pt x="47240" y="103101"/>
                        <a:pt x="47345" y="103625"/>
                      </a:cubicBezTo>
                      <a:cubicBezTo>
                        <a:pt x="41106" y="81174"/>
                        <a:pt x="44744" y="58952"/>
                        <a:pt x="58251" y="36978"/>
                      </a:cubicBezTo>
                      <a:cubicBezTo>
                        <a:pt x="64614" y="23557"/>
                        <a:pt x="33514" y="35340"/>
                        <a:pt x="32381" y="44331"/>
                      </a:cubicBezTo>
                      <a:cubicBezTo>
                        <a:pt x="31009" y="55237"/>
                        <a:pt x="30724" y="66086"/>
                        <a:pt x="30524" y="77088"/>
                      </a:cubicBezTo>
                      <a:cubicBezTo>
                        <a:pt x="30266" y="90870"/>
                        <a:pt x="34067" y="96424"/>
                        <a:pt x="38829" y="112978"/>
                      </a:cubicBezTo>
                      <a:cubicBezTo>
                        <a:pt x="39687" y="105187"/>
                        <a:pt x="40553" y="97395"/>
                        <a:pt x="41411" y="89613"/>
                      </a:cubicBezTo>
                      <a:cubicBezTo>
                        <a:pt x="32486" y="84308"/>
                        <a:pt x="25647" y="76764"/>
                        <a:pt x="20894" y="66972"/>
                      </a:cubicBezTo>
                      <a:cubicBezTo>
                        <a:pt x="22065" y="55542"/>
                        <a:pt x="22751" y="44084"/>
                        <a:pt x="22932" y="32597"/>
                      </a:cubicBezTo>
                      <a:cubicBezTo>
                        <a:pt x="15846" y="35159"/>
                        <a:pt x="8759" y="37711"/>
                        <a:pt x="1672" y="40274"/>
                      </a:cubicBezTo>
                      <a:cubicBezTo>
                        <a:pt x="13807" y="48151"/>
                        <a:pt x="53107" y="75411"/>
                        <a:pt x="60632" y="45512"/>
                      </a:cubicBezTo>
                      <a:cubicBezTo>
                        <a:pt x="61728" y="41169"/>
                        <a:pt x="60670" y="36464"/>
                        <a:pt x="59203" y="32425"/>
                      </a:cubicBezTo>
                      <a:cubicBezTo>
                        <a:pt x="52336" y="13604"/>
                        <a:pt x="45659" y="13918"/>
                        <a:pt x="30638" y="15061"/>
                      </a:cubicBezTo>
                      <a:cubicBezTo>
                        <a:pt x="28752" y="15566"/>
                        <a:pt x="27609" y="16776"/>
                        <a:pt x="27218" y="18709"/>
                      </a:cubicBezTo>
                      <a:cubicBezTo>
                        <a:pt x="22989" y="30282"/>
                        <a:pt x="19189" y="38950"/>
                        <a:pt x="27237" y="50380"/>
                      </a:cubicBezTo>
                      <a:cubicBezTo>
                        <a:pt x="30285" y="54704"/>
                        <a:pt x="33219" y="56276"/>
                        <a:pt x="38629" y="57552"/>
                      </a:cubicBezTo>
                      <a:cubicBezTo>
                        <a:pt x="69043" y="64686"/>
                        <a:pt x="92560" y="32006"/>
                        <a:pt x="106485" y="11261"/>
                      </a:cubicBezTo>
                      <a:cubicBezTo>
                        <a:pt x="106647" y="10318"/>
                        <a:pt x="106809" y="9375"/>
                        <a:pt x="106962" y="8441"/>
                      </a:cubicBezTo>
                      <a:cubicBezTo>
                        <a:pt x="104542" y="6155"/>
                        <a:pt x="102133" y="3879"/>
                        <a:pt x="99713" y="1593"/>
                      </a:cubicBezTo>
                      <a:cubicBezTo>
                        <a:pt x="94217" y="-3598"/>
                        <a:pt x="82702" y="5336"/>
                        <a:pt x="77749" y="7974"/>
                      </a:cubicBezTo>
                      <a:cubicBezTo>
                        <a:pt x="68233" y="13042"/>
                        <a:pt x="55574" y="17966"/>
                        <a:pt x="49155" y="27043"/>
                      </a:cubicBezTo>
                      <a:cubicBezTo>
                        <a:pt x="44240" y="33987"/>
                        <a:pt x="43087" y="39531"/>
                        <a:pt x="41544" y="47903"/>
                      </a:cubicBezTo>
                      <a:cubicBezTo>
                        <a:pt x="39734" y="57762"/>
                        <a:pt x="56546" y="46360"/>
                        <a:pt x="57165" y="45979"/>
                      </a:cubicBezTo>
                      <a:cubicBezTo>
                        <a:pt x="64633" y="41140"/>
                        <a:pt x="71881" y="35987"/>
                        <a:pt x="78920" y="30549"/>
                      </a:cubicBezTo>
                      <a:cubicBezTo>
                        <a:pt x="83159" y="28034"/>
                        <a:pt x="86435" y="24662"/>
                        <a:pt x="88731" y="2043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2" id="32"/>
                <p:cNvSpPr/>
                <p:nvPr/>
              </p:nvSpPr>
              <p:spPr>
                <a:xfrm>
                  <a:off x="915446" y="1038487"/>
                  <a:ext cx="113725" cy="131523"/>
                </a:xfrm>
                <a:custGeom>
                  <a:avLst/>
                  <a:gdLst/>
                  <a:ahLst/>
                  <a:cxnLst/>
                  <a:rect r="r" b="b" t="t" l="l"/>
                  <a:pathLst>
                    <a:path w="113725" h="131523" stroke="true" fill="norm" extrusionOk="true">
                      <a:moveTo>
                        <a:pt x="94127" y="21140"/>
                      </a:moveTo>
                      <a:cubicBezTo>
                        <a:pt x="95889" y="17549"/>
                        <a:pt x="97642" y="13968"/>
                        <a:pt x="99404" y="10377"/>
                      </a:cubicBezTo>
                      <a:cubicBezTo>
                        <a:pt x="96432" y="12034"/>
                        <a:pt x="93460" y="13701"/>
                        <a:pt x="90489" y="15358"/>
                      </a:cubicBezTo>
                      <a:cubicBezTo>
                        <a:pt x="94175" y="13606"/>
                        <a:pt x="97871" y="11853"/>
                        <a:pt x="101557" y="10091"/>
                      </a:cubicBezTo>
                      <a:cubicBezTo>
                        <a:pt x="96547" y="11501"/>
                        <a:pt x="91536" y="12910"/>
                        <a:pt x="86526" y="14310"/>
                      </a:cubicBezTo>
                      <a:cubicBezTo>
                        <a:pt x="89088" y="14663"/>
                        <a:pt x="91641" y="15025"/>
                        <a:pt x="94194" y="15377"/>
                      </a:cubicBezTo>
                      <a:cubicBezTo>
                        <a:pt x="93279" y="14072"/>
                        <a:pt x="92356" y="12767"/>
                        <a:pt x="91441" y="11462"/>
                      </a:cubicBezTo>
                      <a:cubicBezTo>
                        <a:pt x="87326" y="20292"/>
                        <a:pt x="83202" y="29112"/>
                        <a:pt x="79087" y="37942"/>
                      </a:cubicBezTo>
                      <a:cubicBezTo>
                        <a:pt x="80973" y="36770"/>
                        <a:pt x="82859" y="35608"/>
                        <a:pt x="84745" y="34437"/>
                      </a:cubicBezTo>
                      <a:cubicBezTo>
                        <a:pt x="72544" y="31722"/>
                        <a:pt x="60352" y="28998"/>
                        <a:pt x="48160" y="26283"/>
                      </a:cubicBezTo>
                      <a:cubicBezTo>
                        <a:pt x="45931" y="26093"/>
                        <a:pt x="43711" y="25893"/>
                        <a:pt x="41482" y="25702"/>
                      </a:cubicBezTo>
                      <a:cubicBezTo>
                        <a:pt x="44864" y="28017"/>
                        <a:pt x="48236" y="30322"/>
                        <a:pt x="51617" y="32637"/>
                      </a:cubicBezTo>
                      <a:cubicBezTo>
                        <a:pt x="50636" y="30646"/>
                        <a:pt x="49664" y="28655"/>
                        <a:pt x="48683" y="26664"/>
                      </a:cubicBezTo>
                      <a:cubicBezTo>
                        <a:pt x="50922" y="40438"/>
                        <a:pt x="45893" y="47115"/>
                        <a:pt x="33605" y="46686"/>
                      </a:cubicBezTo>
                      <a:cubicBezTo>
                        <a:pt x="30624" y="45152"/>
                        <a:pt x="27814" y="43362"/>
                        <a:pt x="25157" y="41314"/>
                      </a:cubicBezTo>
                      <a:cubicBezTo>
                        <a:pt x="21242" y="38532"/>
                        <a:pt x="-1580" y="39856"/>
                        <a:pt x="87" y="48143"/>
                      </a:cubicBezTo>
                      <a:cubicBezTo>
                        <a:pt x="1201" y="53620"/>
                        <a:pt x="2163" y="90044"/>
                        <a:pt x="9993" y="101274"/>
                      </a:cubicBezTo>
                      <a:cubicBezTo>
                        <a:pt x="17546" y="112094"/>
                        <a:pt x="33101" y="118895"/>
                        <a:pt x="41044" y="128972"/>
                      </a:cubicBezTo>
                      <a:cubicBezTo>
                        <a:pt x="42778" y="131173"/>
                        <a:pt x="51141" y="133811"/>
                        <a:pt x="50646" y="128010"/>
                      </a:cubicBezTo>
                      <a:cubicBezTo>
                        <a:pt x="46493" y="111580"/>
                        <a:pt x="47217" y="95473"/>
                        <a:pt x="52817" y="79690"/>
                      </a:cubicBezTo>
                      <a:cubicBezTo>
                        <a:pt x="54560" y="64964"/>
                        <a:pt x="59180" y="51191"/>
                        <a:pt x="66686" y="38371"/>
                      </a:cubicBezTo>
                      <a:cubicBezTo>
                        <a:pt x="70600" y="29712"/>
                        <a:pt x="54960" y="29379"/>
                        <a:pt x="52570" y="36227"/>
                      </a:cubicBezTo>
                      <a:cubicBezTo>
                        <a:pt x="43302" y="62726"/>
                        <a:pt x="36368" y="90015"/>
                        <a:pt x="37244" y="118181"/>
                      </a:cubicBezTo>
                      <a:cubicBezTo>
                        <a:pt x="40444" y="117857"/>
                        <a:pt x="43645" y="117542"/>
                        <a:pt x="46845" y="117219"/>
                      </a:cubicBezTo>
                      <a:cubicBezTo>
                        <a:pt x="40330" y="104941"/>
                        <a:pt x="29214" y="93758"/>
                        <a:pt x="26824" y="80271"/>
                      </a:cubicBezTo>
                      <a:cubicBezTo>
                        <a:pt x="24766" y="68660"/>
                        <a:pt x="26290" y="55239"/>
                        <a:pt x="26242" y="43609"/>
                      </a:cubicBezTo>
                      <a:cubicBezTo>
                        <a:pt x="17889" y="45886"/>
                        <a:pt x="9536" y="48162"/>
                        <a:pt x="1173" y="50439"/>
                      </a:cubicBezTo>
                      <a:cubicBezTo>
                        <a:pt x="11498" y="56868"/>
                        <a:pt x="26528" y="68279"/>
                        <a:pt x="39692" y="64326"/>
                      </a:cubicBezTo>
                      <a:cubicBezTo>
                        <a:pt x="47369" y="62021"/>
                        <a:pt x="57046" y="56668"/>
                        <a:pt x="59580" y="48343"/>
                      </a:cubicBezTo>
                      <a:cubicBezTo>
                        <a:pt x="60771" y="44428"/>
                        <a:pt x="60733" y="38323"/>
                        <a:pt x="60256" y="34322"/>
                      </a:cubicBezTo>
                      <a:cubicBezTo>
                        <a:pt x="58142" y="16625"/>
                        <a:pt x="48760" y="15663"/>
                        <a:pt x="36444" y="13891"/>
                      </a:cubicBezTo>
                      <a:cubicBezTo>
                        <a:pt x="34634" y="13634"/>
                        <a:pt x="30976" y="15130"/>
                        <a:pt x="30548" y="17196"/>
                      </a:cubicBezTo>
                      <a:cubicBezTo>
                        <a:pt x="28414" y="27522"/>
                        <a:pt x="24423" y="37123"/>
                        <a:pt x="36053" y="44819"/>
                      </a:cubicBezTo>
                      <a:cubicBezTo>
                        <a:pt x="40682" y="47886"/>
                        <a:pt x="47502" y="49886"/>
                        <a:pt x="52865" y="50705"/>
                      </a:cubicBezTo>
                      <a:cubicBezTo>
                        <a:pt x="63933" y="52391"/>
                        <a:pt x="73525" y="47924"/>
                        <a:pt x="82773" y="43000"/>
                      </a:cubicBezTo>
                      <a:cubicBezTo>
                        <a:pt x="102223" y="32646"/>
                        <a:pt x="101033" y="30951"/>
                        <a:pt x="113215" y="11634"/>
                      </a:cubicBezTo>
                      <a:cubicBezTo>
                        <a:pt x="114739" y="9205"/>
                        <a:pt x="112530" y="6424"/>
                        <a:pt x="110777" y="5214"/>
                      </a:cubicBezTo>
                      <a:cubicBezTo>
                        <a:pt x="108786" y="3833"/>
                        <a:pt x="106795" y="2461"/>
                        <a:pt x="104805" y="1080"/>
                      </a:cubicBezTo>
                      <a:cubicBezTo>
                        <a:pt x="99699" y="-2454"/>
                        <a:pt x="88279" y="3576"/>
                        <a:pt x="83812" y="6386"/>
                      </a:cubicBezTo>
                      <a:cubicBezTo>
                        <a:pt x="75963" y="11329"/>
                        <a:pt x="72934" y="17273"/>
                        <a:pt x="69143" y="25502"/>
                      </a:cubicBezTo>
                      <a:cubicBezTo>
                        <a:pt x="65238" y="34065"/>
                        <a:pt x="91498" y="28255"/>
                        <a:pt x="94127" y="2114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3" id="33"/>
                <p:cNvSpPr/>
                <p:nvPr/>
              </p:nvSpPr>
              <p:spPr>
                <a:xfrm>
                  <a:off x="926208" y="1040472"/>
                  <a:ext cx="110335" cy="120630"/>
                </a:xfrm>
                <a:custGeom>
                  <a:avLst/>
                  <a:gdLst/>
                  <a:ahLst/>
                  <a:cxnLst/>
                  <a:rect r="r" b="b" t="t" l="l"/>
                  <a:pathLst>
                    <a:path w="110335" h="120630" stroke="true" fill="norm" extrusionOk="true">
                      <a:moveTo>
                        <a:pt x="92681" y="21203"/>
                      </a:moveTo>
                      <a:cubicBezTo>
                        <a:pt x="93557" y="16240"/>
                        <a:pt x="95377" y="11649"/>
                        <a:pt x="98139" y="7439"/>
                      </a:cubicBezTo>
                      <a:cubicBezTo>
                        <a:pt x="94281" y="9954"/>
                        <a:pt x="90424" y="12468"/>
                        <a:pt x="86566" y="14973"/>
                      </a:cubicBezTo>
                      <a:cubicBezTo>
                        <a:pt x="91005" y="12668"/>
                        <a:pt x="95434" y="10363"/>
                        <a:pt x="99872" y="8068"/>
                      </a:cubicBezTo>
                      <a:cubicBezTo>
                        <a:pt x="86099" y="12754"/>
                        <a:pt x="72326" y="17450"/>
                        <a:pt x="58553" y="22136"/>
                      </a:cubicBezTo>
                      <a:cubicBezTo>
                        <a:pt x="63687" y="21526"/>
                        <a:pt x="68821" y="20917"/>
                        <a:pt x="73955" y="20317"/>
                      </a:cubicBezTo>
                      <a:cubicBezTo>
                        <a:pt x="69116" y="19517"/>
                        <a:pt x="64268" y="18726"/>
                        <a:pt x="59429" y="17926"/>
                      </a:cubicBezTo>
                      <a:cubicBezTo>
                        <a:pt x="49971" y="22641"/>
                        <a:pt x="40513" y="27346"/>
                        <a:pt x="31054" y="32061"/>
                      </a:cubicBezTo>
                      <a:cubicBezTo>
                        <a:pt x="30588" y="38395"/>
                        <a:pt x="30121" y="44739"/>
                        <a:pt x="29654" y="51073"/>
                      </a:cubicBezTo>
                      <a:cubicBezTo>
                        <a:pt x="31359" y="43186"/>
                        <a:pt x="33074" y="35290"/>
                        <a:pt x="34779" y="27403"/>
                      </a:cubicBezTo>
                      <a:cubicBezTo>
                        <a:pt x="31454" y="36119"/>
                        <a:pt x="28130" y="44834"/>
                        <a:pt x="24806" y="53549"/>
                      </a:cubicBezTo>
                      <a:cubicBezTo>
                        <a:pt x="27702" y="53207"/>
                        <a:pt x="30597" y="52864"/>
                        <a:pt x="33493" y="52530"/>
                      </a:cubicBezTo>
                      <a:cubicBezTo>
                        <a:pt x="34712" y="50606"/>
                        <a:pt x="35931" y="48682"/>
                        <a:pt x="37141" y="46758"/>
                      </a:cubicBezTo>
                      <a:cubicBezTo>
                        <a:pt x="35407" y="47444"/>
                        <a:pt x="33674" y="48120"/>
                        <a:pt x="31950" y="48806"/>
                      </a:cubicBezTo>
                      <a:cubicBezTo>
                        <a:pt x="33779" y="49511"/>
                        <a:pt x="35607" y="50216"/>
                        <a:pt x="37436" y="50921"/>
                      </a:cubicBezTo>
                      <a:cubicBezTo>
                        <a:pt x="29568" y="44910"/>
                        <a:pt x="27663" y="32718"/>
                        <a:pt x="26682" y="23374"/>
                      </a:cubicBezTo>
                      <a:cubicBezTo>
                        <a:pt x="25444" y="11592"/>
                        <a:pt x="-1836" y="31594"/>
                        <a:pt x="98" y="37481"/>
                      </a:cubicBezTo>
                      <a:cubicBezTo>
                        <a:pt x="5365" y="53511"/>
                        <a:pt x="8328" y="74409"/>
                        <a:pt x="18396" y="88392"/>
                      </a:cubicBezTo>
                      <a:cubicBezTo>
                        <a:pt x="21339" y="93983"/>
                        <a:pt x="25958" y="98222"/>
                        <a:pt x="32254" y="101117"/>
                      </a:cubicBezTo>
                      <a:cubicBezTo>
                        <a:pt x="41627" y="104623"/>
                        <a:pt x="48980" y="110642"/>
                        <a:pt x="54295" y="119167"/>
                      </a:cubicBezTo>
                      <a:cubicBezTo>
                        <a:pt x="59391" y="124939"/>
                        <a:pt x="61401" y="111852"/>
                        <a:pt x="61487" y="110614"/>
                      </a:cubicBezTo>
                      <a:cubicBezTo>
                        <a:pt x="61973" y="103413"/>
                        <a:pt x="62744" y="92459"/>
                        <a:pt x="58134" y="86382"/>
                      </a:cubicBezTo>
                      <a:cubicBezTo>
                        <a:pt x="55134" y="82429"/>
                        <a:pt x="52133" y="78476"/>
                        <a:pt x="49133" y="74523"/>
                      </a:cubicBezTo>
                      <a:cubicBezTo>
                        <a:pt x="51162" y="80019"/>
                        <a:pt x="53200" y="85525"/>
                        <a:pt x="55229" y="91021"/>
                      </a:cubicBezTo>
                      <a:cubicBezTo>
                        <a:pt x="51181" y="70523"/>
                        <a:pt x="53686" y="50578"/>
                        <a:pt x="62715" y="31194"/>
                      </a:cubicBezTo>
                      <a:cubicBezTo>
                        <a:pt x="67354" y="18412"/>
                        <a:pt x="25082" y="26251"/>
                        <a:pt x="27282" y="33804"/>
                      </a:cubicBezTo>
                      <a:cubicBezTo>
                        <a:pt x="35379" y="61550"/>
                        <a:pt x="44094" y="88773"/>
                        <a:pt x="52495" y="116519"/>
                      </a:cubicBezTo>
                      <a:cubicBezTo>
                        <a:pt x="54981" y="107356"/>
                        <a:pt x="57467" y="98193"/>
                        <a:pt x="59953" y="89030"/>
                      </a:cubicBezTo>
                      <a:cubicBezTo>
                        <a:pt x="54762" y="79248"/>
                        <a:pt x="48723" y="72428"/>
                        <a:pt x="44085" y="62474"/>
                      </a:cubicBezTo>
                      <a:cubicBezTo>
                        <a:pt x="37646" y="48635"/>
                        <a:pt x="31445" y="35109"/>
                        <a:pt x="25854" y="20926"/>
                      </a:cubicBezTo>
                      <a:cubicBezTo>
                        <a:pt x="17548" y="27260"/>
                        <a:pt x="9252" y="33604"/>
                        <a:pt x="946" y="39938"/>
                      </a:cubicBezTo>
                      <a:cubicBezTo>
                        <a:pt x="10737" y="50054"/>
                        <a:pt x="39779" y="84791"/>
                        <a:pt x="52428" y="57655"/>
                      </a:cubicBezTo>
                      <a:cubicBezTo>
                        <a:pt x="56172" y="49616"/>
                        <a:pt x="55686" y="39852"/>
                        <a:pt x="52676" y="31651"/>
                      </a:cubicBezTo>
                      <a:cubicBezTo>
                        <a:pt x="47904" y="18678"/>
                        <a:pt x="45132" y="17726"/>
                        <a:pt x="32816" y="15897"/>
                      </a:cubicBezTo>
                      <a:cubicBezTo>
                        <a:pt x="24549" y="14668"/>
                        <a:pt x="16500" y="47558"/>
                        <a:pt x="20091" y="52235"/>
                      </a:cubicBezTo>
                      <a:cubicBezTo>
                        <a:pt x="26730" y="60874"/>
                        <a:pt x="29302" y="62303"/>
                        <a:pt x="40979" y="60541"/>
                      </a:cubicBezTo>
                      <a:cubicBezTo>
                        <a:pt x="45694" y="59836"/>
                        <a:pt x="50476" y="58264"/>
                        <a:pt x="55038" y="56845"/>
                      </a:cubicBezTo>
                      <a:cubicBezTo>
                        <a:pt x="67297" y="54130"/>
                        <a:pt x="77755" y="48454"/>
                        <a:pt x="86433" y="39814"/>
                      </a:cubicBezTo>
                      <a:cubicBezTo>
                        <a:pt x="96948" y="32794"/>
                        <a:pt x="104606" y="23231"/>
                        <a:pt x="109416" y="11125"/>
                      </a:cubicBezTo>
                      <a:cubicBezTo>
                        <a:pt x="110893" y="9182"/>
                        <a:pt x="110588" y="7572"/>
                        <a:pt x="108512" y="6296"/>
                      </a:cubicBezTo>
                      <a:cubicBezTo>
                        <a:pt x="107016" y="4953"/>
                        <a:pt x="105521" y="3610"/>
                        <a:pt x="104025" y="2267"/>
                      </a:cubicBezTo>
                      <a:cubicBezTo>
                        <a:pt x="98206" y="-2943"/>
                        <a:pt x="88747" y="2181"/>
                        <a:pt x="82299" y="4219"/>
                      </a:cubicBezTo>
                      <a:cubicBezTo>
                        <a:pt x="72917" y="7191"/>
                        <a:pt x="59153" y="9553"/>
                        <a:pt x="52324" y="17269"/>
                      </a:cubicBezTo>
                      <a:cubicBezTo>
                        <a:pt x="46113" y="24279"/>
                        <a:pt x="44027" y="29661"/>
                        <a:pt x="41313" y="38595"/>
                      </a:cubicBezTo>
                      <a:cubicBezTo>
                        <a:pt x="38512" y="47806"/>
                        <a:pt x="55219" y="40491"/>
                        <a:pt x="56924" y="39852"/>
                      </a:cubicBezTo>
                      <a:cubicBezTo>
                        <a:pt x="65154" y="36614"/>
                        <a:pt x="73231" y="33042"/>
                        <a:pt x="81156" y="29127"/>
                      </a:cubicBezTo>
                      <a:cubicBezTo>
                        <a:pt x="85756" y="27508"/>
                        <a:pt x="89614" y="24870"/>
                        <a:pt x="92681" y="2120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4" id="34"/>
                <p:cNvSpPr/>
                <p:nvPr/>
              </p:nvSpPr>
              <p:spPr>
                <a:xfrm>
                  <a:off x="948558" y="1066234"/>
                  <a:ext cx="109316" cy="120445"/>
                </a:xfrm>
                <a:custGeom>
                  <a:avLst/>
                  <a:gdLst/>
                  <a:ahLst/>
                  <a:cxnLst/>
                  <a:rect r="r" b="b" t="t" l="l"/>
                  <a:pathLst>
                    <a:path w="109316" h="120445" stroke="true" fill="norm" extrusionOk="true">
                      <a:moveTo>
                        <a:pt x="91543" y="19558"/>
                      </a:moveTo>
                      <a:cubicBezTo>
                        <a:pt x="93143" y="15101"/>
                        <a:pt x="94734" y="10653"/>
                        <a:pt x="96334" y="6195"/>
                      </a:cubicBezTo>
                      <a:cubicBezTo>
                        <a:pt x="88352" y="13539"/>
                        <a:pt x="80380" y="20882"/>
                        <a:pt x="72398" y="28226"/>
                      </a:cubicBezTo>
                      <a:cubicBezTo>
                        <a:pt x="79608" y="22902"/>
                        <a:pt x="86828" y="17577"/>
                        <a:pt x="94038" y="12253"/>
                      </a:cubicBezTo>
                      <a:cubicBezTo>
                        <a:pt x="84418" y="17701"/>
                        <a:pt x="74798" y="23149"/>
                        <a:pt x="65187" y="28607"/>
                      </a:cubicBezTo>
                      <a:cubicBezTo>
                        <a:pt x="66635" y="31589"/>
                        <a:pt x="68092" y="34560"/>
                        <a:pt x="69540" y="37542"/>
                      </a:cubicBezTo>
                      <a:cubicBezTo>
                        <a:pt x="69997" y="35913"/>
                        <a:pt x="70464" y="34284"/>
                        <a:pt x="70921" y="32655"/>
                      </a:cubicBezTo>
                      <a:cubicBezTo>
                        <a:pt x="64882" y="37284"/>
                        <a:pt x="58843" y="41904"/>
                        <a:pt x="52814" y="46533"/>
                      </a:cubicBezTo>
                      <a:cubicBezTo>
                        <a:pt x="54510" y="46705"/>
                        <a:pt x="56215" y="46876"/>
                        <a:pt x="57910" y="47048"/>
                      </a:cubicBezTo>
                      <a:cubicBezTo>
                        <a:pt x="50081" y="45476"/>
                        <a:pt x="43118" y="42123"/>
                        <a:pt x="37003" y="36970"/>
                      </a:cubicBezTo>
                      <a:cubicBezTo>
                        <a:pt x="38660" y="39066"/>
                        <a:pt x="40308" y="41171"/>
                        <a:pt x="41965" y="43266"/>
                      </a:cubicBezTo>
                      <a:cubicBezTo>
                        <a:pt x="45804" y="38408"/>
                        <a:pt x="49633" y="33560"/>
                        <a:pt x="53471" y="28702"/>
                      </a:cubicBezTo>
                      <a:cubicBezTo>
                        <a:pt x="51300" y="26959"/>
                        <a:pt x="49118" y="25216"/>
                        <a:pt x="46947" y="23483"/>
                      </a:cubicBezTo>
                      <a:cubicBezTo>
                        <a:pt x="48204" y="26940"/>
                        <a:pt x="49471" y="30388"/>
                        <a:pt x="50728" y="33836"/>
                      </a:cubicBezTo>
                      <a:cubicBezTo>
                        <a:pt x="52328" y="32217"/>
                        <a:pt x="53929" y="30598"/>
                        <a:pt x="55538" y="28979"/>
                      </a:cubicBezTo>
                      <a:cubicBezTo>
                        <a:pt x="50681" y="29379"/>
                        <a:pt x="45985" y="30531"/>
                        <a:pt x="41451" y="32408"/>
                      </a:cubicBezTo>
                      <a:cubicBezTo>
                        <a:pt x="32945" y="36751"/>
                        <a:pt x="24401" y="35980"/>
                        <a:pt x="15819" y="30103"/>
                      </a:cubicBezTo>
                      <a:cubicBezTo>
                        <a:pt x="10333" y="28121"/>
                        <a:pt x="-488" y="32341"/>
                        <a:pt x="17" y="38675"/>
                      </a:cubicBezTo>
                      <a:cubicBezTo>
                        <a:pt x="1408" y="51372"/>
                        <a:pt x="2017" y="64107"/>
                        <a:pt x="1836" y="76889"/>
                      </a:cubicBezTo>
                      <a:cubicBezTo>
                        <a:pt x="693" y="84024"/>
                        <a:pt x="2094" y="90110"/>
                        <a:pt x="6046" y="95158"/>
                      </a:cubicBezTo>
                      <a:cubicBezTo>
                        <a:pt x="10590" y="98644"/>
                        <a:pt x="15248" y="101969"/>
                        <a:pt x="20020" y="105131"/>
                      </a:cubicBezTo>
                      <a:cubicBezTo>
                        <a:pt x="29840" y="107446"/>
                        <a:pt x="38289" y="112218"/>
                        <a:pt x="45347" y="119447"/>
                      </a:cubicBezTo>
                      <a:cubicBezTo>
                        <a:pt x="51300" y="124038"/>
                        <a:pt x="51223" y="111389"/>
                        <a:pt x="50995" y="109874"/>
                      </a:cubicBezTo>
                      <a:cubicBezTo>
                        <a:pt x="46928" y="97187"/>
                        <a:pt x="46928" y="84538"/>
                        <a:pt x="50976" y="71946"/>
                      </a:cubicBezTo>
                      <a:cubicBezTo>
                        <a:pt x="51452" y="59125"/>
                        <a:pt x="55376" y="47438"/>
                        <a:pt x="62749" y="36884"/>
                      </a:cubicBezTo>
                      <a:cubicBezTo>
                        <a:pt x="64825" y="32712"/>
                        <a:pt x="60406" y="30665"/>
                        <a:pt x="57262" y="30579"/>
                      </a:cubicBezTo>
                      <a:cubicBezTo>
                        <a:pt x="53328" y="30474"/>
                        <a:pt x="43975" y="39723"/>
                        <a:pt x="42727" y="43209"/>
                      </a:cubicBezTo>
                      <a:cubicBezTo>
                        <a:pt x="39079" y="53429"/>
                        <a:pt x="37936" y="63783"/>
                        <a:pt x="35755" y="74403"/>
                      </a:cubicBezTo>
                      <a:cubicBezTo>
                        <a:pt x="33145" y="87119"/>
                        <a:pt x="35602" y="87757"/>
                        <a:pt x="39308" y="104198"/>
                      </a:cubicBezTo>
                      <a:cubicBezTo>
                        <a:pt x="40746" y="98397"/>
                        <a:pt x="42194" y="92606"/>
                        <a:pt x="43632" y="86805"/>
                      </a:cubicBezTo>
                      <a:cubicBezTo>
                        <a:pt x="36412" y="82804"/>
                        <a:pt x="34726" y="82147"/>
                        <a:pt x="28249" y="75146"/>
                      </a:cubicBezTo>
                      <a:cubicBezTo>
                        <a:pt x="21715" y="71508"/>
                        <a:pt x="19210" y="66202"/>
                        <a:pt x="20734" y="59249"/>
                      </a:cubicBezTo>
                      <a:cubicBezTo>
                        <a:pt x="20591" y="50677"/>
                        <a:pt x="19972" y="42133"/>
                        <a:pt x="18867" y="33617"/>
                      </a:cubicBezTo>
                      <a:cubicBezTo>
                        <a:pt x="13600" y="36475"/>
                        <a:pt x="8332" y="39332"/>
                        <a:pt x="3065" y="42190"/>
                      </a:cubicBezTo>
                      <a:cubicBezTo>
                        <a:pt x="19067" y="51524"/>
                        <a:pt x="40498" y="66040"/>
                        <a:pt x="56186" y="48914"/>
                      </a:cubicBezTo>
                      <a:cubicBezTo>
                        <a:pt x="68835" y="35103"/>
                        <a:pt x="57196" y="25369"/>
                        <a:pt x="48966" y="13158"/>
                      </a:cubicBezTo>
                      <a:cubicBezTo>
                        <a:pt x="47890" y="11929"/>
                        <a:pt x="46528" y="11319"/>
                        <a:pt x="44870" y="11338"/>
                      </a:cubicBezTo>
                      <a:cubicBezTo>
                        <a:pt x="41794" y="11643"/>
                        <a:pt x="38717" y="11948"/>
                        <a:pt x="35641" y="12253"/>
                      </a:cubicBezTo>
                      <a:cubicBezTo>
                        <a:pt x="33174" y="12500"/>
                        <a:pt x="30649" y="12996"/>
                        <a:pt x="29802" y="15758"/>
                      </a:cubicBezTo>
                      <a:cubicBezTo>
                        <a:pt x="26620" y="26054"/>
                        <a:pt x="22887" y="33998"/>
                        <a:pt x="29802" y="43961"/>
                      </a:cubicBezTo>
                      <a:cubicBezTo>
                        <a:pt x="32526" y="47886"/>
                        <a:pt x="38127" y="52029"/>
                        <a:pt x="42327" y="53077"/>
                      </a:cubicBezTo>
                      <a:cubicBezTo>
                        <a:pt x="49566" y="54877"/>
                        <a:pt x="62768" y="51810"/>
                        <a:pt x="69826" y="49705"/>
                      </a:cubicBezTo>
                      <a:cubicBezTo>
                        <a:pt x="90228" y="43628"/>
                        <a:pt x="98544" y="26816"/>
                        <a:pt x="109278" y="10167"/>
                      </a:cubicBezTo>
                      <a:cubicBezTo>
                        <a:pt x="109297" y="9252"/>
                        <a:pt x="109307" y="8338"/>
                        <a:pt x="109316" y="7424"/>
                      </a:cubicBezTo>
                      <a:cubicBezTo>
                        <a:pt x="106745" y="5319"/>
                        <a:pt x="104183" y="3214"/>
                        <a:pt x="101611" y="1108"/>
                      </a:cubicBezTo>
                      <a:cubicBezTo>
                        <a:pt x="93753" y="-5340"/>
                        <a:pt x="65273" y="18177"/>
                        <a:pt x="62415" y="24540"/>
                      </a:cubicBezTo>
                      <a:cubicBezTo>
                        <a:pt x="58558" y="30284"/>
                        <a:pt x="56472" y="36532"/>
                        <a:pt x="56176" y="43304"/>
                      </a:cubicBezTo>
                      <a:cubicBezTo>
                        <a:pt x="54910" y="52153"/>
                        <a:pt x="68559" y="42466"/>
                        <a:pt x="69216" y="41990"/>
                      </a:cubicBezTo>
                      <a:cubicBezTo>
                        <a:pt x="75979" y="37056"/>
                        <a:pt x="89476" y="28417"/>
                        <a:pt x="91543" y="1955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5" id="35"/>
                <p:cNvSpPr/>
                <p:nvPr/>
              </p:nvSpPr>
              <p:spPr>
                <a:xfrm>
                  <a:off x="909078" y="1058430"/>
                  <a:ext cx="120519" cy="130714"/>
                </a:xfrm>
                <a:custGeom>
                  <a:avLst/>
                  <a:gdLst/>
                  <a:ahLst/>
                  <a:cxnLst/>
                  <a:rect r="r" b="b" t="t" l="l"/>
                  <a:pathLst>
                    <a:path w="120519" h="130714" stroke="true" fill="norm" extrusionOk="true">
                      <a:moveTo>
                        <a:pt x="104048" y="19085"/>
                      </a:moveTo>
                      <a:cubicBezTo>
                        <a:pt x="104867" y="15047"/>
                        <a:pt x="106534" y="11408"/>
                        <a:pt x="109048" y="8160"/>
                      </a:cubicBezTo>
                      <a:cubicBezTo>
                        <a:pt x="107115" y="9884"/>
                        <a:pt x="105181" y="11618"/>
                        <a:pt x="103248" y="13342"/>
                      </a:cubicBezTo>
                      <a:cubicBezTo>
                        <a:pt x="105848" y="14304"/>
                        <a:pt x="108448" y="15266"/>
                        <a:pt x="111049" y="16228"/>
                      </a:cubicBezTo>
                      <a:cubicBezTo>
                        <a:pt x="110248" y="13561"/>
                        <a:pt x="109458" y="10884"/>
                        <a:pt x="108658" y="8217"/>
                      </a:cubicBezTo>
                      <a:cubicBezTo>
                        <a:pt x="100161" y="17342"/>
                        <a:pt x="91665" y="26458"/>
                        <a:pt x="83169" y="35573"/>
                      </a:cubicBezTo>
                      <a:cubicBezTo>
                        <a:pt x="85255" y="34830"/>
                        <a:pt x="87350" y="34087"/>
                        <a:pt x="89436" y="33344"/>
                      </a:cubicBezTo>
                      <a:cubicBezTo>
                        <a:pt x="71948" y="36087"/>
                        <a:pt x="37601" y="44641"/>
                        <a:pt x="35001" y="12780"/>
                      </a:cubicBezTo>
                      <a:cubicBezTo>
                        <a:pt x="33639" y="14189"/>
                        <a:pt x="32286" y="15599"/>
                        <a:pt x="30924" y="17009"/>
                      </a:cubicBezTo>
                      <a:cubicBezTo>
                        <a:pt x="35153" y="49861"/>
                        <a:pt x="29991" y="61148"/>
                        <a:pt x="15437" y="50880"/>
                      </a:cubicBezTo>
                      <a:cubicBezTo>
                        <a:pt x="11779" y="48908"/>
                        <a:pt x="-1785" y="45060"/>
                        <a:pt x="197" y="54185"/>
                      </a:cubicBezTo>
                      <a:cubicBezTo>
                        <a:pt x="3349" y="64310"/>
                        <a:pt x="4721" y="74664"/>
                        <a:pt x="4321" y="85246"/>
                      </a:cubicBezTo>
                      <a:cubicBezTo>
                        <a:pt x="3759" y="91313"/>
                        <a:pt x="5197" y="96409"/>
                        <a:pt x="8636" y="100534"/>
                      </a:cubicBezTo>
                      <a:cubicBezTo>
                        <a:pt x="13017" y="107706"/>
                        <a:pt x="41887" y="126556"/>
                        <a:pt x="44926" y="129823"/>
                      </a:cubicBezTo>
                      <a:cubicBezTo>
                        <a:pt x="47202" y="132261"/>
                        <a:pt x="52565" y="129242"/>
                        <a:pt x="52489" y="126260"/>
                      </a:cubicBezTo>
                      <a:cubicBezTo>
                        <a:pt x="49193" y="109192"/>
                        <a:pt x="50908" y="92752"/>
                        <a:pt x="57632" y="76959"/>
                      </a:cubicBezTo>
                      <a:cubicBezTo>
                        <a:pt x="60118" y="61786"/>
                        <a:pt x="66062" y="48079"/>
                        <a:pt x="75463" y="35849"/>
                      </a:cubicBezTo>
                      <a:cubicBezTo>
                        <a:pt x="77035" y="33154"/>
                        <a:pt x="69643" y="24638"/>
                        <a:pt x="67214" y="29620"/>
                      </a:cubicBezTo>
                      <a:cubicBezTo>
                        <a:pt x="53832" y="57014"/>
                        <a:pt x="41849" y="84465"/>
                        <a:pt x="37954" y="115021"/>
                      </a:cubicBezTo>
                      <a:cubicBezTo>
                        <a:pt x="41202" y="114726"/>
                        <a:pt x="44450" y="114440"/>
                        <a:pt x="47707" y="114154"/>
                      </a:cubicBezTo>
                      <a:cubicBezTo>
                        <a:pt x="41421" y="103572"/>
                        <a:pt x="34020" y="93799"/>
                        <a:pt x="25485" y="84865"/>
                      </a:cubicBezTo>
                      <a:cubicBezTo>
                        <a:pt x="21733" y="75111"/>
                        <a:pt x="19637" y="65043"/>
                        <a:pt x="19208" y="54661"/>
                      </a:cubicBezTo>
                      <a:cubicBezTo>
                        <a:pt x="13198" y="55204"/>
                        <a:pt x="7188" y="55747"/>
                        <a:pt x="1178" y="56280"/>
                      </a:cubicBezTo>
                      <a:cubicBezTo>
                        <a:pt x="14913" y="65901"/>
                        <a:pt x="33439" y="76473"/>
                        <a:pt x="47212" y="61519"/>
                      </a:cubicBezTo>
                      <a:cubicBezTo>
                        <a:pt x="57861" y="49956"/>
                        <a:pt x="56394" y="30563"/>
                        <a:pt x="48650" y="18142"/>
                      </a:cubicBezTo>
                      <a:cubicBezTo>
                        <a:pt x="40640" y="5284"/>
                        <a:pt x="39468" y="7312"/>
                        <a:pt x="26638" y="8770"/>
                      </a:cubicBezTo>
                      <a:cubicBezTo>
                        <a:pt x="25247" y="8932"/>
                        <a:pt x="24238" y="11932"/>
                        <a:pt x="24390" y="12970"/>
                      </a:cubicBezTo>
                      <a:cubicBezTo>
                        <a:pt x="26714" y="29629"/>
                        <a:pt x="32343" y="42821"/>
                        <a:pt x="51422" y="45669"/>
                      </a:cubicBezTo>
                      <a:cubicBezTo>
                        <a:pt x="65290" y="47746"/>
                        <a:pt x="78330" y="44231"/>
                        <a:pt x="90970" y="38897"/>
                      </a:cubicBezTo>
                      <a:cubicBezTo>
                        <a:pt x="108039" y="31687"/>
                        <a:pt x="107305" y="28639"/>
                        <a:pt x="119907" y="13570"/>
                      </a:cubicBezTo>
                      <a:cubicBezTo>
                        <a:pt x="121678" y="11446"/>
                        <a:pt x="119211" y="6893"/>
                        <a:pt x="117516" y="5560"/>
                      </a:cubicBezTo>
                      <a:cubicBezTo>
                        <a:pt x="111249" y="635"/>
                        <a:pt x="108724" y="-2460"/>
                        <a:pt x="100828" y="2559"/>
                      </a:cubicBezTo>
                      <a:cubicBezTo>
                        <a:pt x="96056" y="5598"/>
                        <a:pt x="93951" y="10427"/>
                        <a:pt x="92580" y="15818"/>
                      </a:cubicBezTo>
                      <a:cubicBezTo>
                        <a:pt x="90741" y="22971"/>
                        <a:pt x="101800" y="25962"/>
                        <a:pt x="104048" y="19085"/>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grpSp>
        </p:grpSp>
        <p:grpSp>
          <p:nvGrpSpPr>
            <p:cNvPr name="Group 36" id="36"/>
            <p:cNvGrpSpPr/>
            <p:nvPr/>
          </p:nvGrpSpPr>
          <p:grpSpPr>
            <a:xfrm>
              <a:off x="4621878" y="4466434"/>
              <a:ext cx="111443" cy="211114"/>
              <a:chOff x="1009249" y="1037434"/>
              <a:chExt cx="111443" cy="211114"/>
            </a:xfrm>
          </p:grpSpPr>
          <p:sp>
            <p:nvSpPr>
              <p:cNvPr name="Freeform 37" id="37"/>
              <p:cNvSpPr/>
              <p:nvPr/>
            </p:nvSpPr>
            <p:spPr>
              <a:xfrm>
                <a:off x="1038863" y="1122368"/>
                <a:ext cx="76466" cy="126180"/>
              </a:xfrm>
              <a:custGeom>
                <a:avLst/>
                <a:gdLst/>
                <a:ahLst/>
                <a:cxnLst/>
                <a:rect r="r" b="b" t="t" l="l"/>
                <a:pathLst>
                  <a:path w="76466" h="126180" stroke="true" fill="norm" extrusionOk="true">
                    <a:moveTo>
                      <a:pt x="73095" y="72495"/>
                    </a:moveTo>
                    <a:cubicBezTo>
                      <a:pt x="72981" y="72219"/>
                      <a:pt x="73114" y="71676"/>
                      <a:pt x="73095" y="71371"/>
                    </a:cubicBezTo>
                    <a:cubicBezTo>
                      <a:pt x="73038" y="70237"/>
                      <a:pt x="72123" y="70675"/>
                      <a:pt x="71971" y="70247"/>
                    </a:cubicBezTo>
                    <a:cubicBezTo>
                      <a:pt x="70666" y="66608"/>
                      <a:pt x="71542" y="61646"/>
                      <a:pt x="69733" y="60160"/>
                    </a:cubicBezTo>
                    <a:cubicBezTo>
                      <a:pt x="69418" y="59903"/>
                      <a:pt x="69894" y="58312"/>
                      <a:pt x="69733" y="57912"/>
                    </a:cubicBezTo>
                    <a:cubicBezTo>
                      <a:pt x="68208" y="54121"/>
                      <a:pt x="67323" y="49549"/>
                      <a:pt x="66370" y="45577"/>
                    </a:cubicBezTo>
                    <a:cubicBezTo>
                      <a:pt x="65827" y="43320"/>
                      <a:pt x="64484" y="40862"/>
                      <a:pt x="64332" y="38957"/>
                    </a:cubicBezTo>
                    <a:lnTo>
                      <a:pt x="60760" y="32128"/>
                    </a:lnTo>
                    <a:cubicBezTo>
                      <a:pt x="61598" y="28670"/>
                      <a:pt x="57683" y="29966"/>
                      <a:pt x="58522" y="26518"/>
                    </a:cubicBezTo>
                    <a:cubicBezTo>
                      <a:pt x="57045" y="26260"/>
                      <a:pt x="56769" y="24355"/>
                      <a:pt x="55159" y="24270"/>
                    </a:cubicBezTo>
                    <a:cubicBezTo>
                      <a:pt x="54826" y="24251"/>
                      <a:pt x="53207" y="22327"/>
                      <a:pt x="52921" y="22031"/>
                    </a:cubicBezTo>
                    <a:cubicBezTo>
                      <a:pt x="52006" y="21079"/>
                      <a:pt x="51578" y="19602"/>
                      <a:pt x="50683" y="18659"/>
                    </a:cubicBezTo>
                    <a:cubicBezTo>
                      <a:pt x="49454" y="17374"/>
                      <a:pt x="47368" y="14068"/>
                      <a:pt x="44644" y="12402"/>
                    </a:cubicBezTo>
                    <a:lnTo>
                      <a:pt x="44634" y="12402"/>
                    </a:lnTo>
                    <a:cubicBezTo>
                      <a:pt x="42310" y="11754"/>
                      <a:pt x="40519" y="10258"/>
                      <a:pt x="39014" y="8420"/>
                    </a:cubicBezTo>
                    <a:cubicBezTo>
                      <a:pt x="34642" y="7391"/>
                      <a:pt x="32099" y="4515"/>
                      <a:pt x="29375" y="1838"/>
                    </a:cubicBezTo>
                    <a:cubicBezTo>
                      <a:pt x="28080" y="2248"/>
                      <a:pt x="26737" y="1638"/>
                      <a:pt x="25489" y="1124"/>
                    </a:cubicBezTo>
                    <a:lnTo>
                      <a:pt x="20669" y="0"/>
                    </a:lnTo>
                    <a:cubicBezTo>
                      <a:pt x="20679" y="95"/>
                      <a:pt x="20641" y="200"/>
                      <a:pt x="20660" y="286"/>
                    </a:cubicBezTo>
                    <a:cubicBezTo>
                      <a:pt x="20079" y="1543"/>
                      <a:pt x="19621" y="2858"/>
                      <a:pt x="19002" y="4191"/>
                    </a:cubicBezTo>
                    <a:cubicBezTo>
                      <a:pt x="18898" y="4429"/>
                      <a:pt x="18869" y="4658"/>
                      <a:pt x="18840" y="4886"/>
                    </a:cubicBezTo>
                    <a:cubicBezTo>
                      <a:pt x="18278" y="5029"/>
                      <a:pt x="17383" y="4848"/>
                      <a:pt x="17040" y="5201"/>
                    </a:cubicBezTo>
                    <a:cubicBezTo>
                      <a:pt x="16497" y="5753"/>
                      <a:pt x="16297" y="7991"/>
                      <a:pt x="15916" y="8563"/>
                    </a:cubicBezTo>
                    <a:cubicBezTo>
                      <a:pt x="15411" y="9344"/>
                      <a:pt x="15250" y="10068"/>
                      <a:pt x="14792" y="10801"/>
                    </a:cubicBezTo>
                    <a:cubicBezTo>
                      <a:pt x="14106" y="11925"/>
                      <a:pt x="13202" y="12144"/>
                      <a:pt x="12554" y="13049"/>
                    </a:cubicBezTo>
                    <a:cubicBezTo>
                      <a:pt x="12421" y="13230"/>
                      <a:pt x="11611" y="12906"/>
                      <a:pt x="11430" y="13049"/>
                    </a:cubicBezTo>
                    <a:cubicBezTo>
                      <a:pt x="11087" y="13325"/>
                      <a:pt x="11659" y="14878"/>
                      <a:pt x="11430" y="15288"/>
                    </a:cubicBezTo>
                    <a:cubicBezTo>
                      <a:pt x="11087" y="15907"/>
                      <a:pt x="9639" y="16859"/>
                      <a:pt x="9192" y="17536"/>
                    </a:cubicBezTo>
                    <a:cubicBezTo>
                      <a:pt x="8287" y="18879"/>
                      <a:pt x="7363" y="20383"/>
                      <a:pt x="6201" y="21584"/>
                    </a:cubicBezTo>
                    <a:cubicBezTo>
                      <a:pt x="6067" y="21717"/>
                      <a:pt x="5972" y="21888"/>
                      <a:pt x="5829" y="22012"/>
                    </a:cubicBezTo>
                    <a:cubicBezTo>
                      <a:pt x="4515" y="23203"/>
                      <a:pt x="2000" y="24213"/>
                      <a:pt x="219" y="25375"/>
                    </a:cubicBezTo>
                    <a:cubicBezTo>
                      <a:pt x="143" y="25422"/>
                      <a:pt x="67" y="25508"/>
                      <a:pt x="0" y="25575"/>
                    </a:cubicBezTo>
                    <a:lnTo>
                      <a:pt x="2677" y="29842"/>
                    </a:lnTo>
                    <a:lnTo>
                      <a:pt x="2724" y="29861"/>
                    </a:lnTo>
                    <a:cubicBezTo>
                      <a:pt x="2877" y="30823"/>
                      <a:pt x="3419" y="31966"/>
                      <a:pt x="3581" y="33223"/>
                    </a:cubicBezTo>
                    <a:cubicBezTo>
                      <a:pt x="6620" y="36986"/>
                      <a:pt x="8944" y="41453"/>
                      <a:pt x="10639" y="46549"/>
                    </a:cubicBezTo>
                    <a:cubicBezTo>
                      <a:pt x="10639" y="46549"/>
                      <a:pt x="10639" y="46549"/>
                      <a:pt x="10649" y="46558"/>
                    </a:cubicBezTo>
                    <a:cubicBezTo>
                      <a:pt x="11649" y="48206"/>
                      <a:pt x="11935" y="50082"/>
                      <a:pt x="12373" y="51978"/>
                    </a:cubicBezTo>
                    <a:cubicBezTo>
                      <a:pt x="12430" y="52092"/>
                      <a:pt x="12506" y="52121"/>
                      <a:pt x="12554" y="52283"/>
                    </a:cubicBezTo>
                    <a:cubicBezTo>
                      <a:pt x="14802" y="57474"/>
                      <a:pt x="16297" y="66123"/>
                      <a:pt x="19279" y="69104"/>
                    </a:cubicBezTo>
                    <a:cubicBezTo>
                      <a:pt x="19841" y="69656"/>
                      <a:pt x="19107" y="72752"/>
                      <a:pt x="19279" y="73590"/>
                    </a:cubicBezTo>
                    <a:cubicBezTo>
                      <a:pt x="20203" y="78019"/>
                      <a:pt x="22431" y="80839"/>
                      <a:pt x="22641" y="84801"/>
                    </a:cubicBezTo>
                    <a:cubicBezTo>
                      <a:pt x="22689" y="85820"/>
                      <a:pt x="23689" y="85649"/>
                      <a:pt x="23765" y="85925"/>
                    </a:cubicBezTo>
                    <a:cubicBezTo>
                      <a:pt x="24689" y="89459"/>
                      <a:pt x="24727" y="90792"/>
                      <a:pt x="24889" y="93774"/>
                    </a:cubicBezTo>
                    <a:cubicBezTo>
                      <a:pt x="24936" y="94707"/>
                      <a:pt x="25975" y="94726"/>
                      <a:pt x="26013" y="94898"/>
                    </a:cubicBezTo>
                    <a:cubicBezTo>
                      <a:pt x="26660" y="98136"/>
                      <a:pt x="26527" y="101508"/>
                      <a:pt x="27137" y="104994"/>
                    </a:cubicBezTo>
                    <a:cubicBezTo>
                      <a:pt x="28270" y="111490"/>
                      <a:pt x="29299" y="118358"/>
                      <a:pt x="30499" y="125178"/>
                    </a:cubicBezTo>
                    <a:cubicBezTo>
                      <a:pt x="39853" y="127197"/>
                      <a:pt x="48701" y="125616"/>
                      <a:pt x="58531" y="125178"/>
                    </a:cubicBezTo>
                    <a:cubicBezTo>
                      <a:pt x="59665" y="123130"/>
                      <a:pt x="61427" y="121072"/>
                      <a:pt x="61893" y="120691"/>
                    </a:cubicBezTo>
                    <a:cubicBezTo>
                      <a:pt x="62827" y="119920"/>
                      <a:pt x="60931" y="115862"/>
                      <a:pt x="63017" y="116205"/>
                    </a:cubicBezTo>
                    <a:cubicBezTo>
                      <a:pt x="65513" y="117205"/>
                      <a:pt x="65684" y="113509"/>
                      <a:pt x="66380" y="112843"/>
                    </a:cubicBezTo>
                    <a:cubicBezTo>
                      <a:pt x="67085" y="112166"/>
                      <a:pt x="69028" y="112309"/>
                      <a:pt x="69742" y="111728"/>
                    </a:cubicBezTo>
                    <a:cubicBezTo>
                      <a:pt x="70123" y="111414"/>
                      <a:pt x="69399" y="109852"/>
                      <a:pt x="69742" y="109480"/>
                    </a:cubicBezTo>
                    <a:cubicBezTo>
                      <a:pt x="70314" y="108871"/>
                      <a:pt x="72476" y="108880"/>
                      <a:pt x="73104" y="108356"/>
                    </a:cubicBezTo>
                    <a:cubicBezTo>
                      <a:pt x="73476" y="108052"/>
                      <a:pt x="72800" y="106509"/>
                      <a:pt x="73104" y="106118"/>
                    </a:cubicBezTo>
                    <a:cubicBezTo>
                      <a:pt x="74200" y="104727"/>
                      <a:pt x="75809" y="103632"/>
                      <a:pt x="76467" y="102746"/>
                    </a:cubicBezTo>
                    <a:cubicBezTo>
                      <a:pt x="76152" y="93135"/>
                      <a:pt x="75590" y="78715"/>
                      <a:pt x="73095" y="72495"/>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38" id="38"/>
              <p:cNvGrpSpPr/>
              <p:nvPr/>
            </p:nvGrpSpPr>
            <p:grpSpPr>
              <a:xfrm>
                <a:off x="1009249" y="1037434"/>
                <a:ext cx="111443" cy="173782"/>
                <a:chOff x="1009249" y="1037434"/>
                <a:chExt cx="111443" cy="173782"/>
              </a:xfrm>
              <a:solidFill>
                <a:srgbClr val="D9DADA">
                  <a:alpha val="11000"/>
                </a:srgbClr>
              </a:solidFill>
            </p:grpSpPr>
            <p:sp>
              <p:nvSpPr>
                <p:cNvPr name="Freeform 39" id="39"/>
                <p:cNvSpPr/>
                <p:nvPr/>
              </p:nvSpPr>
              <p:spPr>
                <a:xfrm>
                  <a:off x="1045547" y="1080209"/>
                  <a:ext cx="69044" cy="129491"/>
                </a:xfrm>
                <a:custGeom>
                  <a:avLst/>
                  <a:gdLst/>
                  <a:ahLst/>
                  <a:cxnLst/>
                  <a:rect r="r" b="b" t="t" l="l"/>
                  <a:pathLst>
                    <a:path w="69044" h="129491" stroke="true" fill="norm" extrusionOk="true">
                      <a:moveTo>
                        <a:pt x="47256" y="21109"/>
                      </a:moveTo>
                      <a:cubicBezTo>
                        <a:pt x="47932" y="19119"/>
                        <a:pt x="48608" y="17128"/>
                        <a:pt x="49285" y="15137"/>
                      </a:cubicBezTo>
                      <a:cubicBezTo>
                        <a:pt x="46922" y="18785"/>
                        <a:pt x="44560" y="22443"/>
                        <a:pt x="42198" y="26091"/>
                      </a:cubicBezTo>
                      <a:cubicBezTo>
                        <a:pt x="44637" y="23262"/>
                        <a:pt x="47084" y="20433"/>
                        <a:pt x="49523" y="17614"/>
                      </a:cubicBezTo>
                      <a:cubicBezTo>
                        <a:pt x="47361" y="19528"/>
                        <a:pt x="45208" y="21433"/>
                        <a:pt x="43046" y="23348"/>
                      </a:cubicBezTo>
                      <a:cubicBezTo>
                        <a:pt x="46484" y="21547"/>
                        <a:pt x="49923" y="19738"/>
                        <a:pt x="53361" y="17928"/>
                      </a:cubicBezTo>
                      <a:cubicBezTo>
                        <a:pt x="51714" y="15680"/>
                        <a:pt x="50056" y="13442"/>
                        <a:pt x="48408" y="11194"/>
                      </a:cubicBezTo>
                      <a:cubicBezTo>
                        <a:pt x="42065" y="37988"/>
                        <a:pt x="26244" y="41740"/>
                        <a:pt x="4270" y="44350"/>
                      </a:cubicBezTo>
                      <a:cubicBezTo>
                        <a:pt x="6451" y="45769"/>
                        <a:pt x="8642" y="47198"/>
                        <a:pt x="10823" y="48617"/>
                      </a:cubicBezTo>
                      <a:cubicBezTo>
                        <a:pt x="10794" y="44598"/>
                        <a:pt x="10766" y="40578"/>
                        <a:pt x="10737" y="36559"/>
                      </a:cubicBezTo>
                      <a:cubicBezTo>
                        <a:pt x="9194" y="38159"/>
                        <a:pt x="7651" y="39750"/>
                        <a:pt x="6108" y="41350"/>
                      </a:cubicBezTo>
                      <a:cubicBezTo>
                        <a:pt x="9689" y="38921"/>
                        <a:pt x="13280" y="36502"/>
                        <a:pt x="16862" y="34073"/>
                      </a:cubicBezTo>
                      <a:cubicBezTo>
                        <a:pt x="14080" y="33920"/>
                        <a:pt x="11299" y="33768"/>
                        <a:pt x="8518" y="33616"/>
                      </a:cubicBezTo>
                      <a:cubicBezTo>
                        <a:pt x="38340" y="44979"/>
                        <a:pt x="14299" y="74145"/>
                        <a:pt x="11232" y="89508"/>
                      </a:cubicBezTo>
                      <a:cubicBezTo>
                        <a:pt x="8508" y="103148"/>
                        <a:pt x="14690" y="113873"/>
                        <a:pt x="17862" y="127018"/>
                      </a:cubicBezTo>
                      <a:cubicBezTo>
                        <a:pt x="19700" y="134657"/>
                        <a:pt x="27415" y="122208"/>
                        <a:pt x="27625" y="121770"/>
                      </a:cubicBezTo>
                      <a:cubicBezTo>
                        <a:pt x="30273" y="116150"/>
                        <a:pt x="36026" y="104710"/>
                        <a:pt x="33159" y="98328"/>
                      </a:cubicBezTo>
                      <a:cubicBezTo>
                        <a:pt x="30044" y="91728"/>
                        <a:pt x="27263" y="84984"/>
                        <a:pt x="24796" y="78107"/>
                      </a:cubicBezTo>
                      <a:cubicBezTo>
                        <a:pt x="22758" y="84127"/>
                        <a:pt x="20719" y="90156"/>
                        <a:pt x="18671" y="96176"/>
                      </a:cubicBezTo>
                      <a:cubicBezTo>
                        <a:pt x="25634" y="86908"/>
                        <a:pt x="37845" y="77697"/>
                        <a:pt x="40931" y="65829"/>
                      </a:cubicBezTo>
                      <a:cubicBezTo>
                        <a:pt x="44284" y="52961"/>
                        <a:pt x="37064" y="39959"/>
                        <a:pt x="27120" y="32825"/>
                      </a:cubicBezTo>
                      <a:cubicBezTo>
                        <a:pt x="22253" y="29339"/>
                        <a:pt x="14995" y="25491"/>
                        <a:pt x="8794" y="28586"/>
                      </a:cubicBezTo>
                      <a:cubicBezTo>
                        <a:pt x="-922" y="33435"/>
                        <a:pt x="364" y="41750"/>
                        <a:pt x="2" y="50980"/>
                      </a:cubicBezTo>
                      <a:cubicBezTo>
                        <a:pt x="-112" y="53961"/>
                        <a:pt x="4012" y="55675"/>
                        <a:pt x="6556" y="55247"/>
                      </a:cubicBezTo>
                      <a:cubicBezTo>
                        <a:pt x="23081" y="52466"/>
                        <a:pt x="36426" y="47732"/>
                        <a:pt x="48837" y="35530"/>
                      </a:cubicBezTo>
                      <a:cubicBezTo>
                        <a:pt x="60724" y="23853"/>
                        <a:pt x="56943" y="26891"/>
                        <a:pt x="68487" y="6774"/>
                      </a:cubicBezTo>
                      <a:cubicBezTo>
                        <a:pt x="70411" y="3431"/>
                        <a:pt x="67011" y="-436"/>
                        <a:pt x="63534" y="40"/>
                      </a:cubicBezTo>
                      <a:cubicBezTo>
                        <a:pt x="47123" y="2316"/>
                        <a:pt x="35207" y="13089"/>
                        <a:pt x="31416" y="29215"/>
                      </a:cubicBezTo>
                      <a:cubicBezTo>
                        <a:pt x="30530" y="32987"/>
                        <a:pt x="35673" y="34578"/>
                        <a:pt x="38274" y="33997"/>
                      </a:cubicBezTo>
                      <a:cubicBezTo>
                        <a:pt x="42408" y="33073"/>
                        <a:pt x="46075" y="24595"/>
                        <a:pt x="47256" y="2110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0" id="40"/>
                <p:cNvSpPr/>
                <p:nvPr/>
              </p:nvSpPr>
              <p:spPr>
                <a:xfrm>
                  <a:off x="1028470" y="1071018"/>
                  <a:ext cx="52357" cy="118496"/>
                </a:xfrm>
                <a:custGeom>
                  <a:avLst/>
                  <a:gdLst/>
                  <a:ahLst/>
                  <a:cxnLst/>
                  <a:rect r="r" b="b" t="t" l="l"/>
                  <a:pathLst>
                    <a:path w="52357" h="118496" stroke="true" fill="norm" extrusionOk="true">
                      <a:moveTo>
                        <a:pt x="36682" y="23147"/>
                      </a:moveTo>
                      <a:cubicBezTo>
                        <a:pt x="39130" y="19070"/>
                        <a:pt x="41568" y="14984"/>
                        <a:pt x="44016" y="10907"/>
                      </a:cubicBezTo>
                      <a:cubicBezTo>
                        <a:pt x="40359" y="14241"/>
                        <a:pt x="36701" y="17565"/>
                        <a:pt x="33044" y="20889"/>
                      </a:cubicBezTo>
                      <a:cubicBezTo>
                        <a:pt x="37282" y="18175"/>
                        <a:pt x="41521" y="15469"/>
                        <a:pt x="45769" y="12755"/>
                      </a:cubicBezTo>
                      <a:cubicBezTo>
                        <a:pt x="39454" y="13974"/>
                        <a:pt x="33148" y="15193"/>
                        <a:pt x="26833" y="16422"/>
                      </a:cubicBezTo>
                      <a:cubicBezTo>
                        <a:pt x="19994" y="23775"/>
                        <a:pt x="13155" y="31119"/>
                        <a:pt x="6316" y="38472"/>
                      </a:cubicBezTo>
                      <a:cubicBezTo>
                        <a:pt x="12222" y="40273"/>
                        <a:pt x="18127" y="42073"/>
                        <a:pt x="24023" y="43863"/>
                      </a:cubicBezTo>
                      <a:cubicBezTo>
                        <a:pt x="26957" y="37501"/>
                        <a:pt x="29891" y="31148"/>
                        <a:pt x="32825" y="24785"/>
                      </a:cubicBezTo>
                      <a:cubicBezTo>
                        <a:pt x="30281" y="23632"/>
                        <a:pt x="27748" y="22489"/>
                        <a:pt x="25205" y="21337"/>
                      </a:cubicBezTo>
                      <a:cubicBezTo>
                        <a:pt x="31434" y="26842"/>
                        <a:pt x="36254" y="33367"/>
                        <a:pt x="39663" y="40911"/>
                      </a:cubicBezTo>
                      <a:cubicBezTo>
                        <a:pt x="38873" y="37853"/>
                        <a:pt x="38092" y="34796"/>
                        <a:pt x="37311" y="31748"/>
                      </a:cubicBezTo>
                      <a:cubicBezTo>
                        <a:pt x="38054" y="36624"/>
                        <a:pt x="38787" y="41501"/>
                        <a:pt x="39530" y="46378"/>
                      </a:cubicBezTo>
                      <a:cubicBezTo>
                        <a:pt x="39549" y="39358"/>
                        <a:pt x="39568" y="32329"/>
                        <a:pt x="39587" y="25309"/>
                      </a:cubicBezTo>
                      <a:cubicBezTo>
                        <a:pt x="35701" y="31957"/>
                        <a:pt x="29605" y="37263"/>
                        <a:pt x="25014" y="43397"/>
                      </a:cubicBezTo>
                      <a:cubicBezTo>
                        <a:pt x="20356" y="49626"/>
                        <a:pt x="18451" y="55493"/>
                        <a:pt x="16156" y="63228"/>
                      </a:cubicBezTo>
                      <a:cubicBezTo>
                        <a:pt x="14479" y="68867"/>
                        <a:pt x="12936" y="74648"/>
                        <a:pt x="12184" y="80497"/>
                      </a:cubicBezTo>
                      <a:cubicBezTo>
                        <a:pt x="10307" y="95003"/>
                        <a:pt x="13555" y="97146"/>
                        <a:pt x="15822" y="112767"/>
                      </a:cubicBezTo>
                      <a:cubicBezTo>
                        <a:pt x="16899" y="120168"/>
                        <a:pt x="20204" y="120054"/>
                        <a:pt x="24023" y="114406"/>
                      </a:cubicBezTo>
                      <a:cubicBezTo>
                        <a:pt x="26233" y="107881"/>
                        <a:pt x="27938" y="101223"/>
                        <a:pt x="29148" y="94432"/>
                      </a:cubicBezTo>
                      <a:cubicBezTo>
                        <a:pt x="30643" y="87698"/>
                        <a:pt x="31624" y="80897"/>
                        <a:pt x="32101" y="74029"/>
                      </a:cubicBezTo>
                      <a:cubicBezTo>
                        <a:pt x="31272" y="65695"/>
                        <a:pt x="30662" y="57341"/>
                        <a:pt x="30262" y="48978"/>
                      </a:cubicBezTo>
                      <a:cubicBezTo>
                        <a:pt x="26024" y="61237"/>
                        <a:pt x="21785" y="73496"/>
                        <a:pt x="17546" y="85764"/>
                      </a:cubicBezTo>
                      <a:cubicBezTo>
                        <a:pt x="27738" y="74782"/>
                        <a:pt x="38320" y="66266"/>
                        <a:pt x="47293" y="54208"/>
                      </a:cubicBezTo>
                      <a:cubicBezTo>
                        <a:pt x="50951" y="49293"/>
                        <a:pt x="51446" y="30386"/>
                        <a:pt x="47941" y="25014"/>
                      </a:cubicBezTo>
                      <a:cubicBezTo>
                        <a:pt x="45712" y="21594"/>
                        <a:pt x="44693" y="20651"/>
                        <a:pt x="41111" y="18994"/>
                      </a:cubicBezTo>
                      <a:cubicBezTo>
                        <a:pt x="37158" y="17165"/>
                        <a:pt x="24414" y="15403"/>
                        <a:pt x="20252" y="16270"/>
                      </a:cubicBezTo>
                      <a:cubicBezTo>
                        <a:pt x="5774" y="19270"/>
                        <a:pt x="4192" y="28671"/>
                        <a:pt x="382" y="40920"/>
                      </a:cubicBezTo>
                      <a:cubicBezTo>
                        <a:pt x="-2885" y="51436"/>
                        <a:pt x="15699" y="49702"/>
                        <a:pt x="21375" y="48016"/>
                      </a:cubicBezTo>
                      <a:cubicBezTo>
                        <a:pt x="28738" y="45826"/>
                        <a:pt x="30062" y="44883"/>
                        <a:pt x="36644" y="39111"/>
                      </a:cubicBezTo>
                      <a:cubicBezTo>
                        <a:pt x="53932" y="23937"/>
                        <a:pt x="50960" y="24642"/>
                        <a:pt x="52341" y="3725"/>
                      </a:cubicBezTo>
                      <a:cubicBezTo>
                        <a:pt x="53160" y="-8667"/>
                        <a:pt x="23509" y="13650"/>
                        <a:pt x="21614" y="15784"/>
                      </a:cubicBezTo>
                      <a:cubicBezTo>
                        <a:pt x="14165" y="24118"/>
                        <a:pt x="10727" y="30471"/>
                        <a:pt x="8117" y="41073"/>
                      </a:cubicBezTo>
                      <a:cubicBezTo>
                        <a:pt x="6555" y="47416"/>
                        <a:pt x="16013" y="42787"/>
                        <a:pt x="17385" y="42006"/>
                      </a:cubicBezTo>
                      <a:cubicBezTo>
                        <a:pt x="22985" y="38806"/>
                        <a:pt x="34587" y="29509"/>
                        <a:pt x="36682" y="2314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1" id="41"/>
                <p:cNvSpPr/>
                <p:nvPr/>
              </p:nvSpPr>
              <p:spPr>
                <a:xfrm>
                  <a:off x="1027909" y="1037434"/>
                  <a:ext cx="64693" cy="137512"/>
                </a:xfrm>
                <a:custGeom>
                  <a:avLst/>
                  <a:gdLst/>
                  <a:ahLst/>
                  <a:cxnLst/>
                  <a:rect r="r" b="b" t="t" l="l"/>
                  <a:pathLst>
                    <a:path w="64693" h="137512" stroke="true" fill="norm" extrusionOk="true">
                      <a:moveTo>
                        <a:pt x="43644" y="23679"/>
                      </a:moveTo>
                      <a:cubicBezTo>
                        <a:pt x="46149" y="14059"/>
                        <a:pt x="53159" y="8687"/>
                        <a:pt x="64694" y="7563"/>
                      </a:cubicBezTo>
                      <a:cubicBezTo>
                        <a:pt x="58703" y="6563"/>
                        <a:pt x="52712" y="5572"/>
                        <a:pt x="46720" y="4572"/>
                      </a:cubicBezTo>
                      <a:cubicBezTo>
                        <a:pt x="46577" y="10039"/>
                        <a:pt x="46435" y="15497"/>
                        <a:pt x="46292" y="20964"/>
                      </a:cubicBezTo>
                      <a:cubicBezTo>
                        <a:pt x="47016" y="18859"/>
                        <a:pt x="47730" y="16745"/>
                        <a:pt x="48454" y="14640"/>
                      </a:cubicBezTo>
                      <a:cubicBezTo>
                        <a:pt x="37929" y="30375"/>
                        <a:pt x="24356" y="37500"/>
                        <a:pt x="7744" y="36014"/>
                      </a:cubicBezTo>
                      <a:cubicBezTo>
                        <a:pt x="9125" y="37767"/>
                        <a:pt x="10497" y="39519"/>
                        <a:pt x="11878" y="41272"/>
                      </a:cubicBezTo>
                      <a:cubicBezTo>
                        <a:pt x="11287" y="37452"/>
                        <a:pt x="10706" y="33633"/>
                        <a:pt x="10125" y="29813"/>
                      </a:cubicBezTo>
                      <a:cubicBezTo>
                        <a:pt x="9058" y="32699"/>
                        <a:pt x="8001" y="35595"/>
                        <a:pt x="6934" y="38481"/>
                      </a:cubicBezTo>
                      <a:cubicBezTo>
                        <a:pt x="11049" y="36519"/>
                        <a:pt x="15164" y="34557"/>
                        <a:pt x="19279" y="32594"/>
                      </a:cubicBezTo>
                      <a:cubicBezTo>
                        <a:pt x="16269" y="32004"/>
                        <a:pt x="13249" y="31404"/>
                        <a:pt x="10240" y="30804"/>
                      </a:cubicBezTo>
                      <a:cubicBezTo>
                        <a:pt x="52045" y="60998"/>
                        <a:pt x="26918" y="79257"/>
                        <a:pt x="17936" y="103889"/>
                      </a:cubicBezTo>
                      <a:cubicBezTo>
                        <a:pt x="14307" y="113833"/>
                        <a:pt x="14688" y="121177"/>
                        <a:pt x="12992" y="131454"/>
                      </a:cubicBezTo>
                      <a:cubicBezTo>
                        <a:pt x="11792" y="138722"/>
                        <a:pt x="22308" y="139827"/>
                        <a:pt x="23489" y="132712"/>
                      </a:cubicBezTo>
                      <a:cubicBezTo>
                        <a:pt x="24803" y="124596"/>
                        <a:pt x="26203" y="116491"/>
                        <a:pt x="27680" y="108404"/>
                      </a:cubicBezTo>
                      <a:cubicBezTo>
                        <a:pt x="30366" y="100365"/>
                        <a:pt x="33623" y="92554"/>
                        <a:pt x="37472" y="84991"/>
                      </a:cubicBezTo>
                      <a:cubicBezTo>
                        <a:pt x="42444" y="70704"/>
                        <a:pt x="43072" y="54712"/>
                        <a:pt x="34766" y="41291"/>
                      </a:cubicBezTo>
                      <a:cubicBezTo>
                        <a:pt x="29251" y="32385"/>
                        <a:pt x="22203" y="26498"/>
                        <a:pt x="11154" y="27499"/>
                      </a:cubicBezTo>
                      <a:cubicBezTo>
                        <a:pt x="3077" y="28232"/>
                        <a:pt x="4153" y="32175"/>
                        <a:pt x="295" y="40443"/>
                      </a:cubicBezTo>
                      <a:cubicBezTo>
                        <a:pt x="-1257" y="43767"/>
                        <a:pt x="3677" y="47939"/>
                        <a:pt x="6534" y="47425"/>
                      </a:cubicBezTo>
                      <a:cubicBezTo>
                        <a:pt x="29718" y="43262"/>
                        <a:pt x="21793" y="46787"/>
                        <a:pt x="41539" y="33299"/>
                      </a:cubicBezTo>
                      <a:cubicBezTo>
                        <a:pt x="56502" y="23079"/>
                        <a:pt x="54940" y="24489"/>
                        <a:pt x="61427" y="4772"/>
                      </a:cubicBezTo>
                      <a:cubicBezTo>
                        <a:pt x="65189" y="-6668"/>
                        <a:pt x="40072" y="5905"/>
                        <a:pt x="38586" y="7048"/>
                      </a:cubicBezTo>
                      <a:cubicBezTo>
                        <a:pt x="30166" y="13544"/>
                        <a:pt x="24184" y="19336"/>
                        <a:pt x="19574" y="29204"/>
                      </a:cubicBezTo>
                      <a:cubicBezTo>
                        <a:pt x="13202" y="42834"/>
                        <a:pt x="40910" y="29927"/>
                        <a:pt x="43644" y="2367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2" id="42"/>
                <p:cNvSpPr/>
                <p:nvPr/>
              </p:nvSpPr>
              <p:spPr>
                <a:xfrm>
                  <a:off x="1035595" y="1065391"/>
                  <a:ext cx="70740" cy="116329"/>
                </a:xfrm>
                <a:custGeom>
                  <a:avLst/>
                  <a:gdLst/>
                  <a:ahLst/>
                  <a:cxnLst/>
                  <a:rect r="r" b="b" t="t" l="l"/>
                  <a:pathLst>
                    <a:path w="70740" h="116329" stroke="true" fill="norm" extrusionOk="true">
                      <a:moveTo>
                        <a:pt x="16975" y="58520"/>
                      </a:moveTo>
                      <a:cubicBezTo>
                        <a:pt x="27662" y="44052"/>
                        <a:pt x="38358" y="29574"/>
                        <a:pt x="49045" y="15106"/>
                      </a:cubicBezTo>
                      <a:cubicBezTo>
                        <a:pt x="42359" y="23307"/>
                        <a:pt x="35672" y="31517"/>
                        <a:pt x="28986" y="39718"/>
                      </a:cubicBezTo>
                      <a:cubicBezTo>
                        <a:pt x="38873" y="29745"/>
                        <a:pt x="48760" y="19773"/>
                        <a:pt x="58646" y="9800"/>
                      </a:cubicBezTo>
                      <a:cubicBezTo>
                        <a:pt x="47702" y="18563"/>
                        <a:pt x="36758" y="27326"/>
                        <a:pt x="25814" y="36080"/>
                      </a:cubicBezTo>
                      <a:cubicBezTo>
                        <a:pt x="36377" y="28945"/>
                        <a:pt x="46940" y="21821"/>
                        <a:pt x="57504" y="14686"/>
                      </a:cubicBezTo>
                      <a:cubicBezTo>
                        <a:pt x="42730" y="22087"/>
                        <a:pt x="27957" y="29498"/>
                        <a:pt x="13184" y="36899"/>
                      </a:cubicBezTo>
                      <a:cubicBezTo>
                        <a:pt x="15260" y="44643"/>
                        <a:pt x="17346" y="52386"/>
                        <a:pt x="19423" y="60140"/>
                      </a:cubicBezTo>
                      <a:cubicBezTo>
                        <a:pt x="24404" y="53377"/>
                        <a:pt x="29386" y="46624"/>
                        <a:pt x="34367" y="39861"/>
                      </a:cubicBezTo>
                      <a:cubicBezTo>
                        <a:pt x="24433" y="43366"/>
                        <a:pt x="14508" y="46881"/>
                        <a:pt x="4573" y="50386"/>
                      </a:cubicBezTo>
                      <a:cubicBezTo>
                        <a:pt x="8078" y="59120"/>
                        <a:pt x="11593" y="67855"/>
                        <a:pt x="15098" y="76589"/>
                      </a:cubicBezTo>
                      <a:cubicBezTo>
                        <a:pt x="18041" y="68484"/>
                        <a:pt x="22185" y="66055"/>
                        <a:pt x="27538" y="69303"/>
                      </a:cubicBezTo>
                      <a:cubicBezTo>
                        <a:pt x="34682" y="71198"/>
                        <a:pt x="39301" y="76389"/>
                        <a:pt x="41406" y="84886"/>
                      </a:cubicBezTo>
                      <a:cubicBezTo>
                        <a:pt x="42568" y="81752"/>
                        <a:pt x="43740" y="78628"/>
                        <a:pt x="44902" y="75494"/>
                      </a:cubicBezTo>
                      <a:cubicBezTo>
                        <a:pt x="37501" y="78066"/>
                        <a:pt x="35910" y="78771"/>
                        <a:pt x="30281" y="83571"/>
                      </a:cubicBezTo>
                      <a:cubicBezTo>
                        <a:pt x="28386" y="85190"/>
                        <a:pt x="21956" y="90715"/>
                        <a:pt x="22747" y="94382"/>
                      </a:cubicBezTo>
                      <a:cubicBezTo>
                        <a:pt x="25328" y="106422"/>
                        <a:pt x="25376" y="101964"/>
                        <a:pt x="33548" y="114280"/>
                      </a:cubicBezTo>
                      <a:cubicBezTo>
                        <a:pt x="39844" y="123776"/>
                        <a:pt x="50646" y="97306"/>
                        <a:pt x="51693" y="95173"/>
                      </a:cubicBezTo>
                      <a:cubicBezTo>
                        <a:pt x="54379" y="89667"/>
                        <a:pt x="59342" y="82114"/>
                        <a:pt x="60047" y="75865"/>
                      </a:cubicBezTo>
                      <a:cubicBezTo>
                        <a:pt x="60218" y="74351"/>
                        <a:pt x="60856" y="66283"/>
                        <a:pt x="55960" y="69169"/>
                      </a:cubicBezTo>
                      <a:cubicBezTo>
                        <a:pt x="50674" y="72608"/>
                        <a:pt x="44997" y="75246"/>
                        <a:pt x="38930" y="77094"/>
                      </a:cubicBezTo>
                      <a:cubicBezTo>
                        <a:pt x="38444" y="81838"/>
                        <a:pt x="37949" y="86591"/>
                        <a:pt x="37463" y="91334"/>
                      </a:cubicBezTo>
                      <a:cubicBezTo>
                        <a:pt x="49693" y="80866"/>
                        <a:pt x="57370" y="74427"/>
                        <a:pt x="51779" y="56854"/>
                      </a:cubicBezTo>
                      <a:cubicBezTo>
                        <a:pt x="48007" y="44976"/>
                        <a:pt x="35063" y="29498"/>
                        <a:pt x="20699" y="30555"/>
                      </a:cubicBezTo>
                      <a:cubicBezTo>
                        <a:pt x="5488" y="31679"/>
                        <a:pt x="4554" y="43214"/>
                        <a:pt x="1268" y="54529"/>
                      </a:cubicBezTo>
                      <a:cubicBezTo>
                        <a:pt x="182" y="58263"/>
                        <a:pt x="5754" y="87734"/>
                        <a:pt x="13993" y="79371"/>
                      </a:cubicBezTo>
                      <a:cubicBezTo>
                        <a:pt x="36225" y="56787"/>
                        <a:pt x="54170" y="31184"/>
                        <a:pt x="69857" y="3818"/>
                      </a:cubicBezTo>
                      <a:cubicBezTo>
                        <a:pt x="75868" y="-6659"/>
                        <a:pt x="49112" y="7933"/>
                        <a:pt x="52131" y="6228"/>
                      </a:cubicBezTo>
                      <a:cubicBezTo>
                        <a:pt x="43130" y="11515"/>
                        <a:pt x="34320" y="17106"/>
                        <a:pt x="25709" y="23011"/>
                      </a:cubicBezTo>
                      <a:cubicBezTo>
                        <a:pt x="20680" y="25678"/>
                        <a:pt x="16565" y="29307"/>
                        <a:pt x="13355" y="33879"/>
                      </a:cubicBezTo>
                      <a:cubicBezTo>
                        <a:pt x="9097" y="44395"/>
                        <a:pt x="4830" y="54920"/>
                        <a:pt x="573" y="65445"/>
                      </a:cubicBezTo>
                      <a:cubicBezTo>
                        <a:pt x="-3961" y="76656"/>
                        <a:pt x="20013" y="55415"/>
                        <a:pt x="16975" y="5852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3" id="43"/>
                <p:cNvSpPr/>
                <p:nvPr/>
              </p:nvSpPr>
              <p:spPr>
                <a:xfrm>
                  <a:off x="1044291" y="1037821"/>
                  <a:ext cx="59374" cy="135054"/>
                </a:xfrm>
                <a:custGeom>
                  <a:avLst/>
                  <a:gdLst/>
                  <a:ahLst/>
                  <a:cxnLst/>
                  <a:rect r="r" b="b" t="t" l="l"/>
                  <a:pathLst>
                    <a:path w="59374" h="135054" stroke="true" fill="norm" extrusionOk="true">
                      <a:moveTo>
                        <a:pt x="42968" y="20368"/>
                      </a:moveTo>
                      <a:cubicBezTo>
                        <a:pt x="45245" y="17282"/>
                        <a:pt x="47521" y="14205"/>
                        <a:pt x="49798" y="11119"/>
                      </a:cubicBezTo>
                      <a:cubicBezTo>
                        <a:pt x="45578" y="14148"/>
                        <a:pt x="41368" y="17187"/>
                        <a:pt x="37148" y="20216"/>
                      </a:cubicBezTo>
                      <a:cubicBezTo>
                        <a:pt x="44549" y="16387"/>
                        <a:pt x="51950" y="12558"/>
                        <a:pt x="59351" y="8729"/>
                      </a:cubicBezTo>
                      <a:cubicBezTo>
                        <a:pt x="50407" y="10110"/>
                        <a:pt x="41463" y="11500"/>
                        <a:pt x="32519" y="12881"/>
                      </a:cubicBezTo>
                      <a:cubicBezTo>
                        <a:pt x="24290" y="19797"/>
                        <a:pt x="16060" y="26721"/>
                        <a:pt x="7830" y="33636"/>
                      </a:cubicBezTo>
                      <a:cubicBezTo>
                        <a:pt x="9135" y="35446"/>
                        <a:pt x="10440" y="37256"/>
                        <a:pt x="11745" y="39066"/>
                      </a:cubicBezTo>
                      <a:cubicBezTo>
                        <a:pt x="11212" y="35360"/>
                        <a:pt x="10669" y="31646"/>
                        <a:pt x="10135" y="27940"/>
                      </a:cubicBezTo>
                      <a:cubicBezTo>
                        <a:pt x="9726" y="30122"/>
                        <a:pt x="9316" y="32303"/>
                        <a:pt x="8907" y="34484"/>
                      </a:cubicBezTo>
                      <a:cubicBezTo>
                        <a:pt x="12479" y="32046"/>
                        <a:pt x="16060" y="29607"/>
                        <a:pt x="19641" y="27169"/>
                      </a:cubicBezTo>
                      <a:cubicBezTo>
                        <a:pt x="16298" y="27264"/>
                        <a:pt x="12964" y="27369"/>
                        <a:pt x="9621" y="27464"/>
                      </a:cubicBezTo>
                      <a:cubicBezTo>
                        <a:pt x="18575" y="33027"/>
                        <a:pt x="28824" y="42047"/>
                        <a:pt x="30643" y="52991"/>
                      </a:cubicBezTo>
                      <a:cubicBezTo>
                        <a:pt x="32919" y="66669"/>
                        <a:pt x="27376" y="73984"/>
                        <a:pt x="21385" y="87796"/>
                      </a:cubicBezTo>
                      <a:cubicBezTo>
                        <a:pt x="14155" y="104455"/>
                        <a:pt x="14984" y="112580"/>
                        <a:pt x="14098" y="130772"/>
                      </a:cubicBezTo>
                      <a:cubicBezTo>
                        <a:pt x="13803" y="136878"/>
                        <a:pt x="24566" y="136506"/>
                        <a:pt x="25004" y="129325"/>
                      </a:cubicBezTo>
                      <a:cubicBezTo>
                        <a:pt x="25356" y="123429"/>
                        <a:pt x="25728" y="117542"/>
                        <a:pt x="26128" y="111656"/>
                      </a:cubicBezTo>
                      <a:cubicBezTo>
                        <a:pt x="25709" y="100178"/>
                        <a:pt x="29528" y="89834"/>
                        <a:pt x="37587" y="80633"/>
                      </a:cubicBezTo>
                      <a:cubicBezTo>
                        <a:pt x="42549" y="67736"/>
                        <a:pt x="44787" y="57497"/>
                        <a:pt x="39120" y="44085"/>
                      </a:cubicBezTo>
                      <a:cubicBezTo>
                        <a:pt x="36291" y="37399"/>
                        <a:pt x="33224" y="29807"/>
                        <a:pt x="25709" y="26493"/>
                      </a:cubicBezTo>
                      <a:cubicBezTo>
                        <a:pt x="20527" y="24207"/>
                        <a:pt x="12888" y="24883"/>
                        <a:pt x="7383" y="24797"/>
                      </a:cubicBezTo>
                      <a:cubicBezTo>
                        <a:pt x="5325" y="24769"/>
                        <a:pt x="4697" y="25378"/>
                        <a:pt x="4011" y="27274"/>
                      </a:cubicBezTo>
                      <a:cubicBezTo>
                        <a:pt x="2754" y="30760"/>
                        <a:pt x="1496" y="34256"/>
                        <a:pt x="230" y="37742"/>
                      </a:cubicBezTo>
                      <a:cubicBezTo>
                        <a:pt x="-1009" y="41171"/>
                        <a:pt x="3020" y="45371"/>
                        <a:pt x="6164" y="44981"/>
                      </a:cubicBezTo>
                      <a:cubicBezTo>
                        <a:pt x="23261" y="42876"/>
                        <a:pt x="19318" y="45257"/>
                        <a:pt x="31538" y="37646"/>
                      </a:cubicBezTo>
                      <a:cubicBezTo>
                        <a:pt x="37596" y="33675"/>
                        <a:pt x="43644" y="29693"/>
                        <a:pt x="49702" y="25721"/>
                      </a:cubicBezTo>
                      <a:cubicBezTo>
                        <a:pt x="53931" y="19158"/>
                        <a:pt x="57008" y="12015"/>
                        <a:pt x="58951" y="4271"/>
                      </a:cubicBezTo>
                      <a:cubicBezTo>
                        <a:pt x="61390" y="-1616"/>
                        <a:pt x="52588" y="137"/>
                        <a:pt x="50388" y="623"/>
                      </a:cubicBezTo>
                      <a:cubicBezTo>
                        <a:pt x="43016" y="2242"/>
                        <a:pt x="31833" y="7481"/>
                        <a:pt x="26404" y="12881"/>
                      </a:cubicBezTo>
                      <a:cubicBezTo>
                        <a:pt x="17584" y="21654"/>
                        <a:pt x="12717" y="28674"/>
                        <a:pt x="9012" y="40313"/>
                      </a:cubicBezTo>
                      <a:cubicBezTo>
                        <a:pt x="6326" y="48762"/>
                        <a:pt x="21451" y="40152"/>
                        <a:pt x="21461" y="40152"/>
                      </a:cubicBezTo>
                      <a:cubicBezTo>
                        <a:pt x="28747" y="35465"/>
                        <a:pt x="39634" y="28807"/>
                        <a:pt x="42968" y="2036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4" id="44"/>
                <p:cNvSpPr/>
                <p:nvPr/>
              </p:nvSpPr>
              <p:spPr>
                <a:xfrm>
                  <a:off x="1009249" y="1051989"/>
                  <a:ext cx="78375" cy="137346"/>
                </a:xfrm>
                <a:custGeom>
                  <a:avLst/>
                  <a:gdLst/>
                  <a:ahLst/>
                  <a:cxnLst/>
                  <a:rect r="r" b="b" t="t" l="l"/>
                  <a:pathLst>
                    <a:path w="78375" h="137346" stroke="true" fill="norm" extrusionOk="true">
                      <a:moveTo>
                        <a:pt x="54179" y="21601"/>
                      </a:moveTo>
                      <a:cubicBezTo>
                        <a:pt x="59599" y="18268"/>
                        <a:pt x="65009" y="14934"/>
                        <a:pt x="70428" y="11600"/>
                      </a:cubicBezTo>
                      <a:cubicBezTo>
                        <a:pt x="68609" y="9038"/>
                        <a:pt x="66780" y="6476"/>
                        <a:pt x="64961" y="3913"/>
                      </a:cubicBezTo>
                      <a:cubicBezTo>
                        <a:pt x="58122" y="30736"/>
                        <a:pt x="37529" y="44842"/>
                        <a:pt x="3182" y="46233"/>
                      </a:cubicBezTo>
                      <a:cubicBezTo>
                        <a:pt x="3944" y="49348"/>
                        <a:pt x="4696" y="52453"/>
                        <a:pt x="5458" y="55568"/>
                      </a:cubicBezTo>
                      <a:cubicBezTo>
                        <a:pt x="30947" y="63416"/>
                        <a:pt x="37682" y="76370"/>
                        <a:pt x="25661" y="94420"/>
                      </a:cubicBezTo>
                      <a:cubicBezTo>
                        <a:pt x="23204" y="99078"/>
                        <a:pt x="21508" y="103974"/>
                        <a:pt x="20565" y="109098"/>
                      </a:cubicBezTo>
                      <a:cubicBezTo>
                        <a:pt x="18736" y="116804"/>
                        <a:pt x="20698" y="123243"/>
                        <a:pt x="20832" y="131101"/>
                      </a:cubicBezTo>
                      <a:cubicBezTo>
                        <a:pt x="20889" y="134568"/>
                        <a:pt x="23032" y="138597"/>
                        <a:pt x="27385" y="136978"/>
                      </a:cubicBezTo>
                      <a:cubicBezTo>
                        <a:pt x="31747" y="135358"/>
                        <a:pt x="32071" y="127805"/>
                        <a:pt x="32243" y="123986"/>
                      </a:cubicBezTo>
                      <a:cubicBezTo>
                        <a:pt x="32643" y="115318"/>
                        <a:pt x="32233" y="107203"/>
                        <a:pt x="35300" y="98897"/>
                      </a:cubicBezTo>
                      <a:cubicBezTo>
                        <a:pt x="40463" y="84933"/>
                        <a:pt x="45044" y="75580"/>
                        <a:pt x="40006" y="60225"/>
                      </a:cubicBezTo>
                      <a:cubicBezTo>
                        <a:pt x="37424" y="52358"/>
                        <a:pt x="31366" y="42128"/>
                        <a:pt x="24166" y="37613"/>
                      </a:cubicBezTo>
                      <a:cubicBezTo>
                        <a:pt x="12774" y="30469"/>
                        <a:pt x="11335" y="33441"/>
                        <a:pt x="1163" y="39546"/>
                      </a:cubicBezTo>
                      <a:cubicBezTo>
                        <a:pt x="372" y="40127"/>
                        <a:pt x="-18" y="40918"/>
                        <a:pt x="1" y="41918"/>
                      </a:cubicBezTo>
                      <a:cubicBezTo>
                        <a:pt x="582" y="45976"/>
                        <a:pt x="1153" y="50033"/>
                        <a:pt x="1725" y="54101"/>
                      </a:cubicBezTo>
                      <a:cubicBezTo>
                        <a:pt x="1839" y="54882"/>
                        <a:pt x="2410" y="57206"/>
                        <a:pt x="3877" y="56796"/>
                      </a:cubicBezTo>
                      <a:cubicBezTo>
                        <a:pt x="12107" y="54463"/>
                        <a:pt x="20337" y="52139"/>
                        <a:pt x="28557" y="49805"/>
                      </a:cubicBezTo>
                      <a:cubicBezTo>
                        <a:pt x="36824" y="45290"/>
                        <a:pt x="44816" y="40318"/>
                        <a:pt x="52522" y="34908"/>
                      </a:cubicBezTo>
                      <a:cubicBezTo>
                        <a:pt x="69533" y="23564"/>
                        <a:pt x="61599" y="30422"/>
                        <a:pt x="77715" y="7714"/>
                      </a:cubicBezTo>
                      <a:cubicBezTo>
                        <a:pt x="80115" y="4323"/>
                        <a:pt x="75439" y="-401"/>
                        <a:pt x="72248" y="27"/>
                      </a:cubicBezTo>
                      <a:cubicBezTo>
                        <a:pt x="57913" y="1942"/>
                        <a:pt x="46492" y="8409"/>
                        <a:pt x="40025" y="21487"/>
                      </a:cubicBezTo>
                      <a:cubicBezTo>
                        <a:pt x="38748" y="24068"/>
                        <a:pt x="42558" y="28021"/>
                        <a:pt x="44901" y="28278"/>
                      </a:cubicBezTo>
                      <a:cubicBezTo>
                        <a:pt x="48102" y="28602"/>
                        <a:pt x="52922" y="24230"/>
                        <a:pt x="54179" y="21601"/>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5" id="45"/>
                <p:cNvSpPr/>
                <p:nvPr/>
              </p:nvSpPr>
              <p:spPr>
                <a:xfrm>
                  <a:off x="1023082" y="1080263"/>
                  <a:ext cx="83642" cy="130954"/>
                </a:xfrm>
                <a:custGeom>
                  <a:avLst/>
                  <a:gdLst/>
                  <a:ahLst/>
                  <a:cxnLst/>
                  <a:rect r="r" b="b" t="t" l="l"/>
                  <a:pathLst>
                    <a:path w="83642" h="130954" stroke="true" fill="norm" extrusionOk="true">
                      <a:moveTo>
                        <a:pt x="60101" y="20160"/>
                      </a:moveTo>
                      <a:cubicBezTo>
                        <a:pt x="64292" y="14531"/>
                        <a:pt x="69664" y="12121"/>
                        <a:pt x="76198" y="12931"/>
                      </a:cubicBezTo>
                      <a:cubicBezTo>
                        <a:pt x="74798" y="10121"/>
                        <a:pt x="73398" y="7301"/>
                        <a:pt x="71998" y="4492"/>
                      </a:cubicBezTo>
                      <a:cubicBezTo>
                        <a:pt x="68454" y="14293"/>
                        <a:pt x="62482" y="22037"/>
                        <a:pt x="54081" y="27723"/>
                      </a:cubicBezTo>
                      <a:cubicBezTo>
                        <a:pt x="41308" y="40172"/>
                        <a:pt x="25515" y="47573"/>
                        <a:pt x="6694" y="49916"/>
                      </a:cubicBezTo>
                      <a:cubicBezTo>
                        <a:pt x="7504" y="50974"/>
                        <a:pt x="8313" y="52031"/>
                        <a:pt x="9123" y="53098"/>
                      </a:cubicBezTo>
                      <a:cubicBezTo>
                        <a:pt x="5494" y="62156"/>
                        <a:pt x="35002" y="73538"/>
                        <a:pt x="31383" y="84416"/>
                      </a:cubicBezTo>
                      <a:cubicBezTo>
                        <a:pt x="29887" y="88921"/>
                        <a:pt x="25601" y="92312"/>
                        <a:pt x="24115" y="96998"/>
                      </a:cubicBezTo>
                      <a:cubicBezTo>
                        <a:pt x="20858" y="107285"/>
                        <a:pt x="25182" y="116477"/>
                        <a:pt x="26754" y="126650"/>
                      </a:cubicBezTo>
                      <a:cubicBezTo>
                        <a:pt x="27535" y="131660"/>
                        <a:pt x="31145" y="131917"/>
                        <a:pt x="34660" y="129364"/>
                      </a:cubicBezTo>
                      <a:cubicBezTo>
                        <a:pt x="38365" y="126678"/>
                        <a:pt x="43489" y="111172"/>
                        <a:pt x="42432" y="106762"/>
                      </a:cubicBezTo>
                      <a:cubicBezTo>
                        <a:pt x="41298" y="102037"/>
                        <a:pt x="38793" y="94770"/>
                        <a:pt x="38841" y="90169"/>
                      </a:cubicBezTo>
                      <a:cubicBezTo>
                        <a:pt x="36917" y="93722"/>
                        <a:pt x="34993" y="97265"/>
                        <a:pt x="33059" y="100818"/>
                      </a:cubicBezTo>
                      <a:cubicBezTo>
                        <a:pt x="38889" y="93312"/>
                        <a:pt x="47909" y="85816"/>
                        <a:pt x="49699" y="76015"/>
                      </a:cubicBezTo>
                      <a:cubicBezTo>
                        <a:pt x="51481" y="66271"/>
                        <a:pt x="45489" y="54317"/>
                        <a:pt x="39279" y="47449"/>
                      </a:cubicBezTo>
                      <a:cubicBezTo>
                        <a:pt x="33964" y="41572"/>
                        <a:pt x="24258" y="34467"/>
                        <a:pt x="15533" y="34829"/>
                      </a:cubicBezTo>
                      <a:cubicBezTo>
                        <a:pt x="722" y="35448"/>
                        <a:pt x="1855" y="43906"/>
                        <a:pt x="46" y="54993"/>
                      </a:cubicBezTo>
                      <a:cubicBezTo>
                        <a:pt x="-192" y="56441"/>
                        <a:pt x="484" y="58594"/>
                        <a:pt x="2475" y="58165"/>
                      </a:cubicBezTo>
                      <a:cubicBezTo>
                        <a:pt x="18448" y="55641"/>
                        <a:pt x="33878" y="51202"/>
                        <a:pt x="48785" y="44849"/>
                      </a:cubicBezTo>
                      <a:cubicBezTo>
                        <a:pt x="63787" y="36076"/>
                        <a:pt x="75188" y="23942"/>
                        <a:pt x="82970" y="8445"/>
                      </a:cubicBezTo>
                      <a:cubicBezTo>
                        <a:pt x="84790" y="5797"/>
                        <a:pt x="82761" y="-204"/>
                        <a:pt x="78770" y="5"/>
                      </a:cubicBezTo>
                      <a:cubicBezTo>
                        <a:pt x="64701" y="748"/>
                        <a:pt x="55386" y="5196"/>
                        <a:pt x="49176" y="17693"/>
                      </a:cubicBezTo>
                      <a:cubicBezTo>
                        <a:pt x="46194" y="23713"/>
                        <a:pt x="56767" y="26856"/>
                        <a:pt x="60101" y="2016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6" id="46"/>
                <p:cNvSpPr/>
                <p:nvPr/>
              </p:nvSpPr>
              <p:spPr>
                <a:xfrm>
                  <a:off x="1054883" y="1060103"/>
                  <a:ext cx="65808" cy="125673"/>
                </a:xfrm>
                <a:custGeom>
                  <a:avLst/>
                  <a:gdLst/>
                  <a:ahLst/>
                  <a:cxnLst/>
                  <a:rect r="r" b="b" t="t" l="l"/>
                  <a:pathLst>
                    <a:path w="65808" h="125673" stroke="true" fill="norm" extrusionOk="true">
                      <a:moveTo>
                        <a:pt x="40796" y="25679"/>
                      </a:moveTo>
                      <a:cubicBezTo>
                        <a:pt x="42015" y="21936"/>
                        <a:pt x="43225" y="18183"/>
                        <a:pt x="44434" y="14440"/>
                      </a:cubicBezTo>
                      <a:cubicBezTo>
                        <a:pt x="42177" y="18364"/>
                        <a:pt x="39910" y="22298"/>
                        <a:pt x="37653" y="26222"/>
                      </a:cubicBezTo>
                      <a:cubicBezTo>
                        <a:pt x="41167" y="21869"/>
                        <a:pt x="44682" y="17526"/>
                        <a:pt x="48197" y="13173"/>
                      </a:cubicBezTo>
                      <a:cubicBezTo>
                        <a:pt x="37843" y="23555"/>
                        <a:pt x="27490" y="33928"/>
                        <a:pt x="17136" y="44310"/>
                      </a:cubicBezTo>
                      <a:cubicBezTo>
                        <a:pt x="30023" y="34157"/>
                        <a:pt x="42901" y="23994"/>
                        <a:pt x="55788" y="13840"/>
                      </a:cubicBezTo>
                      <a:cubicBezTo>
                        <a:pt x="43482" y="20231"/>
                        <a:pt x="31176" y="26613"/>
                        <a:pt x="18879" y="33004"/>
                      </a:cubicBezTo>
                      <a:cubicBezTo>
                        <a:pt x="20508" y="37300"/>
                        <a:pt x="22136" y="41596"/>
                        <a:pt x="23765" y="45891"/>
                      </a:cubicBezTo>
                      <a:cubicBezTo>
                        <a:pt x="25013" y="43958"/>
                        <a:pt x="26270" y="42015"/>
                        <a:pt x="27518" y="40081"/>
                      </a:cubicBezTo>
                      <a:cubicBezTo>
                        <a:pt x="19679" y="42110"/>
                        <a:pt x="11849" y="44139"/>
                        <a:pt x="4010" y="46177"/>
                      </a:cubicBezTo>
                      <a:cubicBezTo>
                        <a:pt x="8306" y="48759"/>
                        <a:pt x="12592" y="51340"/>
                        <a:pt x="16888" y="53912"/>
                      </a:cubicBezTo>
                      <a:cubicBezTo>
                        <a:pt x="22451" y="46063"/>
                        <a:pt x="28013" y="38224"/>
                        <a:pt x="33586" y="30385"/>
                      </a:cubicBezTo>
                      <a:cubicBezTo>
                        <a:pt x="30337" y="29604"/>
                        <a:pt x="27089" y="28832"/>
                        <a:pt x="23841" y="28051"/>
                      </a:cubicBezTo>
                      <a:cubicBezTo>
                        <a:pt x="30156" y="37643"/>
                        <a:pt x="36462" y="47225"/>
                        <a:pt x="42777" y="56817"/>
                      </a:cubicBezTo>
                      <a:cubicBezTo>
                        <a:pt x="42949" y="48882"/>
                        <a:pt x="43120" y="40958"/>
                        <a:pt x="43291" y="33023"/>
                      </a:cubicBezTo>
                      <a:cubicBezTo>
                        <a:pt x="36329" y="47625"/>
                        <a:pt x="24442" y="59169"/>
                        <a:pt x="18441" y="74247"/>
                      </a:cubicBezTo>
                      <a:cubicBezTo>
                        <a:pt x="12230" y="89859"/>
                        <a:pt x="15602" y="105261"/>
                        <a:pt x="16526" y="121482"/>
                      </a:cubicBezTo>
                      <a:cubicBezTo>
                        <a:pt x="16841" y="127016"/>
                        <a:pt x="21574" y="126282"/>
                        <a:pt x="24565" y="123777"/>
                      </a:cubicBezTo>
                      <a:cubicBezTo>
                        <a:pt x="29185" y="119920"/>
                        <a:pt x="31547" y="105280"/>
                        <a:pt x="31480" y="99574"/>
                      </a:cubicBezTo>
                      <a:cubicBezTo>
                        <a:pt x="31347" y="88382"/>
                        <a:pt x="30347" y="78324"/>
                        <a:pt x="31442" y="67161"/>
                      </a:cubicBezTo>
                      <a:cubicBezTo>
                        <a:pt x="28642" y="74219"/>
                        <a:pt x="25832" y="81267"/>
                        <a:pt x="23032" y="88325"/>
                      </a:cubicBezTo>
                      <a:cubicBezTo>
                        <a:pt x="32671" y="77267"/>
                        <a:pt x="42539" y="68942"/>
                        <a:pt x="51131" y="56998"/>
                      </a:cubicBezTo>
                      <a:cubicBezTo>
                        <a:pt x="53455" y="53759"/>
                        <a:pt x="54750" y="33595"/>
                        <a:pt x="49978" y="30794"/>
                      </a:cubicBezTo>
                      <a:cubicBezTo>
                        <a:pt x="43158" y="26803"/>
                        <a:pt x="25108" y="21888"/>
                        <a:pt x="18336" y="23574"/>
                      </a:cubicBezTo>
                      <a:cubicBezTo>
                        <a:pt x="3277" y="27337"/>
                        <a:pt x="2839" y="38633"/>
                        <a:pt x="38" y="51664"/>
                      </a:cubicBezTo>
                      <a:cubicBezTo>
                        <a:pt x="-724" y="55226"/>
                        <a:pt x="10068" y="60636"/>
                        <a:pt x="12916" y="59398"/>
                      </a:cubicBezTo>
                      <a:cubicBezTo>
                        <a:pt x="19603" y="56493"/>
                        <a:pt x="27280" y="53978"/>
                        <a:pt x="32890" y="49511"/>
                      </a:cubicBezTo>
                      <a:cubicBezTo>
                        <a:pt x="46892" y="38367"/>
                        <a:pt x="57027" y="18393"/>
                        <a:pt x="65580" y="4058"/>
                      </a:cubicBezTo>
                      <a:cubicBezTo>
                        <a:pt x="66285" y="1591"/>
                        <a:pt x="65361" y="238"/>
                        <a:pt x="62808" y="0"/>
                      </a:cubicBezTo>
                      <a:cubicBezTo>
                        <a:pt x="46092" y="2429"/>
                        <a:pt x="34471" y="13249"/>
                        <a:pt x="22356" y="24765"/>
                      </a:cubicBezTo>
                      <a:cubicBezTo>
                        <a:pt x="12583" y="34061"/>
                        <a:pt x="6935" y="45634"/>
                        <a:pt x="5801" y="59074"/>
                      </a:cubicBezTo>
                      <a:cubicBezTo>
                        <a:pt x="5115" y="67237"/>
                        <a:pt x="15612" y="57617"/>
                        <a:pt x="16812" y="56550"/>
                      </a:cubicBezTo>
                      <a:cubicBezTo>
                        <a:pt x="24689" y="49521"/>
                        <a:pt x="37481" y="35919"/>
                        <a:pt x="40796" y="2567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7" id="47"/>
                <p:cNvSpPr/>
                <p:nvPr/>
              </p:nvSpPr>
              <p:spPr>
                <a:xfrm>
                  <a:off x="1021634" y="1046485"/>
                  <a:ext cx="61920" cy="130325"/>
                </a:xfrm>
                <a:custGeom>
                  <a:avLst/>
                  <a:gdLst/>
                  <a:ahLst/>
                  <a:cxnLst/>
                  <a:rect r="r" b="b" t="t" l="l"/>
                  <a:pathLst>
                    <a:path w="61920" h="130325" stroke="true" fill="norm" extrusionOk="true">
                      <a:moveTo>
                        <a:pt x="40870" y="24011"/>
                      </a:moveTo>
                      <a:cubicBezTo>
                        <a:pt x="42213" y="18619"/>
                        <a:pt x="45242" y="14409"/>
                        <a:pt x="49966" y="11390"/>
                      </a:cubicBezTo>
                      <a:cubicBezTo>
                        <a:pt x="46928" y="13562"/>
                        <a:pt x="43889" y="15724"/>
                        <a:pt x="40851" y="17895"/>
                      </a:cubicBezTo>
                      <a:cubicBezTo>
                        <a:pt x="47871" y="14486"/>
                        <a:pt x="54891" y="11076"/>
                        <a:pt x="61920" y="7666"/>
                      </a:cubicBezTo>
                      <a:cubicBezTo>
                        <a:pt x="55548" y="7904"/>
                        <a:pt x="49176" y="8151"/>
                        <a:pt x="42803" y="8399"/>
                      </a:cubicBezTo>
                      <a:cubicBezTo>
                        <a:pt x="43203" y="12609"/>
                        <a:pt x="43613" y="16819"/>
                        <a:pt x="44013" y="21020"/>
                      </a:cubicBezTo>
                      <a:cubicBezTo>
                        <a:pt x="44585" y="18858"/>
                        <a:pt x="45147" y="16705"/>
                        <a:pt x="45718" y="14543"/>
                      </a:cubicBezTo>
                      <a:cubicBezTo>
                        <a:pt x="41556" y="20096"/>
                        <a:pt x="37403" y="25649"/>
                        <a:pt x="33240" y="31192"/>
                      </a:cubicBezTo>
                      <a:cubicBezTo>
                        <a:pt x="35164" y="30087"/>
                        <a:pt x="37088" y="28983"/>
                        <a:pt x="39003" y="27878"/>
                      </a:cubicBezTo>
                      <a:cubicBezTo>
                        <a:pt x="30021" y="32478"/>
                        <a:pt x="20572" y="34679"/>
                        <a:pt x="10638" y="34469"/>
                      </a:cubicBezTo>
                      <a:cubicBezTo>
                        <a:pt x="12009" y="36250"/>
                        <a:pt x="13381" y="38022"/>
                        <a:pt x="14752" y="39803"/>
                      </a:cubicBezTo>
                      <a:cubicBezTo>
                        <a:pt x="13400" y="35802"/>
                        <a:pt x="12038" y="31812"/>
                        <a:pt x="10685" y="27821"/>
                      </a:cubicBezTo>
                      <a:cubicBezTo>
                        <a:pt x="10380" y="30592"/>
                        <a:pt x="10085" y="33364"/>
                        <a:pt x="9780" y="36126"/>
                      </a:cubicBezTo>
                      <a:cubicBezTo>
                        <a:pt x="12866" y="34136"/>
                        <a:pt x="15962" y="32145"/>
                        <a:pt x="19048" y="30154"/>
                      </a:cubicBezTo>
                      <a:cubicBezTo>
                        <a:pt x="16057" y="29487"/>
                        <a:pt x="13057" y="28811"/>
                        <a:pt x="10066" y="28144"/>
                      </a:cubicBezTo>
                      <a:cubicBezTo>
                        <a:pt x="15676" y="32554"/>
                        <a:pt x="22134" y="36250"/>
                        <a:pt x="24363" y="43499"/>
                      </a:cubicBezTo>
                      <a:cubicBezTo>
                        <a:pt x="24077" y="53157"/>
                        <a:pt x="23801" y="62815"/>
                        <a:pt x="23515" y="72474"/>
                      </a:cubicBezTo>
                      <a:cubicBezTo>
                        <a:pt x="20553" y="76579"/>
                        <a:pt x="18248" y="81018"/>
                        <a:pt x="16619" y="85799"/>
                      </a:cubicBezTo>
                      <a:cubicBezTo>
                        <a:pt x="13790" y="92533"/>
                        <a:pt x="12866" y="95362"/>
                        <a:pt x="12400" y="102582"/>
                      </a:cubicBezTo>
                      <a:cubicBezTo>
                        <a:pt x="11847" y="111136"/>
                        <a:pt x="14790" y="118746"/>
                        <a:pt x="16162" y="127242"/>
                      </a:cubicBezTo>
                      <a:cubicBezTo>
                        <a:pt x="16857" y="131557"/>
                        <a:pt x="22039" y="130576"/>
                        <a:pt x="24354" y="128900"/>
                      </a:cubicBezTo>
                      <a:cubicBezTo>
                        <a:pt x="27840" y="126366"/>
                        <a:pt x="28440" y="115222"/>
                        <a:pt x="27897" y="111402"/>
                      </a:cubicBezTo>
                      <a:cubicBezTo>
                        <a:pt x="26744" y="103297"/>
                        <a:pt x="24906" y="97010"/>
                        <a:pt x="25163" y="88781"/>
                      </a:cubicBezTo>
                      <a:cubicBezTo>
                        <a:pt x="24192" y="92352"/>
                        <a:pt x="23230" y="95934"/>
                        <a:pt x="22258" y="99506"/>
                      </a:cubicBezTo>
                      <a:cubicBezTo>
                        <a:pt x="28535" y="88828"/>
                        <a:pt x="38765" y="78513"/>
                        <a:pt x="39936" y="65616"/>
                      </a:cubicBezTo>
                      <a:cubicBezTo>
                        <a:pt x="41098" y="52766"/>
                        <a:pt x="37822" y="34593"/>
                        <a:pt x="25373" y="27668"/>
                      </a:cubicBezTo>
                      <a:cubicBezTo>
                        <a:pt x="21610" y="25582"/>
                        <a:pt x="12904" y="25249"/>
                        <a:pt x="10790" y="25582"/>
                      </a:cubicBezTo>
                      <a:cubicBezTo>
                        <a:pt x="2151" y="26973"/>
                        <a:pt x="3837" y="30449"/>
                        <a:pt x="360" y="39870"/>
                      </a:cubicBezTo>
                      <a:cubicBezTo>
                        <a:pt x="-1288" y="44337"/>
                        <a:pt x="3046" y="47490"/>
                        <a:pt x="6761" y="46880"/>
                      </a:cubicBezTo>
                      <a:cubicBezTo>
                        <a:pt x="13628" y="47252"/>
                        <a:pt x="20029" y="46061"/>
                        <a:pt x="25973" y="43318"/>
                      </a:cubicBezTo>
                      <a:cubicBezTo>
                        <a:pt x="33231" y="38431"/>
                        <a:pt x="40403" y="33431"/>
                        <a:pt x="47490" y="28306"/>
                      </a:cubicBezTo>
                      <a:cubicBezTo>
                        <a:pt x="57939" y="20829"/>
                        <a:pt x="55376" y="19620"/>
                        <a:pt x="58767" y="4732"/>
                      </a:cubicBezTo>
                      <a:cubicBezTo>
                        <a:pt x="61472" y="-7193"/>
                        <a:pt x="36593" y="7018"/>
                        <a:pt x="34888" y="8370"/>
                      </a:cubicBezTo>
                      <a:cubicBezTo>
                        <a:pt x="26668" y="14886"/>
                        <a:pt x="20829" y="20848"/>
                        <a:pt x="16333" y="30573"/>
                      </a:cubicBezTo>
                      <a:cubicBezTo>
                        <a:pt x="14238" y="35107"/>
                        <a:pt x="16448" y="37422"/>
                        <a:pt x="21039" y="37488"/>
                      </a:cubicBezTo>
                      <a:cubicBezTo>
                        <a:pt x="25658" y="37574"/>
                        <a:pt x="39003" y="28202"/>
                        <a:pt x="40870" y="24011"/>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8" id="48"/>
                <p:cNvSpPr/>
                <p:nvPr/>
              </p:nvSpPr>
              <p:spPr>
                <a:xfrm>
                  <a:off x="1026818" y="1049591"/>
                  <a:ext cx="63600" cy="120540"/>
                </a:xfrm>
                <a:custGeom>
                  <a:avLst/>
                  <a:gdLst/>
                  <a:ahLst/>
                  <a:cxnLst/>
                  <a:rect r="r" b="b" t="t" l="l"/>
                  <a:pathLst>
                    <a:path w="63600" h="120540" stroke="true" fill="norm" extrusionOk="true">
                      <a:moveTo>
                        <a:pt x="48658" y="20418"/>
                      </a:moveTo>
                      <a:cubicBezTo>
                        <a:pt x="52468" y="16247"/>
                        <a:pt x="56278" y="12075"/>
                        <a:pt x="60098" y="7903"/>
                      </a:cubicBezTo>
                      <a:cubicBezTo>
                        <a:pt x="49830" y="13846"/>
                        <a:pt x="39562" y="19780"/>
                        <a:pt x="29304" y="25724"/>
                      </a:cubicBezTo>
                      <a:cubicBezTo>
                        <a:pt x="39324" y="20723"/>
                        <a:pt x="49344" y="15713"/>
                        <a:pt x="59355" y="10712"/>
                      </a:cubicBezTo>
                      <a:cubicBezTo>
                        <a:pt x="46315" y="14494"/>
                        <a:pt x="33275" y="18275"/>
                        <a:pt x="20226" y="22066"/>
                      </a:cubicBezTo>
                      <a:cubicBezTo>
                        <a:pt x="21855" y="34773"/>
                        <a:pt x="17235" y="41869"/>
                        <a:pt x="6377" y="43374"/>
                      </a:cubicBezTo>
                      <a:cubicBezTo>
                        <a:pt x="7529" y="43812"/>
                        <a:pt x="8682" y="44250"/>
                        <a:pt x="9825" y="44688"/>
                      </a:cubicBezTo>
                      <a:cubicBezTo>
                        <a:pt x="13683" y="38878"/>
                        <a:pt x="17540" y="33068"/>
                        <a:pt x="21398" y="27267"/>
                      </a:cubicBezTo>
                      <a:cubicBezTo>
                        <a:pt x="19302" y="28258"/>
                        <a:pt x="17216" y="29258"/>
                        <a:pt x="15121" y="30248"/>
                      </a:cubicBezTo>
                      <a:cubicBezTo>
                        <a:pt x="25036" y="34801"/>
                        <a:pt x="34952" y="39345"/>
                        <a:pt x="44867" y="43898"/>
                      </a:cubicBezTo>
                      <a:cubicBezTo>
                        <a:pt x="41638" y="39554"/>
                        <a:pt x="38400" y="35211"/>
                        <a:pt x="35171" y="30867"/>
                      </a:cubicBezTo>
                      <a:cubicBezTo>
                        <a:pt x="38000" y="36678"/>
                        <a:pt x="40829" y="42488"/>
                        <a:pt x="43658" y="48298"/>
                      </a:cubicBezTo>
                      <a:cubicBezTo>
                        <a:pt x="41838" y="41935"/>
                        <a:pt x="40019" y="35573"/>
                        <a:pt x="38200" y="29210"/>
                      </a:cubicBezTo>
                      <a:cubicBezTo>
                        <a:pt x="35838" y="44431"/>
                        <a:pt x="28132" y="57909"/>
                        <a:pt x="24932" y="73063"/>
                      </a:cubicBezTo>
                      <a:cubicBezTo>
                        <a:pt x="21741" y="88189"/>
                        <a:pt x="25198" y="100952"/>
                        <a:pt x="27237" y="116002"/>
                      </a:cubicBezTo>
                      <a:cubicBezTo>
                        <a:pt x="27999" y="121688"/>
                        <a:pt x="32180" y="121679"/>
                        <a:pt x="35371" y="117926"/>
                      </a:cubicBezTo>
                      <a:cubicBezTo>
                        <a:pt x="39819" y="112687"/>
                        <a:pt x="43020" y="96171"/>
                        <a:pt x="42105" y="89456"/>
                      </a:cubicBezTo>
                      <a:cubicBezTo>
                        <a:pt x="40657" y="78826"/>
                        <a:pt x="38610" y="69329"/>
                        <a:pt x="38419" y="58576"/>
                      </a:cubicBezTo>
                      <a:cubicBezTo>
                        <a:pt x="36123" y="67262"/>
                        <a:pt x="33818" y="75959"/>
                        <a:pt x="31523" y="84646"/>
                      </a:cubicBezTo>
                      <a:cubicBezTo>
                        <a:pt x="39962" y="74978"/>
                        <a:pt x="47172" y="64491"/>
                        <a:pt x="53145" y="53184"/>
                      </a:cubicBezTo>
                      <a:cubicBezTo>
                        <a:pt x="56526" y="47384"/>
                        <a:pt x="49639" y="27438"/>
                        <a:pt x="43715" y="24762"/>
                      </a:cubicBezTo>
                      <a:cubicBezTo>
                        <a:pt x="36057" y="21295"/>
                        <a:pt x="25932" y="16351"/>
                        <a:pt x="17026" y="18675"/>
                      </a:cubicBezTo>
                      <a:cubicBezTo>
                        <a:pt x="3100" y="22304"/>
                        <a:pt x="2062" y="35411"/>
                        <a:pt x="24" y="47403"/>
                      </a:cubicBezTo>
                      <a:cubicBezTo>
                        <a:pt x="-167" y="48536"/>
                        <a:pt x="824" y="49155"/>
                        <a:pt x="1795" y="49193"/>
                      </a:cubicBezTo>
                      <a:cubicBezTo>
                        <a:pt x="19140" y="49765"/>
                        <a:pt x="15940" y="51327"/>
                        <a:pt x="29389" y="44736"/>
                      </a:cubicBezTo>
                      <a:cubicBezTo>
                        <a:pt x="39191" y="40907"/>
                        <a:pt x="47439" y="34763"/>
                        <a:pt x="54126" y="26295"/>
                      </a:cubicBezTo>
                      <a:cubicBezTo>
                        <a:pt x="59612" y="20380"/>
                        <a:pt x="62632" y="13037"/>
                        <a:pt x="63184" y="4264"/>
                      </a:cubicBezTo>
                      <a:cubicBezTo>
                        <a:pt x="66613" y="-5309"/>
                        <a:pt x="47754" y="4216"/>
                        <a:pt x="47592" y="4293"/>
                      </a:cubicBezTo>
                      <a:cubicBezTo>
                        <a:pt x="36847" y="9350"/>
                        <a:pt x="20883" y="15723"/>
                        <a:pt x="13711" y="25762"/>
                      </a:cubicBezTo>
                      <a:cubicBezTo>
                        <a:pt x="7167" y="34925"/>
                        <a:pt x="3586" y="41440"/>
                        <a:pt x="1148" y="52384"/>
                      </a:cubicBezTo>
                      <a:cubicBezTo>
                        <a:pt x="-1186" y="62833"/>
                        <a:pt x="17693" y="48698"/>
                        <a:pt x="17150" y="49089"/>
                      </a:cubicBezTo>
                      <a:cubicBezTo>
                        <a:pt x="26208" y="42602"/>
                        <a:pt x="44810" y="31753"/>
                        <a:pt x="48658" y="2041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9" id="49"/>
                <p:cNvSpPr/>
                <p:nvPr/>
              </p:nvSpPr>
              <p:spPr>
                <a:xfrm>
                  <a:off x="1053713" y="1072118"/>
                  <a:ext cx="65449" cy="125439"/>
                </a:xfrm>
                <a:custGeom>
                  <a:avLst/>
                  <a:gdLst/>
                  <a:ahLst/>
                  <a:cxnLst/>
                  <a:rect r="r" b="b" t="t" l="l"/>
                  <a:pathLst>
                    <a:path w="65449" h="125439" stroke="true" fill="norm" extrusionOk="true">
                      <a:moveTo>
                        <a:pt x="42348" y="24457"/>
                      </a:moveTo>
                      <a:cubicBezTo>
                        <a:pt x="42995" y="22276"/>
                        <a:pt x="43643" y="20094"/>
                        <a:pt x="44291" y="17904"/>
                      </a:cubicBezTo>
                      <a:cubicBezTo>
                        <a:pt x="41271" y="22475"/>
                        <a:pt x="38252" y="27048"/>
                        <a:pt x="35233" y="31619"/>
                      </a:cubicBezTo>
                      <a:cubicBezTo>
                        <a:pt x="38290" y="28124"/>
                        <a:pt x="41348" y="24619"/>
                        <a:pt x="44405" y="21123"/>
                      </a:cubicBezTo>
                      <a:cubicBezTo>
                        <a:pt x="39957" y="24761"/>
                        <a:pt x="35499" y="28410"/>
                        <a:pt x="31051" y="32048"/>
                      </a:cubicBezTo>
                      <a:cubicBezTo>
                        <a:pt x="34690" y="29695"/>
                        <a:pt x="38338" y="27333"/>
                        <a:pt x="41976" y="24981"/>
                      </a:cubicBezTo>
                      <a:cubicBezTo>
                        <a:pt x="37785" y="26038"/>
                        <a:pt x="33604" y="27105"/>
                        <a:pt x="29413" y="28162"/>
                      </a:cubicBezTo>
                      <a:cubicBezTo>
                        <a:pt x="20907" y="34096"/>
                        <a:pt x="12411" y="40030"/>
                        <a:pt x="3905" y="45964"/>
                      </a:cubicBezTo>
                      <a:cubicBezTo>
                        <a:pt x="7629" y="48307"/>
                        <a:pt x="11363" y="50660"/>
                        <a:pt x="15087" y="53003"/>
                      </a:cubicBezTo>
                      <a:cubicBezTo>
                        <a:pt x="17497" y="45650"/>
                        <a:pt x="19897" y="38287"/>
                        <a:pt x="22307" y="30934"/>
                      </a:cubicBezTo>
                      <a:cubicBezTo>
                        <a:pt x="20364" y="32010"/>
                        <a:pt x="18411" y="33086"/>
                        <a:pt x="16468" y="34163"/>
                      </a:cubicBezTo>
                      <a:cubicBezTo>
                        <a:pt x="20859" y="33944"/>
                        <a:pt x="25250" y="33715"/>
                        <a:pt x="29641" y="33496"/>
                      </a:cubicBezTo>
                      <a:cubicBezTo>
                        <a:pt x="27622" y="32010"/>
                        <a:pt x="25603" y="30534"/>
                        <a:pt x="23583" y="29048"/>
                      </a:cubicBezTo>
                      <a:cubicBezTo>
                        <a:pt x="29118" y="35191"/>
                        <a:pt x="34147" y="41735"/>
                        <a:pt x="38643" y="48688"/>
                      </a:cubicBezTo>
                      <a:cubicBezTo>
                        <a:pt x="37100" y="45145"/>
                        <a:pt x="35547" y="41602"/>
                        <a:pt x="33994" y="38058"/>
                      </a:cubicBezTo>
                      <a:cubicBezTo>
                        <a:pt x="35366" y="43831"/>
                        <a:pt x="36738" y="49593"/>
                        <a:pt x="38100" y="55365"/>
                      </a:cubicBezTo>
                      <a:cubicBezTo>
                        <a:pt x="37671" y="49660"/>
                        <a:pt x="37233" y="43945"/>
                        <a:pt x="36804" y="38239"/>
                      </a:cubicBezTo>
                      <a:cubicBezTo>
                        <a:pt x="30956" y="52432"/>
                        <a:pt x="20050" y="63709"/>
                        <a:pt x="15325" y="78511"/>
                      </a:cubicBezTo>
                      <a:cubicBezTo>
                        <a:pt x="10515" y="93589"/>
                        <a:pt x="14830" y="105114"/>
                        <a:pt x="16859" y="120612"/>
                      </a:cubicBezTo>
                      <a:cubicBezTo>
                        <a:pt x="17564" y="125993"/>
                        <a:pt x="21069" y="126889"/>
                        <a:pt x="24803" y="123231"/>
                      </a:cubicBezTo>
                      <a:cubicBezTo>
                        <a:pt x="29127" y="118992"/>
                        <a:pt x="34785" y="102009"/>
                        <a:pt x="33766" y="96028"/>
                      </a:cubicBezTo>
                      <a:cubicBezTo>
                        <a:pt x="32251" y="87122"/>
                        <a:pt x="29679" y="76539"/>
                        <a:pt x="29460" y="67729"/>
                      </a:cubicBezTo>
                      <a:cubicBezTo>
                        <a:pt x="26660" y="75006"/>
                        <a:pt x="23860" y="82292"/>
                        <a:pt x="21059" y="89570"/>
                      </a:cubicBezTo>
                      <a:cubicBezTo>
                        <a:pt x="29727" y="79435"/>
                        <a:pt x="38804" y="72025"/>
                        <a:pt x="46320" y="60995"/>
                      </a:cubicBezTo>
                      <a:cubicBezTo>
                        <a:pt x="49130" y="56870"/>
                        <a:pt x="48920" y="41173"/>
                        <a:pt x="45091" y="37211"/>
                      </a:cubicBezTo>
                      <a:cubicBezTo>
                        <a:pt x="37280" y="29124"/>
                        <a:pt x="28975" y="22790"/>
                        <a:pt x="16516" y="24866"/>
                      </a:cubicBezTo>
                      <a:cubicBezTo>
                        <a:pt x="2600" y="27181"/>
                        <a:pt x="2028" y="40983"/>
                        <a:pt x="38" y="51508"/>
                      </a:cubicBezTo>
                      <a:cubicBezTo>
                        <a:pt x="-648" y="55156"/>
                        <a:pt x="8220" y="59499"/>
                        <a:pt x="11220" y="58547"/>
                      </a:cubicBezTo>
                      <a:cubicBezTo>
                        <a:pt x="19916" y="55794"/>
                        <a:pt x="28994" y="53289"/>
                        <a:pt x="36118" y="47231"/>
                      </a:cubicBezTo>
                      <a:cubicBezTo>
                        <a:pt x="48568" y="36639"/>
                        <a:pt x="56235" y="21380"/>
                        <a:pt x="63855" y="7474"/>
                      </a:cubicBezTo>
                      <a:cubicBezTo>
                        <a:pt x="64312" y="6645"/>
                        <a:pt x="67827" y="-756"/>
                        <a:pt x="62674" y="63"/>
                      </a:cubicBezTo>
                      <a:cubicBezTo>
                        <a:pt x="38852" y="3826"/>
                        <a:pt x="18488" y="25590"/>
                        <a:pt x="16573" y="49736"/>
                      </a:cubicBezTo>
                      <a:cubicBezTo>
                        <a:pt x="16030" y="56585"/>
                        <a:pt x="25079" y="49346"/>
                        <a:pt x="26089" y="48422"/>
                      </a:cubicBezTo>
                      <a:cubicBezTo>
                        <a:pt x="32146" y="42964"/>
                        <a:pt x="39995" y="32362"/>
                        <a:pt x="42348" y="2445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50" id="50"/>
                <p:cNvSpPr/>
                <p:nvPr/>
              </p:nvSpPr>
              <p:spPr>
                <a:xfrm>
                  <a:off x="1012107" y="1063426"/>
                  <a:ext cx="78063" cy="132066"/>
                </a:xfrm>
                <a:custGeom>
                  <a:avLst/>
                  <a:gdLst/>
                  <a:ahLst/>
                  <a:cxnLst/>
                  <a:rect r="r" b="b" t="t" l="l"/>
                  <a:pathLst>
                    <a:path w="78063" h="132066" stroke="true" fill="norm" extrusionOk="true">
                      <a:moveTo>
                        <a:pt x="54179" y="21014"/>
                      </a:moveTo>
                      <a:cubicBezTo>
                        <a:pt x="59951" y="17927"/>
                        <a:pt x="65723" y="14841"/>
                        <a:pt x="71495" y="11755"/>
                      </a:cubicBezTo>
                      <a:cubicBezTo>
                        <a:pt x="69438" y="9393"/>
                        <a:pt x="67371" y="7031"/>
                        <a:pt x="65304" y="4678"/>
                      </a:cubicBezTo>
                      <a:cubicBezTo>
                        <a:pt x="62637" y="18270"/>
                        <a:pt x="54331" y="27081"/>
                        <a:pt x="40396" y="31091"/>
                      </a:cubicBezTo>
                      <a:cubicBezTo>
                        <a:pt x="29947" y="41245"/>
                        <a:pt x="17526" y="46236"/>
                        <a:pt x="3125" y="46055"/>
                      </a:cubicBezTo>
                      <a:cubicBezTo>
                        <a:pt x="4191" y="48684"/>
                        <a:pt x="5268" y="51322"/>
                        <a:pt x="6334" y="53951"/>
                      </a:cubicBezTo>
                      <a:cubicBezTo>
                        <a:pt x="7725" y="50093"/>
                        <a:pt x="9116" y="46236"/>
                        <a:pt x="10506" y="42378"/>
                      </a:cubicBezTo>
                      <a:cubicBezTo>
                        <a:pt x="8954" y="43245"/>
                        <a:pt x="7401" y="44102"/>
                        <a:pt x="5849" y="44969"/>
                      </a:cubicBezTo>
                      <a:cubicBezTo>
                        <a:pt x="26832" y="59914"/>
                        <a:pt x="32995" y="74211"/>
                        <a:pt x="24337" y="87860"/>
                      </a:cubicBezTo>
                      <a:cubicBezTo>
                        <a:pt x="22470" y="91499"/>
                        <a:pt x="20746" y="95204"/>
                        <a:pt x="19174" y="98976"/>
                      </a:cubicBezTo>
                      <a:cubicBezTo>
                        <a:pt x="16088" y="109644"/>
                        <a:pt x="19965" y="118007"/>
                        <a:pt x="21660" y="128417"/>
                      </a:cubicBezTo>
                      <a:cubicBezTo>
                        <a:pt x="22508" y="133628"/>
                        <a:pt x="26937" y="132294"/>
                        <a:pt x="29804" y="130313"/>
                      </a:cubicBezTo>
                      <a:cubicBezTo>
                        <a:pt x="33585" y="127703"/>
                        <a:pt x="35557" y="112968"/>
                        <a:pt x="34814" y="108758"/>
                      </a:cubicBezTo>
                      <a:cubicBezTo>
                        <a:pt x="33776" y="102795"/>
                        <a:pt x="32023" y="99357"/>
                        <a:pt x="32471" y="93232"/>
                      </a:cubicBezTo>
                      <a:cubicBezTo>
                        <a:pt x="31004" y="96680"/>
                        <a:pt x="29547" y="100119"/>
                        <a:pt x="28080" y="103567"/>
                      </a:cubicBezTo>
                      <a:cubicBezTo>
                        <a:pt x="38996" y="85745"/>
                        <a:pt x="47330" y="74506"/>
                        <a:pt x="36872" y="53694"/>
                      </a:cubicBezTo>
                      <a:cubicBezTo>
                        <a:pt x="33557" y="47093"/>
                        <a:pt x="29928" y="41140"/>
                        <a:pt x="23137" y="37139"/>
                      </a:cubicBezTo>
                      <a:cubicBezTo>
                        <a:pt x="11678" y="30396"/>
                        <a:pt x="10630" y="33472"/>
                        <a:pt x="753" y="39692"/>
                      </a:cubicBezTo>
                      <a:cubicBezTo>
                        <a:pt x="86" y="40511"/>
                        <a:pt x="-143" y="41445"/>
                        <a:pt x="86" y="42502"/>
                      </a:cubicBezTo>
                      <a:cubicBezTo>
                        <a:pt x="343" y="46102"/>
                        <a:pt x="600" y="49712"/>
                        <a:pt x="858" y="53313"/>
                      </a:cubicBezTo>
                      <a:cubicBezTo>
                        <a:pt x="1019" y="55637"/>
                        <a:pt x="2220" y="56837"/>
                        <a:pt x="4639" y="56323"/>
                      </a:cubicBezTo>
                      <a:cubicBezTo>
                        <a:pt x="12145" y="54742"/>
                        <a:pt x="19660" y="53151"/>
                        <a:pt x="27175" y="51570"/>
                      </a:cubicBezTo>
                      <a:cubicBezTo>
                        <a:pt x="34081" y="49169"/>
                        <a:pt x="40215" y="45217"/>
                        <a:pt x="45577" y="39702"/>
                      </a:cubicBezTo>
                      <a:cubicBezTo>
                        <a:pt x="69866" y="23747"/>
                        <a:pt x="60284" y="32796"/>
                        <a:pt x="77801" y="7317"/>
                      </a:cubicBezTo>
                      <a:cubicBezTo>
                        <a:pt x="78991" y="5593"/>
                        <a:pt x="75867" y="-103"/>
                        <a:pt x="73762" y="1"/>
                      </a:cubicBezTo>
                      <a:cubicBezTo>
                        <a:pt x="59465" y="716"/>
                        <a:pt x="49187" y="5126"/>
                        <a:pt x="42929" y="18480"/>
                      </a:cubicBezTo>
                      <a:cubicBezTo>
                        <a:pt x="40548" y="23576"/>
                        <a:pt x="51283" y="26957"/>
                        <a:pt x="54179" y="21014"/>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grpSp>
        </p:grpSp>
        <p:grpSp>
          <p:nvGrpSpPr>
            <p:cNvPr name="Group 51" id="51"/>
            <p:cNvGrpSpPr/>
            <p:nvPr/>
          </p:nvGrpSpPr>
          <p:grpSpPr>
            <a:xfrm>
              <a:off x="4553552" y="4456321"/>
              <a:ext cx="150715" cy="126127"/>
              <a:chOff x="940923" y="1027321"/>
              <a:chExt cx="150715" cy="126127"/>
            </a:xfrm>
          </p:grpSpPr>
          <p:sp>
            <p:nvSpPr>
              <p:cNvPr name="Freeform 52" id="52"/>
              <p:cNvSpPr/>
              <p:nvPr/>
            </p:nvSpPr>
            <p:spPr>
              <a:xfrm>
                <a:off x="940923" y="1053865"/>
                <a:ext cx="122295" cy="99583"/>
              </a:xfrm>
              <a:custGeom>
                <a:avLst/>
                <a:gdLst/>
                <a:ahLst/>
                <a:cxnLst/>
                <a:rect r="r" b="b" t="t" l="l"/>
                <a:pathLst>
                  <a:path w="122295" h="99583" stroke="true" fill="norm" extrusionOk="true">
                    <a:moveTo>
                      <a:pt x="122295" y="43329"/>
                    </a:moveTo>
                    <a:lnTo>
                      <a:pt x="119437" y="37167"/>
                    </a:lnTo>
                    <a:cubicBezTo>
                      <a:pt x="118552" y="36824"/>
                      <a:pt x="117647" y="36538"/>
                      <a:pt x="116656" y="36481"/>
                    </a:cubicBezTo>
                    <a:cubicBezTo>
                      <a:pt x="113570" y="35357"/>
                      <a:pt x="111770" y="32937"/>
                      <a:pt x="108255" y="32242"/>
                    </a:cubicBezTo>
                    <a:cubicBezTo>
                      <a:pt x="107036" y="28604"/>
                      <a:pt x="102769" y="28013"/>
                      <a:pt x="100407" y="25517"/>
                    </a:cubicBezTo>
                    <a:cubicBezTo>
                      <a:pt x="94244" y="25946"/>
                      <a:pt x="87138" y="25365"/>
                      <a:pt x="84709" y="24394"/>
                    </a:cubicBezTo>
                    <a:cubicBezTo>
                      <a:pt x="81118" y="22965"/>
                      <a:pt x="77499" y="22793"/>
                      <a:pt x="74613" y="19907"/>
                    </a:cubicBezTo>
                    <a:cubicBezTo>
                      <a:pt x="72260" y="17545"/>
                      <a:pt x="70412" y="15078"/>
                      <a:pt x="71251" y="10935"/>
                    </a:cubicBezTo>
                    <a:cubicBezTo>
                      <a:pt x="70679" y="10868"/>
                      <a:pt x="70050" y="10830"/>
                      <a:pt x="69403" y="10782"/>
                    </a:cubicBezTo>
                    <a:cubicBezTo>
                      <a:pt x="66650" y="10582"/>
                      <a:pt x="63450" y="10335"/>
                      <a:pt x="62068" y="7963"/>
                    </a:cubicBezTo>
                    <a:cubicBezTo>
                      <a:pt x="61097" y="6306"/>
                      <a:pt x="60449" y="4353"/>
                      <a:pt x="58916" y="3086"/>
                    </a:cubicBezTo>
                    <a:cubicBezTo>
                      <a:pt x="58916" y="3143"/>
                      <a:pt x="58887" y="3200"/>
                      <a:pt x="58878" y="3267"/>
                    </a:cubicBezTo>
                    <a:cubicBezTo>
                      <a:pt x="58497" y="2581"/>
                      <a:pt x="58116" y="1896"/>
                      <a:pt x="57849" y="1162"/>
                    </a:cubicBezTo>
                    <a:cubicBezTo>
                      <a:pt x="57649" y="619"/>
                      <a:pt x="57287" y="257"/>
                      <a:pt x="56887" y="0"/>
                    </a:cubicBezTo>
                    <a:lnTo>
                      <a:pt x="53620" y="3010"/>
                    </a:lnTo>
                    <a:cubicBezTo>
                      <a:pt x="52134" y="3153"/>
                      <a:pt x="52601" y="5248"/>
                      <a:pt x="51067" y="5334"/>
                    </a:cubicBezTo>
                    <a:cubicBezTo>
                      <a:pt x="50115" y="7115"/>
                      <a:pt x="49276" y="9458"/>
                      <a:pt x="47705" y="10944"/>
                    </a:cubicBezTo>
                    <a:cubicBezTo>
                      <a:pt x="46895" y="11697"/>
                      <a:pt x="45133" y="11325"/>
                      <a:pt x="44342" y="12068"/>
                    </a:cubicBezTo>
                    <a:cubicBezTo>
                      <a:pt x="43028" y="13287"/>
                      <a:pt x="40923" y="15488"/>
                      <a:pt x="38742" y="17669"/>
                    </a:cubicBezTo>
                    <a:cubicBezTo>
                      <a:pt x="37503" y="18907"/>
                      <a:pt x="36589" y="21346"/>
                      <a:pt x="35379" y="22155"/>
                    </a:cubicBezTo>
                    <a:cubicBezTo>
                      <a:pt x="34017" y="23070"/>
                      <a:pt x="32408" y="22498"/>
                      <a:pt x="30893" y="23279"/>
                    </a:cubicBezTo>
                    <a:cubicBezTo>
                      <a:pt x="30264" y="23603"/>
                      <a:pt x="29179" y="25308"/>
                      <a:pt x="28655" y="25527"/>
                    </a:cubicBezTo>
                    <a:cubicBezTo>
                      <a:pt x="26693" y="26337"/>
                      <a:pt x="24226" y="26384"/>
                      <a:pt x="22082" y="27213"/>
                    </a:cubicBezTo>
                    <a:lnTo>
                      <a:pt x="22025" y="27184"/>
                    </a:lnTo>
                    <a:cubicBezTo>
                      <a:pt x="22025" y="27184"/>
                      <a:pt x="16739" y="28061"/>
                      <a:pt x="14853" y="28585"/>
                    </a:cubicBezTo>
                    <a:cubicBezTo>
                      <a:pt x="13872" y="27680"/>
                      <a:pt x="13272" y="28356"/>
                      <a:pt x="11834" y="28899"/>
                    </a:cubicBezTo>
                    <a:cubicBezTo>
                      <a:pt x="11605" y="28985"/>
                      <a:pt x="11014" y="28889"/>
                      <a:pt x="10491" y="28832"/>
                    </a:cubicBezTo>
                    <a:cubicBezTo>
                      <a:pt x="10081" y="28794"/>
                      <a:pt x="9700" y="28766"/>
                      <a:pt x="9595" y="28899"/>
                    </a:cubicBezTo>
                    <a:cubicBezTo>
                      <a:pt x="8433" y="30318"/>
                      <a:pt x="3594" y="31852"/>
                      <a:pt x="1747" y="34509"/>
                    </a:cubicBezTo>
                    <a:cubicBezTo>
                      <a:pt x="1461" y="34909"/>
                      <a:pt x="2109" y="36443"/>
                      <a:pt x="1747" y="36747"/>
                    </a:cubicBezTo>
                    <a:cubicBezTo>
                      <a:pt x="1651" y="36833"/>
                      <a:pt x="651" y="36652"/>
                      <a:pt x="623" y="36747"/>
                    </a:cubicBezTo>
                    <a:cubicBezTo>
                      <a:pt x="-1768" y="44939"/>
                      <a:pt x="3128" y="50587"/>
                      <a:pt x="8471" y="54683"/>
                    </a:cubicBezTo>
                    <a:cubicBezTo>
                      <a:pt x="12758" y="53102"/>
                      <a:pt x="16634" y="57617"/>
                      <a:pt x="18558" y="54683"/>
                    </a:cubicBezTo>
                    <a:cubicBezTo>
                      <a:pt x="20768" y="56083"/>
                      <a:pt x="20101" y="59084"/>
                      <a:pt x="20797" y="61408"/>
                    </a:cubicBezTo>
                    <a:cubicBezTo>
                      <a:pt x="22483" y="67037"/>
                      <a:pt x="25159" y="73409"/>
                      <a:pt x="28645" y="78219"/>
                    </a:cubicBezTo>
                    <a:cubicBezTo>
                      <a:pt x="28645" y="78238"/>
                      <a:pt x="28636" y="78248"/>
                      <a:pt x="28636" y="78267"/>
                    </a:cubicBezTo>
                    <a:cubicBezTo>
                      <a:pt x="29522" y="79058"/>
                      <a:pt x="30017" y="80000"/>
                      <a:pt x="30436" y="81077"/>
                    </a:cubicBezTo>
                    <a:cubicBezTo>
                      <a:pt x="30503" y="81248"/>
                      <a:pt x="30598" y="81410"/>
                      <a:pt x="30664" y="81591"/>
                    </a:cubicBezTo>
                    <a:cubicBezTo>
                      <a:pt x="31007" y="82572"/>
                      <a:pt x="31731" y="83353"/>
                      <a:pt x="32522" y="84049"/>
                    </a:cubicBezTo>
                    <a:cubicBezTo>
                      <a:pt x="36218" y="85334"/>
                      <a:pt x="38342" y="88192"/>
                      <a:pt x="40980" y="90545"/>
                    </a:cubicBezTo>
                    <a:cubicBezTo>
                      <a:pt x="44666" y="90869"/>
                      <a:pt x="46781" y="92764"/>
                      <a:pt x="49962" y="93602"/>
                    </a:cubicBezTo>
                    <a:cubicBezTo>
                      <a:pt x="50200" y="93574"/>
                      <a:pt x="50477" y="93612"/>
                      <a:pt x="50753" y="93678"/>
                    </a:cubicBezTo>
                    <a:cubicBezTo>
                      <a:pt x="50829" y="93697"/>
                      <a:pt x="50886" y="93678"/>
                      <a:pt x="50962" y="93697"/>
                    </a:cubicBezTo>
                    <a:cubicBezTo>
                      <a:pt x="52620" y="94193"/>
                      <a:pt x="54010" y="95240"/>
                      <a:pt x="55572" y="95869"/>
                    </a:cubicBezTo>
                    <a:cubicBezTo>
                      <a:pt x="55830" y="95983"/>
                      <a:pt x="56087" y="96098"/>
                      <a:pt x="56353" y="96174"/>
                    </a:cubicBezTo>
                    <a:cubicBezTo>
                      <a:pt x="64240" y="96164"/>
                      <a:pt x="68269" y="100127"/>
                      <a:pt x="76851" y="99517"/>
                    </a:cubicBezTo>
                    <a:cubicBezTo>
                      <a:pt x="77556" y="99470"/>
                      <a:pt x="78413" y="99689"/>
                      <a:pt x="79090" y="99517"/>
                    </a:cubicBezTo>
                    <a:cubicBezTo>
                      <a:pt x="79690" y="99365"/>
                      <a:pt x="80318" y="98384"/>
                      <a:pt x="80214" y="98393"/>
                    </a:cubicBezTo>
                    <a:cubicBezTo>
                      <a:pt x="85538" y="97841"/>
                      <a:pt x="87929" y="98822"/>
                      <a:pt x="92548" y="97269"/>
                    </a:cubicBezTo>
                    <a:cubicBezTo>
                      <a:pt x="93253" y="97041"/>
                      <a:pt x="94968" y="96660"/>
                      <a:pt x="95911" y="96155"/>
                    </a:cubicBezTo>
                    <a:cubicBezTo>
                      <a:pt x="96625" y="95774"/>
                      <a:pt x="97301" y="94669"/>
                      <a:pt x="97930" y="94107"/>
                    </a:cubicBezTo>
                    <a:cubicBezTo>
                      <a:pt x="98006" y="94040"/>
                      <a:pt x="98073" y="93955"/>
                      <a:pt x="98149" y="93907"/>
                    </a:cubicBezTo>
                    <a:cubicBezTo>
                      <a:pt x="99930" y="92745"/>
                      <a:pt x="102445" y="91726"/>
                      <a:pt x="103759" y="90545"/>
                    </a:cubicBezTo>
                    <a:cubicBezTo>
                      <a:pt x="103902" y="90421"/>
                      <a:pt x="103998" y="90249"/>
                      <a:pt x="104131" y="90116"/>
                    </a:cubicBezTo>
                    <a:cubicBezTo>
                      <a:pt x="105293" y="88906"/>
                      <a:pt x="106217" y="87411"/>
                      <a:pt x="107122" y="86068"/>
                    </a:cubicBezTo>
                    <a:cubicBezTo>
                      <a:pt x="107579" y="85401"/>
                      <a:pt x="109017" y="84449"/>
                      <a:pt x="109360" y="83820"/>
                    </a:cubicBezTo>
                    <a:cubicBezTo>
                      <a:pt x="109589" y="83410"/>
                      <a:pt x="109017" y="81858"/>
                      <a:pt x="109360" y="81582"/>
                    </a:cubicBezTo>
                    <a:cubicBezTo>
                      <a:pt x="109541" y="81439"/>
                      <a:pt x="110351" y="81763"/>
                      <a:pt x="110484" y="81582"/>
                    </a:cubicBezTo>
                    <a:cubicBezTo>
                      <a:pt x="111132" y="80686"/>
                      <a:pt x="112037" y="80458"/>
                      <a:pt x="112722" y="79334"/>
                    </a:cubicBezTo>
                    <a:cubicBezTo>
                      <a:pt x="113180" y="78591"/>
                      <a:pt x="113332" y="77876"/>
                      <a:pt x="113846" y="77095"/>
                    </a:cubicBezTo>
                    <a:cubicBezTo>
                      <a:pt x="114218" y="76514"/>
                      <a:pt x="114427" y="74286"/>
                      <a:pt x="114970" y="73733"/>
                    </a:cubicBezTo>
                    <a:cubicBezTo>
                      <a:pt x="115313" y="73390"/>
                      <a:pt x="116209" y="73571"/>
                      <a:pt x="116771" y="73419"/>
                    </a:cubicBezTo>
                    <a:cubicBezTo>
                      <a:pt x="116809" y="73190"/>
                      <a:pt x="116828" y="72962"/>
                      <a:pt x="116932" y="72723"/>
                    </a:cubicBezTo>
                    <a:cubicBezTo>
                      <a:pt x="117542" y="71390"/>
                      <a:pt x="118009" y="70075"/>
                      <a:pt x="118590" y="68818"/>
                    </a:cubicBezTo>
                    <a:cubicBezTo>
                      <a:pt x="118571" y="68732"/>
                      <a:pt x="118609" y="68618"/>
                      <a:pt x="118599" y="68532"/>
                    </a:cubicBezTo>
                    <a:cubicBezTo>
                      <a:pt x="118399" y="66437"/>
                      <a:pt x="120161" y="63741"/>
                      <a:pt x="120581" y="61398"/>
                    </a:cubicBezTo>
                    <a:cubicBezTo>
                      <a:pt x="120838" y="59950"/>
                      <a:pt x="120390" y="58369"/>
                      <a:pt x="120581" y="56912"/>
                    </a:cubicBezTo>
                    <a:cubicBezTo>
                      <a:pt x="120952" y="54102"/>
                      <a:pt x="121562" y="48254"/>
                      <a:pt x="122295" y="43329"/>
                    </a:cubicBezTo>
                    <a:close/>
                  </a:path>
                </a:pathLst>
              </a:custGeom>
              <a:solidFill>
                <a:srgbClr val="F3BF90"/>
              </a:solidFill>
              <a:ln cap="flat">
                <a:noFill/>
                <a:prstDash val="solid"/>
                <a:miter lim="800000"/>
              </a:ln>
            </p:spPr>
            <p:txBody>
              <a:bodyPr vert="horz" anchor="ctr" tIns="45720" lIns="91440" bIns="45720" rIns="91440"/>
              <a:p>
                <a:pPr algn="l" marL="0"/>
              </a:p>
            </p:txBody>
          </p:sp>
          <p:grpSp>
            <p:nvGrpSpPr>
              <p:cNvPr name="Group 53" id="53"/>
              <p:cNvGrpSpPr/>
              <p:nvPr/>
            </p:nvGrpSpPr>
            <p:grpSpPr>
              <a:xfrm>
                <a:off x="953950" y="1027321"/>
                <a:ext cx="137688" cy="99542"/>
                <a:chOff x="953950" y="1027321"/>
                <a:chExt cx="137688" cy="99542"/>
              </a:xfrm>
              <a:solidFill>
                <a:srgbClr val="E7AA7A">
                  <a:alpha val="11000"/>
                </a:srgbClr>
              </a:solidFill>
            </p:grpSpPr>
            <p:sp>
              <p:nvSpPr>
                <p:cNvPr name="Freeform 54" id="54"/>
                <p:cNvSpPr/>
                <p:nvPr/>
              </p:nvSpPr>
              <p:spPr>
                <a:xfrm>
                  <a:off x="969616" y="1048986"/>
                  <a:ext cx="102135" cy="74970"/>
                </a:xfrm>
                <a:custGeom>
                  <a:avLst/>
                  <a:gdLst/>
                  <a:ahLst/>
                  <a:cxnLst/>
                  <a:rect r="r" b="b" t="t" l="l"/>
                  <a:pathLst>
                    <a:path w="102135" h="74970" stroke="true" fill="norm" extrusionOk="true">
                      <a:moveTo>
                        <a:pt x="5144" y="11908"/>
                      </a:moveTo>
                      <a:cubicBezTo>
                        <a:pt x="3820" y="12812"/>
                        <a:pt x="2505" y="13708"/>
                        <a:pt x="1181" y="14613"/>
                      </a:cubicBezTo>
                      <a:cubicBezTo>
                        <a:pt x="438" y="15356"/>
                        <a:pt x="38" y="16261"/>
                        <a:pt x="0" y="17318"/>
                      </a:cubicBezTo>
                      <a:cubicBezTo>
                        <a:pt x="286" y="18413"/>
                        <a:pt x="1372" y="27186"/>
                        <a:pt x="4058" y="29834"/>
                      </a:cubicBezTo>
                      <a:cubicBezTo>
                        <a:pt x="10506" y="32558"/>
                        <a:pt x="16955" y="35291"/>
                        <a:pt x="23403" y="38016"/>
                      </a:cubicBezTo>
                      <a:cubicBezTo>
                        <a:pt x="46177" y="46302"/>
                        <a:pt x="66427" y="58390"/>
                        <a:pt x="84163" y="74277"/>
                      </a:cubicBezTo>
                      <a:cubicBezTo>
                        <a:pt x="86106" y="75858"/>
                        <a:pt x="88287" y="74525"/>
                        <a:pt x="88811" y="72401"/>
                      </a:cubicBezTo>
                      <a:cubicBezTo>
                        <a:pt x="91326" y="62228"/>
                        <a:pt x="93402" y="58656"/>
                        <a:pt x="89764" y="48988"/>
                      </a:cubicBezTo>
                      <a:cubicBezTo>
                        <a:pt x="86211" y="39540"/>
                        <a:pt x="85487" y="37092"/>
                        <a:pt x="76324" y="29110"/>
                      </a:cubicBezTo>
                      <a:cubicBezTo>
                        <a:pt x="64637" y="18928"/>
                        <a:pt x="51254" y="10279"/>
                        <a:pt x="39167" y="487"/>
                      </a:cubicBezTo>
                      <a:cubicBezTo>
                        <a:pt x="36757" y="-1466"/>
                        <a:pt x="32080" y="2906"/>
                        <a:pt x="35204" y="5573"/>
                      </a:cubicBezTo>
                      <a:cubicBezTo>
                        <a:pt x="48530" y="18337"/>
                        <a:pt x="60808" y="32005"/>
                        <a:pt x="72057" y="46579"/>
                      </a:cubicBezTo>
                      <a:cubicBezTo>
                        <a:pt x="73247" y="44969"/>
                        <a:pt x="74447" y="43359"/>
                        <a:pt x="75638" y="41749"/>
                      </a:cubicBezTo>
                      <a:cubicBezTo>
                        <a:pt x="65018" y="38463"/>
                        <a:pt x="55359" y="33367"/>
                        <a:pt x="46682" y="26452"/>
                      </a:cubicBezTo>
                      <a:cubicBezTo>
                        <a:pt x="45644" y="28205"/>
                        <a:pt x="44606" y="29967"/>
                        <a:pt x="43567" y="31720"/>
                      </a:cubicBezTo>
                      <a:cubicBezTo>
                        <a:pt x="62703" y="38492"/>
                        <a:pt x="81020" y="46969"/>
                        <a:pt x="98508" y="57161"/>
                      </a:cubicBezTo>
                      <a:cubicBezTo>
                        <a:pt x="102251" y="59190"/>
                        <a:pt x="103775" y="52617"/>
                        <a:pt x="99765" y="50484"/>
                      </a:cubicBezTo>
                      <a:cubicBezTo>
                        <a:pt x="82420" y="41254"/>
                        <a:pt x="64303" y="35101"/>
                        <a:pt x="46682" y="26452"/>
                      </a:cubicBezTo>
                      <a:cubicBezTo>
                        <a:pt x="44367" y="25319"/>
                        <a:pt x="39557" y="29376"/>
                        <a:pt x="42777" y="31424"/>
                      </a:cubicBezTo>
                      <a:cubicBezTo>
                        <a:pt x="52197" y="38597"/>
                        <a:pt x="62513" y="44064"/>
                        <a:pt x="73724" y="47845"/>
                      </a:cubicBezTo>
                      <a:cubicBezTo>
                        <a:pt x="75743" y="48712"/>
                        <a:pt x="78829" y="44893"/>
                        <a:pt x="77305" y="43016"/>
                      </a:cubicBezTo>
                      <a:cubicBezTo>
                        <a:pt x="65122" y="27957"/>
                        <a:pt x="52788" y="14270"/>
                        <a:pt x="39157" y="487"/>
                      </a:cubicBezTo>
                      <a:cubicBezTo>
                        <a:pt x="37833" y="2183"/>
                        <a:pt x="36519" y="3878"/>
                        <a:pt x="35195" y="5573"/>
                      </a:cubicBezTo>
                      <a:cubicBezTo>
                        <a:pt x="53835" y="19156"/>
                        <a:pt x="89783" y="34139"/>
                        <a:pt x="79858" y="63647"/>
                      </a:cubicBezTo>
                      <a:cubicBezTo>
                        <a:pt x="81410" y="63019"/>
                        <a:pt x="82953" y="62390"/>
                        <a:pt x="84506" y="61771"/>
                      </a:cubicBezTo>
                      <a:cubicBezTo>
                        <a:pt x="76324" y="55561"/>
                        <a:pt x="67885" y="48188"/>
                        <a:pt x="58617" y="43797"/>
                      </a:cubicBezTo>
                      <a:cubicBezTo>
                        <a:pt x="51044" y="40216"/>
                        <a:pt x="5563" y="24223"/>
                        <a:pt x="12964" y="19242"/>
                      </a:cubicBezTo>
                      <a:cubicBezTo>
                        <a:pt x="17983" y="15870"/>
                        <a:pt x="8296" y="9736"/>
                        <a:pt x="5144" y="11908"/>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5" id="55"/>
                <p:cNvSpPr/>
                <p:nvPr/>
              </p:nvSpPr>
              <p:spPr>
                <a:xfrm>
                  <a:off x="963340" y="1048811"/>
                  <a:ext cx="91926" cy="63003"/>
                </a:xfrm>
                <a:custGeom>
                  <a:avLst/>
                  <a:gdLst/>
                  <a:ahLst/>
                  <a:cxnLst/>
                  <a:rect r="r" b="b" t="t" l="l"/>
                  <a:pathLst>
                    <a:path w="91926" h="63003" stroke="true" fill="norm" extrusionOk="true">
                      <a:moveTo>
                        <a:pt x="5638" y="5425"/>
                      </a:moveTo>
                      <a:cubicBezTo>
                        <a:pt x="4237" y="6387"/>
                        <a:pt x="2837" y="7339"/>
                        <a:pt x="1428" y="8301"/>
                      </a:cubicBezTo>
                      <a:cubicBezTo>
                        <a:pt x="-58" y="8816"/>
                        <a:pt x="-382" y="9749"/>
                        <a:pt x="446" y="11083"/>
                      </a:cubicBezTo>
                      <a:cubicBezTo>
                        <a:pt x="3713" y="24551"/>
                        <a:pt x="275" y="19893"/>
                        <a:pt x="6514" y="24027"/>
                      </a:cubicBezTo>
                      <a:cubicBezTo>
                        <a:pt x="12200" y="26027"/>
                        <a:pt x="17887" y="28018"/>
                        <a:pt x="23573" y="30018"/>
                      </a:cubicBezTo>
                      <a:cubicBezTo>
                        <a:pt x="46262" y="33933"/>
                        <a:pt x="64235" y="44353"/>
                        <a:pt x="77494" y="61270"/>
                      </a:cubicBezTo>
                      <a:cubicBezTo>
                        <a:pt x="78199" y="62022"/>
                        <a:pt x="81371" y="64518"/>
                        <a:pt x="81980" y="61679"/>
                      </a:cubicBezTo>
                      <a:cubicBezTo>
                        <a:pt x="85305" y="46182"/>
                        <a:pt x="86076" y="37276"/>
                        <a:pt x="73332" y="25732"/>
                      </a:cubicBezTo>
                      <a:cubicBezTo>
                        <a:pt x="60587" y="14188"/>
                        <a:pt x="42556" y="10330"/>
                        <a:pt x="28602" y="176"/>
                      </a:cubicBezTo>
                      <a:cubicBezTo>
                        <a:pt x="25688" y="-1948"/>
                        <a:pt x="17439" y="15759"/>
                        <a:pt x="22735" y="18674"/>
                      </a:cubicBezTo>
                      <a:cubicBezTo>
                        <a:pt x="33489" y="25094"/>
                        <a:pt x="43014" y="32923"/>
                        <a:pt x="51319" y="42153"/>
                      </a:cubicBezTo>
                      <a:cubicBezTo>
                        <a:pt x="55996" y="40953"/>
                        <a:pt x="60673" y="39743"/>
                        <a:pt x="65350" y="38543"/>
                      </a:cubicBezTo>
                      <a:cubicBezTo>
                        <a:pt x="54777" y="32485"/>
                        <a:pt x="44195" y="26418"/>
                        <a:pt x="33622" y="20360"/>
                      </a:cubicBezTo>
                      <a:cubicBezTo>
                        <a:pt x="30679" y="23713"/>
                        <a:pt x="27736" y="27065"/>
                        <a:pt x="24802" y="30418"/>
                      </a:cubicBezTo>
                      <a:cubicBezTo>
                        <a:pt x="44452" y="33238"/>
                        <a:pt x="63407" y="38762"/>
                        <a:pt x="81647" y="46982"/>
                      </a:cubicBezTo>
                      <a:cubicBezTo>
                        <a:pt x="87095" y="48973"/>
                        <a:pt x="97744" y="47277"/>
                        <a:pt x="87914" y="42639"/>
                      </a:cubicBezTo>
                      <a:cubicBezTo>
                        <a:pt x="69541" y="33962"/>
                        <a:pt x="51577" y="26227"/>
                        <a:pt x="32365" y="19522"/>
                      </a:cubicBezTo>
                      <a:cubicBezTo>
                        <a:pt x="28660" y="18226"/>
                        <a:pt x="19192" y="27199"/>
                        <a:pt x="24802" y="30428"/>
                      </a:cubicBezTo>
                      <a:cubicBezTo>
                        <a:pt x="40509" y="39467"/>
                        <a:pt x="35584" y="37210"/>
                        <a:pt x="52548" y="43229"/>
                      </a:cubicBezTo>
                      <a:cubicBezTo>
                        <a:pt x="53624" y="43610"/>
                        <a:pt x="71484" y="44658"/>
                        <a:pt x="66578" y="39619"/>
                      </a:cubicBezTo>
                      <a:cubicBezTo>
                        <a:pt x="54206" y="26884"/>
                        <a:pt x="42309" y="13769"/>
                        <a:pt x="29850" y="1119"/>
                      </a:cubicBezTo>
                      <a:cubicBezTo>
                        <a:pt x="27478" y="6977"/>
                        <a:pt x="25107" y="12826"/>
                        <a:pt x="22735" y="18683"/>
                      </a:cubicBezTo>
                      <a:cubicBezTo>
                        <a:pt x="30965" y="19331"/>
                        <a:pt x="76761" y="20922"/>
                        <a:pt x="69569" y="39486"/>
                      </a:cubicBezTo>
                      <a:cubicBezTo>
                        <a:pt x="71770" y="40896"/>
                        <a:pt x="73970" y="42305"/>
                        <a:pt x="76170" y="43715"/>
                      </a:cubicBezTo>
                      <a:cubicBezTo>
                        <a:pt x="71436" y="34181"/>
                        <a:pt x="66236" y="24913"/>
                        <a:pt x="60578" y="15893"/>
                      </a:cubicBezTo>
                      <a:cubicBezTo>
                        <a:pt x="60130" y="15597"/>
                        <a:pt x="59682" y="15302"/>
                        <a:pt x="59235" y="15007"/>
                      </a:cubicBezTo>
                      <a:cubicBezTo>
                        <a:pt x="48138" y="16264"/>
                        <a:pt x="37832" y="17550"/>
                        <a:pt x="26631" y="17702"/>
                      </a:cubicBezTo>
                      <a:cubicBezTo>
                        <a:pt x="29260" y="18102"/>
                        <a:pt x="31888" y="18512"/>
                        <a:pt x="34517" y="18922"/>
                      </a:cubicBezTo>
                      <a:cubicBezTo>
                        <a:pt x="31441" y="17664"/>
                        <a:pt x="28364" y="16397"/>
                        <a:pt x="25297" y="15140"/>
                      </a:cubicBezTo>
                      <a:cubicBezTo>
                        <a:pt x="27459" y="17493"/>
                        <a:pt x="29622" y="19846"/>
                        <a:pt x="31784" y="22189"/>
                      </a:cubicBezTo>
                      <a:cubicBezTo>
                        <a:pt x="32527" y="21922"/>
                        <a:pt x="33260" y="21665"/>
                        <a:pt x="34003" y="21398"/>
                      </a:cubicBezTo>
                      <a:cubicBezTo>
                        <a:pt x="39670" y="19379"/>
                        <a:pt x="28640" y="14111"/>
                        <a:pt x="28298" y="13930"/>
                      </a:cubicBezTo>
                      <a:cubicBezTo>
                        <a:pt x="25107" y="12245"/>
                        <a:pt x="9514" y="2777"/>
                        <a:pt x="5638" y="542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6" id="56"/>
                <p:cNvSpPr/>
                <p:nvPr/>
              </p:nvSpPr>
              <p:spPr>
                <a:xfrm>
                  <a:off x="962533" y="1029072"/>
                  <a:ext cx="103180" cy="73583"/>
                </a:xfrm>
                <a:custGeom>
                  <a:avLst/>
                  <a:gdLst/>
                  <a:ahLst/>
                  <a:cxnLst/>
                  <a:rect r="r" b="b" t="t" l="l"/>
                  <a:pathLst>
                    <a:path w="103180" h="73583" stroke="true" fill="norm" extrusionOk="true">
                      <a:moveTo>
                        <a:pt x="4702" y="6466"/>
                      </a:moveTo>
                      <a:cubicBezTo>
                        <a:pt x="3349" y="7419"/>
                        <a:pt x="2006" y="8371"/>
                        <a:pt x="654" y="9324"/>
                      </a:cubicBezTo>
                      <a:cubicBezTo>
                        <a:pt x="-165" y="10267"/>
                        <a:pt x="-213" y="11248"/>
                        <a:pt x="501" y="12267"/>
                      </a:cubicBezTo>
                      <a:cubicBezTo>
                        <a:pt x="7397" y="29765"/>
                        <a:pt x="2082" y="20820"/>
                        <a:pt x="24314" y="32546"/>
                      </a:cubicBezTo>
                      <a:cubicBezTo>
                        <a:pt x="46145" y="44052"/>
                        <a:pt x="65986" y="57673"/>
                        <a:pt x="85617" y="72579"/>
                      </a:cubicBezTo>
                      <a:cubicBezTo>
                        <a:pt x="87446" y="73970"/>
                        <a:pt x="90951" y="74170"/>
                        <a:pt x="91494" y="71532"/>
                      </a:cubicBezTo>
                      <a:cubicBezTo>
                        <a:pt x="94980" y="54606"/>
                        <a:pt x="93599" y="49281"/>
                        <a:pt x="80949" y="34984"/>
                      </a:cubicBezTo>
                      <a:cubicBezTo>
                        <a:pt x="68824" y="21278"/>
                        <a:pt x="51470" y="12553"/>
                        <a:pt x="37515" y="894"/>
                      </a:cubicBezTo>
                      <a:cubicBezTo>
                        <a:pt x="32143" y="-3592"/>
                        <a:pt x="33001" y="10133"/>
                        <a:pt x="37058" y="12629"/>
                      </a:cubicBezTo>
                      <a:cubicBezTo>
                        <a:pt x="50012" y="20801"/>
                        <a:pt x="61518" y="30603"/>
                        <a:pt x="71586" y="42033"/>
                      </a:cubicBezTo>
                      <a:cubicBezTo>
                        <a:pt x="73110" y="40756"/>
                        <a:pt x="74625" y="39470"/>
                        <a:pt x="76149" y="38194"/>
                      </a:cubicBezTo>
                      <a:cubicBezTo>
                        <a:pt x="64319" y="35184"/>
                        <a:pt x="54194" y="29345"/>
                        <a:pt x="45764" y="20706"/>
                      </a:cubicBezTo>
                      <a:cubicBezTo>
                        <a:pt x="44926" y="22621"/>
                        <a:pt x="44088" y="24545"/>
                        <a:pt x="43250" y="26459"/>
                      </a:cubicBezTo>
                      <a:cubicBezTo>
                        <a:pt x="63214" y="33870"/>
                        <a:pt x="79511" y="41833"/>
                        <a:pt x="97971" y="52339"/>
                      </a:cubicBezTo>
                      <a:cubicBezTo>
                        <a:pt x="99923" y="53453"/>
                        <a:pt x="105314" y="49396"/>
                        <a:pt x="102266" y="47795"/>
                      </a:cubicBezTo>
                      <a:cubicBezTo>
                        <a:pt x="83255" y="37842"/>
                        <a:pt x="64633" y="28355"/>
                        <a:pt x="44754" y="20230"/>
                      </a:cubicBezTo>
                      <a:cubicBezTo>
                        <a:pt x="42516" y="19316"/>
                        <a:pt x="39821" y="24507"/>
                        <a:pt x="42240" y="25983"/>
                      </a:cubicBezTo>
                      <a:cubicBezTo>
                        <a:pt x="51660" y="32555"/>
                        <a:pt x="61661" y="38042"/>
                        <a:pt x="72253" y="42452"/>
                      </a:cubicBezTo>
                      <a:cubicBezTo>
                        <a:pt x="73787" y="43176"/>
                        <a:pt x="79187" y="40842"/>
                        <a:pt x="76816" y="38613"/>
                      </a:cubicBezTo>
                      <a:cubicBezTo>
                        <a:pt x="63566" y="26145"/>
                        <a:pt x="50946" y="13220"/>
                        <a:pt x="37535" y="904"/>
                      </a:cubicBezTo>
                      <a:cubicBezTo>
                        <a:pt x="37382" y="4818"/>
                        <a:pt x="37230" y="8733"/>
                        <a:pt x="37077" y="12639"/>
                      </a:cubicBezTo>
                      <a:cubicBezTo>
                        <a:pt x="52822" y="23440"/>
                        <a:pt x="98190" y="41233"/>
                        <a:pt x="85540" y="69617"/>
                      </a:cubicBezTo>
                      <a:cubicBezTo>
                        <a:pt x="87398" y="69617"/>
                        <a:pt x="89255" y="69617"/>
                        <a:pt x="91103" y="69617"/>
                      </a:cubicBezTo>
                      <a:cubicBezTo>
                        <a:pt x="79921" y="60092"/>
                        <a:pt x="68253" y="51215"/>
                        <a:pt x="56089" y="42985"/>
                      </a:cubicBezTo>
                      <a:cubicBezTo>
                        <a:pt x="42745" y="35670"/>
                        <a:pt x="32029" y="25373"/>
                        <a:pt x="23923" y="12105"/>
                      </a:cubicBezTo>
                      <a:cubicBezTo>
                        <a:pt x="28352" y="9952"/>
                        <a:pt x="19551" y="6981"/>
                        <a:pt x="19542" y="6971"/>
                      </a:cubicBezTo>
                      <a:cubicBezTo>
                        <a:pt x="16418" y="5581"/>
                        <a:pt x="7788" y="4295"/>
                        <a:pt x="4702" y="6466"/>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7" id="57"/>
                <p:cNvSpPr/>
                <p:nvPr/>
              </p:nvSpPr>
              <p:spPr>
                <a:xfrm>
                  <a:off x="976788" y="1032967"/>
                  <a:ext cx="114850" cy="72016"/>
                </a:xfrm>
                <a:custGeom>
                  <a:avLst/>
                  <a:gdLst/>
                  <a:ahLst/>
                  <a:cxnLst/>
                  <a:rect r="r" b="b" t="t" l="l"/>
                  <a:pathLst>
                    <a:path w="114850" h="72016" stroke="true" fill="norm" extrusionOk="true">
                      <a:moveTo>
                        <a:pt x="5401" y="17783"/>
                      </a:moveTo>
                      <a:cubicBezTo>
                        <a:pt x="4010" y="18707"/>
                        <a:pt x="2619" y="19640"/>
                        <a:pt x="1229" y="20564"/>
                      </a:cubicBezTo>
                      <a:cubicBezTo>
                        <a:pt x="819" y="20974"/>
                        <a:pt x="410" y="21374"/>
                        <a:pt x="0" y="21784"/>
                      </a:cubicBezTo>
                      <a:cubicBezTo>
                        <a:pt x="4267" y="39662"/>
                        <a:pt x="552" y="33633"/>
                        <a:pt x="22384" y="40538"/>
                      </a:cubicBezTo>
                      <a:cubicBezTo>
                        <a:pt x="32833" y="43786"/>
                        <a:pt x="43282" y="47025"/>
                        <a:pt x="53731" y="50273"/>
                      </a:cubicBezTo>
                      <a:cubicBezTo>
                        <a:pt x="62636" y="56531"/>
                        <a:pt x="70885" y="63570"/>
                        <a:pt x="78476" y="71371"/>
                      </a:cubicBezTo>
                      <a:cubicBezTo>
                        <a:pt x="79591" y="72342"/>
                        <a:pt x="80572" y="72218"/>
                        <a:pt x="81401" y="70990"/>
                      </a:cubicBezTo>
                      <a:cubicBezTo>
                        <a:pt x="87954" y="55559"/>
                        <a:pt x="89878" y="44405"/>
                        <a:pt x="83172" y="27432"/>
                      </a:cubicBezTo>
                      <a:cubicBezTo>
                        <a:pt x="79248" y="17507"/>
                        <a:pt x="70533" y="10973"/>
                        <a:pt x="64579" y="2419"/>
                      </a:cubicBezTo>
                      <a:cubicBezTo>
                        <a:pt x="55588" y="4381"/>
                        <a:pt x="46596" y="6353"/>
                        <a:pt x="37595" y="8315"/>
                      </a:cubicBezTo>
                      <a:cubicBezTo>
                        <a:pt x="52788" y="19421"/>
                        <a:pt x="66113" y="32347"/>
                        <a:pt x="77572" y="47101"/>
                      </a:cubicBezTo>
                      <a:cubicBezTo>
                        <a:pt x="84039" y="40643"/>
                        <a:pt x="90497" y="34185"/>
                        <a:pt x="96965" y="27727"/>
                      </a:cubicBezTo>
                      <a:cubicBezTo>
                        <a:pt x="86849" y="26241"/>
                        <a:pt x="77391" y="22907"/>
                        <a:pt x="68580" y="17745"/>
                      </a:cubicBezTo>
                      <a:cubicBezTo>
                        <a:pt x="60541" y="21088"/>
                        <a:pt x="52502" y="24432"/>
                        <a:pt x="44453" y="27775"/>
                      </a:cubicBezTo>
                      <a:cubicBezTo>
                        <a:pt x="65056" y="34909"/>
                        <a:pt x="81696" y="42767"/>
                        <a:pt x="100536" y="53626"/>
                      </a:cubicBezTo>
                      <a:cubicBezTo>
                        <a:pt x="105566" y="56521"/>
                        <a:pt x="118119" y="28594"/>
                        <a:pt x="114052" y="27480"/>
                      </a:cubicBezTo>
                      <a:cubicBezTo>
                        <a:pt x="97993" y="23098"/>
                        <a:pt x="82848" y="19317"/>
                        <a:pt x="66218" y="17354"/>
                      </a:cubicBezTo>
                      <a:cubicBezTo>
                        <a:pt x="63732" y="17059"/>
                        <a:pt x="38729" y="23984"/>
                        <a:pt x="44453" y="27775"/>
                      </a:cubicBezTo>
                      <a:cubicBezTo>
                        <a:pt x="54740" y="35519"/>
                        <a:pt x="65780" y="41957"/>
                        <a:pt x="77572" y="47101"/>
                      </a:cubicBezTo>
                      <a:cubicBezTo>
                        <a:pt x="82810" y="49749"/>
                        <a:pt x="101879" y="31270"/>
                        <a:pt x="98498" y="28337"/>
                      </a:cubicBezTo>
                      <a:cubicBezTo>
                        <a:pt x="87097" y="18412"/>
                        <a:pt x="76429" y="9106"/>
                        <a:pt x="63608" y="1086"/>
                      </a:cubicBezTo>
                      <a:cubicBezTo>
                        <a:pt x="59207" y="-1667"/>
                        <a:pt x="48035" y="1533"/>
                        <a:pt x="43624" y="2791"/>
                      </a:cubicBezTo>
                      <a:cubicBezTo>
                        <a:pt x="43167" y="2924"/>
                        <a:pt x="32976" y="5286"/>
                        <a:pt x="37595" y="8315"/>
                      </a:cubicBezTo>
                      <a:cubicBezTo>
                        <a:pt x="44701" y="12973"/>
                        <a:pt x="52140" y="16973"/>
                        <a:pt x="59388" y="21393"/>
                      </a:cubicBezTo>
                      <a:cubicBezTo>
                        <a:pt x="64741" y="24660"/>
                        <a:pt x="78153" y="33756"/>
                        <a:pt x="79048" y="40405"/>
                      </a:cubicBezTo>
                      <a:cubicBezTo>
                        <a:pt x="79115" y="38271"/>
                        <a:pt x="79181" y="36128"/>
                        <a:pt x="79248" y="33995"/>
                      </a:cubicBezTo>
                      <a:cubicBezTo>
                        <a:pt x="75181" y="40595"/>
                        <a:pt x="64808" y="23165"/>
                        <a:pt x="63027" y="22574"/>
                      </a:cubicBezTo>
                      <a:cubicBezTo>
                        <a:pt x="59141" y="23050"/>
                        <a:pt x="55245" y="23527"/>
                        <a:pt x="51359" y="24003"/>
                      </a:cubicBezTo>
                      <a:cubicBezTo>
                        <a:pt x="42986" y="25889"/>
                        <a:pt x="34509" y="26927"/>
                        <a:pt x="25918" y="27127"/>
                      </a:cubicBezTo>
                      <a:cubicBezTo>
                        <a:pt x="28575" y="27299"/>
                        <a:pt x="31242" y="27470"/>
                        <a:pt x="33899" y="27641"/>
                      </a:cubicBezTo>
                      <a:cubicBezTo>
                        <a:pt x="31004" y="26718"/>
                        <a:pt x="28099" y="25784"/>
                        <a:pt x="25203" y="24860"/>
                      </a:cubicBezTo>
                      <a:cubicBezTo>
                        <a:pt x="27537" y="26965"/>
                        <a:pt x="29880" y="29080"/>
                        <a:pt x="32214" y="31185"/>
                      </a:cubicBezTo>
                      <a:cubicBezTo>
                        <a:pt x="33080" y="30889"/>
                        <a:pt x="33938" y="30585"/>
                        <a:pt x="34804" y="30280"/>
                      </a:cubicBezTo>
                      <a:cubicBezTo>
                        <a:pt x="40719" y="28222"/>
                        <a:pt x="28013" y="23374"/>
                        <a:pt x="28442" y="23546"/>
                      </a:cubicBezTo>
                      <a:cubicBezTo>
                        <a:pt x="24527" y="22003"/>
                        <a:pt x="9715" y="14907"/>
                        <a:pt x="5401" y="17783"/>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8" id="58"/>
                <p:cNvSpPr/>
                <p:nvPr/>
              </p:nvSpPr>
              <p:spPr>
                <a:xfrm>
                  <a:off x="971254" y="1027321"/>
                  <a:ext cx="105231" cy="74859"/>
                </a:xfrm>
                <a:custGeom>
                  <a:avLst/>
                  <a:gdLst/>
                  <a:ahLst/>
                  <a:cxnLst/>
                  <a:rect r="r" b="b" t="t" l="l"/>
                  <a:pathLst>
                    <a:path w="105231" h="74859" stroke="true" fill="norm" extrusionOk="true">
                      <a:moveTo>
                        <a:pt x="3734" y="6284"/>
                      </a:moveTo>
                      <a:cubicBezTo>
                        <a:pt x="3010" y="6855"/>
                        <a:pt x="2277" y="7427"/>
                        <a:pt x="1544" y="7998"/>
                      </a:cubicBezTo>
                      <a:cubicBezTo>
                        <a:pt x="29" y="9189"/>
                        <a:pt x="-371" y="10132"/>
                        <a:pt x="343" y="11989"/>
                      </a:cubicBezTo>
                      <a:cubicBezTo>
                        <a:pt x="4325" y="22409"/>
                        <a:pt x="3382" y="21971"/>
                        <a:pt x="14231" y="27782"/>
                      </a:cubicBezTo>
                      <a:cubicBezTo>
                        <a:pt x="40348" y="41783"/>
                        <a:pt x="64066" y="55756"/>
                        <a:pt x="87964" y="73797"/>
                      </a:cubicBezTo>
                      <a:cubicBezTo>
                        <a:pt x="89307" y="74816"/>
                        <a:pt x="92498" y="75730"/>
                        <a:pt x="93069" y="73387"/>
                      </a:cubicBezTo>
                      <a:cubicBezTo>
                        <a:pt x="97184" y="56404"/>
                        <a:pt x="96717" y="49413"/>
                        <a:pt x="82630" y="34954"/>
                      </a:cubicBezTo>
                      <a:cubicBezTo>
                        <a:pt x="69581" y="21562"/>
                        <a:pt x="52912" y="12294"/>
                        <a:pt x="38539" y="492"/>
                      </a:cubicBezTo>
                      <a:cubicBezTo>
                        <a:pt x="36462" y="-1213"/>
                        <a:pt x="34767" y="1950"/>
                        <a:pt x="34386" y="3312"/>
                      </a:cubicBezTo>
                      <a:cubicBezTo>
                        <a:pt x="33757" y="5550"/>
                        <a:pt x="38491" y="10541"/>
                        <a:pt x="40091" y="11713"/>
                      </a:cubicBezTo>
                      <a:cubicBezTo>
                        <a:pt x="52588" y="19971"/>
                        <a:pt x="63504" y="30049"/>
                        <a:pt x="72829" y="41964"/>
                      </a:cubicBezTo>
                      <a:cubicBezTo>
                        <a:pt x="74638" y="41155"/>
                        <a:pt x="76448" y="40345"/>
                        <a:pt x="78258" y="39535"/>
                      </a:cubicBezTo>
                      <a:cubicBezTo>
                        <a:pt x="67904" y="33373"/>
                        <a:pt x="57560" y="27210"/>
                        <a:pt x="47216" y="21038"/>
                      </a:cubicBezTo>
                      <a:cubicBezTo>
                        <a:pt x="46035" y="22762"/>
                        <a:pt x="44844" y="24495"/>
                        <a:pt x="43663" y="26219"/>
                      </a:cubicBezTo>
                      <a:cubicBezTo>
                        <a:pt x="64656" y="33859"/>
                        <a:pt x="80868" y="41097"/>
                        <a:pt x="99927" y="52623"/>
                      </a:cubicBezTo>
                      <a:cubicBezTo>
                        <a:pt x="101918" y="53823"/>
                        <a:pt x="107652" y="50384"/>
                        <a:pt x="104090" y="48632"/>
                      </a:cubicBezTo>
                      <a:cubicBezTo>
                        <a:pt x="84725" y="39078"/>
                        <a:pt x="66133" y="28801"/>
                        <a:pt x="46225" y="20409"/>
                      </a:cubicBezTo>
                      <a:cubicBezTo>
                        <a:pt x="43654" y="19323"/>
                        <a:pt x="40472" y="24200"/>
                        <a:pt x="42673" y="25591"/>
                      </a:cubicBezTo>
                      <a:cubicBezTo>
                        <a:pt x="62951" y="38478"/>
                        <a:pt x="54293" y="34020"/>
                        <a:pt x="73362" y="42507"/>
                      </a:cubicBezTo>
                      <a:cubicBezTo>
                        <a:pt x="75181" y="43317"/>
                        <a:pt x="81401" y="42307"/>
                        <a:pt x="78267" y="39526"/>
                      </a:cubicBezTo>
                      <a:cubicBezTo>
                        <a:pt x="63932" y="26848"/>
                        <a:pt x="53064" y="13142"/>
                        <a:pt x="38558" y="492"/>
                      </a:cubicBezTo>
                      <a:cubicBezTo>
                        <a:pt x="39072" y="4236"/>
                        <a:pt x="39596" y="7970"/>
                        <a:pt x="40110" y="11703"/>
                      </a:cubicBezTo>
                      <a:cubicBezTo>
                        <a:pt x="56922" y="24381"/>
                        <a:pt x="97860" y="41783"/>
                        <a:pt x="87145" y="71197"/>
                      </a:cubicBezTo>
                      <a:cubicBezTo>
                        <a:pt x="88850" y="71063"/>
                        <a:pt x="90545" y="70920"/>
                        <a:pt x="92250" y="70787"/>
                      </a:cubicBezTo>
                      <a:cubicBezTo>
                        <a:pt x="74734" y="57557"/>
                        <a:pt x="78325" y="60290"/>
                        <a:pt x="59160" y="47403"/>
                      </a:cubicBezTo>
                      <a:cubicBezTo>
                        <a:pt x="53855" y="43822"/>
                        <a:pt x="48550" y="40231"/>
                        <a:pt x="43244" y="36649"/>
                      </a:cubicBezTo>
                      <a:cubicBezTo>
                        <a:pt x="31233" y="31487"/>
                        <a:pt x="22251" y="23076"/>
                        <a:pt x="16307" y="11437"/>
                      </a:cubicBezTo>
                      <a:cubicBezTo>
                        <a:pt x="23203" y="7008"/>
                        <a:pt x="7621" y="3236"/>
                        <a:pt x="3734" y="6284"/>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9" id="59"/>
                <p:cNvSpPr/>
                <p:nvPr/>
              </p:nvSpPr>
              <p:spPr>
                <a:xfrm>
                  <a:off x="953950" y="1038534"/>
                  <a:ext cx="102326" cy="76208"/>
                </a:xfrm>
                <a:custGeom>
                  <a:avLst/>
                  <a:gdLst/>
                  <a:ahLst/>
                  <a:cxnLst/>
                  <a:rect r="r" b="b" t="t" l="l"/>
                  <a:pathLst>
                    <a:path w="102326" h="76208" stroke="true" fill="norm" extrusionOk="true">
                      <a:moveTo>
                        <a:pt x="5217" y="8168"/>
                      </a:moveTo>
                      <a:cubicBezTo>
                        <a:pt x="3836" y="9111"/>
                        <a:pt x="2455" y="10063"/>
                        <a:pt x="1074" y="11006"/>
                      </a:cubicBezTo>
                      <a:cubicBezTo>
                        <a:pt x="-22" y="11730"/>
                        <a:pt x="-279" y="12673"/>
                        <a:pt x="302" y="13854"/>
                      </a:cubicBezTo>
                      <a:cubicBezTo>
                        <a:pt x="6731" y="32066"/>
                        <a:pt x="1569" y="24103"/>
                        <a:pt x="24496" y="34752"/>
                      </a:cubicBezTo>
                      <a:cubicBezTo>
                        <a:pt x="33411" y="39029"/>
                        <a:pt x="42336" y="43296"/>
                        <a:pt x="51251" y="47573"/>
                      </a:cubicBezTo>
                      <a:cubicBezTo>
                        <a:pt x="62853" y="56441"/>
                        <a:pt x="73959" y="65880"/>
                        <a:pt x="84598" y="75891"/>
                      </a:cubicBezTo>
                      <a:cubicBezTo>
                        <a:pt x="85751" y="76919"/>
                        <a:pt x="89542" y="75243"/>
                        <a:pt x="89751" y="73776"/>
                      </a:cubicBezTo>
                      <a:cubicBezTo>
                        <a:pt x="89323" y="76805"/>
                        <a:pt x="92228" y="62537"/>
                        <a:pt x="91609" y="58917"/>
                      </a:cubicBezTo>
                      <a:cubicBezTo>
                        <a:pt x="90313" y="51326"/>
                        <a:pt x="83055" y="41820"/>
                        <a:pt x="78378" y="36476"/>
                      </a:cubicBezTo>
                      <a:cubicBezTo>
                        <a:pt x="66206" y="22598"/>
                        <a:pt x="49794" y="12892"/>
                        <a:pt x="35887" y="996"/>
                      </a:cubicBezTo>
                      <a:cubicBezTo>
                        <a:pt x="31144" y="-3072"/>
                        <a:pt x="28201" y="6492"/>
                        <a:pt x="31525" y="8711"/>
                      </a:cubicBezTo>
                      <a:cubicBezTo>
                        <a:pt x="47889" y="19627"/>
                        <a:pt x="60195" y="30704"/>
                        <a:pt x="72092" y="46363"/>
                      </a:cubicBezTo>
                      <a:cubicBezTo>
                        <a:pt x="73425" y="44782"/>
                        <a:pt x="74769" y="43210"/>
                        <a:pt x="76102" y="41629"/>
                      </a:cubicBezTo>
                      <a:cubicBezTo>
                        <a:pt x="63386" y="38686"/>
                        <a:pt x="52585" y="32381"/>
                        <a:pt x="43698" y="22703"/>
                      </a:cubicBezTo>
                      <a:cubicBezTo>
                        <a:pt x="42079" y="23760"/>
                        <a:pt x="40459" y="24818"/>
                        <a:pt x="38840" y="25875"/>
                      </a:cubicBezTo>
                      <a:cubicBezTo>
                        <a:pt x="60100" y="34476"/>
                        <a:pt x="77959" y="44439"/>
                        <a:pt x="97914" y="55526"/>
                      </a:cubicBezTo>
                      <a:cubicBezTo>
                        <a:pt x="100124" y="56755"/>
                        <a:pt x="103820" y="51611"/>
                        <a:pt x="101686" y="50421"/>
                      </a:cubicBezTo>
                      <a:cubicBezTo>
                        <a:pt x="82474" y="39715"/>
                        <a:pt x="63453" y="30695"/>
                        <a:pt x="43098" y="22379"/>
                      </a:cubicBezTo>
                      <a:cubicBezTo>
                        <a:pt x="42060" y="21951"/>
                        <a:pt x="35887" y="24046"/>
                        <a:pt x="38240" y="25551"/>
                      </a:cubicBezTo>
                      <a:cubicBezTo>
                        <a:pt x="49280" y="32895"/>
                        <a:pt x="60557" y="39829"/>
                        <a:pt x="72092" y="46354"/>
                      </a:cubicBezTo>
                      <a:cubicBezTo>
                        <a:pt x="73664" y="47278"/>
                        <a:pt x="77969" y="43087"/>
                        <a:pt x="76597" y="41887"/>
                      </a:cubicBezTo>
                      <a:cubicBezTo>
                        <a:pt x="61795" y="28980"/>
                        <a:pt x="49775" y="14874"/>
                        <a:pt x="35878" y="986"/>
                      </a:cubicBezTo>
                      <a:cubicBezTo>
                        <a:pt x="34421" y="3558"/>
                        <a:pt x="32973" y="6130"/>
                        <a:pt x="31515" y="8701"/>
                      </a:cubicBezTo>
                      <a:cubicBezTo>
                        <a:pt x="48394" y="20789"/>
                        <a:pt x="95343" y="40829"/>
                        <a:pt x="83655" y="72243"/>
                      </a:cubicBezTo>
                      <a:cubicBezTo>
                        <a:pt x="85503" y="72033"/>
                        <a:pt x="87342" y="71833"/>
                        <a:pt x="89189" y="71624"/>
                      </a:cubicBezTo>
                      <a:cubicBezTo>
                        <a:pt x="76693" y="59517"/>
                        <a:pt x="64558" y="45144"/>
                        <a:pt x="49280" y="36743"/>
                      </a:cubicBezTo>
                      <a:cubicBezTo>
                        <a:pt x="47270" y="35638"/>
                        <a:pt x="23143" y="19988"/>
                        <a:pt x="25219" y="19065"/>
                      </a:cubicBezTo>
                      <a:cubicBezTo>
                        <a:pt x="30353" y="16798"/>
                        <a:pt x="9732" y="5072"/>
                        <a:pt x="5217" y="8168"/>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0" id="60"/>
                <p:cNvSpPr/>
                <p:nvPr/>
              </p:nvSpPr>
              <p:spPr>
                <a:xfrm>
                  <a:off x="961701" y="1050353"/>
                  <a:ext cx="103889" cy="76510"/>
                </a:xfrm>
                <a:custGeom>
                  <a:avLst/>
                  <a:gdLst/>
                  <a:ahLst/>
                  <a:cxnLst/>
                  <a:rect r="r" b="b" t="t" l="l"/>
                  <a:pathLst>
                    <a:path w="103889" h="76510" stroke="true" fill="norm" extrusionOk="true">
                      <a:moveTo>
                        <a:pt x="5324" y="11807"/>
                      </a:moveTo>
                      <a:cubicBezTo>
                        <a:pt x="3991" y="12703"/>
                        <a:pt x="2667" y="13598"/>
                        <a:pt x="1333" y="14493"/>
                      </a:cubicBezTo>
                      <a:cubicBezTo>
                        <a:pt x="514" y="15179"/>
                        <a:pt x="67" y="16055"/>
                        <a:pt x="0" y="17122"/>
                      </a:cubicBezTo>
                      <a:cubicBezTo>
                        <a:pt x="5229" y="35906"/>
                        <a:pt x="1038" y="28781"/>
                        <a:pt x="23708" y="39096"/>
                      </a:cubicBezTo>
                      <a:cubicBezTo>
                        <a:pt x="34090" y="43735"/>
                        <a:pt x="44463" y="48364"/>
                        <a:pt x="54845" y="53003"/>
                      </a:cubicBezTo>
                      <a:cubicBezTo>
                        <a:pt x="64980" y="60251"/>
                        <a:pt x="74762" y="67948"/>
                        <a:pt x="84182" y="76101"/>
                      </a:cubicBezTo>
                      <a:cubicBezTo>
                        <a:pt x="85887" y="77511"/>
                        <a:pt x="88173" y="74939"/>
                        <a:pt x="88487" y="73520"/>
                      </a:cubicBezTo>
                      <a:cubicBezTo>
                        <a:pt x="90687" y="68348"/>
                        <a:pt x="91754" y="63052"/>
                        <a:pt x="91669" y="57632"/>
                      </a:cubicBezTo>
                      <a:cubicBezTo>
                        <a:pt x="88983" y="46716"/>
                        <a:pt x="83363" y="37620"/>
                        <a:pt x="74800" y="30324"/>
                      </a:cubicBezTo>
                      <a:cubicBezTo>
                        <a:pt x="63637" y="19627"/>
                        <a:pt x="50368" y="10760"/>
                        <a:pt x="38767" y="473"/>
                      </a:cubicBezTo>
                      <a:cubicBezTo>
                        <a:pt x="36919" y="-1166"/>
                        <a:pt x="31128" y="1778"/>
                        <a:pt x="33814" y="4378"/>
                      </a:cubicBezTo>
                      <a:cubicBezTo>
                        <a:pt x="49025" y="19065"/>
                        <a:pt x="61741" y="34401"/>
                        <a:pt x="74971" y="50879"/>
                      </a:cubicBezTo>
                      <a:cubicBezTo>
                        <a:pt x="76819" y="51174"/>
                        <a:pt x="78657" y="51469"/>
                        <a:pt x="80505" y="51755"/>
                      </a:cubicBezTo>
                      <a:cubicBezTo>
                        <a:pt x="68275" y="44545"/>
                        <a:pt x="56759" y="36344"/>
                        <a:pt x="45958" y="27143"/>
                      </a:cubicBezTo>
                      <a:cubicBezTo>
                        <a:pt x="44406" y="28362"/>
                        <a:pt x="42853" y="29571"/>
                        <a:pt x="41291" y="30791"/>
                      </a:cubicBezTo>
                      <a:cubicBezTo>
                        <a:pt x="62217" y="38639"/>
                        <a:pt x="82105" y="48479"/>
                        <a:pt x="100975" y="60290"/>
                      </a:cubicBezTo>
                      <a:cubicBezTo>
                        <a:pt x="102956" y="61452"/>
                        <a:pt x="105194" y="55460"/>
                        <a:pt x="102956" y="54260"/>
                      </a:cubicBezTo>
                      <a:cubicBezTo>
                        <a:pt x="84391" y="43764"/>
                        <a:pt x="65180" y="34591"/>
                        <a:pt x="45320" y="26743"/>
                      </a:cubicBezTo>
                      <a:cubicBezTo>
                        <a:pt x="43996" y="26095"/>
                        <a:pt x="38119" y="28448"/>
                        <a:pt x="40662" y="30391"/>
                      </a:cubicBezTo>
                      <a:cubicBezTo>
                        <a:pt x="62255" y="46916"/>
                        <a:pt x="51502" y="40344"/>
                        <a:pt x="76295" y="51746"/>
                      </a:cubicBezTo>
                      <a:cubicBezTo>
                        <a:pt x="76448" y="51812"/>
                        <a:pt x="81953" y="53555"/>
                        <a:pt x="80896" y="52165"/>
                      </a:cubicBezTo>
                      <a:cubicBezTo>
                        <a:pt x="67285" y="34124"/>
                        <a:pt x="54216" y="16989"/>
                        <a:pt x="38767" y="463"/>
                      </a:cubicBezTo>
                      <a:cubicBezTo>
                        <a:pt x="37119" y="1768"/>
                        <a:pt x="35471" y="3063"/>
                        <a:pt x="33814" y="4368"/>
                      </a:cubicBezTo>
                      <a:cubicBezTo>
                        <a:pt x="52759" y="18494"/>
                        <a:pt x="91516" y="35601"/>
                        <a:pt x="80077" y="67243"/>
                      </a:cubicBezTo>
                      <a:cubicBezTo>
                        <a:pt x="81363" y="66814"/>
                        <a:pt x="82658" y="66376"/>
                        <a:pt x="83944" y="65947"/>
                      </a:cubicBezTo>
                      <a:cubicBezTo>
                        <a:pt x="73485" y="57327"/>
                        <a:pt x="63427" y="49345"/>
                        <a:pt x="50854" y="43926"/>
                      </a:cubicBezTo>
                      <a:cubicBezTo>
                        <a:pt x="47996" y="42687"/>
                        <a:pt x="7953" y="23904"/>
                        <a:pt x="13430" y="20142"/>
                      </a:cubicBezTo>
                      <a:cubicBezTo>
                        <a:pt x="18631" y="16589"/>
                        <a:pt x="8420" y="9721"/>
                        <a:pt x="5324" y="11807"/>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1" id="61"/>
                <p:cNvSpPr/>
                <p:nvPr/>
              </p:nvSpPr>
              <p:spPr>
                <a:xfrm>
                  <a:off x="979940" y="1041749"/>
                  <a:ext cx="103660" cy="65895"/>
                </a:xfrm>
                <a:custGeom>
                  <a:avLst/>
                  <a:gdLst/>
                  <a:ahLst/>
                  <a:cxnLst/>
                  <a:rect r="r" b="b" t="t" l="l"/>
                  <a:pathLst>
                    <a:path w="103660" h="65895" stroke="true" fill="norm" extrusionOk="true">
                      <a:moveTo>
                        <a:pt x="3821" y="5115"/>
                      </a:moveTo>
                      <a:cubicBezTo>
                        <a:pt x="2792" y="6058"/>
                        <a:pt x="1763" y="6991"/>
                        <a:pt x="735" y="7935"/>
                      </a:cubicBezTo>
                      <a:cubicBezTo>
                        <a:pt x="-56" y="8801"/>
                        <a:pt x="-208" y="9782"/>
                        <a:pt x="277" y="10849"/>
                      </a:cubicBezTo>
                      <a:cubicBezTo>
                        <a:pt x="6107" y="25337"/>
                        <a:pt x="4268" y="21793"/>
                        <a:pt x="22232" y="28947"/>
                      </a:cubicBezTo>
                      <a:cubicBezTo>
                        <a:pt x="32881" y="31909"/>
                        <a:pt x="42854" y="36376"/>
                        <a:pt x="52160" y="42329"/>
                      </a:cubicBezTo>
                      <a:cubicBezTo>
                        <a:pt x="61923" y="49197"/>
                        <a:pt x="71220" y="56664"/>
                        <a:pt x="80030" y="64713"/>
                      </a:cubicBezTo>
                      <a:cubicBezTo>
                        <a:pt x="82088" y="66485"/>
                        <a:pt x="83926" y="66380"/>
                        <a:pt x="84926" y="63618"/>
                      </a:cubicBezTo>
                      <a:cubicBezTo>
                        <a:pt x="89069" y="52188"/>
                        <a:pt x="92908" y="45158"/>
                        <a:pt x="84059" y="33985"/>
                      </a:cubicBezTo>
                      <a:cubicBezTo>
                        <a:pt x="72201" y="19022"/>
                        <a:pt x="53741" y="11392"/>
                        <a:pt x="38654" y="638"/>
                      </a:cubicBezTo>
                      <a:cubicBezTo>
                        <a:pt x="39930" y="5248"/>
                        <a:pt x="41206" y="9849"/>
                        <a:pt x="42492" y="14459"/>
                      </a:cubicBezTo>
                      <a:cubicBezTo>
                        <a:pt x="52798" y="22374"/>
                        <a:pt x="63114" y="30280"/>
                        <a:pt x="73420" y="38195"/>
                      </a:cubicBezTo>
                      <a:cubicBezTo>
                        <a:pt x="74687" y="35557"/>
                        <a:pt x="75953" y="32919"/>
                        <a:pt x="77220" y="30271"/>
                      </a:cubicBezTo>
                      <a:cubicBezTo>
                        <a:pt x="69048" y="25841"/>
                        <a:pt x="60866" y="21403"/>
                        <a:pt x="52693" y="16974"/>
                      </a:cubicBezTo>
                      <a:cubicBezTo>
                        <a:pt x="50360" y="18631"/>
                        <a:pt x="48017" y="20279"/>
                        <a:pt x="45683" y="21936"/>
                      </a:cubicBezTo>
                      <a:cubicBezTo>
                        <a:pt x="64723" y="26337"/>
                        <a:pt x="82354" y="34147"/>
                        <a:pt x="98594" y="45358"/>
                      </a:cubicBezTo>
                      <a:cubicBezTo>
                        <a:pt x="104319" y="48711"/>
                        <a:pt x="105024" y="33500"/>
                        <a:pt x="101557" y="32328"/>
                      </a:cubicBezTo>
                      <a:cubicBezTo>
                        <a:pt x="84678" y="26623"/>
                        <a:pt x="68305" y="20746"/>
                        <a:pt x="51036" y="16336"/>
                      </a:cubicBezTo>
                      <a:cubicBezTo>
                        <a:pt x="49226" y="15869"/>
                        <a:pt x="38149" y="17412"/>
                        <a:pt x="44026" y="21298"/>
                      </a:cubicBezTo>
                      <a:cubicBezTo>
                        <a:pt x="61466" y="32842"/>
                        <a:pt x="55694" y="29747"/>
                        <a:pt x="73429" y="38195"/>
                      </a:cubicBezTo>
                      <a:cubicBezTo>
                        <a:pt x="77944" y="40348"/>
                        <a:pt x="82107" y="33290"/>
                        <a:pt x="78582" y="30899"/>
                      </a:cubicBezTo>
                      <a:cubicBezTo>
                        <a:pt x="64657" y="21470"/>
                        <a:pt x="52227" y="10640"/>
                        <a:pt x="38663" y="629"/>
                      </a:cubicBezTo>
                      <a:cubicBezTo>
                        <a:pt x="36025" y="-1314"/>
                        <a:pt x="34825" y="1696"/>
                        <a:pt x="34605" y="3572"/>
                      </a:cubicBezTo>
                      <a:cubicBezTo>
                        <a:pt x="34310" y="6153"/>
                        <a:pt x="40292" y="13345"/>
                        <a:pt x="42502" y="14450"/>
                      </a:cubicBezTo>
                      <a:cubicBezTo>
                        <a:pt x="46416" y="16602"/>
                        <a:pt x="50503" y="18374"/>
                        <a:pt x="54760" y="19774"/>
                      </a:cubicBezTo>
                      <a:cubicBezTo>
                        <a:pt x="68562" y="23374"/>
                        <a:pt x="75982" y="33823"/>
                        <a:pt x="77011" y="51130"/>
                      </a:cubicBezTo>
                      <a:cubicBezTo>
                        <a:pt x="78640" y="50768"/>
                        <a:pt x="80278" y="50397"/>
                        <a:pt x="81907" y="50035"/>
                      </a:cubicBezTo>
                      <a:cubicBezTo>
                        <a:pt x="71820" y="41186"/>
                        <a:pt x="62371" y="31385"/>
                        <a:pt x="49617" y="26642"/>
                      </a:cubicBezTo>
                      <a:cubicBezTo>
                        <a:pt x="45140" y="24908"/>
                        <a:pt x="40616" y="23289"/>
                        <a:pt x="36053" y="21793"/>
                      </a:cubicBezTo>
                      <a:cubicBezTo>
                        <a:pt x="29700" y="20393"/>
                        <a:pt x="24280" y="17231"/>
                        <a:pt x="19794" y="12306"/>
                      </a:cubicBezTo>
                      <a:cubicBezTo>
                        <a:pt x="24623" y="9592"/>
                        <a:pt x="7593" y="1677"/>
                        <a:pt x="3821" y="511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2" id="62"/>
                <p:cNvSpPr/>
                <p:nvPr/>
              </p:nvSpPr>
              <p:spPr>
                <a:xfrm>
                  <a:off x="959110" y="1036484"/>
                  <a:ext cx="99796" cy="70091"/>
                </a:xfrm>
                <a:custGeom>
                  <a:avLst/>
                  <a:gdLst/>
                  <a:ahLst/>
                  <a:cxnLst/>
                  <a:rect r="r" b="b" t="t" l="l"/>
                  <a:pathLst>
                    <a:path w="99796" h="70091" stroke="true" fill="norm" extrusionOk="true">
                      <a:moveTo>
                        <a:pt x="5162" y="4827"/>
                      </a:moveTo>
                      <a:cubicBezTo>
                        <a:pt x="3791" y="5798"/>
                        <a:pt x="2419" y="6779"/>
                        <a:pt x="1047" y="7751"/>
                      </a:cubicBezTo>
                      <a:cubicBezTo>
                        <a:pt x="-162" y="8541"/>
                        <a:pt x="-324" y="9513"/>
                        <a:pt x="562" y="10656"/>
                      </a:cubicBezTo>
                      <a:cubicBezTo>
                        <a:pt x="6572" y="27353"/>
                        <a:pt x="2924" y="23057"/>
                        <a:pt x="24993" y="30268"/>
                      </a:cubicBezTo>
                      <a:cubicBezTo>
                        <a:pt x="29984" y="31792"/>
                        <a:pt x="34985" y="33306"/>
                        <a:pt x="39976" y="34830"/>
                      </a:cubicBezTo>
                      <a:cubicBezTo>
                        <a:pt x="55721" y="44593"/>
                        <a:pt x="69913" y="56195"/>
                        <a:pt x="82562" y="69625"/>
                      </a:cubicBezTo>
                      <a:cubicBezTo>
                        <a:pt x="83563" y="70587"/>
                        <a:pt x="87096" y="69987"/>
                        <a:pt x="87449" y="68501"/>
                      </a:cubicBezTo>
                      <a:cubicBezTo>
                        <a:pt x="88354" y="64653"/>
                        <a:pt x="91249" y="56804"/>
                        <a:pt x="90478" y="53004"/>
                      </a:cubicBezTo>
                      <a:cubicBezTo>
                        <a:pt x="89325" y="47260"/>
                        <a:pt x="84839" y="41336"/>
                        <a:pt x="81134" y="36878"/>
                      </a:cubicBezTo>
                      <a:cubicBezTo>
                        <a:pt x="68827" y="22105"/>
                        <a:pt x="51206" y="13218"/>
                        <a:pt x="36595" y="1045"/>
                      </a:cubicBezTo>
                      <a:cubicBezTo>
                        <a:pt x="29651" y="-4737"/>
                        <a:pt x="31756" y="15266"/>
                        <a:pt x="36709" y="17209"/>
                      </a:cubicBezTo>
                      <a:cubicBezTo>
                        <a:pt x="50463" y="20943"/>
                        <a:pt x="61103" y="28439"/>
                        <a:pt x="68618" y="39688"/>
                      </a:cubicBezTo>
                      <a:cubicBezTo>
                        <a:pt x="69704" y="37993"/>
                        <a:pt x="70789" y="36288"/>
                        <a:pt x="71875" y="34592"/>
                      </a:cubicBezTo>
                      <a:cubicBezTo>
                        <a:pt x="62579" y="29106"/>
                        <a:pt x="53283" y="23629"/>
                        <a:pt x="43977" y="18152"/>
                      </a:cubicBezTo>
                      <a:cubicBezTo>
                        <a:pt x="42815" y="19886"/>
                        <a:pt x="41662" y="21610"/>
                        <a:pt x="40500" y="23343"/>
                      </a:cubicBezTo>
                      <a:cubicBezTo>
                        <a:pt x="60045" y="30458"/>
                        <a:pt x="77095" y="39069"/>
                        <a:pt x="95307" y="49089"/>
                      </a:cubicBezTo>
                      <a:cubicBezTo>
                        <a:pt x="98917" y="51080"/>
                        <a:pt x="101936" y="45003"/>
                        <a:pt x="97802" y="42841"/>
                      </a:cubicBezTo>
                      <a:cubicBezTo>
                        <a:pt x="79667" y="33335"/>
                        <a:pt x="62303" y="25039"/>
                        <a:pt x="43177" y="17647"/>
                      </a:cubicBezTo>
                      <a:cubicBezTo>
                        <a:pt x="40833" y="16742"/>
                        <a:pt x="37366" y="21686"/>
                        <a:pt x="40500" y="23343"/>
                      </a:cubicBezTo>
                      <a:cubicBezTo>
                        <a:pt x="50644" y="28258"/>
                        <a:pt x="60312" y="33992"/>
                        <a:pt x="69485" y="40555"/>
                      </a:cubicBezTo>
                      <a:cubicBezTo>
                        <a:pt x="72266" y="42346"/>
                        <a:pt x="76162" y="37373"/>
                        <a:pt x="72780" y="34973"/>
                      </a:cubicBezTo>
                      <a:cubicBezTo>
                        <a:pt x="58712" y="24953"/>
                        <a:pt x="49263" y="12961"/>
                        <a:pt x="36585" y="1055"/>
                      </a:cubicBezTo>
                      <a:cubicBezTo>
                        <a:pt x="36623" y="6436"/>
                        <a:pt x="36661" y="11827"/>
                        <a:pt x="36699" y="17219"/>
                      </a:cubicBezTo>
                      <a:cubicBezTo>
                        <a:pt x="51168" y="24610"/>
                        <a:pt x="92840" y="36859"/>
                        <a:pt x="81048" y="63139"/>
                      </a:cubicBezTo>
                      <a:cubicBezTo>
                        <a:pt x="82677" y="62758"/>
                        <a:pt x="84305" y="62386"/>
                        <a:pt x="85934" y="62015"/>
                      </a:cubicBezTo>
                      <a:cubicBezTo>
                        <a:pt x="76695" y="52156"/>
                        <a:pt x="65532" y="37021"/>
                        <a:pt x="54540" y="30173"/>
                      </a:cubicBezTo>
                      <a:cubicBezTo>
                        <a:pt x="51397" y="28210"/>
                        <a:pt x="28432" y="15628"/>
                        <a:pt x="31470" y="14514"/>
                      </a:cubicBezTo>
                      <a:cubicBezTo>
                        <a:pt x="37042" y="12475"/>
                        <a:pt x="25193" y="8256"/>
                        <a:pt x="25670" y="8437"/>
                      </a:cubicBezTo>
                      <a:cubicBezTo>
                        <a:pt x="21993" y="7017"/>
                        <a:pt x="9058" y="2055"/>
                        <a:pt x="5162" y="4827"/>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3" id="63"/>
                <p:cNvSpPr/>
                <p:nvPr/>
              </p:nvSpPr>
              <p:spPr>
                <a:xfrm>
                  <a:off x="970483" y="1035525"/>
                  <a:ext cx="106264" cy="63944"/>
                </a:xfrm>
                <a:custGeom>
                  <a:avLst/>
                  <a:gdLst/>
                  <a:ahLst/>
                  <a:cxnLst/>
                  <a:rect r="r" b="b" t="t" l="l"/>
                  <a:pathLst>
                    <a:path w="106264" h="63944" stroke="true" fill="norm" extrusionOk="true">
                      <a:moveTo>
                        <a:pt x="5124" y="5005"/>
                      </a:moveTo>
                      <a:cubicBezTo>
                        <a:pt x="3781" y="5967"/>
                        <a:pt x="2429" y="6929"/>
                        <a:pt x="1086" y="7901"/>
                      </a:cubicBezTo>
                      <a:cubicBezTo>
                        <a:pt x="724" y="8348"/>
                        <a:pt x="362" y="8796"/>
                        <a:pt x="0" y="9244"/>
                      </a:cubicBezTo>
                      <a:cubicBezTo>
                        <a:pt x="6344" y="26246"/>
                        <a:pt x="2562" y="22626"/>
                        <a:pt x="24260" y="28703"/>
                      </a:cubicBezTo>
                      <a:cubicBezTo>
                        <a:pt x="29299" y="29989"/>
                        <a:pt x="34347" y="31265"/>
                        <a:pt x="39386" y="32551"/>
                      </a:cubicBezTo>
                      <a:cubicBezTo>
                        <a:pt x="54388" y="39914"/>
                        <a:pt x="67256" y="49849"/>
                        <a:pt x="78000" y="62355"/>
                      </a:cubicBezTo>
                      <a:cubicBezTo>
                        <a:pt x="78648" y="63022"/>
                        <a:pt x="81401" y="65203"/>
                        <a:pt x="82248" y="62946"/>
                      </a:cubicBezTo>
                      <a:cubicBezTo>
                        <a:pt x="86554" y="51516"/>
                        <a:pt x="89497" y="42914"/>
                        <a:pt x="81286" y="32246"/>
                      </a:cubicBezTo>
                      <a:cubicBezTo>
                        <a:pt x="69866" y="17387"/>
                        <a:pt x="50540" y="11568"/>
                        <a:pt x="35652" y="843"/>
                      </a:cubicBezTo>
                      <a:cubicBezTo>
                        <a:pt x="29080" y="-3891"/>
                        <a:pt x="33395" y="12768"/>
                        <a:pt x="37614" y="14978"/>
                      </a:cubicBezTo>
                      <a:cubicBezTo>
                        <a:pt x="51740" y="22807"/>
                        <a:pt x="64465" y="32408"/>
                        <a:pt x="75809" y="43781"/>
                      </a:cubicBezTo>
                      <a:cubicBezTo>
                        <a:pt x="77295" y="41810"/>
                        <a:pt x="78781" y="39847"/>
                        <a:pt x="80277" y="37876"/>
                      </a:cubicBezTo>
                      <a:cubicBezTo>
                        <a:pt x="73190" y="33713"/>
                        <a:pt x="67170" y="28360"/>
                        <a:pt x="62217" y="21807"/>
                      </a:cubicBezTo>
                      <a:cubicBezTo>
                        <a:pt x="57388" y="22331"/>
                        <a:pt x="52559" y="22845"/>
                        <a:pt x="47730" y="23369"/>
                      </a:cubicBezTo>
                      <a:cubicBezTo>
                        <a:pt x="66046" y="27332"/>
                        <a:pt x="83506" y="33770"/>
                        <a:pt x="100098" y="42705"/>
                      </a:cubicBezTo>
                      <a:cubicBezTo>
                        <a:pt x="104089" y="44639"/>
                        <a:pt x="109347" y="26017"/>
                        <a:pt x="103984" y="25198"/>
                      </a:cubicBezTo>
                      <a:cubicBezTo>
                        <a:pt x="85554" y="22398"/>
                        <a:pt x="67523" y="19607"/>
                        <a:pt x="48949" y="17483"/>
                      </a:cubicBezTo>
                      <a:cubicBezTo>
                        <a:pt x="45777" y="17121"/>
                        <a:pt x="40567" y="18769"/>
                        <a:pt x="44701" y="22226"/>
                      </a:cubicBezTo>
                      <a:cubicBezTo>
                        <a:pt x="53769" y="31284"/>
                        <a:pt x="64132" y="38466"/>
                        <a:pt x="75809" y="43772"/>
                      </a:cubicBezTo>
                      <a:cubicBezTo>
                        <a:pt x="79591" y="45915"/>
                        <a:pt x="83906" y="40886"/>
                        <a:pt x="80277" y="37866"/>
                      </a:cubicBezTo>
                      <a:cubicBezTo>
                        <a:pt x="65399" y="25503"/>
                        <a:pt x="50683" y="13006"/>
                        <a:pt x="35652" y="824"/>
                      </a:cubicBezTo>
                      <a:cubicBezTo>
                        <a:pt x="36824" y="5757"/>
                        <a:pt x="37986" y="10701"/>
                        <a:pt x="39157" y="15635"/>
                      </a:cubicBezTo>
                      <a:cubicBezTo>
                        <a:pt x="50263" y="19759"/>
                        <a:pt x="82286" y="27084"/>
                        <a:pt x="74685" y="44915"/>
                      </a:cubicBezTo>
                      <a:cubicBezTo>
                        <a:pt x="76105" y="45115"/>
                        <a:pt x="77524" y="45305"/>
                        <a:pt x="78934" y="45496"/>
                      </a:cubicBezTo>
                      <a:cubicBezTo>
                        <a:pt x="74428" y="39514"/>
                        <a:pt x="64637" y="22931"/>
                        <a:pt x="57036" y="18559"/>
                      </a:cubicBezTo>
                      <a:cubicBezTo>
                        <a:pt x="53883" y="16749"/>
                        <a:pt x="38557" y="13168"/>
                        <a:pt x="35928" y="14082"/>
                      </a:cubicBezTo>
                      <a:cubicBezTo>
                        <a:pt x="42081" y="11939"/>
                        <a:pt x="27603" y="7796"/>
                        <a:pt x="28804" y="8110"/>
                      </a:cubicBezTo>
                      <a:cubicBezTo>
                        <a:pt x="24251" y="6920"/>
                        <a:pt x="9658" y="1757"/>
                        <a:pt x="5124" y="500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4" id="64"/>
                <p:cNvSpPr/>
                <p:nvPr/>
              </p:nvSpPr>
              <p:spPr>
                <a:xfrm>
                  <a:off x="977772" y="1048901"/>
                  <a:ext cx="102000" cy="66691"/>
                </a:xfrm>
                <a:custGeom>
                  <a:avLst/>
                  <a:gdLst/>
                  <a:ahLst/>
                  <a:cxnLst/>
                  <a:rect r="r" b="b" t="t" l="l"/>
                  <a:pathLst>
                    <a:path w="102000" h="66691" stroke="true" fill="norm" extrusionOk="true">
                      <a:moveTo>
                        <a:pt x="4407" y="6021"/>
                      </a:moveTo>
                      <a:cubicBezTo>
                        <a:pt x="3236" y="6935"/>
                        <a:pt x="2064" y="7859"/>
                        <a:pt x="893" y="8774"/>
                      </a:cubicBezTo>
                      <a:cubicBezTo>
                        <a:pt x="121" y="9574"/>
                        <a:pt x="-155" y="10517"/>
                        <a:pt x="83" y="11612"/>
                      </a:cubicBezTo>
                      <a:cubicBezTo>
                        <a:pt x="3417" y="24109"/>
                        <a:pt x="1083" y="21937"/>
                        <a:pt x="12808" y="26681"/>
                      </a:cubicBezTo>
                      <a:cubicBezTo>
                        <a:pt x="20847" y="30119"/>
                        <a:pt x="29058" y="33081"/>
                        <a:pt x="37449" y="35558"/>
                      </a:cubicBezTo>
                      <a:cubicBezTo>
                        <a:pt x="53575" y="42921"/>
                        <a:pt x="67996" y="52922"/>
                        <a:pt x="80712" y="65562"/>
                      </a:cubicBezTo>
                      <a:cubicBezTo>
                        <a:pt x="82969" y="67457"/>
                        <a:pt x="84636" y="66952"/>
                        <a:pt x="85532" y="64162"/>
                      </a:cubicBezTo>
                      <a:cubicBezTo>
                        <a:pt x="86789" y="60237"/>
                        <a:pt x="90199" y="53684"/>
                        <a:pt x="90056" y="49484"/>
                      </a:cubicBezTo>
                      <a:cubicBezTo>
                        <a:pt x="89770" y="41425"/>
                        <a:pt x="84693" y="34263"/>
                        <a:pt x="79445" y="28843"/>
                      </a:cubicBezTo>
                      <a:cubicBezTo>
                        <a:pt x="67901" y="16927"/>
                        <a:pt x="52299" y="9983"/>
                        <a:pt x="38716" y="677"/>
                      </a:cubicBezTo>
                      <a:cubicBezTo>
                        <a:pt x="33325" y="-3018"/>
                        <a:pt x="35363" y="9507"/>
                        <a:pt x="39526" y="11765"/>
                      </a:cubicBezTo>
                      <a:cubicBezTo>
                        <a:pt x="52499" y="17546"/>
                        <a:pt x="63119" y="26500"/>
                        <a:pt x="71397" y="38616"/>
                      </a:cubicBezTo>
                      <a:cubicBezTo>
                        <a:pt x="72425" y="36177"/>
                        <a:pt x="73454" y="33729"/>
                        <a:pt x="74483" y="31291"/>
                      </a:cubicBezTo>
                      <a:cubicBezTo>
                        <a:pt x="64348" y="30014"/>
                        <a:pt x="55395" y="26100"/>
                        <a:pt x="47632" y="19556"/>
                      </a:cubicBezTo>
                      <a:cubicBezTo>
                        <a:pt x="47194" y="21651"/>
                        <a:pt x="46755" y="23756"/>
                        <a:pt x="46317" y="25862"/>
                      </a:cubicBezTo>
                      <a:cubicBezTo>
                        <a:pt x="66196" y="31329"/>
                        <a:pt x="79407" y="37072"/>
                        <a:pt x="97228" y="47559"/>
                      </a:cubicBezTo>
                      <a:cubicBezTo>
                        <a:pt x="103001" y="50950"/>
                        <a:pt x="103515" y="39873"/>
                        <a:pt x="98886" y="38235"/>
                      </a:cubicBezTo>
                      <a:cubicBezTo>
                        <a:pt x="81684" y="30519"/>
                        <a:pt x="64034" y="24061"/>
                        <a:pt x="45946" y="18861"/>
                      </a:cubicBezTo>
                      <a:cubicBezTo>
                        <a:pt x="41726" y="17537"/>
                        <a:pt x="41593" y="23480"/>
                        <a:pt x="44631" y="25166"/>
                      </a:cubicBezTo>
                      <a:cubicBezTo>
                        <a:pt x="53166" y="30434"/>
                        <a:pt x="62081" y="34920"/>
                        <a:pt x="71387" y="38635"/>
                      </a:cubicBezTo>
                      <a:cubicBezTo>
                        <a:pt x="75921" y="40663"/>
                        <a:pt x="79426" y="34253"/>
                        <a:pt x="75578" y="31796"/>
                      </a:cubicBezTo>
                      <a:cubicBezTo>
                        <a:pt x="67949" y="25614"/>
                        <a:pt x="60633" y="19099"/>
                        <a:pt x="53642" y="12241"/>
                      </a:cubicBezTo>
                      <a:cubicBezTo>
                        <a:pt x="49156" y="7821"/>
                        <a:pt x="44184" y="3973"/>
                        <a:pt x="38707" y="687"/>
                      </a:cubicBezTo>
                      <a:cubicBezTo>
                        <a:pt x="38974" y="4383"/>
                        <a:pt x="39250" y="8078"/>
                        <a:pt x="39516" y="11774"/>
                      </a:cubicBezTo>
                      <a:cubicBezTo>
                        <a:pt x="52108" y="18022"/>
                        <a:pt x="87951" y="25071"/>
                        <a:pt x="77188" y="49798"/>
                      </a:cubicBezTo>
                      <a:cubicBezTo>
                        <a:pt x="78597" y="49893"/>
                        <a:pt x="80007" y="49988"/>
                        <a:pt x="81417" y="50084"/>
                      </a:cubicBezTo>
                      <a:cubicBezTo>
                        <a:pt x="70844" y="41616"/>
                        <a:pt x="60910" y="32024"/>
                        <a:pt x="47727" y="28062"/>
                      </a:cubicBezTo>
                      <a:cubicBezTo>
                        <a:pt x="43050" y="26633"/>
                        <a:pt x="38354" y="25252"/>
                        <a:pt x="33649" y="23899"/>
                      </a:cubicBezTo>
                      <a:cubicBezTo>
                        <a:pt x="26705" y="22833"/>
                        <a:pt x="20962" y="19432"/>
                        <a:pt x="16428" y="13717"/>
                      </a:cubicBezTo>
                      <a:cubicBezTo>
                        <a:pt x="21695" y="10117"/>
                        <a:pt x="7579" y="3525"/>
                        <a:pt x="4407" y="6021"/>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5" id="65"/>
                <p:cNvSpPr/>
                <p:nvPr/>
              </p:nvSpPr>
              <p:spPr>
                <a:xfrm>
                  <a:off x="954801" y="1046252"/>
                  <a:ext cx="102141" cy="72582"/>
                </a:xfrm>
                <a:custGeom>
                  <a:avLst/>
                  <a:gdLst/>
                  <a:ahLst/>
                  <a:cxnLst/>
                  <a:rect r="r" b="b" t="t" l="l"/>
                  <a:pathLst>
                    <a:path w="102141" h="72582" stroke="true" fill="norm" extrusionOk="true">
                      <a:moveTo>
                        <a:pt x="5452" y="7060"/>
                      </a:moveTo>
                      <a:cubicBezTo>
                        <a:pt x="4042" y="8003"/>
                        <a:pt x="2632" y="8955"/>
                        <a:pt x="1213" y="9898"/>
                      </a:cubicBezTo>
                      <a:cubicBezTo>
                        <a:pt x="89" y="10527"/>
                        <a:pt x="-254" y="11451"/>
                        <a:pt x="184" y="12660"/>
                      </a:cubicBezTo>
                      <a:cubicBezTo>
                        <a:pt x="3899" y="24595"/>
                        <a:pt x="984" y="21747"/>
                        <a:pt x="6071" y="25805"/>
                      </a:cubicBezTo>
                      <a:cubicBezTo>
                        <a:pt x="12014" y="28339"/>
                        <a:pt x="17958" y="30872"/>
                        <a:pt x="23902" y="33406"/>
                      </a:cubicBezTo>
                      <a:cubicBezTo>
                        <a:pt x="46514" y="41750"/>
                        <a:pt x="65850" y="54504"/>
                        <a:pt x="81918" y="71658"/>
                      </a:cubicBezTo>
                      <a:cubicBezTo>
                        <a:pt x="83519" y="73173"/>
                        <a:pt x="86909" y="72916"/>
                        <a:pt x="87433" y="70220"/>
                      </a:cubicBezTo>
                      <a:cubicBezTo>
                        <a:pt x="89262" y="60771"/>
                        <a:pt x="91110" y="57209"/>
                        <a:pt x="87186" y="48608"/>
                      </a:cubicBezTo>
                      <a:cubicBezTo>
                        <a:pt x="82976" y="39378"/>
                        <a:pt x="83995" y="40435"/>
                        <a:pt x="74851" y="31710"/>
                      </a:cubicBezTo>
                      <a:cubicBezTo>
                        <a:pt x="62878" y="20280"/>
                        <a:pt x="48800" y="11498"/>
                        <a:pt x="36084" y="973"/>
                      </a:cubicBezTo>
                      <a:cubicBezTo>
                        <a:pt x="31131" y="-3132"/>
                        <a:pt x="28588" y="6945"/>
                        <a:pt x="31941" y="9079"/>
                      </a:cubicBezTo>
                      <a:cubicBezTo>
                        <a:pt x="47476" y="18937"/>
                        <a:pt x="59201" y="29120"/>
                        <a:pt x="70612" y="43559"/>
                      </a:cubicBezTo>
                      <a:cubicBezTo>
                        <a:pt x="71889" y="42016"/>
                        <a:pt x="73165" y="40473"/>
                        <a:pt x="74441" y="38921"/>
                      </a:cubicBezTo>
                      <a:cubicBezTo>
                        <a:pt x="64211" y="33168"/>
                        <a:pt x="53982" y="27405"/>
                        <a:pt x="43752" y="21652"/>
                      </a:cubicBezTo>
                      <a:cubicBezTo>
                        <a:pt x="42113" y="22728"/>
                        <a:pt x="40475" y="23795"/>
                        <a:pt x="38827" y="24871"/>
                      </a:cubicBezTo>
                      <a:cubicBezTo>
                        <a:pt x="61249" y="33244"/>
                        <a:pt x="78118" y="43331"/>
                        <a:pt x="98721" y="55170"/>
                      </a:cubicBezTo>
                      <a:cubicBezTo>
                        <a:pt x="100702" y="56304"/>
                        <a:pt x="103483" y="50570"/>
                        <a:pt x="101407" y="49417"/>
                      </a:cubicBezTo>
                      <a:cubicBezTo>
                        <a:pt x="82357" y="38911"/>
                        <a:pt x="62945" y="30329"/>
                        <a:pt x="43152" y="21252"/>
                      </a:cubicBezTo>
                      <a:cubicBezTo>
                        <a:pt x="41323" y="20414"/>
                        <a:pt x="35446" y="23005"/>
                        <a:pt x="38837" y="24871"/>
                      </a:cubicBezTo>
                      <a:cubicBezTo>
                        <a:pt x="49591" y="31310"/>
                        <a:pt x="60354" y="37749"/>
                        <a:pt x="71108" y="44179"/>
                      </a:cubicBezTo>
                      <a:cubicBezTo>
                        <a:pt x="73174" y="45560"/>
                        <a:pt x="77061" y="40940"/>
                        <a:pt x="75146" y="39292"/>
                      </a:cubicBezTo>
                      <a:cubicBezTo>
                        <a:pt x="61135" y="27167"/>
                        <a:pt x="49486" y="13803"/>
                        <a:pt x="36094" y="983"/>
                      </a:cubicBezTo>
                      <a:cubicBezTo>
                        <a:pt x="34712" y="3678"/>
                        <a:pt x="33331" y="6383"/>
                        <a:pt x="31950" y="9088"/>
                      </a:cubicBezTo>
                      <a:cubicBezTo>
                        <a:pt x="50553" y="20880"/>
                        <a:pt x="91053" y="37149"/>
                        <a:pt x="79642" y="66591"/>
                      </a:cubicBezTo>
                      <a:cubicBezTo>
                        <a:pt x="81480" y="66115"/>
                        <a:pt x="83319" y="65629"/>
                        <a:pt x="85157" y="65153"/>
                      </a:cubicBezTo>
                      <a:cubicBezTo>
                        <a:pt x="74051" y="53608"/>
                        <a:pt x="63621" y="38959"/>
                        <a:pt x="48533" y="32549"/>
                      </a:cubicBezTo>
                      <a:cubicBezTo>
                        <a:pt x="42837" y="30205"/>
                        <a:pt x="37227" y="27672"/>
                        <a:pt x="31693" y="24948"/>
                      </a:cubicBezTo>
                      <a:cubicBezTo>
                        <a:pt x="29378" y="22223"/>
                        <a:pt x="26635" y="20423"/>
                        <a:pt x="23463" y="19576"/>
                      </a:cubicBezTo>
                      <a:cubicBezTo>
                        <a:pt x="29378" y="16661"/>
                        <a:pt x="9281" y="4497"/>
                        <a:pt x="5452" y="7060"/>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grpSp>
        </p:grpSp>
        <p:sp>
          <p:nvSpPr>
            <p:cNvPr name="Freeform 66" id="66"/>
            <p:cNvSpPr/>
            <p:nvPr/>
          </p:nvSpPr>
          <p:spPr>
            <a:xfrm>
              <a:off x="4772771" y="4606929"/>
              <a:ext cx="51599" cy="31287"/>
            </a:xfrm>
            <a:custGeom>
              <a:avLst/>
              <a:gdLst/>
              <a:ahLst/>
              <a:cxnLst/>
              <a:rect r="r" b="b" t="t" l="l"/>
              <a:pathLst>
                <a:path w="51599" h="31287" stroke="true" fill="norm" extrusionOk="true">
                  <a:moveTo>
                    <a:pt x="51600" y="1228"/>
                  </a:moveTo>
                  <a:cubicBezTo>
                    <a:pt x="51600" y="2351"/>
                    <a:pt x="51600" y="3475"/>
                    <a:pt x="51600" y="4599"/>
                  </a:cubicBezTo>
                  <a:cubicBezTo>
                    <a:pt x="48942" y="5428"/>
                    <a:pt x="50219" y="8257"/>
                    <a:pt x="49361" y="10200"/>
                  </a:cubicBezTo>
                  <a:cubicBezTo>
                    <a:pt x="49028" y="10962"/>
                    <a:pt x="47475" y="11810"/>
                    <a:pt x="47114" y="12448"/>
                  </a:cubicBezTo>
                  <a:cubicBezTo>
                    <a:pt x="46885" y="12858"/>
                    <a:pt x="47456" y="14410"/>
                    <a:pt x="47114" y="14686"/>
                  </a:cubicBezTo>
                  <a:cubicBezTo>
                    <a:pt x="46199" y="15439"/>
                    <a:pt x="46342" y="15544"/>
                    <a:pt x="45990" y="16934"/>
                  </a:cubicBezTo>
                  <a:cubicBezTo>
                    <a:pt x="45999" y="16896"/>
                    <a:pt x="44961" y="20220"/>
                    <a:pt x="44866" y="20297"/>
                  </a:cubicBezTo>
                  <a:cubicBezTo>
                    <a:pt x="44285" y="20773"/>
                    <a:pt x="42770" y="23230"/>
                    <a:pt x="40379" y="23659"/>
                  </a:cubicBezTo>
                  <a:cubicBezTo>
                    <a:pt x="40741" y="26259"/>
                    <a:pt x="40198" y="27964"/>
                    <a:pt x="39255" y="29269"/>
                  </a:cubicBezTo>
                  <a:cubicBezTo>
                    <a:pt x="26606" y="32270"/>
                    <a:pt x="14929" y="31631"/>
                    <a:pt x="12" y="29269"/>
                  </a:cubicBezTo>
                  <a:cubicBezTo>
                    <a:pt x="-283" y="23259"/>
                    <a:pt x="4737" y="26154"/>
                    <a:pt x="8985" y="25907"/>
                  </a:cubicBezTo>
                  <a:cubicBezTo>
                    <a:pt x="15795" y="25516"/>
                    <a:pt x="25835" y="26212"/>
                    <a:pt x="32531" y="25907"/>
                  </a:cubicBezTo>
                  <a:cubicBezTo>
                    <a:pt x="33436" y="25697"/>
                    <a:pt x="33645" y="24783"/>
                    <a:pt x="34769" y="24783"/>
                  </a:cubicBezTo>
                  <a:cubicBezTo>
                    <a:pt x="35998" y="24078"/>
                    <a:pt x="36236" y="22592"/>
                    <a:pt x="37007" y="21421"/>
                  </a:cubicBezTo>
                  <a:cubicBezTo>
                    <a:pt x="37465" y="20735"/>
                    <a:pt x="38884" y="19811"/>
                    <a:pt x="39246" y="19173"/>
                  </a:cubicBezTo>
                  <a:cubicBezTo>
                    <a:pt x="39979" y="17896"/>
                    <a:pt x="41008" y="16601"/>
                    <a:pt x="41484" y="14686"/>
                  </a:cubicBezTo>
                  <a:cubicBezTo>
                    <a:pt x="42294" y="11438"/>
                    <a:pt x="43780" y="9267"/>
                    <a:pt x="44847" y="5714"/>
                  </a:cubicBezTo>
                  <a:cubicBezTo>
                    <a:pt x="45504" y="3523"/>
                    <a:pt x="45323" y="2104"/>
                    <a:pt x="45971" y="113"/>
                  </a:cubicBezTo>
                  <a:cubicBezTo>
                    <a:pt x="48599" y="-249"/>
                    <a:pt x="50304" y="294"/>
                    <a:pt x="51600" y="1228"/>
                  </a:cubicBezTo>
                  <a:close/>
                </a:path>
              </a:pathLst>
            </a:custGeom>
            <a:solidFill>
              <a:srgbClr val="CFC89F"/>
            </a:solidFill>
            <a:ln cap="flat">
              <a:noFill/>
              <a:prstDash val="solid"/>
              <a:miter lim="800000"/>
            </a:ln>
          </p:spPr>
          <p:txBody>
            <a:bodyPr vert="horz" anchor="ctr" tIns="45720" lIns="91440" bIns="45720" rIns="91440"/>
            <a:p>
              <a:pPr algn="l" marL="0"/>
            </a:p>
          </p:txBody>
        </p:sp>
        <p:sp>
          <p:nvSpPr>
            <p:cNvPr name="Freeform 67" id="67"/>
            <p:cNvSpPr/>
            <p:nvPr/>
          </p:nvSpPr>
          <p:spPr>
            <a:xfrm>
              <a:off x="4600985" y="4511710"/>
              <a:ext cx="7197" cy="8674"/>
            </a:xfrm>
            <a:custGeom>
              <a:avLst/>
              <a:gdLst/>
              <a:ahLst/>
              <a:cxnLst/>
              <a:rect r="r" b="b" t="t" l="l"/>
              <a:pathLst>
                <a:path w="7197" h="8674" stroke="true" fill="norm" extrusionOk="true">
                  <a:moveTo>
                    <a:pt x="5682" y="7550"/>
                  </a:moveTo>
                  <a:cubicBezTo>
                    <a:pt x="4644" y="8340"/>
                    <a:pt x="3262" y="8797"/>
                    <a:pt x="2196" y="8645"/>
                  </a:cubicBezTo>
                  <a:cubicBezTo>
                    <a:pt x="-814" y="8226"/>
                    <a:pt x="-205" y="3987"/>
                    <a:pt x="938" y="2035"/>
                  </a:cubicBezTo>
                  <a:cubicBezTo>
                    <a:pt x="3596" y="-2499"/>
                    <a:pt x="7930" y="1387"/>
                    <a:pt x="7092" y="5492"/>
                  </a:cubicBezTo>
                  <a:cubicBezTo>
                    <a:pt x="6939" y="6283"/>
                    <a:pt x="6396" y="6997"/>
                    <a:pt x="5682" y="7550"/>
                  </a:cubicBezTo>
                  <a:close/>
                </a:path>
              </a:pathLst>
            </a:custGeom>
            <a:solidFill>
              <a:srgbClr val="000000"/>
            </a:solidFill>
            <a:ln cap="flat">
              <a:noFill/>
              <a:prstDash val="solid"/>
              <a:miter lim="800000"/>
            </a:ln>
          </p:spPr>
          <p:txBody>
            <a:bodyPr vert="horz" anchor="ctr" tIns="45720" lIns="91440" bIns="45720" rIns="91440"/>
            <a:p>
              <a:pPr algn="l" marL="0"/>
            </a:p>
          </p:txBody>
        </p:sp>
        <p:sp>
          <p:nvSpPr>
            <p:cNvPr name="Freeform 68" id="68"/>
            <p:cNvSpPr/>
            <p:nvPr/>
          </p:nvSpPr>
          <p:spPr>
            <a:xfrm>
              <a:off x="4644915" y="4511710"/>
              <a:ext cx="7199" cy="8674"/>
            </a:xfrm>
            <a:custGeom>
              <a:avLst/>
              <a:gdLst/>
              <a:ahLst/>
              <a:cxnLst/>
              <a:rect r="r" b="b" t="t" l="l"/>
              <a:pathLst>
                <a:path w="7199" h="8674" stroke="true" fill="norm" extrusionOk="true">
                  <a:moveTo>
                    <a:pt x="5672" y="7550"/>
                  </a:moveTo>
                  <a:cubicBezTo>
                    <a:pt x="4644" y="8340"/>
                    <a:pt x="3253" y="8797"/>
                    <a:pt x="2196" y="8645"/>
                  </a:cubicBezTo>
                  <a:cubicBezTo>
                    <a:pt x="-814" y="8226"/>
                    <a:pt x="-205" y="3987"/>
                    <a:pt x="938" y="2035"/>
                  </a:cubicBezTo>
                  <a:cubicBezTo>
                    <a:pt x="3605" y="-2499"/>
                    <a:pt x="7939" y="1387"/>
                    <a:pt x="7092" y="5492"/>
                  </a:cubicBezTo>
                  <a:cubicBezTo>
                    <a:pt x="6939" y="6283"/>
                    <a:pt x="6387" y="6997"/>
                    <a:pt x="5672" y="7550"/>
                  </a:cubicBezTo>
                  <a:close/>
                </a:path>
              </a:pathLst>
            </a:custGeom>
            <a:solidFill>
              <a:srgbClr val="000000"/>
            </a:solidFill>
            <a:ln cap="flat">
              <a:noFill/>
              <a:prstDash val="solid"/>
              <a:miter lim="800000"/>
            </a:ln>
          </p:spPr>
          <p:txBody>
            <a:bodyPr vert="horz" anchor="ctr" tIns="45720" lIns="91440" bIns="45720" rIns="91440"/>
            <a:p>
              <a:pPr algn="l" marL="0"/>
            </a:p>
          </p:txBody>
        </p:sp>
        <p:grpSp>
          <p:nvGrpSpPr>
            <p:cNvPr name="Group 69" id="69"/>
            <p:cNvGrpSpPr/>
            <p:nvPr/>
          </p:nvGrpSpPr>
          <p:grpSpPr>
            <a:xfrm>
              <a:off x="4517069" y="4409535"/>
              <a:ext cx="186314" cy="136956"/>
              <a:chOff x="904440" y="980535"/>
              <a:chExt cx="186314" cy="136956"/>
            </a:xfrm>
            <a:solidFill>
              <a:srgbClr val="DA932F"/>
            </a:solidFill>
          </p:grpSpPr>
          <p:sp>
            <p:nvSpPr>
              <p:cNvPr name="Freeform 70" id="70"/>
              <p:cNvSpPr/>
              <p:nvPr/>
            </p:nvSpPr>
            <p:spPr>
              <a:xfrm>
                <a:off x="970692" y="1009869"/>
                <a:ext cx="14686" cy="7633"/>
              </a:xfrm>
              <a:custGeom>
                <a:avLst/>
                <a:gdLst/>
                <a:ahLst/>
                <a:cxnLst/>
                <a:rect r="r" b="b" t="t" l="l"/>
                <a:pathLst>
                  <a:path w="14686" h="7633" stroke="true" fill="norm" extrusionOk="true">
                    <a:moveTo>
                      <a:pt x="14573" y="5601"/>
                    </a:moveTo>
                    <a:cubicBezTo>
                      <a:pt x="8468" y="4448"/>
                      <a:pt x="4324" y="9658"/>
                      <a:pt x="0" y="6725"/>
                    </a:cubicBezTo>
                    <a:cubicBezTo>
                      <a:pt x="981" y="1981"/>
                      <a:pt x="7182" y="648"/>
                      <a:pt x="13449" y="0"/>
                    </a:cubicBezTo>
                    <a:cubicBezTo>
                      <a:pt x="14392" y="1295"/>
                      <a:pt x="14935" y="3000"/>
                      <a:pt x="14573" y="5601"/>
                    </a:cubicBezTo>
                    <a:close/>
                  </a:path>
                </a:pathLst>
              </a:custGeom>
              <a:solidFill>
                <a:srgbClr val="DA932F"/>
              </a:solidFill>
              <a:ln cap="flat">
                <a:noFill/>
                <a:prstDash val="solid"/>
                <a:miter lim="800000"/>
              </a:ln>
            </p:spPr>
            <p:txBody>
              <a:bodyPr vert="horz" anchor="ctr" tIns="45720" lIns="91440" bIns="45720" rIns="91440"/>
              <a:p>
                <a:pPr algn="l" marL="0"/>
              </a:p>
            </p:txBody>
          </p:sp>
          <p:grpSp>
            <p:nvGrpSpPr>
              <p:cNvPr name="Group 71" id="71"/>
              <p:cNvGrpSpPr/>
              <p:nvPr/>
            </p:nvGrpSpPr>
            <p:grpSpPr>
              <a:xfrm>
                <a:off x="904440" y="980535"/>
                <a:ext cx="186314" cy="136956"/>
                <a:chOff x="904440" y="980535"/>
                <a:chExt cx="186314" cy="136956"/>
              </a:xfrm>
              <a:solidFill>
                <a:srgbClr val="DA932F"/>
              </a:solidFill>
            </p:grpSpPr>
            <p:sp>
              <p:nvSpPr>
                <p:cNvPr name="Freeform 72" id="72"/>
                <p:cNvSpPr/>
                <p:nvPr/>
              </p:nvSpPr>
              <p:spPr>
                <a:xfrm>
                  <a:off x="1080521" y="1016719"/>
                  <a:ext cx="10233" cy="7769"/>
                </a:xfrm>
                <a:custGeom>
                  <a:avLst/>
                  <a:gdLst/>
                  <a:ahLst/>
                  <a:cxnLst/>
                  <a:rect r="r" b="b" t="t" l="l"/>
                  <a:pathLst>
                    <a:path w="10233" h="7769" stroke="true" fill="norm" extrusionOk="true">
                      <a:moveTo>
                        <a:pt x="10138" y="7714"/>
                      </a:moveTo>
                      <a:cubicBezTo>
                        <a:pt x="5947" y="8171"/>
                        <a:pt x="3233" y="5732"/>
                        <a:pt x="1166" y="3227"/>
                      </a:cubicBezTo>
                      <a:cubicBezTo>
                        <a:pt x="709" y="2675"/>
                        <a:pt x="-206" y="2275"/>
                        <a:pt x="42" y="989"/>
                      </a:cubicBezTo>
                      <a:cubicBezTo>
                        <a:pt x="5185" y="-1583"/>
                        <a:pt x="11053" y="932"/>
                        <a:pt x="10138" y="7714"/>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3" id="73"/>
                <p:cNvSpPr/>
                <p:nvPr/>
              </p:nvSpPr>
              <p:spPr>
                <a:xfrm>
                  <a:off x="1070449" y="994171"/>
                  <a:ext cx="14600" cy="8029"/>
                </a:xfrm>
                <a:custGeom>
                  <a:avLst/>
                  <a:gdLst/>
                  <a:ahLst/>
                  <a:cxnLst/>
                  <a:rect r="r" b="b" t="t" l="l"/>
                  <a:pathLst>
                    <a:path w="14600" h="8029" stroke="true" fill="norm" extrusionOk="true">
                      <a:moveTo>
                        <a:pt x="14601" y="5601"/>
                      </a:moveTo>
                      <a:cubicBezTo>
                        <a:pt x="14105" y="6592"/>
                        <a:pt x="13610" y="7602"/>
                        <a:pt x="12362" y="7840"/>
                      </a:cubicBezTo>
                      <a:cubicBezTo>
                        <a:pt x="8047" y="8773"/>
                        <a:pt x="3837" y="6106"/>
                        <a:pt x="1151" y="3353"/>
                      </a:cubicBezTo>
                      <a:cubicBezTo>
                        <a:pt x="599" y="2792"/>
                        <a:pt x="-154" y="2401"/>
                        <a:pt x="27" y="1115"/>
                      </a:cubicBezTo>
                      <a:cubicBezTo>
                        <a:pt x="5819" y="-2333"/>
                        <a:pt x="11172" y="3087"/>
                        <a:pt x="14601" y="5601"/>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4" id="74"/>
                <p:cNvSpPr/>
                <p:nvPr/>
              </p:nvSpPr>
              <p:spPr>
                <a:xfrm>
                  <a:off x="1034596" y="980535"/>
                  <a:ext cx="15743" cy="6901"/>
                </a:xfrm>
                <a:custGeom>
                  <a:avLst/>
                  <a:gdLst/>
                  <a:ahLst/>
                  <a:cxnLst/>
                  <a:rect r="r" b="b" t="t" l="l"/>
                  <a:pathLst>
                    <a:path w="15743" h="6901" stroke="true" fill="norm" extrusionOk="true">
                      <a:moveTo>
                        <a:pt x="15697" y="3540"/>
                      </a:moveTo>
                      <a:cubicBezTo>
                        <a:pt x="16012" y="5349"/>
                        <a:pt x="14640" y="5473"/>
                        <a:pt x="14573" y="6902"/>
                      </a:cubicBezTo>
                      <a:cubicBezTo>
                        <a:pt x="8915" y="6578"/>
                        <a:pt x="4858" y="4664"/>
                        <a:pt x="0" y="3540"/>
                      </a:cubicBezTo>
                      <a:cubicBezTo>
                        <a:pt x="972" y="-2795"/>
                        <a:pt x="13192" y="758"/>
                        <a:pt x="15697" y="354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5" id="75"/>
                <p:cNvSpPr/>
                <p:nvPr/>
              </p:nvSpPr>
              <p:spPr>
                <a:xfrm>
                  <a:off x="996486" y="1005987"/>
                  <a:ext cx="16812" cy="6321"/>
                </a:xfrm>
                <a:custGeom>
                  <a:avLst/>
                  <a:gdLst/>
                  <a:ahLst/>
                  <a:cxnLst/>
                  <a:rect r="r" b="b" t="t" l="l"/>
                  <a:pathLst>
                    <a:path w="16812" h="6321" stroke="true" fill="norm" extrusionOk="true">
                      <a:moveTo>
                        <a:pt x="16812" y="510"/>
                      </a:moveTo>
                      <a:cubicBezTo>
                        <a:pt x="16936" y="7282"/>
                        <a:pt x="3648" y="7759"/>
                        <a:pt x="0" y="3882"/>
                      </a:cubicBezTo>
                      <a:cubicBezTo>
                        <a:pt x="3467" y="596"/>
                        <a:pt x="12106" y="-852"/>
                        <a:pt x="16812" y="51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6" id="76"/>
                <p:cNvSpPr/>
                <p:nvPr/>
              </p:nvSpPr>
              <p:spPr>
                <a:xfrm>
                  <a:off x="992000" y="980665"/>
                  <a:ext cx="15697" cy="5704"/>
                </a:xfrm>
                <a:custGeom>
                  <a:avLst/>
                  <a:gdLst/>
                  <a:ahLst/>
                  <a:cxnLst/>
                  <a:rect r="r" b="b" t="t" l="l"/>
                  <a:pathLst>
                    <a:path w="15697" h="5704" stroke="true" fill="norm" extrusionOk="true">
                      <a:moveTo>
                        <a:pt x="15697" y="3410"/>
                      </a:moveTo>
                      <a:cubicBezTo>
                        <a:pt x="15202" y="4410"/>
                        <a:pt x="14716" y="5420"/>
                        <a:pt x="13459" y="5658"/>
                      </a:cubicBezTo>
                      <a:cubicBezTo>
                        <a:pt x="9363" y="3991"/>
                        <a:pt x="4410" y="7344"/>
                        <a:pt x="0" y="4534"/>
                      </a:cubicBezTo>
                      <a:cubicBezTo>
                        <a:pt x="1010" y="-438"/>
                        <a:pt x="7372" y="-48"/>
                        <a:pt x="13459" y="47"/>
                      </a:cubicBezTo>
                      <a:cubicBezTo>
                        <a:pt x="14411" y="952"/>
                        <a:pt x="14116" y="3124"/>
                        <a:pt x="15697" y="341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7" id="77"/>
                <p:cNvSpPr/>
                <p:nvPr/>
              </p:nvSpPr>
              <p:spPr>
                <a:xfrm>
                  <a:off x="962809" y="990809"/>
                  <a:ext cx="11245" cy="5600"/>
                </a:xfrm>
                <a:custGeom>
                  <a:avLst/>
                  <a:gdLst/>
                  <a:ahLst/>
                  <a:cxnLst/>
                  <a:rect r="r" b="b" t="t" l="l"/>
                  <a:pathLst>
                    <a:path w="11245" h="5600" stroke="true" fill="norm" extrusionOk="true">
                      <a:moveTo>
                        <a:pt x="11245" y="0"/>
                      </a:moveTo>
                      <a:cubicBezTo>
                        <a:pt x="11255" y="5610"/>
                        <a:pt x="5616" y="5572"/>
                        <a:pt x="34" y="5601"/>
                      </a:cubicBezTo>
                      <a:cubicBezTo>
                        <a:pt x="-527" y="-562"/>
                        <a:pt x="5892" y="248"/>
                        <a:pt x="11245" y="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8" id="78"/>
                <p:cNvSpPr/>
                <p:nvPr/>
              </p:nvSpPr>
              <p:spPr>
                <a:xfrm>
                  <a:off x="936813" y="1009758"/>
                  <a:ext cx="16286" cy="11572"/>
                </a:xfrm>
                <a:custGeom>
                  <a:avLst/>
                  <a:gdLst/>
                  <a:ahLst/>
                  <a:cxnLst/>
                  <a:rect r="r" b="b" t="t" l="l"/>
                  <a:pathLst>
                    <a:path w="16286" h="11572" stroke="true" fill="norm" extrusionOk="true">
                      <a:moveTo>
                        <a:pt x="15943" y="1225"/>
                      </a:moveTo>
                      <a:cubicBezTo>
                        <a:pt x="17420" y="4149"/>
                        <a:pt x="13724" y="3692"/>
                        <a:pt x="12581" y="4597"/>
                      </a:cubicBezTo>
                      <a:cubicBezTo>
                        <a:pt x="12019" y="5035"/>
                        <a:pt x="11990" y="6445"/>
                        <a:pt x="11457" y="6835"/>
                      </a:cubicBezTo>
                      <a:cubicBezTo>
                        <a:pt x="11057" y="7131"/>
                        <a:pt x="9523" y="6464"/>
                        <a:pt x="9209" y="6835"/>
                      </a:cubicBezTo>
                      <a:cubicBezTo>
                        <a:pt x="8323" y="7921"/>
                        <a:pt x="5018" y="12712"/>
                        <a:pt x="237" y="11322"/>
                      </a:cubicBezTo>
                      <a:cubicBezTo>
                        <a:pt x="-992" y="6664"/>
                        <a:pt x="2875" y="6064"/>
                        <a:pt x="4723" y="4597"/>
                      </a:cubicBezTo>
                      <a:cubicBezTo>
                        <a:pt x="7028" y="2768"/>
                        <a:pt x="9685" y="2025"/>
                        <a:pt x="11448" y="111"/>
                      </a:cubicBezTo>
                      <a:cubicBezTo>
                        <a:pt x="13800" y="-375"/>
                        <a:pt x="14429" y="873"/>
                        <a:pt x="15943" y="1225"/>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9" id="79"/>
                <p:cNvSpPr/>
                <p:nvPr/>
              </p:nvSpPr>
              <p:spPr>
                <a:xfrm>
                  <a:off x="938618" y="1036577"/>
                  <a:ext cx="11890" cy="11076"/>
                </a:xfrm>
                <a:custGeom>
                  <a:avLst/>
                  <a:gdLst/>
                  <a:ahLst/>
                  <a:cxnLst/>
                  <a:rect r="r" b="b" t="t" l="l"/>
                  <a:pathLst>
                    <a:path w="11890" h="11076" stroke="true" fill="norm" extrusionOk="true">
                      <a:moveTo>
                        <a:pt x="11890" y="200"/>
                      </a:moveTo>
                      <a:cubicBezTo>
                        <a:pt x="11890" y="1324"/>
                        <a:pt x="11890" y="2438"/>
                        <a:pt x="11890" y="3562"/>
                      </a:cubicBezTo>
                      <a:cubicBezTo>
                        <a:pt x="7518" y="4801"/>
                        <a:pt x="6147" y="13745"/>
                        <a:pt x="679" y="10287"/>
                      </a:cubicBezTo>
                      <a:cubicBezTo>
                        <a:pt x="-2311" y="6477"/>
                        <a:pt x="5566" y="6039"/>
                        <a:pt x="5166" y="1315"/>
                      </a:cubicBezTo>
                      <a:cubicBezTo>
                        <a:pt x="7804" y="1343"/>
                        <a:pt x="8471" y="-619"/>
                        <a:pt x="11890" y="20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0" id="80"/>
                <p:cNvSpPr/>
                <p:nvPr/>
              </p:nvSpPr>
              <p:spPr>
                <a:xfrm>
                  <a:off x="929344" y="1103969"/>
                  <a:ext cx="9987" cy="13522"/>
                </a:xfrm>
                <a:custGeom>
                  <a:avLst/>
                  <a:gdLst/>
                  <a:ahLst/>
                  <a:cxnLst/>
                  <a:rect r="r" b="b" t="t" l="l"/>
                  <a:pathLst>
                    <a:path w="9987" h="13522" stroke="true" fill="norm" extrusionOk="true">
                      <a:moveTo>
                        <a:pt x="9953" y="10160"/>
                      </a:moveTo>
                      <a:cubicBezTo>
                        <a:pt x="10430" y="13256"/>
                        <a:pt x="5772" y="11218"/>
                        <a:pt x="5467" y="13523"/>
                      </a:cubicBezTo>
                      <a:cubicBezTo>
                        <a:pt x="3010" y="10379"/>
                        <a:pt x="-2153" y="5217"/>
                        <a:pt x="981" y="73"/>
                      </a:cubicBezTo>
                      <a:cubicBezTo>
                        <a:pt x="8353" y="-936"/>
                        <a:pt x="4981" y="8789"/>
                        <a:pt x="9953" y="1016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1" id="81"/>
                <p:cNvSpPr/>
                <p:nvPr/>
              </p:nvSpPr>
              <p:spPr>
                <a:xfrm>
                  <a:off x="924725" y="1055827"/>
                  <a:ext cx="8882" cy="12334"/>
                </a:xfrm>
                <a:custGeom>
                  <a:avLst/>
                  <a:gdLst/>
                  <a:ahLst/>
                  <a:cxnLst/>
                  <a:rect r="r" b="b" t="t" l="l"/>
                  <a:pathLst>
                    <a:path w="8882" h="12334" stroke="true" fill="norm" extrusionOk="true">
                      <a:moveTo>
                        <a:pt x="5610" y="12335"/>
                      </a:moveTo>
                      <a:cubicBezTo>
                        <a:pt x="3743" y="12335"/>
                        <a:pt x="1867" y="12335"/>
                        <a:pt x="0" y="12335"/>
                      </a:cubicBezTo>
                      <a:cubicBezTo>
                        <a:pt x="667" y="6648"/>
                        <a:pt x="3181" y="2800"/>
                        <a:pt x="6725" y="0"/>
                      </a:cubicBezTo>
                      <a:cubicBezTo>
                        <a:pt x="12516" y="2972"/>
                        <a:pt x="4715" y="7306"/>
                        <a:pt x="5610" y="12335"/>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2" id="82"/>
                <p:cNvSpPr/>
                <p:nvPr/>
              </p:nvSpPr>
              <p:spPr>
                <a:xfrm>
                  <a:off x="916886" y="1088345"/>
                  <a:ext cx="5613" cy="13665"/>
                </a:xfrm>
                <a:custGeom>
                  <a:avLst/>
                  <a:gdLst/>
                  <a:ahLst/>
                  <a:cxnLst/>
                  <a:rect r="r" b="b" t="t" l="l"/>
                  <a:pathLst>
                    <a:path w="5613" h="13665" stroke="true" fill="norm" extrusionOk="true">
                      <a:moveTo>
                        <a:pt x="5601" y="13459"/>
                      </a:moveTo>
                      <a:cubicBezTo>
                        <a:pt x="2429" y="14383"/>
                        <a:pt x="2696" y="11878"/>
                        <a:pt x="0" y="12335"/>
                      </a:cubicBezTo>
                      <a:cubicBezTo>
                        <a:pt x="0" y="8220"/>
                        <a:pt x="0" y="4115"/>
                        <a:pt x="0" y="0"/>
                      </a:cubicBezTo>
                      <a:cubicBezTo>
                        <a:pt x="1495" y="0"/>
                        <a:pt x="2991" y="0"/>
                        <a:pt x="4486" y="0"/>
                      </a:cubicBezTo>
                      <a:cubicBezTo>
                        <a:pt x="5553" y="2324"/>
                        <a:pt x="5658" y="7277"/>
                        <a:pt x="5601" y="13459"/>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3" id="83"/>
                <p:cNvSpPr/>
                <p:nvPr/>
              </p:nvSpPr>
              <p:spPr>
                <a:xfrm>
                  <a:off x="907490" y="1035625"/>
                  <a:ext cx="10996" cy="11810"/>
                </a:xfrm>
                <a:custGeom>
                  <a:avLst/>
                  <a:gdLst/>
                  <a:ahLst/>
                  <a:cxnLst/>
                  <a:rect r="r" b="b" t="t" l="l"/>
                  <a:pathLst>
                    <a:path w="10996" h="11810" stroke="true" fill="norm" extrusionOk="true">
                      <a:moveTo>
                        <a:pt x="414" y="11238"/>
                      </a:moveTo>
                      <a:cubicBezTo>
                        <a:pt x="-1730" y="7705"/>
                        <a:pt x="5109" y="5180"/>
                        <a:pt x="6024" y="1151"/>
                      </a:cubicBezTo>
                      <a:cubicBezTo>
                        <a:pt x="8034" y="1294"/>
                        <a:pt x="8386" y="-220"/>
                        <a:pt x="10510" y="27"/>
                      </a:cubicBezTo>
                      <a:cubicBezTo>
                        <a:pt x="12929" y="4876"/>
                        <a:pt x="5824" y="14210"/>
                        <a:pt x="414" y="11238"/>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4" id="84"/>
                <p:cNvSpPr/>
                <p:nvPr/>
              </p:nvSpPr>
              <p:spPr>
                <a:xfrm>
                  <a:off x="904440" y="1068151"/>
                  <a:ext cx="9192" cy="15764"/>
                </a:xfrm>
                <a:custGeom>
                  <a:avLst/>
                  <a:gdLst/>
                  <a:ahLst/>
                  <a:cxnLst/>
                  <a:rect r="r" b="b" t="t" l="l"/>
                  <a:pathLst>
                    <a:path w="9192" h="15764" stroke="true" fill="norm" extrusionOk="true">
                      <a:moveTo>
                        <a:pt x="9073" y="11"/>
                      </a:moveTo>
                      <a:cubicBezTo>
                        <a:pt x="9854" y="7145"/>
                        <a:pt x="6578" y="10221"/>
                        <a:pt x="5711" y="15708"/>
                      </a:cubicBezTo>
                      <a:cubicBezTo>
                        <a:pt x="3006" y="16165"/>
                        <a:pt x="3272" y="13660"/>
                        <a:pt x="101" y="14584"/>
                      </a:cubicBezTo>
                      <a:cubicBezTo>
                        <a:pt x="-176" y="12145"/>
                        <a:pt x="91" y="10669"/>
                        <a:pt x="1225" y="8974"/>
                      </a:cubicBezTo>
                      <a:cubicBezTo>
                        <a:pt x="1329" y="8821"/>
                        <a:pt x="2415" y="7640"/>
                        <a:pt x="2348" y="7850"/>
                      </a:cubicBezTo>
                      <a:cubicBezTo>
                        <a:pt x="3120" y="5583"/>
                        <a:pt x="2272" y="2763"/>
                        <a:pt x="4587" y="1125"/>
                      </a:cubicBezTo>
                      <a:cubicBezTo>
                        <a:pt x="5587" y="268"/>
                        <a:pt x="7121" y="-66"/>
                        <a:pt x="9073" y="11"/>
                      </a:cubicBezTo>
                      <a:close/>
                    </a:path>
                  </a:pathLst>
                </a:custGeom>
                <a:solidFill>
                  <a:srgbClr val="DA932F"/>
                </a:solidFill>
                <a:ln cap="flat">
                  <a:noFill/>
                  <a:prstDash val="solid"/>
                  <a:miter lim="800000"/>
                </a:ln>
              </p:spPr>
              <p:txBody>
                <a:bodyPr vert="horz" anchor="ctr" tIns="45720" lIns="91440" bIns="45720" rIns="91440"/>
                <a:p>
                  <a:pPr algn="l" marL="0"/>
                </a:p>
              </p:txBody>
            </p:sp>
          </p:grpSp>
        </p:grpSp>
        <p:grpSp>
          <p:nvGrpSpPr>
            <p:cNvPr name="Group 85" id="85"/>
            <p:cNvGrpSpPr/>
            <p:nvPr/>
          </p:nvGrpSpPr>
          <p:grpSpPr>
            <a:xfrm>
              <a:off x="4654926" y="4925711"/>
              <a:ext cx="258017" cy="68330"/>
              <a:chOff x="1042297" y="1496711"/>
              <a:chExt cx="258017" cy="68330"/>
            </a:xfrm>
            <a:solidFill>
              <a:srgbClr val="DC932E"/>
            </a:solidFill>
          </p:grpSpPr>
          <p:sp>
            <p:nvSpPr>
              <p:cNvPr name="Freeform 86" id="86"/>
              <p:cNvSpPr/>
              <p:nvPr/>
            </p:nvSpPr>
            <p:spPr>
              <a:xfrm>
                <a:off x="1129873" y="1496711"/>
                <a:ext cx="170441" cy="16024"/>
              </a:xfrm>
              <a:custGeom>
                <a:avLst/>
                <a:gdLst/>
                <a:ahLst/>
                <a:cxnLst/>
                <a:rect r="r" b="b" t="t" l="l"/>
                <a:pathLst>
                  <a:path w="170441" h="16024" stroke="true" fill="norm" extrusionOk="true">
                    <a:moveTo>
                      <a:pt x="170442" y="8705"/>
                    </a:moveTo>
                    <a:cubicBezTo>
                      <a:pt x="170442" y="9458"/>
                      <a:pt x="170442" y="10201"/>
                      <a:pt x="170442" y="10953"/>
                    </a:cubicBezTo>
                    <a:cubicBezTo>
                      <a:pt x="169375" y="16392"/>
                      <a:pt x="162507" y="15030"/>
                      <a:pt x="158107" y="15439"/>
                    </a:cubicBezTo>
                    <a:cubicBezTo>
                      <a:pt x="157240" y="15525"/>
                      <a:pt x="143705" y="13858"/>
                      <a:pt x="142410" y="15439"/>
                    </a:cubicBezTo>
                    <a:cubicBezTo>
                      <a:pt x="141486" y="16563"/>
                      <a:pt x="141733" y="15782"/>
                      <a:pt x="140171" y="15439"/>
                    </a:cubicBezTo>
                    <a:cubicBezTo>
                      <a:pt x="131056" y="13458"/>
                      <a:pt x="113806" y="15220"/>
                      <a:pt x="103176" y="13192"/>
                    </a:cubicBezTo>
                    <a:cubicBezTo>
                      <a:pt x="100681" y="12725"/>
                      <a:pt x="97709" y="11267"/>
                      <a:pt x="95328" y="10953"/>
                    </a:cubicBezTo>
                    <a:cubicBezTo>
                      <a:pt x="93975" y="10772"/>
                      <a:pt x="86231" y="12172"/>
                      <a:pt x="85231" y="10953"/>
                    </a:cubicBezTo>
                    <a:cubicBezTo>
                      <a:pt x="85165" y="10877"/>
                      <a:pt x="85298" y="9848"/>
                      <a:pt x="85231" y="9829"/>
                    </a:cubicBezTo>
                    <a:cubicBezTo>
                      <a:pt x="83660" y="9582"/>
                      <a:pt x="83440" y="10953"/>
                      <a:pt x="82993" y="10953"/>
                    </a:cubicBezTo>
                    <a:cubicBezTo>
                      <a:pt x="81659" y="10944"/>
                      <a:pt x="80850" y="9601"/>
                      <a:pt x="77383" y="9829"/>
                    </a:cubicBezTo>
                    <a:cubicBezTo>
                      <a:pt x="77506" y="9820"/>
                      <a:pt x="76973" y="10915"/>
                      <a:pt x="76259" y="10953"/>
                    </a:cubicBezTo>
                    <a:cubicBezTo>
                      <a:pt x="71791" y="11182"/>
                      <a:pt x="67134" y="10115"/>
                      <a:pt x="61685" y="9829"/>
                    </a:cubicBezTo>
                    <a:cubicBezTo>
                      <a:pt x="55332" y="9496"/>
                      <a:pt x="48903" y="9572"/>
                      <a:pt x="42626" y="8705"/>
                    </a:cubicBezTo>
                    <a:cubicBezTo>
                      <a:pt x="42292" y="8658"/>
                      <a:pt x="41550" y="7143"/>
                      <a:pt x="40387" y="7591"/>
                    </a:cubicBezTo>
                    <a:cubicBezTo>
                      <a:pt x="39930" y="7762"/>
                      <a:pt x="40454" y="8686"/>
                      <a:pt x="39264" y="8705"/>
                    </a:cubicBezTo>
                    <a:cubicBezTo>
                      <a:pt x="39521" y="8705"/>
                      <a:pt x="38778" y="7591"/>
                      <a:pt x="38140" y="7591"/>
                    </a:cubicBezTo>
                    <a:cubicBezTo>
                      <a:pt x="37282" y="7591"/>
                      <a:pt x="36958" y="8705"/>
                      <a:pt x="37016" y="8705"/>
                    </a:cubicBezTo>
                    <a:cubicBezTo>
                      <a:pt x="33910" y="8524"/>
                      <a:pt x="30853" y="7696"/>
                      <a:pt x="28043" y="7591"/>
                    </a:cubicBezTo>
                    <a:cubicBezTo>
                      <a:pt x="19661" y="7257"/>
                      <a:pt x="11755" y="6714"/>
                      <a:pt x="3373" y="5343"/>
                    </a:cubicBezTo>
                    <a:cubicBezTo>
                      <a:pt x="1125" y="5724"/>
                      <a:pt x="-132" y="5114"/>
                      <a:pt x="11" y="3105"/>
                    </a:cubicBezTo>
                    <a:cubicBezTo>
                      <a:pt x="1030" y="-1506"/>
                      <a:pt x="5088" y="199"/>
                      <a:pt x="10098" y="857"/>
                    </a:cubicBezTo>
                    <a:cubicBezTo>
                      <a:pt x="11803" y="1076"/>
                      <a:pt x="12079" y="1866"/>
                      <a:pt x="13460" y="1981"/>
                    </a:cubicBezTo>
                    <a:cubicBezTo>
                      <a:pt x="14318" y="2047"/>
                      <a:pt x="14622" y="580"/>
                      <a:pt x="15699" y="857"/>
                    </a:cubicBezTo>
                    <a:cubicBezTo>
                      <a:pt x="15965" y="923"/>
                      <a:pt x="15832" y="1904"/>
                      <a:pt x="16823" y="1981"/>
                    </a:cubicBezTo>
                    <a:cubicBezTo>
                      <a:pt x="18308" y="2095"/>
                      <a:pt x="19823" y="1847"/>
                      <a:pt x="21309" y="1981"/>
                    </a:cubicBezTo>
                    <a:cubicBezTo>
                      <a:pt x="23081" y="2143"/>
                      <a:pt x="23242" y="2952"/>
                      <a:pt x="24671" y="3105"/>
                    </a:cubicBezTo>
                    <a:cubicBezTo>
                      <a:pt x="25995" y="3238"/>
                      <a:pt x="25319" y="2076"/>
                      <a:pt x="25795" y="1981"/>
                    </a:cubicBezTo>
                    <a:cubicBezTo>
                      <a:pt x="27043" y="1733"/>
                      <a:pt x="26586" y="3076"/>
                      <a:pt x="26919" y="3105"/>
                    </a:cubicBezTo>
                    <a:cubicBezTo>
                      <a:pt x="31843" y="3400"/>
                      <a:pt x="38054" y="1685"/>
                      <a:pt x="43740" y="3105"/>
                    </a:cubicBezTo>
                    <a:cubicBezTo>
                      <a:pt x="44283" y="3238"/>
                      <a:pt x="45055" y="4238"/>
                      <a:pt x="44864" y="4219"/>
                    </a:cubicBezTo>
                    <a:cubicBezTo>
                      <a:pt x="48179" y="4438"/>
                      <a:pt x="51265" y="3952"/>
                      <a:pt x="54951" y="4219"/>
                    </a:cubicBezTo>
                    <a:cubicBezTo>
                      <a:pt x="60876" y="4638"/>
                      <a:pt x="69810" y="5057"/>
                      <a:pt x="78497" y="5343"/>
                    </a:cubicBezTo>
                    <a:cubicBezTo>
                      <a:pt x="79888" y="5391"/>
                      <a:pt x="81631" y="5029"/>
                      <a:pt x="82983" y="5343"/>
                    </a:cubicBezTo>
                    <a:cubicBezTo>
                      <a:pt x="84126" y="5610"/>
                      <a:pt x="86146" y="7305"/>
                      <a:pt x="89708" y="6467"/>
                    </a:cubicBezTo>
                    <a:cubicBezTo>
                      <a:pt x="91556" y="6029"/>
                      <a:pt x="93585" y="5733"/>
                      <a:pt x="98680" y="6467"/>
                    </a:cubicBezTo>
                    <a:cubicBezTo>
                      <a:pt x="98452" y="6438"/>
                      <a:pt x="99338" y="7467"/>
                      <a:pt x="99804" y="7591"/>
                    </a:cubicBezTo>
                    <a:cubicBezTo>
                      <a:pt x="101548" y="8029"/>
                      <a:pt x="103624" y="7334"/>
                      <a:pt x="105405" y="7591"/>
                    </a:cubicBezTo>
                    <a:cubicBezTo>
                      <a:pt x="106405" y="7734"/>
                      <a:pt x="107205" y="8543"/>
                      <a:pt x="108767" y="8705"/>
                    </a:cubicBezTo>
                    <a:cubicBezTo>
                      <a:pt x="125941" y="10515"/>
                      <a:pt x="148782" y="10829"/>
                      <a:pt x="167070" y="8705"/>
                    </a:cubicBezTo>
                    <a:cubicBezTo>
                      <a:pt x="168203" y="8705"/>
                      <a:pt x="169327" y="8705"/>
                      <a:pt x="170442" y="8705"/>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87" id="87"/>
              <p:cNvSpPr/>
              <p:nvPr/>
            </p:nvSpPr>
            <p:spPr>
              <a:xfrm>
                <a:off x="1127664" y="1546294"/>
                <a:ext cx="165925" cy="12839"/>
              </a:xfrm>
              <a:custGeom>
                <a:avLst/>
                <a:gdLst/>
                <a:ahLst/>
                <a:cxnLst/>
                <a:rect r="r" b="b" t="t" l="l"/>
                <a:pathLst>
                  <a:path w="165925" h="12839" stroke="true" fill="norm" extrusionOk="true">
                    <a:moveTo>
                      <a:pt x="165925" y="8462"/>
                    </a:moveTo>
                    <a:cubicBezTo>
                      <a:pt x="165925" y="9586"/>
                      <a:pt x="165925" y="10701"/>
                      <a:pt x="165925" y="11824"/>
                    </a:cubicBezTo>
                    <a:cubicBezTo>
                      <a:pt x="156896" y="14625"/>
                      <a:pt x="147599" y="10882"/>
                      <a:pt x="137893" y="9586"/>
                    </a:cubicBezTo>
                    <a:cubicBezTo>
                      <a:pt x="133445" y="8986"/>
                      <a:pt x="129150" y="8977"/>
                      <a:pt x="124444" y="8462"/>
                    </a:cubicBezTo>
                    <a:cubicBezTo>
                      <a:pt x="120101" y="7986"/>
                      <a:pt x="115386" y="6576"/>
                      <a:pt x="110995" y="6214"/>
                    </a:cubicBezTo>
                    <a:cubicBezTo>
                      <a:pt x="104318" y="5681"/>
                      <a:pt x="97955" y="6529"/>
                      <a:pt x="90811" y="6214"/>
                    </a:cubicBezTo>
                    <a:cubicBezTo>
                      <a:pt x="82953" y="5871"/>
                      <a:pt x="70409" y="4795"/>
                      <a:pt x="59417" y="5100"/>
                    </a:cubicBezTo>
                    <a:cubicBezTo>
                      <a:pt x="58493" y="5119"/>
                      <a:pt x="58312" y="6214"/>
                      <a:pt x="57179" y="6214"/>
                    </a:cubicBezTo>
                    <a:cubicBezTo>
                      <a:pt x="56255" y="6214"/>
                      <a:pt x="56083" y="5014"/>
                      <a:pt x="54940" y="5100"/>
                    </a:cubicBezTo>
                    <a:cubicBezTo>
                      <a:pt x="52949" y="5233"/>
                      <a:pt x="52559" y="6281"/>
                      <a:pt x="50454" y="6214"/>
                    </a:cubicBezTo>
                    <a:cubicBezTo>
                      <a:pt x="50216" y="6214"/>
                      <a:pt x="49320" y="4671"/>
                      <a:pt x="48216" y="5100"/>
                    </a:cubicBezTo>
                    <a:cubicBezTo>
                      <a:pt x="47749" y="5271"/>
                      <a:pt x="48320" y="6319"/>
                      <a:pt x="47092" y="6214"/>
                    </a:cubicBezTo>
                    <a:cubicBezTo>
                      <a:pt x="47187" y="6224"/>
                      <a:pt x="46701" y="5138"/>
                      <a:pt x="45968" y="5100"/>
                    </a:cubicBezTo>
                    <a:cubicBezTo>
                      <a:pt x="41396" y="4862"/>
                      <a:pt x="36576" y="6710"/>
                      <a:pt x="31394" y="7338"/>
                    </a:cubicBezTo>
                    <a:cubicBezTo>
                      <a:pt x="29966" y="7510"/>
                      <a:pt x="28308" y="7005"/>
                      <a:pt x="26908" y="7338"/>
                    </a:cubicBezTo>
                    <a:cubicBezTo>
                      <a:pt x="26003" y="7557"/>
                      <a:pt x="25784" y="8472"/>
                      <a:pt x="24670" y="8462"/>
                    </a:cubicBezTo>
                    <a:cubicBezTo>
                      <a:pt x="24917" y="8472"/>
                      <a:pt x="24165" y="7367"/>
                      <a:pt x="23546" y="7338"/>
                    </a:cubicBezTo>
                    <a:cubicBezTo>
                      <a:pt x="22108" y="7262"/>
                      <a:pt x="20498" y="7205"/>
                      <a:pt x="19060" y="7338"/>
                    </a:cubicBezTo>
                    <a:cubicBezTo>
                      <a:pt x="12887" y="7910"/>
                      <a:pt x="5734" y="12396"/>
                      <a:pt x="0" y="7338"/>
                    </a:cubicBezTo>
                    <a:cubicBezTo>
                      <a:pt x="1991" y="3376"/>
                      <a:pt x="6906" y="4490"/>
                      <a:pt x="10096" y="3976"/>
                    </a:cubicBezTo>
                    <a:cubicBezTo>
                      <a:pt x="15069" y="3185"/>
                      <a:pt x="19193" y="4043"/>
                      <a:pt x="24670" y="2852"/>
                    </a:cubicBezTo>
                    <a:cubicBezTo>
                      <a:pt x="24879" y="2804"/>
                      <a:pt x="28261" y="642"/>
                      <a:pt x="29156" y="1728"/>
                    </a:cubicBezTo>
                    <a:cubicBezTo>
                      <a:pt x="29851" y="2585"/>
                      <a:pt x="31023" y="2319"/>
                      <a:pt x="34757" y="1728"/>
                    </a:cubicBezTo>
                    <a:cubicBezTo>
                      <a:pt x="34547" y="1766"/>
                      <a:pt x="35281" y="-148"/>
                      <a:pt x="35881" y="614"/>
                    </a:cubicBezTo>
                    <a:cubicBezTo>
                      <a:pt x="37348" y="2442"/>
                      <a:pt x="36947" y="804"/>
                      <a:pt x="40367" y="614"/>
                    </a:cubicBezTo>
                    <a:cubicBezTo>
                      <a:pt x="44882" y="356"/>
                      <a:pt x="50025" y="947"/>
                      <a:pt x="54940" y="614"/>
                    </a:cubicBezTo>
                    <a:cubicBezTo>
                      <a:pt x="68599" y="-310"/>
                      <a:pt x="85849" y="-91"/>
                      <a:pt x="102032" y="614"/>
                    </a:cubicBezTo>
                    <a:cubicBezTo>
                      <a:pt x="101851" y="604"/>
                      <a:pt x="102480" y="1699"/>
                      <a:pt x="103156" y="1728"/>
                    </a:cubicBezTo>
                    <a:cubicBezTo>
                      <a:pt x="104042" y="1776"/>
                      <a:pt x="104956" y="490"/>
                      <a:pt x="106518" y="614"/>
                    </a:cubicBezTo>
                    <a:cubicBezTo>
                      <a:pt x="107547" y="690"/>
                      <a:pt x="109109" y="1557"/>
                      <a:pt x="111004" y="1728"/>
                    </a:cubicBezTo>
                    <a:cubicBezTo>
                      <a:pt x="126521" y="3204"/>
                      <a:pt x="146304" y="5433"/>
                      <a:pt x="162582" y="7338"/>
                    </a:cubicBezTo>
                    <a:cubicBezTo>
                      <a:pt x="164373" y="7024"/>
                      <a:pt x="164497" y="8395"/>
                      <a:pt x="165925" y="8462"/>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88" id="88"/>
              <p:cNvSpPr/>
              <p:nvPr/>
            </p:nvSpPr>
            <p:spPr>
              <a:xfrm>
                <a:off x="1072559" y="1553632"/>
                <a:ext cx="41686" cy="11409"/>
              </a:xfrm>
              <a:custGeom>
                <a:avLst/>
                <a:gdLst/>
                <a:ahLst/>
                <a:cxnLst/>
                <a:rect r="r" b="b" t="t" l="l"/>
                <a:pathLst>
                  <a:path w="41686" h="11409" stroke="true" fill="norm" extrusionOk="true">
                    <a:moveTo>
                      <a:pt x="41646" y="1124"/>
                    </a:moveTo>
                    <a:cubicBezTo>
                      <a:pt x="41856" y="2076"/>
                      <a:pt x="41208" y="2181"/>
                      <a:pt x="40522" y="2248"/>
                    </a:cubicBezTo>
                    <a:cubicBezTo>
                      <a:pt x="38131" y="1286"/>
                      <a:pt x="39027" y="3839"/>
                      <a:pt x="38284" y="4486"/>
                    </a:cubicBezTo>
                    <a:cubicBezTo>
                      <a:pt x="37903" y="4820"/>
                      <a:pt x="36350" y="4105"/>
                      <a:pt x="36045" y="4486"/>
                    </a:cubicBezTo>
                    <a:cubicBezTo>
                      <a:pt x="35950" y="4601"/>
                      <a:pt x="36160" y="5572"/>
                      <a:pt x="36045" y="5610"/>
                    </a:cubicBezTo>
                    <a:cubicBezTo>
                      <a:pt x="33778" y="6439"/>
                      <a:pt x="28578" y="6077"/>
                      <a:pt x="24834" y="6734"/>
                    </a:cubicBezTo>
                    <a:cubicBezTo>
                      <a:pt x="19434" y="7677"/>
                      <a:pt x="16167" y="8535"/>
                      <a:pt x="9137" y="8973"/>
                    </a:cubicBezTo>
                    <a:cubicBezTo>
                      <a:pt x="8823" y="8992"/>
                      <a:pt x="7070" y="8754"/>
                      <a:pt x="6899" y="8973"/>
                    </a:cubicBezTo>
                    <a:cubicBezTo>
                      <a:pt x="6832" y="9049"/>
                      <a:pt x="6966" y="10078"/>
                      <a:pt x="6899" y="10097"/>
                    </a:cubicBezTo>
                    <a:cubicBezTo>
                      <a:pt x="5784" y="10268"/>
                      <a:pt x="4527" y="9011"/>
                      <a:pt x="4661" y="8973"/>
                    </a:cubicBezTo>
                    <a:cubicBezTo>
                      <a:pt x="2355" y="9573"/>
                      <a:pt x="2374" y="12116"/>
                      <a:pt x="174" y="11221"/>
                    </a:cubicBezTo>
                    <a:cubicBezTo>
                      <a:pt x="-683" y="8334"/>
                      <a:pt x="1813" y="6429"/>
                      <a:pt x="3537" y="5610"/>
                    </a:cubicBezTo>
                    <a:cubicBezTo>
                      <a:pt x="4661" y="5077"/>
                      <a:pt x="5813" y="4934"/>
                      <a:pt x="9147" y="4486"/>
                    </a:cubicBezTo>
                    <a:cubicBezTo>
                      <a:pt x="11671" y="4153"/>
                      <a:pt x="11880" y="2886"/>
                      <a:pt x="15871" y="3362"/>
                    </a:cubicBezTo>
                    <a:cubicBezTo>
                      <a:pt x="16205" y="3401"/>
                      <a:pt x="17929" y="3134"/>
                      <a:pt x="18110" y="3362"/>
                    </a:cubicBezTo>
                    <a:cubicBezTo>
                      <a:pt x="19672" y="5267"/>
                      <a:pt x="18538" y="3124"/>
                      <a:pt x="22596" y="2248"/>
                    </a:cubicBezTo>
                    <a:cubicBezTo>
                      <a:pt x="22339" y="2305"/>
                      <a:pt x="24120" y="3477"/>
                      <a:pt x="24834" y="3362"/>
                    </a:cubicBezTo>
                    <a:cubicBezTo>
                      <a:pt x="24911" y="3353"/>
                      <a:pt x="25092" y="2286"/>
                      <a:pt x="25958" y="2248"/>
                    </a:cubicBezTo>
                    <a:cubicBezTo>
                      <a:pt x="28854" y="2096"/>
                      <a:pt x="34788" y="972"/>
                      <a:pt x="38293" y="0"/>
                    </a:cubicBezTo>
                    <a:cubicBezTo>
                      <a:pt x="38465" y="1314"/>
                      <a:pt x="40322" y="943"/>
                      <a:pt x="41646" y="1124"/>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89" id="89"/>
              <p:cNvSpPr/>
              <p:nvPr/>
            </p:nvSpPr>
            <p:spPr>
              <a:xfrm>
                <a:off x="1042297" y="1513756"/>
                <a:ext cx="206449" cy="17800"/>
              </a:xfrm>
              <a:custGeom>
                <a:avLst/>
                <a:gdLst/>
                <a:ahLst/>
                <a:cxnLst/>
                <a:rect r="r" b="b" t="t" l="l"/>
                <a:pathLst>
                  <a:path w="206449" h="17800" stroke="true" fill="norm" extrusionOk="true">
                    <a:moveTo>
                      <a:pt x="206449" y="14092"/>
                    </a:moveTo>
                    <a:cubicBezTo>
                      <a:pt x="205011" y="20798"/>
                      <a:pt x="198077" y="16368"/>
                      <a:pt x="192990" y="16330"/>
                    </a:cubicBezTo>
                    <a:cubicBezTo>
                      <a:pt x="184570" y="16264"/>
                      <a:pt x="176379" y="16807"/>
                      <a:pt x="167206" y="16330"/>
                    </a:cubicBezTo>
                    <a:cubicBezTo>
                      <a:pt x="166197" y="16283"/>
                      <a:pt x="165501" y="14987"/>
                      <a:pt x="163844" y="15206"/>
                    </a:cubicBezTo>
                    <a:cubicBezTo>
                      <a:pt x="162920" y="15330"/>
                      <a:pt x="162739" y="16397"/>
                      <a:pt x="161605" y="16330"/>
                    </a:cubicBezTo>
                    <a:cubicBezTo>
                      <a:pt x="160758" y="16283"/>
                      <a:pt x="159653" y="15397"/>
                      <a:pt x="158243" y="15206"/>
                    </a:cubicBezTo>
                    <a:cubicBezTo>
                      <a:pt x="155824" y="14883"/>
                      <a:pt x="152652" y="16006"/>
                      <a:pt x="149271" y="15206"/>
                    </a:cubicBezTo>
                    <a:cubicBezTo>
                      <a:pt x="148337" y="14987"/>
                      <a:pt x="148166" y="14168"/>
                      <a:pt x="147032" y="14092"/>
                    </a:cubicBezTo>
                    <a:cubicBezTo>
                      <a:pt x="147385" y="14111"/>
                      <a:pt x="146489" y="15206"/>
                      <a:pt x="145908" y="15206"/>
                    </a:cubicBezTo>
                    <a:cubicBezTo>
                      <a:pt x="145051" y="15206"/>
                      <a:pt x="143498" y="14235"/>
                      <a:pt x="140308" y="14092"/>
                    </a:cubicBezTo>
                    <a:cubicBezTo>
                      <a:pt x="134383" y="13816"/>
                      <a:pt x="129973" y="13749"/>
                      <a:pt x="123486" y="12968"/>
                    </a:cubicBezTo>
                    <a:cubicBezTo>
                      <a:pt x="123153" y="12930"/>
                      <a:pt x="121429" y="13197"/>
                      <a:pt x="121248" y="12968"/>
                    </a:cubicBezTo>
                    <a:cubicBezTo>
                      <a:pt x="121181" y="12882"/>
                      <a:pt x="121324" y="11863"/>
                      <a:pt x="121248" y="11844"/>
                    </a:cubicBezTo>
                    <a:cubicBezTo>
                      <a:pt x="118591" y="11330"/>
                      <a:pt x="115924" y="11825"/>
                      <a:pt x="112276" y="10720"/>
                    </a:cubicBezTo>
                    <a:cubicBezTo>
                      <a:pt x="111371" y="10444"/>
                      <a:pt x="110437" y="9215"/>
                      <a:pt x="108913" y="9606"/>
                    </a:cubicBezTo>
                    <a:cubicBezTo>
                      <a:pt x="108370" y="9739"/>
                      <a:pt x="107608" y="10739"/>
                      <a:pt x="107789" y="10720"/>
                    </a:cubicBezTo>
                    <a:cubicBezTo>
                      <a:pt x="105932" y="10853"/>
                      <a:pt x="105894" y="9634"/>
                      <a:pt x="104427" y="9606"/>
                    </a:cubicBezTo>
                    <a:cubicBezTo>
                      <a:pt x="96207" y="9396"/>
                      <a:pt x="88939" y="8329"/>
                      <a:pt x="80881" y="7358"/>
                    </a:cubicBezTo>
                    <a:cubicBezTo>
                      <a:pt x="73614" y="6491"/>
                      <a:pt x="67108" y="6053"/>
                      <a:pt x="59583" y="5119"/>
                    </a:cubicBezTo>
                    <a:cubicBezTo>
                      <a:pt x="57278" y="4834"/>
                      <a:pt x="55078" y="4196"/>
                      <a:pt x="52859" y="3995"/>
                    </a:cubicBezTo>
                    <a:cubicBezTo>
                      <a:pt x="51039" y="3833"/>
                      <a:pt x="50916" y="5243"/>
                      <a:pt x="49496" y="5119"/>
                    </a:cubicBezTo>
                    <a:cubicBezTo>
                      <a:pt x="49563" y="5129"/>
                      <a:pt x="49134" y="4043"/>
                      <a:pt x="48372" y="3995"/>
                    </a:cubicBezTo>
                    <a:cubicBezTo>
                      <a:pt x="47077" y="3929"/>
                      <a:pt x="43276" y="4729"/>
                      <a:pt x="40524" y="2871"/>
                    </a:cubicBezTo>
                    <a:cubicBezTo>
                      <a:pt x="39171" y="2538"/>
                      <a:pt x="39981" y="4710"/>
                      <a:pt x="39400" y="5119"/>
                    </a:cubicBezTo>
                    <a:cubicBezTo>
                      <a:pt x="37457" y="6491"/>
                      <a:pt x="37561" y="3148"/>
                      <a:pt x="36037" y="5119"/>
                    </a:cubicBezTo>
                    <a:cubicBezTo>
                      <a:pt x="35656" y="5615"/>
                      <a:pt x="36056" y="6529"/>
                      <a:pt x="34914" y="6234"/>
                    </a:cubicBezTo>
                    <a:cubicBezTo>
                      <a:pt x="28046" y="6586"/>
                      <a:pt x="21788" y="6958"/>
                      <a:pt x="15854" y="7358"/>
                    </a:cubicBezTo>
                    <a:cubicBezTo>
                      <a:pt x="12606" y="7577"/>
                      <a:pt x="13339" y="8139"/>
                      <a:pt x="10253" y="7358"/>
                    </a:cubicBezTo>
                    <a:cubicBezTo>
                      <a:pt x="7529" y="6682"/>
                      <a:pt x="3081" y="10320"/>
                      <a:pt x="166" y="7358"/>
                    </a:cubicBezTo>
                    <a:cubicBezTo>
                      <a:pt x="-1015" y="2310"/>
                      <a:pt x="4357" y="3338"/>
                      <a:pt x="8015" y="2871"/>
                    </a:cubicBezTo>
                    <a:cubicBezTo>
                      <a:pt x="15540" y="1929"/>
                      <a:pt x="23255" y="2586"/>
                      <a:pt x="30437" y="1748"/>
                    </a:cubicBezTo>
                    <a:cubicBezTo>
                      <a:pt x="36714" y="1024"/>
                      <a:pt x="39971" y="-377"/>
                      <a:pt x="42772" y="2871"/>
                    </a:cubicBezTo>
                    <a:cubicBezTo>
                      <a:pt x="49515" y="-834"/>
                      <a:pt x="55745" y="-186"/>
                      <a:pt x="65193" y="633"/>
                    </a:cubicBezTo>
                    <a:cubicBezTo>
                      <a:pt x="66203" y="719"/>
                      <a:pt x="67594" y="338"/>
                      <a:pt x="68556" y="633"/>
                    </a:cubicBezTo>
                    <a:cubicBezTo>
                      <a:pt x="68918" y="738"/>
                      <a:pt x="70061" y="1757"/>
                      <a:pt x="69680" y="1748"/>
                    </a:cubicBezTo>
                    <a:cubicBezTo>
                      <a:pt x="70747" y="1757"/>
                      <a:pt x="72099" y="424"/>
                      <a:pt x="74166" y="633"/>
                    </a:cubicBezTo>
                    <a:cubicBezTo>
                      <a:pt x="80976" y="1300"/>
                      <a:pt x="87825" y="3243"/>
                      <a:pt x="95473" y="3995"/>
                    </a:cubicBezTo>
                    <a:cubicBezTo>
                      <a:pt x="96083" y="4053"/>
                      <a:pt x="101493" y="3129"/>
                      <a:pt x="102198" y="3995"/>
                    </a:cubicBezTo>
                    <a:cubicBezTo>
                      <a:pt x="102884" y="4834"/>
                      <a:pt x="104398" y="4538"/>
                      <a:pt x="106684" y="5119"/>
                    </a:cubicBezTo>
                    <a:cubicBezTo>
                      <a:pt x="106399" y="5043"/>
                      <a:pt x="114914" y="4215"/>
                      <a:pt x="115657" y="5119"/>
                    </a:cubicBezTo>
                    <a:cubicBezTo>
                      <a:pt x="117133" y="6920"/>
                      <a:pt x="123153" y="6234"/>
                      <a:pt x="126868" y="7358"/>
                    </a:cubicBezTo>
                    <a:cubicBezTo>
                      <a:pt x="133859" y="9472"/>
                      <a:pt x="149575" y="9006"/>
                      <a:pt x="159377" y="9606"/>
                    </a:cubicBezTo>
                    <a:cubicBezTo>
                      <a:pt x="164406" y="9910"/>
                      <a:pt x="169321" y="10511"/>
                      <a:pt x="173950" y="10720"/>
                    </a:cubicBezTo>
                    <a:cubicBezTo>
                      <a:pt x="174512" y="10749"/>
                      <a:pt x="179998" y="9882"/>
                      <a:pt x="180684" y="10720"/>
                    </a:cubicBezTo>
                    <a:cubicBezTo>
                      <a:pt x="182037" y="12377"/>
                      <a:pt x="182570" y="10644"/>
                      <a:pt x="186285" y="10720"/>
                    </a:cubicBezTo>
                    <a:cubicBezTo>
                      <a:pt x="187275" y="10739"/>
                      <a:pt x="187999" y="12063"/>
                      <a:pt x="189647" y="11844"/>
                    </a:cubicBezTo>
                    <a:cubicBezTo>
                      <a:pt x="190590" y="11720"/>
                      <a:pt x="190743" y="10749"/>
                      <a:pt x="191885" y="10720"/>
                    </a:cubicBezTo>
                    <a:cubicBezTo>
                      <a:pt x="191819" y="10720"/>
                      <a:pt x="192114" y="12016"/>
                      <a:pt x="193009" y="11844"/>
                    </a:cubicBezTo>
                    <a:cubicBezTo>
                      <a:pt x="192914" y="11863"/>
                      <a:pt x="195514" y="9672"/>
                      <a:pt x="196372" y="10720"/>
                    </a:cubicBezTo>
                    <a:cubicBezTo>
                      <a:pt x="197505" y="12101"/>
                      <a:pt x="197343" y="10330"/>
                      <a:pt x="199734" y="10720"/>
                    </a:cubicBezTo>
                    <a:cubicBezTo>
                      <a:pt x="199829" y="10739"/>
                      <a:pt x="199982" y="11796"/>
                      <a:pt x="200858" y="11844"/>
                    </a:cubicBezTo>
                    <a:cubicBezTo>
                      <a:pt x="201839" y="11901"/>
                      <a:pt x="205649" y="10701"/>
                      <a:pt x="206449" y="14092"/>
                    </a:cubicBezTo>
                    <a:close/>
                  </a:path>
                </a:pathLst>
              </a:custGeom>
              <a:solidFill>
                <a:srgbClr val="DC932E"/>
              </a:solidFill>
              <a:ln cap="flat">
                <a:noFill/>
                <a:prstDash val="solid"/>
                <a:miter lim="800000"/>
              </a:ln>
            </p:spPr>
            <p:txBody>
              <a:bodyPr vert="horz" anchor="ctr" tIns="45720" lIns="91440" bIns="45720" rIns="91440"/>
              <a:p>
                <a:pPr algn="l" marL="0"/>
              </a:p>
            </p:txBody>
          </p:sp>
        </p:grpSp>
        <p:sp>
          <p:nvSpPr>
            <p:cNvPr name="Freeform 90" id="90"/>
            <p:cNvSpPr/>
            <p:nvPr/>
          </p:nvSpPr>
          <p:spPr>
            <a:xfrm>
              <a:off x="4623476" y="4550673"/>
              <a:ext cx="23868" cy="8132"/>
            </a:xfrm>
            <a:custGeom>
              <a:avLst/>
              <a:gdLst/>
              <a:ahLst/>
              <a:cxnLst/>
              <a:rect r="r" b="b" t="t" l="l"/>
              <a:pathLst>
                <a:path w="23868" h="8132" stroke="true" fill="norm" extrusionOk="true">
                  <a:moveTo>
                    <a:pt x="23072" y="1124"/>
                  </a:moveTo>
                  <a:cubicBezTo>
                    <a:pt x="22911" y="972"/>
                    <a:pt x="22720" y="838"/>
                    <a:pt x="22482" y="705"/>
                  </a:cubicBezTo>
                  <a:cubicBezTo>
                    <a:pt x="21844" y="371"/>
                    <a:pt x="21129" y="143"/>
                    <a:pt x="20405" y="0"/>
                  </a:cubicBezTo>
                  <a:cubicBezTo>
                    <a:pt x="13471" y="6687"/>
                    <a:pt x="5556" y="2448"/>
                    <a:pt x="4775" y="2000"/>
                  </a:cubicBezTo>
                  <a:cubicBezTo>
                    <a:pt x="4251" y="2010"/>
                    <a:pt x="3718" y="2000"/>
                    <a:pt x="3203" y="2076"/>
                  </a:cubicBezTo>
                  <a:cubicBezTo>
                    <a:pt x="2279" y="2210"/>
                    <a:pt x="-359" y="3172"/>
                    <a:pt x="41" y="4162"/>
                  </a:cubicBezTo>
                  <a:cubicBezTo>
                    <a:pt x="412" y="5096"/>
                    <a:pt x="3480" y="5896"/>
                    <a:pt x="4480" y="6315"/>
                  </a:cubicBezTo>
                  <a:cubicBezTo>
                    <a:pt x="6394" y="7106"/>
                    <a:pt x="8366" y="7906"/>
                    <a:pt x="10538" y="8096"/>
                  </a:cubicBezTo>
                  <a:cubicBezTo>
                    <a:pt x="13738" y="8382"/>
                    <a:pt x="16576" y="6915"/>
                    <a:pt x="19358" y="5934"/>
                  </a:cubicBezTo>
                  <a:cubicBezTo>
                    <a:pt x="21663" y="5124"/>
                    <a:pt x="25549" y="3419"/>
                    <a:pt x="23072" y="1124"/>
                  </a:cubicBezTo>
                  <a:close/>
                </a:path>
              </a:pathLst>
            </a:custGeom>
            <a:solidFill>
              <a:srgbClr val="DE8245"/>
            </a:solidFill>
            <a:ln cap="flat">
              <a:noFill/>
              <a:prstDash val="solid"/>
              <a:miter lim="800000"/>
            </a:ln>
          </p:spPr>
          <p:txBody>
            <a:bodyPr vert="horz" anchor="ctr" tIns="45720" lIns="91440" bIns="45720" rIns="91440"/>
            <a:p>
              <a:pPr algn="l" marL="0"/>
            </a:p>
          </p:txBody>
        </p:sp>
        <p:sp>
          <p:nvSpPr>
            <p:cNvPr name="Freeform 91" id="91"/>
            <p:cNvSpPr/>
            <p:nvPr/>
          </p:nvSpPr>
          <p:spPr>
            <a:xfrm>
              <a:off x="4628165" y="4525192"/>
              <a:ext cx="9164" cy="12335"/>
            </a:xfrm>
            <a:custGeom>
              <a:avLst/>
              <a:gdLst/>
              <a:ahLst/>
              <a:cxnLst/>
              <a:rect r="r" b="b" t="t" l="l"/>
              <a:pathLst>
                <a:path w="9164" h="12335" stroke="true" fill="norm" extrusionOk="true">
                  <a:moveTo>
                    <a:pt x="8496" y="1468"/>
                  </a:moveTo>
                  <a:cubicBezTo>
                    <a:pt x="9058" y="2278"/>
                    <a:pt x="9182" y="3354"/>
                    <a:pt x="9163" y="4459"/>
                  </a:cubicBezTo>
                  <a:cubicBezTo>
                    <a:pt x="9144" y="5735"/>
                    <a:pt x="9087" y="7021"/>
                    <a:pt x="9049" y="8298"/>
                  </a:cubicBezTo>
                  <a:cubicBezTo>
                    <a:pt x="8973" y="10755"/>
                    <a:pt x="5591" y="12470"/>
                    <a:pt x="3372" y="12327"/>
                  </a:cubicBezTo>
                  <a:cubicBezTo>
                    <a:pt x="2829" y="8793"/>
                    <a:pt x="6810" y="9793"/>
                    <a:pt x="5610" y="5602"/>
                  </a:cubicBezTo>
                  <a:cubicBezTo>
                    <a:pt x="5448" y="3154"/>
                    <a:pt x="2791" y="3192"/>
                    <a:pt x="0" y="3354"/>
                  </a:cubicBezTo>
                  <a:cubicBezTo>
                    <a:pt x="657" y="278"/>
                    <a:pt x="4458" y="-589"/>
                    <a:pt x="7058" y="373"/>
                  </a:cubicBezTo>
                  <a:cubicBezTo>
                    <a:pt x="7715" y="630"/>
                    <a:pt x="8172" y="1002"/>
                    <a:pt x="8496" y="1468"/>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2" id="92"/>
            <p:cNvSpPr/>
            <p:nvPr/>
          </p:nvSpPr>
          <p:spPr>
            <a:xfrm>
              <a:off x="4648510" y="4527356"/>
              <a:ext cx="24764" cy="24764"/>
            </a:xfrm>
            <a:custGeom>
              <a:avLst/>
              <a:gdLst/>
              <a:ahLst/>
              <a:cxnLst/>
              <a:rect r="r" b="b" t="t" l="l"/>
              <a:pathLst>
                <a:path w="24764" h="24764" stroke="true" fill="norm" extrusionOk="true">
                  <a:moveTo>
                    <a:pt x="24765" y="12382"/>
                  </a:moveTo>
                  <a:cubicBezTo>
                    <a:pt x="24765" y="19212"/>
                    <a:pt x="19222" y="24765"/>
                    <a:pt x="12383" y="24765"/>
                  </a:cubicBezTo>
                  <a:cubicBezTo>
                    <a:pt x="5544" y="24765"/>
                    <a:pt x="0" y="19221"/>
                    <a:pt x="0" y="12382"/>
                  </a:cubicBezTo>
                  <a:cubicBezTo>
                    <a:pt x="0" y="5534"/>
                    <a:pt x="5544" y="0"/>
                    <a:pt x="12383" y="0"/>
                  </a:cubicBezTo>
                  <a:cubicBezTo>
                    <a:pt x="19222" y="-10"/>
                    <a:pt x="24765" y="5534"/>
                    <a:pt x="24765" y="12382"/>
                  </a:cubicBezTo>
                  <a:close/>
                </a:path>
              </a:pathLst>
            </a:custGeom>
            <a:solidFill>
              <a:srgbClr val="E89E65"/>
            </a:solidFill>
            <a:ln cap="flat">
              <a:noFill/>
              <a:prstDash val="solid"/>
              <a:miter lim="800000"/>
            </a:ln>
          </p:spPr>
          <p:txBody>
            <a:bodyPr vert="horz" anchor="ctr" tIns="45720" lIns="91440" bIns="45720" rIns="91440"/>
            <a:p>
              <a:pPr algn="l" marL="0"/>
            </a:p>
          </p:txBody>
        </p:sp>
        <p:sp>
          <p:nvSpPr>
            <p:cNvPr name="Freeform 93" id="93"/>
            <p:cNvSpPr/>
            <p:nvPr/>
          </p:nvSpPr>
          <p:spPr>
            <a:xfrm>
              <a:off x="4592208" y="4534109"/>
              <a:ext cx="24764" cy="24764"/>
            </a:xfrm>
            <a:custGeom>
              <a:avLst/>
              <a:gdLst/>
              <a:ahLst/>
              <a:cxnLst/>
              <a:rect r="r" b="b" t="t" l="l"/>
              <a:pathLst>
                <a:path w="24764" h="24764" stroke="true" fill="norm" extrusionOk="true">
                  <a:moveTo>
                    <a:pt x="24765" y="12382"/>
                  </a:moveTo>
                  <a:cubicBezTo>
                    <a:pt x="24765" y="19212"/>
                    <a:pt x="19221" y="24765"/>
                    <a:pt x="12382" y="24765"/>
                  </a:cubicBezTo>
                  <a:cubicBezTo>
                    <a:pt x="5544" y="24765"/>
                    <a:pt x="0" y="19221"/>
                    <a:pt x="0" y="12382"/>
                  </a:cubicBezTo>
                  <a:cubicBezTo>
                    <a:pt x="0" y="5543"/>
                    <a:pt x="5544" y="0"/>
                    <a:pt x="12382" y="0"/>
                  </a:cubicBezTo>
                  <a:cubicBezTo>
                    <a:pt x="19221" y="0"/>
                    <a:pt x="24765" y="5543"/>
                    <a:pt x="24765" y="12382"/>
                  </a:cubicBezTo>
                  <a:close/>
                </a:path>
              </a:pathLst>
            </a:custGeom>
            <a:solidFill>
              <a:srgbClr val="E89E65"/>
            </a:solidFill>
            <a:ln cap="flat">
              <a:noFill/>
              <a:prstDash val="solid"/>
              <a:miter lim="800000"/>
            </a:ln>
          </p:spPr>
          <p:txBody>
            <a:bodyPr vert="horz" anchor="ctr" tIns="45720" lIns="91440" bIns="45720" rIns="91440"/>
            <a:p>
              <a:pPr algn="l" marL="0"/>
            </a:p>
          </p:txBody>
        </p:sp>
        <p:sp>
          <p:nvSpPr>
            <p:cNvPr name="Freeform 94" id="94"/>
            <p:cNvSpPr/>
            <p:nvPr/>
          </p:nvSpPr>
          <p:spPr>
            <a:xfrm>
              <a:off x="4646588" y="4904085"/>
              <a:ext cx="16636" cy="21438"/>
            </a:xfrm>
            <a:custGeom>
              <a:avLst/>
              <a:gdLst/>
              <a:ahLst/>
              <a:cxnLst/>
              <a:rect r="r" b="b" t="t" l="l"/>
              <a:pathLst>
                <a:path w="16636" h="21438" stroke="true" fill="norm" extrusionOk="true">
                  <a:moveTo>
                    <a:pt x="16448" y="19320"/>
                  </a:moveTo>
                  <a:cubicBezTo>
                    <a:pt x="16248" y="18939"/>
                    <a:pt x="15934" y="18511"/>
                    <a:pt x="15620" y="18006"/>
                  </a:cubicBezTo>
                  <a:cubicBezTo>
                    <a:pt x="14981" y="16977"/>
                    <a:pt x="15229" y="15749"/>
                    <a:pt x="14496" y="14644"/>
                  </a:cubicBezTo>
                  <a:cubicBezTo>
                    <a:pt x="14429" y="14548"/>
                    <a:pt x="14334" y="14463"/>
                    <a:pt x="14258" y="14367"/>
                  </a:cubicBezTo>
                  <a:cubicBezTo>
                    <a:pt x="13134" y="12891"/>
                    <a:pt x="11105" y="11691"/>
                    <a:pt x="10009" y="10157"/>
                  </a:cubicBezTo>
                  <a:cubicBezTo>
                    <a:pt x="9276" y="9119"/>
                    <a:pt x="9581" y="7690"/>
                    <a:pt x="8885" y="6785"/>
                  </a:cubicBezTo>
                  <a:cubicBezTo>
                    <a:pt x="8323" y="6052"/>
                    <a:pt x="7304" y="5376"/>
                    <a:pt x="6647" y="4547"/>
                  </a:cubicBezTo>
                  <a:cubicBezTo>
                    <a:pt x="5218" y="2737"/>
                    <a:pt x="4599" y="-482"/>
                    <a:pt x="1037" y="61"/>
                  </a:cubicBezTo>
                  <a:cubicBezTo>
                    <a:pt x="-1525" y="2185"/>
                    <a:pt x="1370" y="3176"/>
                    <a:pt x="2161" y="4547"/>
                  </a:cubicBezTo>
                  <a:cubicBezTo>
                    <a:pt x="3113" y="6205"/>
                    <a:pt x="4475" y="8414"/>
                    <a:pt x="5523" y="10157"/>
                  </a:cubicBezTo>
                  <a:cubicBezTo>
                    <a:pt x="6723" y="12148"/>
                    <a:pt x="8304" y="13948"/>
                    <a:pt x="9485" y="15977"/>
                  </a:cubicBezTo>
                  <a:cubicBezTo>
                    <a:pt x="10362" y="17492"/>
                    <a:pt x="10009" y="19844"/>
                    <a:pt x="11533" y="20959"/>
                  </a:cubicBezTo>
                  <a:cubicBezTo>
                    <a:pt x="12753" y="21845"/>
                    <a:pt x="17648" y="21616"/>
                    <a:pt x="16448" y="19320"/>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5" id="95"/>
            <p:cNvSpPr/>
            <p:nvPr/>
          </p:nvSpPr>
          <p:spPr>
            <a:xfrm>
              <a:off x="4632309" y="4908594"/>
              <a:ext cx="10953" cy="12434"/>
            </a:xfrm>
            <a:custGeom>
              <a:avLst/>
              <a:gdLst/>
              <a:ahLst/>
              <a:cxnLst/>
              <a:rect r="r" b="b" t="t" l="l"/>
              <a:pathLst>
                <a:path w="10953" h="12434" stroke="true" fill="norm" extrusionOk="true">
                  <a:moveTo>
                    <a:pt x="8267" y="7696"/>
                  </a:moveTo>
                  <a:cubicBezTo>
                    <a:pt x="7572" y="6944"/>
                    <a:pt x="6876" y="6229"/>
                    <a:pt x="6381" y="5610"/>
                  </a:cubicBezTo>
                  <a:cubicBezTo>
                    <a:pt x="4857" y="3715"/>
                    <a:pt x="3619" y="457"/>
                    <a:pt x="780" y="0"/>
                  </a:cubicBezTo>
                  <a:cubicBezTo>
                    <a:pt x="-1687" y="3496"/>
                    <a:pt x="2323" y="6391"/>
                    <a:pt x="4143" y="8973"/>
                  </a:cubicBezTo>
                  <a:cubicBezTo>
                    <a:pt x="5476" y="10868"/>
                    <a:pt x="8248" y="12935"/>
                    <a:pt x="10772" y="12325"/>
                  </a:cubicBezTo>
                  <a:cubicBezTo>
                    <a:pt x="11744" y="12078"/>
                    <a:pt x="8515" y="7953"/>
                    <a:pt x="8267" y="7696"/>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6" id="96"/>
            <p:cNvSpPr/>
            <p:nvPr/>
          </p:nvSpPr>
          <p:spPr>
            <a:xfrm>
              <a:off x="4657836" y="4889201"/>
              <a:ext cx="9221" cy="13830"/>
            </a:xfrm>
            <a:custGeom>
              <a:avLst/>
              <a:gdLst/>
              <a:ahLst/>
              <a:cxnLst/>
              <a:rect r="r" b="b" t="t" l="l"/>
              <a:pathLst>
                <a:path w="9221" h="13830" stroke="true" fill="norm" extrusionOk="true">
                  <a:moveTo>
                    <a:pt x="7296" y="8839"/>
                  </a:moveTo>
                  <a:cubicBezTo>
                    <a:pt x="6734" y="7972"/>
                    <a:pt x="6172" y="7163"/>
                    <a:pt x="5781" y="6467"/>
                  </a:cubicBezTo>
                  <a:cubicBezTo>
                    <a:pt x="4600" y="4343"/>
                    <a:pt x="3924" y="924"/>
                    <a:pt x="1200" y="0"/>
                  </a:cubicBezTo>
                  <a:cubicBezTo>
                    <a:pt x="-1819" y="3029"/>
                    <a:pt x="1648" y="6563"/>
                    <a:pt x="3010" y="9411"/>
                  </a:cubicBezTo>
                  <a:cubicBezTo>
                    <a:pt x="4010" y="11497"/>
                    <a:pt x="6391" y="14002"/>
                    <a:pt x="8982" y="13821"/>
                  </a:cubicBezTo>
                  <a:cubicBezTo>
                    <a:pt x="9992" y="13745"/>
                    <a:pt x="7496" y="9134"/>
                    <a:pt x="7296" y="8839"/>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7" id="97"/>
            <p:cNvSpPr/>
            <p:nvPr/>
          </p:nvSpPr>
          <p:spPr>
            <a:xfrm>
              <a:off x="4570903" y="4700384"/>
              <a:ext cx="17020" cy="36320"/>
            </a:xfrm>
            <a:custGeom>
              <a:avLst/>
              <a:gdLst/>
              <a:ahLst/>
              <a:cxnLst/>
              <a:rect r="r" b="b" t="t" l="l"/>
              <a:pathLst>
                <a:path w="17020" h="36320" stroke="true" fill="norm" extrusionOk="true">
                  <a:moveTo>
                    <a:pt x="15885" y="23939"/>
                  </a:moveTo>
                  <a:cubicBezTo>
                    <a:pt x="15647" y="22653"/>
                    <a:pt x="15828" y="21243"/>
                    <a:pt x="15885" y="19872"/>
                  </a:cubicBezTo>
                  <a:cubicBezTo>
                    <a:pt x="15895" y="19881"/>
                    <a:pt x="15914" y="19881"/>
                    <a:pt x="15933" y="19891"/>
                  </a:cubicBezTo>
                  <a:cubicBezTo>
                    <a:pt x="15923" y="19853"/>
                    <a:pt x="15904" y="19834"/>
                    <a:pt x="15895" y="19796"/>
                  </a:cubicBezTo>
                  <a:cubicBezTo>
                    <a:pt x="15914" y="19300"/>
                    <a:pt x="15923" y="18805"/>
                    <a:pt x="15885" y="18329"/>
                  </a:cubicBezTo>
                  <a:cubicBezTo>
                    <a:pt x="15580" y="14395"/>
                    <a:pt x="15237" y="16433"/>
                    <a:pt x="15885" y="13843"/>
                  </a:cubicBezTo>
                  <a:cubicBezTo>
                    <a:pt x="16276" y="12290"/>
                    <a:pt x="14999" y="11414"/>
                    <a:pt x="14761" y="10480"/>
                  </a:cubicBezTo>
                  <a:cubicBezTo>
                    <a:pt x="14351" y="8842"/>
                    <a:pt x="14390" y="7566"/>
                    <a:pt x="14047" y="6794"/>
                  </a:cubicBezTo>
                  <a:cubicBezTo>
                    <a:pt x="13847" y="5784"/>
                    <a:pt x="13170" y="5127"/>
                    <a:pt x="12970" y="4403"/>
                  </a:cubicBezTo>
                  <a:cubicBezTo>
                    <a:pt x="12104" y="1308"/>
                    <a:pt x="12646" y="-569"/>
                    <a:pt x="10027" y="155"/>
                  </a:cubicBezTo>
                  <a:cubicBezTo>
                    <a:pt x="7408" y="1089"/>
                    <a:pt x="8636" y="4794"/>
                    <a:pt x="9446" y="7308"/>
                  </a:cubicBezTo>
                  <a:cubicBezTo>
                    <a:pt x="8189" y="9480"/>
                    <a:pt x="10246" y="13557"/>
                    <a:pt x="10275" y="14976"/>
                  </a:cubicBezTo>
                  <a:cubicBezTo>
                    <a:pt x="10370" y="19453"/>
                    <a:pt x="10199" y="23949"/>
                    <a:pt x="10275" y="28425"/>
                  </a:cubicBezTo>
                  <a:cubicBezTo>
                    <a:pt x="9627" y="28854"/>
                    <a:pt x="8875" y="29130"/>
                    <a:pt x="8132" y="29397"/>
                  </a:cubicBezTo>
                  <a:cubicBezTo>
                    <a:pt x="9246" y="29997"/>
                    <a:pt x="9913" y="30473"/>
                    <a:pt x="9618" y="30626"/>
                  </a:cubicBezTo>
                  <a:cubicBezTo>
                    <a:pt x="9532" y="30673"/>
                    <a:pt x="9465" y="30826"/>
                    <a:pt x="9399" y="31035"/>
                  </a:cubicBezTo>
                  <a:cubicBezTo>
                    <a:pt x="9132" y="30826"/>
                    <a:pt x="8684" y="30559"/>
                    <a:pt x="8132" y="30254"/>
                  </a:cubicBezTo>
                  <a:cubicBezTo>
                    <a:pt x="6989" y="29740"/>
                    <a:pt x="2445" y="30949"/>
                    <a:pt x="1559" y="31778"/>
                  </a:cubicBezTo>
                  <a:cubicBezTo>
                    <a:pt x="-5727" y="38636"/>
                    <a:pt x="14894" y="36283"/>
                    <a:pt x="14771" y="34026"/>
                  </a:cubicBezTo>
                  <a:cubicBezTo>
                    <a:pt x="14637" y="31635"/>
                    <a:pt x="16771" y="30349"/>
                    <a:pt x="17009" y="27301"/>
                  </a:cubicBezTo>
                  <a:cubicBezTo>
                    <a:pt x="17142" y="25606"/>
                    <a:pt x="16085" y="25025"/>
                    <a:pt x="15885" y="23939"/>
                  </a:cubicBezTo>
                  <a:close/>
                </a:path>
              </a:pathLst>
            </a:custGeom>
            <a:solidFill>
              <a:srgbClr val="DFD6AD"/>
            </a:solidFill>
            <a:ln cap="flat">
              <a:noFill/>
              <a:prstDash val="solid"/>
              <a:miter lim="800000"/>
            </a:ln>
          </p:spPr>
          <p:txBody>
            <a:bodyPr vert="horz" anchor="ctr" tIns="45720" lIns="91440" bIns="45720" rIns="91440"/>
            <a:p>
              <a:pPr algn="l" marL="0"/>
            </a:p>
          </p:txBody>
        </p:sp>
        <p:grpSp>
          <p:nvGrpSpPr>
            <p:cNvPr name="Group 98" id="98"/>
            <p:cNvGrpSpPr/>
            <p:nvPr/>
          </p:nvGrpSpPr>
          <p:grpSpPr>
            <a:xfrm>
              <a:off x="4589848" y="4420865"/>
              <a:ext cx="223893" cy="204445"/>
              <a:chOff x="977219" y="991865"/>
              <a:chExt cx="223893" cy="204445"/>
            </a:xfrm>
          </p:grpSpPr>
          <p:sp>
            <p:nvSpPr>
              <p:cNvPr name="Freeform 99" id="99"/>
              <p:cNvSpPr/>
              <p:nvPr/>
            </p:nvSpPr>
            <p:spPr>
              <a:xfrm>
                <a:off x="993037" y="1013038"/>
                <a:ext cx="208075" cy="183272"/>
              </a:xfrm>
              <a:custGeom>
                <a:avLst/>
                <a:gdLst/>
                <a:ahLst/>
                <a:cxnLst/>
                <a:rect r="r" b="b" t="t" l="l"/>
                <a:pathLst>
                  <a:path w="208075" h="183272" stroke="true" fill="norm" extrusionOk="true">
                    <a:moveTo>
                      <a:pt x="207512" y="148478"/>
                    </a:moveTo>
                    <a:cubicBezTo>
                      <a:pt x="207379" y="148002"/>
                      <a:pt x="207436" y="147583"/>
                      <a:pt x="207551" y="147202"/>
                    </a:cubicBezTo>
                    <a:cubicBezTo>
                      <a:pt x="207541" y="147144"/>
                      <a:pt x="207503" y="147116"/>
                      <a:pt x="207493" y="147059"/>
                    </a:cubicBezTo>
                    <a:cubicBezTo>
                      <a:pt x="207160" y="140629"/>
                      <a:pt x="203007" y="134981"/>
                      <a:pt x="197864" y="131314"/>
                    </a:cubicBezTo>
                    <a:cubicBezTo>
                      <a:pt x="197416" y="131171"/>
                      <a:pt x="196997" y="130942"/>
                      <a:pt x="196644" y="130485"/>
                    </a:cubicBezTo>
                    <a:cubicBezTo>
                      <a:pt x="196521" y="130409"/>
                      <a:pt x="196406" y="130314"/>
                      <a:pt x="196368" y="130161"/>
                    </a:cubicBezTo>
                    <a:cubicBezTo>
                      <a:pt x="195435" y="129009"/>
                      <a:pt x="194406" y="127971"/>
                      <a:pt x="193568" y="126751"/>
                    </a:cubicBezTo>
                    <a:cubicBezTo>
                      <a:pt x="193073" y="126713"/>
                      <a:pt x="192511" y="126466"/>
                      <a:pt x="191806" y="125761"/>
                    </a:cubicBezTo>
                    <a:cubicBezTo>
                      <a:pt x="189101" y="126008"/>
                      <a:pt x="188615" y="122646"/>
                      <a:pt x="187319" y="121275"/>
                    </a:cubicBezTo>
                    <a:cubicBezTo>
                      <a:pt x="184195" y="117960"/>
                      <a:pt x="181071" y="114940"/>
                      <a:pt x="178347" y="112302"/>
                    </a:cubicBezTo>
                    <a:cubicBezTo>
                      <a:pt x="176947" y="110940"/>
                      <a:pt x="174565" y="110045"/>
                      <a:pt x="173937" y="107978"/>
                    </a:cubicBezTo>
                    <a:cubicBezTo>
                      <a:pt x="173803" y="107911"/>
                      <a:pt x="173689" y="107797"/>
                      <a:pt x="173565" y="107701"/>
                    </a:cubicBezTo>
                    <a:cubicBezTo>
                      <a:pt x="172251" y="107282"/>
                      <a:pt x="171860" y="105939"/>
                      <a:pt x="170489" y="105577"/>
                    </a:cubicBezTo>
                    <a:cubicBezTo>
                      <a:pt x="170432" y="105473"/>
                      <a:pt x="170422" y="105434"/>
                      <a:pt x="170365" y="105339"/>
                    </a:cubicBezTo>
                    <a:cubicBezTo>
                      <a:pt x="169641" y="104939"/>
                      <a:pt x="168927" y="104511"/>
                      <a:pt x="168365" y="103872"/>
                    </a:cubicBezTo>
                    <a:cubicBezTo>
                      <a:pt x="167755" y="103167"/>
                      <a:pt x="167288" y="102348"/>
                      <a:pt x="166907" y="101482"/>
                    </a:cubicBezTo>
                    <a:cubicBezTo>
                      <a:pt x="164717" y="100177"/>
                      <a:pt x="163297" y="98291"/>
                      <a:pt x="161516" y="96605"/>
                    </a:cubicBezTo>
                    <a:cubicBezTo>
                      <a:pt x="159411" y="94595"/>
                      <a:pt x="158268" y="91661"/>
                      <a:pt x="154792" y="90995"/>
                    </a:cubicBezTo>
                    <a:cubicBezTo>
                      <a:pt x="154011" y="87585"/>
                      <a:pt x="150582" y="84860"/>
                      <a:pt x="149181" y="83146"/>
                    </a:cubicBezTo>
                    <a:cubicBezTo>
                      <a:pt x="145848" y="79050"/>
                      <a:pt x="142371" y="76088"/>
                      <a:pt x="138847" y="72745"/>
                    </a:cubicBezTo>
                    <a:cubicBezTo>
                      <a:pt x="138542" y="72697"/>
                      <a:pt x="138228" y="72573"/>
                      <a:pt x="137913" y="72345"/>
                    </a:cubicBezTo>
                    <a:cubicBezTo>
                      <a:pt x="135742" y="70811"/>
                      <a:pt x="133808" y="69163"/>
                      <a:pt x="132694" y="66696"/>
                    </a:cubicBezTo>
                    <a:cubicBezTo>
                      <a:pt x="132655" y="66620"/>
                      <a:pt x="132665" y="66553"/>
                      <a:pt x="132646" y="66477"/>
                    </a:cubicBezTo>
                    <a:cubicBezTo>
                      <a:pt x="132551" y="66430"/>
                      <a:pt x="132436" y="66401"/>
                      <a:pt x="132360" y="66334"/>
                    </a:cubicBezTo>
                    <a:cubicBezTo>
                      <a:pt x="129855" y="64010"/>
                      <a:pt x="127179" y="60334"/>
                      <a:pt x="125636" y="58486"/>
                    </a:cubicBezTo>
                    <a:cubicBezTo>
                      <a:pt x="123492" y="55943"/>
                      <a:pt x="120940" y="53866"/>
                      <a:pt x="119625" y="51228"/>
                    </a:cubicBezTo>
                    <a:cubicBezTo>
                      <a:pt x="117644" y="48732"/>
                      <a:pt x="115558" y="46303"/>
                      <a:pt x="114006" y="43512"/>
                    </a:cubicBezTo>
                    <a:cubicBezTo>
                      <a:pt x="110653" y="42179"/>
                      <a:pt x="109081" y="38293"/>
                      <a:pt x="106576" y="36073"/>
                    </a:cubicBezTo>
                    <a:cubicBezTo>
                      <a:pt x="105681" y="35283"/>
                      <a:pt x="104242" y="35731"/>
                      <a:pt x="103214" y="34949"/>
                    </a:cubicBezTo>
                    <a:cubicBezTo>
                      <a:pt x="102042" y="34073"/>
                      <a:pt x="99699" y="31254"/>
                      <a:pt x="97603" y="29349"/>
                    </a:cubicBezTo>
                    <a:cubicBezTo>
                      <a:pt x="95241" y="27196"/>
                      <a:pt x="94165" y="24643"/>
                      <a:pt x="90879" y="22615"/>
                    </a:cubicBezTo>
                    <a:cubicBezTo>
                      <a:pt x="90269" y="22243"/>
                      <a:pt x="89212" y="21986"/>
                      <a:pt x="88640" y="21491"/>
                    </a:cubicBezTo>
                    <a:cubicBezTo>
                      <a:pt x="85812" y="19071"/>
                      <a:pt x="83478" y="16204"/>
                      <a:pt x="80792" y="13642"/>
                    </a:cubicBezTo>
                    <a:cubicBezTo>
                      <a:pt x="80506" y="11318"/>
                      <a:pt x="75867" y="13337"/>
                      <a:pt x="75191" y="11394"/>
                    </a:cubicBezTo>
                    <a:cubicBezTo>
                      <a:pt x="72800" y="9070"/>
                      <a:pt x="70229" y="6441"/>
                      <a:pt x="67343" y="4669"/>
                    </a:cubicBezTo>
                    <a:cubicBezTo>
                      <a:pt x="66638" y="4231"/>
                      <a:pt x="65733" y="2774"/>
                      <a:pt x="65104" y="2422"/>
                    </a:cubicBezTo>
                    <a:cubicBezTo>
                      <a:pt x="61208" y="-950"/>
                      <a:pt x="57256" y="183"/>
                      <a:pt x="57256" y="183"/>
                    </a:cubicBezTo>
                    <a:cubicBezTo>
                      <a:pt x="50740" y="1126"/>
                      <a:pt x="51655" y="6908"/>
                      <a:pt x="51655" y="6908"/>
                    </a:cubicBezTo>
                    <a:cubicBezTo>
                      <a:pt x="50645" y="12023"/>
                      <a:pt x="53522" y="13261"/>
                      <a:pt x="53893" y="16995"/>
                    </a:cubicBezTo>
                    <a:cubicBezTo>
                      <a:pt x="52093" y="16776"/>
                      <a:pt x="51950" y="17938"/>
                      <a:pt x="50531" y="18119"/>
                    </a:cubicBezTo>
                    <a:cubicBezTo>
                      <a:pt x="50607" y="18109"/>
                      <a:pt x="50598" y="17995"/>
                      <a:pt x="50579" y="17881"/>
                    </a:cubicBezTo>
                    <a:cubicBezTo>
                      <a:pt x="50159" y="18100"/>
                      <a:pt x="49702" y="18195"/>
                      <a:pt x="49236" y="18166"/>
                    </a:cubicBezTo>
                    <a:cubicBezTo>
                      <a:pt x="37348" y="21252"/>
                      <a:pt x="18584" y="21691"/>
                      <a:pt x="4382" y="24434"/>
                    </a:cubicBezTo>
                    <a:cubicBezTo>
                      <a:pt x="4382" y="24434"/>
                      <a:pt x="3487" y="24453"/>
                      <a:pt x="2515" y="24824"/>
                    </a:cubicBezTo>
                    <a:cubicBezTo>
                      <a:pt x="2449" y="24834"/>
                      <a:pt x="2382" y="24843"/>
                      <a:pt x="2315" y="24891"/>
                    </a:cubicBezTo>
                    <a:cubicBezTo>
                      <a:pt x="1211" y="25358"/>
                      <a:pt x="77" y="26291"/>
                      <a:pt x="77" y="28225"/>
                    </a:cubicBezTo>
                    <a:cubicBezTo>
                      <a:pt x="-380" y="34292"/>
                      <a:pt x="1211" y="38302"/>
                      <a:pt x="4516" y="40645"/>
                    </a:cubicBezTo>
                    <a:cubicBezTo>
                      <a:pt x="4611" y="40693"/>
                      <a:pt x="4687" y="40769"/>
                      <a:pt x="4773" y="40826"/>
                    </a:cubicBezTo>
                    <a:cubicBezTo>
                      <a:pt x="5173" y="41084"/>
                      <a:pt x="5535" y="41436"/>
                      <a:pt x="5735" y="41988"/>
                    </a:cubicBezTo>
                    <a:cubicBezTo>
                      <a:pt x="6002" y="42731"/>
                      <a:pt x="6383" y="43408"/>
                      <a:pt x="6764" y="44093"/>
                    </a:cubicBezTo>
                    <a:cubicBezTo>
                      <a:pt x="6773" y="44027"/>
                      <a:pt x="6802" y="43970"/>
                      <a:pt x="6802" y="43913"/>
                    </a:cubicBezTo>
                    <a:cubicBezTo>
                      <a:pt x="8335" y="45179"/>
                      <a:pt x="8983" y="47132"/>
                      <a:pt x="9954" y="48789"/>
                    </a:cubicBezTo>
                    <a:cubicBezTo>
                      <a:pt x="11669" y="51713"/>
                      <a:pt x="16146" y="51409"/>
                      <a:pt x="19137" y="51761"/>
                    </a:cubicBezTo>
                    <a:cubicBezTo>
                      <a:pt x="18298" y="55904"/>
                      <a:pt x="20146" y="58371"/>
                      <a:pt x="22499" y="60734"/>
                    </a:cubicBezTo>
                    <a:cubicBezTo>
                      <a:pt x="25385" y="63620"/>
                      <a:pt x="29004" y="63791"/>
                      <a:pt x="32595" y="65220"/>
                    </a:cubicBezTo>
                    <a:cubicBezTo>
                      <a:pt x="35024" y="66191"/>
                      <a:pt x="42120" y="66763"/>
                      <a:pt x="48293" y="66344"/>
                    </a:cubicBezTo>
                    <a:cubicBezTo>
                      <a:pt x="50655" y="68839"/>
                      <a:pt x="54922" y="69430"/>
                      <a:pt x="56141" y="73069"/>
                    </a:cubicBezTo>
                    <a:cubicBezTo>
                      <a:pt x="59656" y="73764"/>
                      <a:pt x="61456" y="76183"/>
                      <a:pt x="64542" y="77307"/>
                    </a:cubicBezTo>
                    <a:cubicBezTo>
                      <a:pt x="65533" y="77374"/>
                      <a:pt x="66438" y="77660"/>
                      <a:pt x="67323" y="77993"/>
                    </a:cubicBezTo>
                    <a:cubicBezTo>
                      <a:pt x="69200" y="78717"/>
                      <a:pt x="70962" y="79784"/>
                      <a:pt x="73010" y="80212"/>
                    </a:cubicBezTo>
                    <a:cubicBezTo>
                      <a:pt x="73658" y="80346"/>
                      <a:pt x="74067" y="80679"/>
                      <a:pt x="74334" y="81089"/>
                    </a:cubicBezTo>
                    <a:cubicBezTo>
                      <a:pt x="76287" y="81212"/>
                      <a:pt x="78268" y="81450"/>
                      <a:pt x="79677" y="82032"/>
                    </a:cubicBezTo>
                    <a:cubicBezTo>
                      <a:pt x="79716" y="82051"/>
                      <a:pt x="79706" y="82146"/>
                      <a:pt x="79725" y="82213"/>
                    </a:cubicBezTo>
                    <a:cubicBezTo>
                      <a:pt x="80859" y="81889"/>
                      <a:pt x="82221" y="82289"/>
                      <a:pt x="82668" y="83737"/>
                    </a:cubicBezTo>
                    <a:cubicBezTo>
                      <a:pt x="82830" y="84260"/>
                      <a:pt x="84469" y="84803"/>
                      <a:pt x="84916" y="85041"/>
                    </a:cubicBezTo>
                    <a:cubicBezTo>
                      <a:pt x="85650" y="85441"/>
                      <a:pt x="86459" y="85880"/>
                      <a:pt x="87031" y="86499"/>
                    </a:cubicBezTo>
                    <a:cubicBezTo>
                      <a:pt x="88069" y="87613"/>
                      <a:pt x="88888" y="88851"/>
                      <a:pt x="89698" y="90109"/>
                    </a:cubicBezTo>
                    <a:cubicBezTo>
                      <a:pt x="90155" y="90375"/>
                      <a:pt x="90593" y="90652"/>
                      <a:pt x="90888" y="90995"/>
                    </a:cubicBezTo>
                    <a:cubicBezTo>
                      <a:pt x="92698" y="93195"/>
                      <a:pt x="93060" y="96281"/>
                      <a:pt x="95317" y="97672"/>
                    </a:cubicBezTo>
                    <a:cubicBezTo>
                      <a:pt x="96013" y="98167"/>
                      <a:pt x="96670" y="98710"/>
                      <a:pt x="97156" y="99319"/>
                    </a:cubicBezTo>
                    <a:cubicBezTo>
                      <a:pt x="98089" y="100510"/>
                      <a:pt x="98356" y="101758"/>
                      <a:pt x="98718" y="103072"/>
                    </a:cubicBezTo>
                    <a:cubicBezTo>
                      <a:pt x="101899" y="105806"/>
                      <a:pt x="103014" y="109883"/>
                      <a:pt x="105471" y="113426"/>
                    </a:cubicBezTo>
                    <a:cubicBezTo>
                      <a:pt x="106662" y="115150"/>
                      <a:pt x="108548" y="116217"/>
                      <a:pt x="109957" y="117912"/>
                    </a:cubicBezTo>
                    <a:cubicBezTo>
                      <a:pt x="110729" y="118836"/>
                      <a:pt x="110281" y="120417"/>
                      <a:pt x="111081" y="121275"/>
                    </a:cubicBezTo>
                    <a:cubicBezTo>
                      <a:pt x="112396" y="122684"/>
                      <a:pt x="112710" y="122189"/>
                      <a:pt x="113320" y="124637"/>
                    </a:cubicBezTo>
                    <a:cubicBezTo>
                      <a:pt x="113634" y="125904"/>
                      <a:pt x="114006" y="125056"/>
                      <a:pt x="114444" y="125761"/>
                    </a:cubicBezTo>
                    <a:cubicBezTo>
                      <a:pt x="115634" y="127675"/>
                      <a:pt x="117292" y="130561"/>
                      <a:pt x="118930" y="133609"/>
                    </a:cubicBezTo>
                    <a:cubicBezTo>
                      <a:pt x="119349" y="134390"/>
                      <a:pt x="120978" y="135381"/>
                      <a:pt x="121168" y="135857"/>
                    </a:cubicBezTo>
                    <a:cubicBezTo>
                      <a:pt x="121540" y="136800"/>
                      <a:pt x="120721" y="138315"/>
                      <a:pt x="121168" y="139220"/>
                    </a:cubicBezTo>
                    <a:cubicBezTo>
                      <a:pt x="121530" y="139972"/>
                      <a:pt x="123054" y="140820"/>
                      <a:pt x="123407" y="141468"/>
                    </a:cubicBezTo>
                    <a:cubicBezTo>
                      <a:pt x="123921" y="142382"/>
                      <a:pt x="123102" y="143763"/>
                      <a:pt x="124531" y="143706"/>
                    </a:cubicBezTo>
                    <a:cubicBezTo>
                      <a:pt x="124559" y="144144"/>
                      <a:pt x="124540" y="144449"/>
                      <a:pt x="124502" y="144696"/>
                    </a:cubicBezTo>
                    <a:cubicBezTo>
                      <a:pt x="126198" y="147059"/>
                      <a:pt x="127121" y="149964"/>
                      <a:pt x="128417" y="152526"/>
                    </a:cubicBezTo>
                    <a:cubicBezTo>
                      <a:pt x="128474" y="152650"/>
                      <a:pt x="128474" y="152764"/>
                      <a:pt x="128512" y="152878"/>
                    </a:cubicBezTo>
                    <a:cubicBezTo>
                      <a:pt x="129684" y="153355"/>
                      <a:pt x="129417" y="154822"/>
                      <a:pt x="130122" y="156031"/>
                    </a:cubicBezTo>
                    <a:cubicBezTo>
                      <a:pt x="130541" y="156736"/>
                      <a:pt x="132027" y="157650"/>
                      <a:pt x="132360" y="158279"/>
                    </a:cubicBezTo>
                    <a:cubicBezTo>
                      <a:pt x="133084" y="159594"/>
                      <a:pt x="134122" y="160832"/>
                      <a:pt x="134599" y="162765"/>
                    </a:cubicBezTo>
                    <a:cubicBezTo>
                      <a:pt x="134741" y="163337"/>
                      <a:pt x="134294" y="164518"/>
                      <a:pt x="134599" y="165013"/>
                    </a:cubicBezTo>
                    <a:cubicBezTo>
                      <a:pt x="135865" y="167004"/>
                      <a:pt x="138685" y="170652"/>
                      <a:pt x="141323" y="172862"/>
                    </a:cubicBezTo>
                    <a:cubicBezTo>
                      <a:pt x="142285" y="173662"/>
                      <a:pt x="144466" y="174205"/>
                      <a:pt x="145810" y="175100"/>
                    </a:cubicBezTo>
                    <a:cubicBezTo>
                      <a:pt x="147105" y="175967"/>
                      <a:pt x="148534" y="178167"/>
                      <a:pt x="149172" y="178472"/>
                    </a:cubicBezTo>
                    <a:cubicBezTo>
                      <a:pt x="150515" y="179091"/>
                      <a:pt x="152887" y="179091"/>
                      <a:pt x="154782" y="179587"/>
                    </a:cubicBezTo>
                    <a:cubicBezTo>
                      <a:pt x="156639" y="180082"/>
                      <a:pt x="157287" y="180320"/>
                      <a:pt x="159268" y="180711"/>
                    </a:cubicBezTo>
                    <a:cubicBezTo>
                      <a:pt x="162192" y="181292"/>
                      <a:pt x="165050" y="181339"/>
                      <a:pt x="168060" y="181682"/>
                    </a:cubicBezTo>
                    <a:cubicBezTo>
                      <a:pt x="168146" y="181682"/>
                      <a:pt x="168231" y="181663"/>
                      <a:pt x="168317" y="181682"/>
                    </a:cubicBezTo>
                    <a:lnTo>
                      <a:pt x="171384" y="182120"/>
                    </a:lnTo>
                    <a:cubicBezTo>
                      <a:pt x="172032" y="182215"/>
                      <a:pt x="172403" y="182539"/>
                      <a:pt x="172670" y="182930"/>
                    </a:cubicBezTo>
                    <a:cubicBezTo>
                      <a:pt x="173070" y="182920"/>
                      <a:pt x="173470" y="182901"/>
                      <a:pt x="173842" y="182958"/>
                    </a:cubicBezTo>
                    <a:cubicBezTo>
                      <a:pt x="174394" y="183044"/>
                      <a:pt x="174870" y="183149"/>
                      <a:pt x="175299" y="183273"/>
                    </a:cubicBezTo>
                    <a:cubicBezTo>
                      <a:pt x="176451" y="183225"/>
                      <a:pt x="177509" y="183130"/>
                      <a:pt x="178175" y="183092"/>
                    </a:cubicBezTo>
                    <a:cubicBezTo>
                      <a:pt x="178623" y="183063"/>
                      <a:pt x="179404" y="183044"/>
                      <a:pt x="180309" y="183006"/>
                    </a:cubicBezTo>
                    <a:cubicBezTo>
                      <a:pt x="180395" y="182997"/>
                      <a:pt x="180462" y="182949"/>
                      <a:pt x="180566" y="182958"/>
                    </a:cubicBezTo>
                    <a:cubicBezTo>
                      <a:pt x="180585" y="182958"/>
                      <a:pt x="180623" y="182978"/>
                      <a:pt x="180652" y="182987"/>
                    </a:cubicBezTo>
                    <a:cubicBezTo>
                      <a:pt x="183090" y="182863"/>
                      <a:pt x="186281" y="182539"/>
                      <a:pt x="186996" y="181301"/>
                    </a:cubicBezTo>
                    <a:cubicBezTo>
                      <a:pt x="187348" y="180682"/>
                      <a:pt x="187853" y="180358"/>
                      <a:pt x="188386" y="180234"/>
                    </a:cubicBezTo>
                    <a:cubicBezTo>
                      <a:pt x="188396" y="180025"/>
                      <a:pt x="188396" y="179806"/>
                      <a:pt x="188415" y="179596"/>
                    </a:cubicBezTo>
                    <a:cubicBezTo>
                      <a:pt x="191168" y="179367"/>
                      <a:pt x="194863" y="176805"/>
                      <a:pt x="197387" y="173995"/>
                    </a:cubicBezTo>
                    <a:cubicBezTo>
                      <a:pt x="198921" y="172281"/>
                      <a:pt x="200359" y="168604"/>
                      <a:pt x="201874" y="166147"/>
                    </a:cubicBezTo>
                    <a:cubicBezTo>
                      <a:pt x="202340" y="165385"/>
                      <a:pt x="202493" y="164737"/>
                      <a:pt x="202998" y="163908"/>
                    </a:cubicBezTo>
                    <a:cubicBezTo>
                      <a:pt x="203483" y="163099"/>
                      <a:pt x="204722" y="162384"/>
                      <a:pt x="205236" y="161661"/>
                    </a:cubicBezTo>
                    <a:cubicBezTo>
                      <a:pt x="205950" y="160679"/>
                      <a:pt x="206827" y="159060"/>
                      <a:pt x="207532" y="157117"/>
                    </a:cubicBezTo>
                    <a:cubicBezTo>
                      <a:pt x="208284" y="154317"/>
                      <a:pt x="208236" y="151116"/>
                      <a:pt x="207512" y="148478"/>
                    </a:cubicBezTo>
                    <a:close/>
                  </a:path>
                </a:pathLst>
              </a:custGeom>
              <a:solidFill>
                <a:srgbClr val="F3BF90"/>
              </a:solidFill>
              <a:ln cap="flat">
                <a:noFill/>
                <a:prstDash val="solid"/>
                <a:miter lim="800000"/>
              </a:ln>
            </p:spPr>
            <p:txBody>
              <a:bodyPr vert="horz" anchor="ctr" tIns="45720" lIns="91440" bIns="45720" rIns="91440"/>
              <a:p>
                <a:pPr algn="l" marL="0"/>
              </a:p>
            </p:txBody>
          </p:sp>
          <p:grpSp>
            <p:nvGrpSpPr>
              <p:cNvPr name="Group 100" id="100"/>
              <p:cNvGrpSpPr/>
              <p:nvPr/>
            </p:nvGrpSpPr>
            <p:grpSpPr>
              <a:xfrm>
                <a:off x="977219" y="991865"/>
                <a:ext cx="201520" cy="199333"/>
                <a:chOff x="977219" y="991865"/>
                <a:chExt cx="201520" cy="199333"/>
              </a:xfrm>
              <a:solidFill>
                <a:srgbClr val="F7D8C4">
                  <a:alpha val="11000"/>
                </a:srgbClr>
              </a:solidFill>
            </p:grpSpPr>
            <p:sp>
              <p:nvSpPr>
                <p:cNvPr name="Freeform 101" id="101"/>
                <p:cNvSpPr/>
                <p:nvPr/>
              </p:nvSpPr>
              <p:spPr>
                <a:xfrm>
                  <a:off x="1007144" y="1030950"/>
                  <a:ext cx="159965" cy="157247"/>
                </a:xfrm>
                <a:custGeom>
                  <a:avLst/>
                  <a:gdLst/>
                  <a:ahLst/>
                  <a:cxnLst/>
                  <a:rect r="r" b="b" t="t" l="l"/>
                  <a:pathLst>
                    <a:path w="159965" h="157247" stroke="true" fill="norm" extrusionOk="true">
                      <a:moveTo>
                        <a:pt x="30109" y="30334"/>
                      </a:moveTo>
                      <a:cubicBezTo>
                        <a:pt x="14926" y="30029"/>
                        <a:pt x="11678" y="22533"/>
                        <a:pt x="20365" y="7855"/>
                      </a:cubicBezTo>
                      <a:cubicBezTo>
                        <a:pt x="18164" y="9560"/>
                        <a:pt x="15964" y="11275"/>
                        <a:pt x="13764" y="12980"/>
                      </a:cubicBezTo>
                      <a:cubicBezTo>
                        <a:pt x="26727" y="19590"/>
                        <a:pt x="39700" y="26191"/>
                        <a:pt x="52664" y="32801"/>
                      </a:cubicBezTo>
                      <a:cubicBezTo>
                        <a:pt x="56988" y="40316"/>
                        <a:pt x="61417" y="47774"/>
                        <a:pt x="65942" y="55166"/>
                      </a:cubicBezTo>
                      <a:cubicBezTo>
                        <a:pt x="72028" y="65224"/>
                        <a:pt x="78296" y="75949"/>
                        <a:pt x="86068" y="84789"/>
                      </a:cubicBezTo>
                      <a:cubicBezTo>
                        <a:pt x="95088" y="95037"/>
                        <a:pt x="105794" y="102429"/>
                        <a:pt x="116024" y="111239"/>
                      </a:cubicBezTo>
                      <a:cubicBezTo>
                        <a:pt x="124692" y="120183"/>
                        <a:pt x="132445" y="129823"/>
                        <a:pt x="139284" y="140148"/>
                      </a:cubicBezTo>
                      <a:cubicBezTo>
                        <a:pt x="143180" y="146739"/>
                        <a:pt x="148504" y="152054"/>
                        <a:pt x="155267" y="156102"/>
                      </a:cubicBezTo>
                      <a:cubicBezTo>
                        <a:pt x="161620" y="161655"/>
                        <a:pt x="159687" y="145215"/>
                        <a:pt x="159696" y="145263"/>
                      </a:cubicBezTo>
                      <a:cubicBezTo>
                        <a:pt x="158191" y="138243"/>
                        <a:pt x="155858" y="125270"/>
                        <a:pt x="149362" y="120869"/>
                      </a:cubicBezTo>
                      <a:cubicBezTo>
                        <a:pt x="136150" y="111925"/>
                        <a:pt x="127883" y="98971"/>
                        <a:pt x="114967" y="89808"/>
                      </a:cubicBezTo>
                      <a:cubicBezTo>
                        <a:pt x="99165" y="78597"/>
                        <a:pt x="85620" y="67101"/>
                        <a:pt x="75143" y="50099"/>
                      </a:cubicBezTo>
                      <a:cubicBezTo>
                        <a:pt x="68094" y="38668"/>
                        <a:pt x="65351" y="33401"/>
                        <a:pt x="53483" y="22743"/>
                      </a:cubicBezTo>
                      <a:cubicBezTo>
                        <a:pt x="39948" y="10589"/>
                        <a:pt x="33195" y="8646"/>
                        <a:pt x="14364" y="130"/>
                      </a:cubicBezTo>
                      <a:cubicBezTo>
                        <a:pt x="12611" y="-660"/>
                        <a:pt x="9306" y="2359"/>
                        <a:pt x="8525" y="3436"/>
                      </a:cubicBezTo>
                      <a:cubicBezTo>
                        <a:pt x="676" y="14199"/>
                        <a:pt x="-5686" y="24238"/>
                        <a:pt x="8058" y="34420"/>
                      </a:cubicBezTo>
                      <a:cubicBezTo>
                        <a:pt x="16450" y="40640"/>
                        <a:pt x="27461" y="44174"/>
                        <a:pt x="37852" y="44288"/>
                      </a:cubicBezTo>
                      <a:cubicBezTo>
                        <a:pt x="41205" y="44326"/>
                        <a:pt x="42815" y="39573"/>
                        <a:pt x="41958" y="37011"/>
                      </a:cubicBezTo>
                      <a:cubicBezTo>
                        <a:pt x="40910" y="33877"/>
                        <a:pt x="33185" y="30191"/>
                        <a:pt x="30109" y="30334"/>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2" id="102"/>
                <p:cNvSpPr/>
                <p:nvPr/>
              </p:nvSpPr>
              <p:spPr>
                <a:xfrm>
                  <a:off x="993858" y="1029404"/>
                  <a:ext cx="151161" cy="141154"/>
                </a:xfrm>
                <a:custGeom>
                  <a:avLst/>
                  <a:gdLst/>
                  <a:ahLst/>
                  <a:cxnLst/>
                  <a:rect r="r" b="b" t="t" l="l"/>
                  <a:pathLst>
                    <a:path w="151161" h="141154" stroke="true" fill="norm" extrusionOk="true">
                      <a:moveTo>
                        <a:pt x="32765" y="22746"/>
                      </a:moveTo>
                      <a:cubicBezTo>
                        <a:pt x="25460" y="25079"/>
                        <a:pt x="18021" y="24870"/>
                        <a:pt x="10458" y="22117"/>
                      </a:cubicBezTo>
                      <a:cubicBezTo>
                        <a:pt x="14420" y="23851"/>
                        <a:pt x="18373" y="25584"/>
                        <a:pt x="22326" y="27327"/>
                      </a:cubicBezTo>
                      <a:cubicBezTo>
                        <a:pt x="17649" y="24498"/>
                        <a:pt x="12982" y="21669"/>
                        <a:pt x="8305" y="18831"/>
                      </a:cubicBezTo>
                      <a:cubicBezTo>
                        <a:pt x="18745" y="27575"/>
                        <a:pt x="29194" y="36309"/>
                        <a:pt x="39633" y="45053"/>
                      </a:cubicBezTo>
                      <a:cubicBezTo>
                        <a:pt x="33518" y="38376"/>
                        <a:pt x="27403" y="31699"/>
                        <a:pt x="21288" y="25022"/>
                      </a:cubicBezTo>
                      <a:cubicBezTo>
                        <a:pt x="25898" y="31461"/>
                        <a:pt x="30508" y="37900"/>
                        <a:pt x="35109" y="44339"/>
                      </a:cubicBezTo>
                      <a:cubicBezTo>
                        <a:pt x="34613" y="40396"/>
                        <a:pt x="34118" y="36452"/>
                        <a:pt x="33623" y="32509"/>
                      </a:cubicBezTo>
                      <a:cubicBezTo>
                        <a:pt x="33194" y="34547"/>
                        <a:pt x="32765" y="36586"/>
                        <a:pt x="32337" y="38633"/>
                      </a:cubicBezTo>
                      <a:cubicBezTo>
                        <a:pt x="56235" y="29870"/>
                        <a:pt x="79209" y="72476"/>
                        <a:pt x="94602" y="85363"/>
                      </a:cubicBezTo>
                      <a:cubicBezTo>
                        <a:pt x="107984" y="93154"/>
                        <a:pt x="118729" y="103803"/>
                        <a:pt x="126815" y="117310"/>
                      </a:cubicBezTo>
                      <a:cubicBezTo>
                        <a:pt x="131844" y="126444"/>
                        <a:pt x="138702" y="133960"/>
                        <a:pt x="147399" y="139875"/>
                      </a:cubicBezTo>
                      <a:cubicBezTo>
                        <a:pt x="155009" y="146714"/>
                        <a:pt x="148589" y="123825"/>
                        <a:pt x="149361" y="125959"/>
                      </a:cubicBezTo>
                      <a:cubicBezTo>
                        <a:pt x="145789" y="116157"/>
                        <a:pt x="141284" y="101965"/>
                        <a:pt x="132835" y="95193"/>
                      </a:cubicBezTo>
                      <a:cubicBezTo>
                        <a:pt x="123615" y="87811"/>
                        <a:pt x="116757" y="76733"/>
                        <a:pt x="107165" y="69980"/>
                      </a:cubicBezTo>
                      <a:cubicBezTo>
                        <a:pt x="100774" y="65494"/>
                        <a:pt x="91925" y="63522"/>
                        <a:pt x="85953" y="59046"/>
                      </a:cubicBezTo>
                      <a:cubicBezTo>
                        <a:pt x="74599" y="50521"/>
                        <a:pt x="69084" y="35281"/>
                        <a:pt x="59045" y="26089"/>
                      </a:cubicBezTo>
                      <a:cubicBezTo>
                        <a:pt x="44262" y="12554"/>
                        <a:pt x="31803" y="8144"/>
                        <a:pt x="12792" y="0"/>
                      </a:cubicBezTo>
                      <a:cubicBezTo>
                        <a:pt x="11887" y="76"/>
                        <a:pt x="10982" y="152"/>
                        <a:pt x="10086" y="229"/>
                      </a:cubicBezTo>
                      <a:cubicBezTo>
                        <a:pt x="-667" y="11544"/>
                        <a:pt x="-1048" y="8115"/>
                        <a:pt x="933" y="21317"/>
                      </a:cubicBezTo>
                      <a:cubicBezTo>
                        <a:pt x="1838" y="27346"/>
                        <a:pt x="14639" y="36519"/>
                        <a:pt x="17897" y="39205"/>
                      </a:cubicBezTo>
                      <a:cubicBezTo>
                        <a:pt x="23936" y="44177"/>
                        <a:pt x="30622" y="51149"/>
                        <a:pt x="38490" y="52749"/>
                      </a:cubicBezTo>
                      <a:cubicBezTo>
                        <a:pt x="52396" y="55578"/>
                        <a:pt x="64512" y="54893"/>
                        <a:pt x="78257" y="51445"/>
                      </a:cubicBezTo>
                      <a:cubicBezTo>
                        <a:pt x="88134" y="48968"/>
                        <a:pt x="69560" y="38643"/>
                        <a:pt x="69494" y="38595"/>
                      </a:cubicBezTo>
                      <a:cubicBezTo>
                        <a:pt x="61855" y="34290"/>
                        <a:pt x="54054" y="30318"/>
                        <a:pt x="46081" y="26670"/>
                      </a:cubicBezTo>
                      <a:cubicBezTo>
                        <a:pt x="41957" y="24098"/>
                        <a:pt x="37518" y="22784"/>
                        <a:pt x="32765" y="22746"/>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3" id="103"/>
                <p:cNvSpPr/>
                <p:nvPr/>
              </p:nvSpPr>
              <p:spPr>
                <a:xfrm>
                  <a:off x="992575" y="994806"/>
                  <a:ext cx="163372" cy="158145"/>
                </a:xfrm>
                <a:custGeom>
                  <a:avLst/>
                  <a:gdLst/>
                  <a:ahLst/>
                  <a:cxnLst/>
                  <a:rect r="r" b="b" t="t" l="l"/>
                  <a:pathLst>
                    <a:path w="163372" h="158145" stroke="true" fill="norm" extrusionOk="true">
                      <a:moveTo>
                        <a:pt x="34363" y="24778"/>
                      </a:moveTo>
                      <a:cubicBezTo>
                        <a:pt x="27190" y="27188"/>
                        <a:pt x="19875" y="27017"/>
                        <a:pt x="12417" y="24273"/>
                      </a:cubicBezTo>
                      <a:cubicBezTo>
                        <a:pt x="19599" y="26750"/>
                        <a:pt x="26771" y="29227"/>
                        <a:pt x="33944" y="31703"/>
                      </a:cubicBezTo>
                      <a:cubicBezTo>
                        <a:pt x="26667" y="28322"/>
                        <a:pt x="19380" y="24931"/>
                        <a:pt x="12103" y="21549"/>
                      </a:cubicBezTo>
                      <a:cubicBezTo>
                        <a:pt x="19466" y="26245"/>
                        <a:pt x="26838" y="30951"/>
                        <a:pt x="34210" y="35656"/>
                      </a:cubicBezTo>
                      <a:cubicBezTo>
                        <a:pt x="32648" y="33103"/>
                        <a:pt x="31086" y="30541"/>
                        <a:pt x="29524" y="27988"/>
                      </a:cubicBezTo>
                      <a:cubicBezTo>
                        <a:pt x="29753" y="29865"/>
                        <a:pt x="29972" y="31751"/>
                        <a:pt x="30200" y="33627"/>
                      </a:cubicBezTo>
                      <a:cubicBezTo>
                        <a:pt x="31343" y="30179"/>
                        <a:pt x="32486" y="26731"/>
                        <a:pt x="33629" y="23273"/>
                      </a:cubicBezTo>
                      <a:cubicBezTo>
                        <a:pt x="32382" y="24340"/>
                        <a:pt x="31134" y="25397"/>
                        <a:pt x="29886" y="26464"/>
                      </a:cubicBezTo>
                      <a:cubicBezTo>
                        <a:pt x="43488" y="29255"/>
                        <a:pt x="52117" y="33351"/>
                        <a:pt x="61738" y="44200"/>
                      </a:cubicBezTo>
                      <a:cubicBezTo>
                        <a:pt x="72206" y="56001"/>
                        <a:pt x="75473" y="71622"/>
                        <a:pt x="86007" y="83786"/>
                      </a:cubicBezTo>
                      <a:cubicBezTo>
                        <a:pt x="101952" y="102207"/>
                        <a:pt x="123307" y="116761"/>
                        <a:pt x="137814" y="136297"/>
                      </a:cubicBezTo>
                      <a:cubicBezTo>
                        <a:pt x="148691" y="150947"/>
                        <a:pt x="140890" y="143450"/>
                        <a:pt x="154749" y="156842"/>
                      </a:cubicBezTo>
                      <a:cubicBezTo>
                        <a:pt x="159664" y="161586"/>
                        <a:pt x="166837" y="152223"/>
                        <a:pt x="161464" y="147184"/>
                      </a:cubicBezTo>
                      <a:cubicBezTo>
                        <a:pt x="149968" y="136421"/>
                        <a:pt x="148015" y="129782"/>
                        <a:pt x="139366" y="118828"/>
                      </a:cubicBezTo>
                      <a:cubicBezTo>
                        <a:pt x="125088" y="100759"/>
                        <a:pt x="103200" y="90520"/>
                        <a:pt x="90094" y="71298"/>
                      </a:cubicBezTo>
                      <a:cubicBezTo>
                        <a:pt x="81854" y="59221"/>
                        <a:pt x="74606" y="44219"/>
                        <a:pt x="65529" y="33122"/>
                      </a:cubicBezTo>
                      <a:cubicBezTo>
                        <a:pt x="51060" y="15425"/>
                        <a:pt x="37163" y="10986"/>
                        <a:pt x="16751" y="823"/>
                      </a:cubicBezTo>
                      <a:cubicBezTo>
                        <a:pt x="14894" y="-320"/>
                        <a:pt x="13103" y="-272"/>
                        <a:pt x="11379" y="966"/>
                      </a:cubicBezTo>
                      <a:cubicBezTo>
                        <a:pt x="-1175" y="13882"/>
                        <a:pt x="-775" y="9243"/>
                        <a:pt x="768" y="24169"/>
                      </a:cubicBezTo>
                      <a:cubicBezTo>
                        <a:pt x="1425" y="30512"/>
                        <a:pt x="23123" y="39599"/>
                        <a:pt x="28610" y="40256"/>
                      </a:cubicBezTo>
                      <a:cubicBezTo>
                        <a:pt x="41478" y="41800"/>
                        <a:pt x="48803" y="42619"/>
                        <a:pt x="60318" y="38285"/>
                      </a:cubicBezTo>
                      <a:cubicBezTo>
                        <a:pt x="65081" y="36494"/>
                        <a:pt x="66262" y="33541"/>
                        <a:pt x="61900" y="30074"/>
                      </a:cubicBezTo>
                      <a:cubicBezTo>
                        <a:pt x="56937" y="26140"/>
                        <a:pt x="40468" y="23350"/>
                        <a:pt x="34363" y="24778"/>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4" id="104"/>
                <p:cNvSpPr/>
                <p:nvPr/>
              </p:nvSpPr>
              <p:spPr>
                <a:xfrm>
                  <a:off x="1016672" y="1023223"/>
                  <a:ext cx="148858" cy="135666"/>
                </a:xfrm>
                <a:custGeom>
                  <a:avLst/>
                  <a:gdLst/>
                  <a:ahLst/>
                  <a:cxnLst/>
                  <a:rect r="r" b="b" t="t" l="l"/>
                  <a:pathLst>
                    <a:path w="148858" h="135666" stroke="true" fill="norm" extrusionOk="true">
                      <a:moveTo>
                        <a:pt x="31887" y="23193"/>
                      </a:moveTo>
                      <a:cubicBezTo>
                        <a:pt x="24400" y="26537"/>
                        <a:pt x="16809" y="25660"/>
                        <a:pt x="9113" y="20574"/>
                      </a:cubicBezTo>
                      <a:cubicBezTo>
                        <a:pt x="21238" y="28470"/>
                        <a:pt x="33354" y="36376"/>
                        <a:pt x="45479" y="44272"/>
                      </a:cubicBezTo>
                      <a:cubicBezTo>
                        <a:pt x="41860" y="41005"/>
                        <a:pt x="38240" y="37748"/>
                        <a:pt x="34611" y="34480"/>
                      </a:cubicBezTo>
                      <a:cubicBezTo>
                        <a:pt x="37497" y="37995"/>
                        <a:pt x="40383" y="41500"/>
                        <a:pt x="43260" y="45015"/>
                      </a:cubicBezTo>
                      <a:cubicBezTo>
                        <a:pt x="53566" y="35976"/>
                        <a:pt x="65034" y="33537"/>
                        <a:pt x="77636" y="37709"/>
                      </a:cubicBezTo>
                      <a:cubicBezTo>
                        <a:pt x="70949" y="34557"/>
                        <a:pt x="64262" y="31404"/>
                        <a:pt x="57576" y="28242"/>
                      </a:cubicBezTo>
                      <a:cubicBezTo>
                        <a:pt x="66329" y="36928"/>
                        <a:pt x="73873" y="45320"/>
                        <a:pt x="81074" y="55321"/>
                      </a:cubicBezTo>
                      <a:cubicBezTo>
                        <a:pt x="91104" y="69266"/>
                        <a:pt x="101610" y="80267"/>
                        <a:pt x="114812" y="91459"/>
                      </a:cubicBezTo>
                      <a:cubicBezTo>
                        <a:pt x="125556" y="100555"/>
                        <a:pt x="126013" y="102194"/>
                        <a:pt x="130880" y="113605"/>
                      </a:cubicBezTo>
                      <a:cubicBezTo>
                        <a:pt x="134700" y="122568"/>
                        <a:pt x="137005" y="125587"/>
                        <a:pt x="143749" y="134036"/>
                      </a:cubicBezTo>
                      <a:cubicBezTo>
                        <a:pt x="149159" y="140808"/>
                        <a:pt x="148883" y="124358"/>
                        <a:pt x="148844" y="123311"/>
                      </a:cubicBezTo>
                      <a:cubicBezTo>
                        <a:pt x="148387" y="109957"/>
                        <a:pt x="144958" y="94364"/>
                        <a:pt x="140339" y="81820"/>
                      </a:cubicBezTo>
                      <a:cubicBezTo>
                        <a:pt x="136614" y="71733"/>
                        <a:pt x="134824" y="62170"/>
                        <a:pt x="132766" y="51616"/>
                      </a:cubicBezTo>
                      <a:cubicBezTo>
                        <a:pt x="132671" y="48587"/>
                        <a:pt x="131299" y="46596"/>
                        <a:pt x="128661" y="45653"/>
                      </a:cubicBezTo>
                      <a:cubicBezTo>
                        <a:pt x="122232" y="44434"/>
                        <a:pt x="115812" y="43205"/>
                        <a:pt x="109382" y="41986"/>
                      </a:cubicBezTo>
                      <a:cubicBezTo>
                        <a:pt x="100543" y="37890"/>
                        <a:pt x="91704" y="33776"/>
                        <a:pt x="82874" y="29651"/>
                      </a:cubicBezTo>
                      <a:cubicBezTo>
                        <a:pt x="74045" y="25717"/>
                        <a:pt x="65396" y="21441"/>
                        <a:pt x="56909" y="16812"/>
                      </a:cubicBezTo>
                      <a:cubicBezTo>
                        <a:pt x="42650" y="8258"/>
                        <a:pt x="27201" y="2657"/>
                        <a:pt x="10589" y="0"/>
                      </a:cubicBezTo>
                      <a:cubicBezTo>
                        <a:pt x="9656" y="162"/>
                        <a:pt x="8722" y="324"/>
                        <a:pt x="7789" y="486"/>
                      </a:cubicBezTo>
                      <a:cubicBezTo>
                        <a:pt x="-879" y="13983"/>
                        <a:pt x="-1431" y="10430"/>
                        <a:pt x="1864" y="23774"/>
                      </a:cubicBezTo>
                      <a:cubicBezTo>
                        <a:pt x="3331" y="29718"/>
                        <a:pt x="18828" y="38243"/>
                        <a:pt x="22114" y="40357"/>
                      </a:cubicBezTo>
                      <a:cubicBezTo>
                        <a:pt x="29010" y="44787"/>
                        <a:pt x="37078" y="51521"/>
                        <a:pt x="45460" y="52197"/>
                      </a:cubicBezTo>
                      <a:cubicBezTo>
                        <a:pt x="57976" y="53207"/>
                        <a:pt x="68425" y="50902"/>
                        <a:pt x="80007" y="46158"/>
                      </a:cubicBezTo>
                      <a:cubicBezTo>
                        <a:pt x="89294" y="42348"/>
                        <a:pt x="70273" y="34642"/>
                        <a:pt x="69892" y="34471"/>
                      </a:cubicBezTo>
                      <a:cubicBezTo>
                        <a:pt x="61100" y="30585"/>
                        <a:pt x="42069" y="20088"/>
                        <a:pt x="31887" y="23193"/>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5" id="105"/>
                <p:cNvSpPr/>
                <p:nvPr/>
              </p:nvSpPr>
              <p:spPr>
                <a:xfrm>
                  <a:off x="1008181" y="991865"/>
                  <a:ext cx="165614" cy="158561"/>
                </a:xfrm>
                <a:custGeom>
                  <a:avLst/>
                  <a:gdLst/>
                  <a:ahLst/>
                  <a:cxnLst/>
                  <a:rect r="r" b="b" t="t" l="l"/>
                  <a:pathLst>
                    <a:path w="165614" h="158561" stroke="true" fill="norm" extrusionOk="true">
                      <a:moveTo>
                        <a:pt x="31777" y="24233"/>
                      </a:moveTo>
                      <a:cubicBezTo>
                        <a:pt x="27557" y="24738"/>
                        <a:pt x="23347" y="25242"/>
                        <a:pt x="19128" y="25747"/>
                      </a:cubicBezTo>
                      <a:cubicBezTo>
                        <a:pt x="22614" y="26166"/>
                        <a:pt x="26100" y="26576"/>
                        <a:pt x="29596" y="26995"/>
                      </a:cubicBezTo>
                      <a:cubicBezTo>
                        <a:pt x="25204" y="26157"/>
                        <a:pt x="20804" y="25319"/>
                        <a:pt x="16413" y="24480"/>
                      </a:cubicBezTo>
                      <a:cubicBezTo>
                        <a:pt x="21890" y="26423"/>
                        <a:pt x="27357" y="28376"/>
                        <a:pt x="32834" y="30329"/>
                      </a:cubicBezTo>
                      <a:cubicBezTo>
                        <a:pt x="29757" y="28728"/>
                        <a:pt x="26681" y="27128"/>
                        <a:pt x="23595" y="25519"/>
                      </a:cubicBezTo>
                      <a:cubicBezTo>
                        <a:pt x="25443" y="27185"/>
                        <a:pt x="27290" y="28862"/>
                        <a:pt x="29138" y="30529"/>
                      </a:cubicBezTo>
                      <a:cubicBezTo>
                        <a:pt x="29843" y="27147"/>
                        <a:pt x="30539" y="23766"/>
                        <a:pt x="31243" y="20385"/>
                      </a:cubicBezTo>
                      <a:cubicBezTo>
                        <a:pt x="29586" y="20727"/>
                        <a:pt x="27929" y="21070"/>
                        <a:pt x="26271" y="21413"/>
                      </a:cubicBezTo>
                      <a:cubicBezTo>
                        <a:pt x="42254" y="32700"/>
                        <a:pt x="58228" y="43997"/>
                        <a:pt x="74211" y="55284"/>
                      </a:cubicBezTo>
                      <a:cubicBezTo>
                        <a:pt x="73125" y="52417"/>
                        <a:pt x="72048" y="49550"/>
                        <a:pt x="70963" y="46683"/>
                      </a:cubicBezTo>
                      <a:cubicBezTo>
                        <a:pt x="72982" y="60618"/>
                        <a:pt x="78449" y="73010"/>
                        <a:pt x="87346" y="83850"/>
                      </a:cubicBezTo>
                      <a:cubicBezTo>
                        <a:pt x="92651" y="89384"/>
                        <a:pt x="97985" y="94889"/>
                        <a:pt x="103357" y="100356"/>
                      </a:cubicBezTo>
                      <a:cubicBezTo>
                        <a:pt x="117978" y="110491"/>
                        <a:pt x="130160" y="123083"/>
                        <a:pt x="139905" y="138142"/>
                      </a:cubicBezTo>
                      <a:cubicBezTo>
                        <a:pt x="143724" y="145686"/>
                        <a:pt x="149020" y="151991"/>
                        <a:pt x="155811" y="157059"/>
                      </a:cubicBezTo>
                      <a:cubicBezTo>
                        <a:pt x="161202" y="162183"/>
                        <a:pt x="169213" y="152944"/>
                        <a:pt x="163831" y="148143"/>
                      </a:cubicBezTo>
                      <a:cubicBezTo>
                        <a:pt x="154287" y="139619"/>
                        <a:pt x="150268" y="131722"/>
                        <a:pt x="142533" y="121892"/>
                      </a:cubicBezTo>
                      <a:cubicBezTo>
                        <a:pt x="133685" y="110634"/>
                        <a:pt x="121636" y="103957"/>
                        <a:pt x="111358" y="94232"/>
                      </a:cubicBezTo>
                      <a:cubicBezTo>
                        <a:pt x="103281" y="85012"/>
                        <a:pt x="95194" y="75801"/>
                        <a:pt x="87117" y="66581"/>
                      </a:cubicBezTo>
                      <a:cubicBezTo>
                        <a:pt x="82650" y="52046"/>
                        <a:pt x="75144" y="40006"/>
                        <a:pt x="64590" y="30472"/>
                      </a:cubicBezTo>
                      <a:cubicBezTo>
                        <a:pt x="48731" y="14955"/>
                        <a:pt x="37377" y="10326"/>
                        <a:pt x="16280" y="353"/>
                      </a:cubicBezTo>
                      <a:cubicBezTo>
                        <a:pt x="14394" y="-351"/>
                        <a:pt x="12736" y="1"/>
                        <a:pt x="11307" y="1382"/>
                      </a:cubicBezTo>
                      <a:cubicBezTo>
                        <a:pt x="5307" y="8231"/>
                        <a:pt x="-3847" y="14193"/>
                        <a:pt x="1735" y="24671"/>
                      </a:cubicBezTo>
                      <a:cubicBezTo>
                        <a:pt x="4059" y="29024"/>
                        <a:pt x="9117" y="32034"/>
                        <a:pt x="13489" y="34062"/>
                      </a:cubicBezTo>
                      <a:cubicBezTo>
                        <a:pt x="25166" y="39473"/>
                        <a:pt x="38254" y="39844"/>
                        <a:pt x="50084" y="35186"/>
                      </a:cubicBezTo>
                      <a:cubicBezTo>
                        <a:pt x="54389" y="33491"/>
                        <a:pt x="53532" y="29690"/>
                        <a:pt x="51227" y="26909"/>
                      </a:cubicBezTo>
                      <a:cubicBezTo>
                        <a:pt x="48474" y="23575"/>
                        <a:pt x="35634" y="23223"/>
                        <a:pt x="31777" y="24233"/>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6" id="106"/>
                <p:cNvSpPr/>
                <p:nvPr/>
              </p:nvSpPr>
              <p:spPr>
                <a:xfrm>
                  <a:off x="977219" y="1013209"/>
                  <a:ext cx="163392" cy="158563"/>
                </a:xfrm>
                <a:custGeom>
                  <a:avLst/>
                  <a:gdLst/>
                  <a:ahLst/>
                  <a:cxnLst/>
                  <a:rect r="r" b="b" t="t" l="l"/>
                  <a:pathLst>
                    <a:path w="163392" h="158563" stroke="true" fill="norm" extrusionOk="true">
                      <a:moveTo>
                        <a:pt x="33135" y="26130"/>
                      </a:moveTo>
                      <a:cubicBezTo>
                        <a:pt x="26277" y="27292"/>
                        <a:pt x="19667" y="26540"/>
                        <a:pt x="13304" y="23882"/>
                      </a:cubicBezTo>
                      <a:cubicBezTo>
                        <a:pt x="17524" y="26073"/>
                        <a:pt x="21743" y="28264"/>
                        <a:pt x="25972" y="30454"/>
                      </a:cubicBezTo>
                      <a:cubicBezTo>
                        <a:pt x="21267" y="27511"/>
                        <a:pt x="16552" y="24568"/>
                        <a:pt x="11847" y="21625"/>
                      </a:cubicBezTo>
                      <a:cubicBezTo>
                        <a:pt x="17467" y="26283"/>
                        <a:pt x="23077" y="30940"/>
                        <a:pt x="28697" y="35588"/>
                      </a:cubicBezTo>
                      <a:cubicBezTo>
                        <a:pt x="26039" y="32017"/>
                        <a:pt x="23382" y="28445"/>
                        <a:pt x="20715" y="24882"/>
                      </a:cubicBezTo>
                      <a:cubicBezTo>
                        <a:pt x="21858" y="27387"/>
                        <a:pt x="23001" y="29883"/>
                        <a:pt x="24144" y="32379"/>
                      </a:cubicBezTo>
                      <a:cubicBezTo>
                        <a:pt x="24467" y="28197"/>
                        <a:pt x="24782" y="24006"/>
                        <a:pt x="25106" y="19825"/>
                      </a:cubicBezTo>
                      <a:cubicBezTo>
                        <a:pt x="23391" y="21387"/>
                        <a:pt x="21677" y="22939"/>
                        <a:pt x="19962" y="24501"/>
                      </a:cubicBezTo>
                      <a:cubicBezTo>
                        <a:pt x="55871" y="25902"/>
                        <a:pt x="70816" y="66116"/>
                        <a:pt x="91847" y="88119"/>
                      </a:cubicBezTo>
                      <a:cubicBezTo>
                        <a:pt x="108030" y="105045"/>
                        <a:pt x="124537" y="116437"/>
                        <a:pt x="138015" y="136887"/>
                      </a:cubicBezTo>
                      <a:cubicBezTo>
                        <a:pt x="143806" y="145669"/>
                        <a:pt x="147511" y="150241"/>
                        <a:pt x="155398" y="157947"/>
                      </a:cubicBezTo>
                      <a:cubicBezTo>
                        <a:pt x="157379" y="159880"/>
                        <a:pt x="162428" y="156832"/>
                        <a:pt x="163151" y="154822"/>
                      </a:cubicBezTo>
                      <a:cubicBezTo>
                        <a:pt x="164285" y="151670"/>
                        <a:pt x="161170" y="146726"/>
                        <a:pt x="159065" y="144678"/>
                      </a:cubicBezTo>
                      <a:cubicBezTo>
                        <a:pt x="151188" y="137049"/>
                        <a:pt x="146064" y="127467"/>
                        <a:pt x="139558" y="118885"/>
                      </a:cubicBezTo>
                      <a:cubicBezTo>
                        <a:pt x="130138" y="106445"/>
                        <a:pt x="116917" y="97977"/>
                        <a:pt x="105954" y="87157"/>
                      </a:cubicBezTo>
                      <a:cubicBezTo>
                        <a:pt x="91981" y="73355"/>
                        <a:pt x="80932" y="57391"/>
                        <a:pt x="68759" y="42180"/>
                      </a:cubicBezTo>
                      <a:cubicBezTo>
                        <a:pt x="63177" y="35893"/>
                        <a:pt x="57433" y="29778"/>
                        <a:pt x="51509" y="23816"/>
                      </a:cubicBezTo>
                      <a:cubicBezTo>
                        <a:pt x="42498" y="12586"/>
                        <a:pt x="30773" y="4994"/>
                        <a:pt x="16333" y="1013"/>
                      </a:cubicBezTo>
                      <a:cubicBezTo>
                        <a:pt x="13495" y="-473"/>
                        <a:pt x="11752" y="-454"/>
                        <a:pt x="9447" y="1946"/>
                      </a:cubicBezTo>
                      <a:cubicBezTo>
                        <a:pt x="-802" y="12567"/>
                        <a:pt x="-707" y="9023"/>
                        <a:pt x="636" y="22444"/>
                      </a:cubicBezTo>
                      <a:cubicBezTo>
                        <a:pt x="1360" y="29711"/>
                        <a:pt x="17448" y="39770"/>
                        <a:pt x="23620" y="42237"/>
                      </a:cubicBezTo>
                      <a:cubicBezTo>
                        <a:pt x="37555" y="47819"/>
                        <a:pt x="50585" y="48323"/>
                        <a:pt x="65168" y="46114"/>
                      </a:cubicBezTo>
                      <a:cubicBezTo>
                        <a:pt x="73759" y="44809"/>
                        <a:pt x="59529" y="35341"/>
                        <a:pt x="59586" y="35369"/>
                      </a:cubicBezTo>
                      <a:cubicBezTo>
                        <a:pt x="52490" y="31340"/>
                        <a:pt x="41632" y="24835"/>
                        <a:pt x="33135" y="26130"/>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7" id="107"/>
                <p:cNvSpPr/>
                <p:nvPr/>
              </p:nvSpPr>
              <p:spPr>
                <a:xfrm>
                  <a:off x="992531" y="1034026"/>
                  <a:ext cx="162076" cy="157172"/>
                </a:xfrm>
                <a:custGeom>
                  <a:avLst/>
                  <a:gdLst/>
                  <a:ahLst/>
                  <a:cxnLst/>
                  <a:rect r="r" b="b" t="t" l="l"/>
                  <a:pathLst>
                    <a:path w="162076" h="157172" stroke="true" fill="norm" extrusionOk="true">
                      <a:moveTo>
                        <a:pt x="32245" y="29726"/>
                      </a:moveTo>
                      <a:cubicBezTo>
                        <a:pt x="21262" y="32107"/>
                        <a:pt x="17014" y="24811"/>
                        <a:pt x="19500" y="7847"/>
                      </a:cubicBezTo>
                      <a:cubicBezTo>
                        <a:pt x="17071" y="9218"/>
                        <a:pt x="14642" y="10581"/>
                        <a:pt x="12223" y="11952"/>
                      </a:cubicBezTo>
                      <a:cubicBezTo>
                        <a:pt x="19148" y="14124"/>
                        <a:pt x="26072" y="16305"/>
                        <a:pt x="33007" y="18486"/>
                      </a:cubicBezTo>
                      <a:cubicBezTo>
                        <a:pt x="50809" y="37822"/>
                        <a:pt x="67020" y="58348"/>
                        <a:pt x="81660" y="80046"/>
                      </a:cubicBezTo>
                      <a:cubicBezTo>
                        <a:pt x="95005" y="99401"/>
                        <a:pt x="114188" y="110545"/>
                        <a:pt x="131286" y="126881"/>
                      </a:cubicBezTo>
                      <a:cubicBezTo>
                        <a:pt x="129457" y="124709"/>
                        <a:pt x="127628" y="122528"/>
                        <a:pt x="125799" y="120356"/>
                      </a:cubicBezTo>
                      <a:cubicBezTo>
                        <a:pt x="134877" y="133758"/>
                        <a:pt x="142154" y="145159"/>
                        <a:pt x="154374" y="155703"/>
                      </a:cubicBezTo>
                      <a:cubicBezTo>
                        <a:pt x="158222" y="159018"/>
                        <a:pt x="161204" y="156227"/>
                        <a:pt x="161994" y="152255"/>
                      </a:cubicBezTo>
                      <a:cubicBezTo>
                        <a:pt x="162899" y="147645"/>
                        <a:pt x="156079" y="133682"/>
                        <a:pt x="152364" y="130967"/>
                      </a:cubicBezTo>
                      <a:cubicBezTo>
                        <a:pt x="143001" y="124109"/>
                        <a:pt x="137410" y="116079"/>
                        <a:pt x="129228" y="108136"/>
                      </a:cubicBezTo>
                      <a:cubicBezTo>
                        <a:pt x="121532" y="100668"/>
                        <a:pt x="100272" y="87276"/>
                        <a:pt x="95995" y="82256"/>
                      </a:cubicBezTo>
                      <a:cubicBezTo>
                        <a:pt x="82299" y="66178"/>
                        <a:pt x="72354" y="47509"/>
                        <a:pt x="57991" y="31802"/>
                      </a:cubicBezTo>
                      <a:cubicBezTo>
                        <a:pt x="52685" y="26068"/>
                        <a:pt x="47370" y="20334"/>
                        <a:pt x="42065" y="14610"/>
                      </a:cubicBezTo>
                      <a:cubicBezTo>
                        <a:pt x="35064" y="7161"/>
                        <a:pt x="26101" y="2341"/>
                        <a:pt x="15166" y="160"/>
                      </a:cubicBezTo>
                      <a:cubicBezTo>
                        <a:pt x="13690" y="-611"/>
                        <a:pt x="9709" y="1598"/>
                        <a:pt x="8956" y="2656"/>
                      </a:cubicBezTo>
                      <a:cubicBezTo>
                        <a:pt x="6375" y="6275"/>
                        <a:pt x="764" y="11695"/>
                        <a:pt x="145" y="17058"/>
                      </a:cubicBezTo>
                      <a:cubicBezTo>
                        <a:pt x="-836" y="25544"/>
                        <a:pt x="3241" y="30097"/>
                        <a:pt x="9556" y="34793"/>
                      </a:cubicBezTo>
                      <a:cubicBezTo>
                        <a:pt x="18071" y="41108"/>
                        <a:pt x="29416" y="44737"/>
                        <a:pt x="39922" y="44880"/>
                      </a:cubicBezTo>
                      <a:cubicBezTo>
                        <a:pt x="50990" y="45023"/>
                        <a:pt x="39474" y="29383"/>
                        <a:pt x="32245" y="29726"/>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8" id="108"/>
                <p:cNvSpPr/>
                <p:nvPr/>
              </p:nvSpPr>
              <p:spPr>
                <a:xfrm>
                  <a:off x="1023727" y="1015409"/>
                  <a:ext cx="155012" cy="146348"/>
                </a:xfrm>
                <a:custGeom>
                  <a:avLst/>
                  <a:gdLst/>
                  <a:ahLst/>
                  <a:cxnLst/>
                  <a:rect r="r" b="b" t="t" l="l"/>
                  <a:pathLst>
                    <a:path w="155012" h="146348" stroke="true" fill="norm" extrusionOk="true">
                      <a:moveTo>
                        <a:pt x="31518" y="23502"/>
                      </a:moveTo>
                      <a:cubicBezTo>
                        <a:pt x="25365" y="25921"/>
                        <a:pt x="19003" y="25950"/>
                        <a:pt x="12430" y="23588"/>
                      </a:cubicBezTo>
                      <a:cubicBezTo>
                        <a:pt x="18355" y="25835"/>
                        <a:pt x="24270" y="28074"/>
                        <a:pt x="30194" y="30322"/>
                      </a:cubicBezTo>
                      <a:cubicBezTo>
                        <a:pt x="26242" y="28236"/>
                        <a:pt x="22298" y="26159"/>
                        <a:pt x="18345" y="24073"/>
                      </a:cubicBezTo>
                      <a:cubicBezTo>
                        <a:pt x="22212" y="27178"/>
                        <a:pt x="26080" y="30293"/>
                        <a:pt x="29947" y="33398"/>
                      </a:cubicBezTo>
                      <a:cubicBezTo>
                        <a:pt x="28766" y="30903"/>
                        <a:pt x="27585" y="28417"/>
                        <a:pt x="26413" y="25921"/>
                      </a:cubicBezTo>
                      <a:cubicBezTo>
                        <a:pt x="26499" y="27693"/>
                        <a:pt x="26584" y="29474"/>
                        <a:pt x="26670" y="31246"/>
                      </a:cubicBezTo>
                      <a:cubicBezTo>
                        <a:pt x="28108" y="28083"/>
                        <a:pt x="29556" y="24911"/>
                        <a:pt x="30995" y="21749"/>
                      </a:cubicBezTo>
                      <a:cubicBezTo>
                        <a:pt x="29775" y="22845"/>
                        <a:pt x="28556" y="23940"/>
                        <a:pt x="27337" y="25026"/>
                      </a:cubicBezTo>
                      <a:cubicBezTo>
                        <a:pt x="56503" y="19358"/>
                        <a:pt x="60084" y="35122"/>
                        <a:pt x="72409" y="53753"/>
                      </a:cubicBezTo>
                      <a:cubicBezTo>
                        <a:pt x="79905" y="65088"/>
                        <a:pt x="87973" y="75404"/>
                        <a:pt x="97193" y="85500"/>
                      </a:cubicBezTo>
                      <a:cubicBezTo>
                        <a:pt x="108690" y="98092"/>
                        <a:pt x="120234" y="108789"/>
                        <a:pt x="129750" y="122933"/>
                      </a:cubicBezTo>
                      <a:cubicBezTo>
                        <a:pt x="135855" y="132020"/>
                        <a:pt x="140961" y="137487"/>
                        <a:pt x="149247" y="145107"/>
                      </a:cubicBezTo>
                      <a:cubicBezTo>
                        <a:pt x="155382" y="150746"/>
                        <a:pt x="155048" y="135382"/>
                        <a:pt x="154991" y="134735"/>
                      </a:cubicBezTo>
                      <a:cubicBezTo>
                        <a:pt x="154400" y="127781"/>
                        <a:pt x="153791" y="113561"/>
                        <a:pt x="147771" y="108655"/>
                      </a:cubicBezTo>
                      <a:cubicBezTo>
                        <a:pt x="126073" y="91025"/>
                        <a:pt x="111176" y="66507"/>
                        <a:pt x="90288" y="47848"/>
                      </a:cubicBezTo>
                      <a:cubicBezTo>
                        <a:pt x="87640" y="44752"/>
                        <a:pt x="84535" y="42133"/>
                        <a:pt x="80963" y="39990"/>
                      </a:cubicBezTo>
                      <a:cubicBezTo>
                        <a:pt x="72724" y="33760"/>
                        <a:pt x="65180" y="26769"/>
                        <a:pt x="58341" y="18996"/>
                      </a:cubicBezTo>
                      <a:cubicBezTo>
                        <a:pt x="43710" y="8633"/>
                        <a:pt x="32366" y="5900"/>
                        <a:pt x="14459" y="680"/>
                      </a:cubicBezTo>
                      <a:cubicBezTo>
                        <a:pt x="12592" y="-339"/>
                        <a:pt x="10840" y="-215"/>
                        <a:pt x="9192" y="1070"/>
                      </a:cubicBezTo>
                      <a:cubicBezTo>
                        <a:pt x="3620" y="9090"/>
                        <a:pt x="-4562" y="16644"/>
                        <a:pt x="3153" y="26740"/>
                      </a:cubicBezTo>
                      <a:cubicBezTo>
                        <a:pt x="5153" y="29360"/>
                        <a:pt x="10678" y="32446"/>
                        <a:pt x="13335" y="33960"/>
                      </a:cubicBezTo>
                      <a:cubicBezTo>
                        <a:pt x="25384" y="40828"/>
                        <a:pt x="38100" y="42923"/>
                        <a:pt x="51340" y="38237"/>
                      </a:cubicBezTo>
                      <a:cubicBezTo>
                        <a:pt x="65894" y="33084"/>
                        <a:pt x="37691" y="21768"/>
                        <a:pt x="31518" y="23502"/>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9" id="109"/>
                <p:cNvSpPr/>
                <p:nvPr/>
              </p:nvSpPr>
              <p:spPr>
                <a:xfrm>
                  <a:off x="986587" y="1005554"/>
                  <a:ext cx="159225" cy="152594"/>
                </a:xfrm>
                <a:custGeom>
                  <a:avLst/>
                  <a:gdLst/>
                  <a:ahLst/>
                  <a:cxnLst/>
                  <a:rect r="r" b="b" t="t" l="l"/>
                  <a:pathLst>
                    <a:path w="159225" h="152594" stroke="true" fill="norm" extrusionOk="true">
                      <a:moveTo>
                        <a:pt x="32302" y="24889"/>
                      </a:moveTo>
                      <a:cubicBezTo>
                        <a:pt x="26025" y="26508"/>
                        <a:pt x="19862" y="26213"/>
                        <a:pt x="13814" y="24013"/>
                      </a:cubicBezTo>
                      <a:cubicBezTo>
                        <a:pt x="19548" y="26565"/>
                        <a:pt x="25272" y="29108"/>
                        <a:pt x="31006" y="31661"/>
                      </a:cubicBezTo>
                      <a:cubicBezTo>
                        <a:pt x="25463" y="28746"/>
                        <a:pt x="19929" y="25841"/>
                        <a:pt x="14385" y="22927"/>
                      </a:cubicBezTo>
                      <a:cubicBezTo>
                        <a:pt x="22558" y="28565"/>
                        <a:pt x="30730" y="34204"/>
                        <a:pt x="38903" y="39843"/>
                      </a:cubicBezTo>
                      <a:cubicBezTo>
                        <a:pt x="35683" y="36481"/>
                        <a:pt x="32473" y="33118"/>
                        <a:pt x="29254" y="29756"/>
                      </a:cubicBezTo>
                      <a:cubicBezTo>
                        <a:pt x="31492" y="32852"/>
                        <a:pt x="33721" y="35947"/>
                        <a:pt x="35959" y="39052"/>
                      </a:cubicBezTo>
                      <a:cubicBezTo>
                        <a:pt x="36150" y="36490"/>
                        <a:pt x="36350" y="33938"/>
                        <a:pt x="36540" y="31385"/>
                      </a:cubicBezTo>
                      <a:cubicBezTo>
                        <a:pt x="35207" y="32347"/>
                        <a:pt x="33883" y="33299"/>
                        <a:pt x="32549" y="34261"/>
                      </a:cubicBezTo>
                      <a:cubicBezTo>
                        <a:pt x="43779" y="39472"/>
                        <a:pt x="55019" y="44672"/>
                        <a:pt x="66249" y="49882"/>
                      </a:cubicBezTo>
                      <a:cubicBezTo>
                        <a:pt x="68382" y="53445"/>
                        <a:pt x="70516" y="57017"/>
                        <a:pt x="72650" y="60579"/>
                      </a:cubicBezTo>
                      <a:cubicBezTo>
                        <a:pt x="75850" y="65684"/>
                        <a:pt x="79422" y="70561"/>
                        <a:pt x="83270" y="75190"/>
                      </a:cubicBezTo>
                      <a:cubicBezTo>
                        <a:pt x="93681" y="87735"/>
                        <a:pt x="105501" y="99698"/>
                        <a:pt x="116436" y="111681"/>
                      </a:cubicBezTo>
                      <a:cubicBezTo>
                        <a:pt x="128371" y="124758"/>
                        <a:pt x="138248" y="139532"/>
                        <a:pt x="151031" y="151581"/>
                      </a:cubicBezTo>
                      <a:cubicBezTo>
                        <a:pt x="153698" y="154095"/>
                        <a:pt x="157803" y="151457"/>
                        <a:pt x="158927" y="148838"/>
                      </a:cubicBezTo>
                      <a:cubicBezTo>
                        <a:pt x="160337" y="145542"/>
                        <a:pt x="156431" y="136893"/>
                        <a:pt x="154003" y="134664"/>
                      </a:cubicBezTo>
                      <a:cubicBezTo>
                        <a:pt x="145068" y="126463"/>
                        <a:pt x="141715" y="120386"/>
                        <a:pt x="134562" y="110728"/>
                      </a:cubicBezTo>
                      <a:cubicBezTo>
                        <a:pt x="127809" y="101603"/>
                        <a:pt x="119303" y="93936"/>
                        <a:pt x="110873" y="86430"/>
                      </a:cubicBezTo>
                      <a:cubicBezTo>
                        <a:pt x="95957" y="73142"/>
                        <a:pt x="85137" y="58083"/>
                        <a:pt x="73478" y="42177"/>
                      </a:cubicBezTo>
                      <a:cubicBezTo>
                        <a:pt x="57638" y="20555"/>
                        <a:pt x="38121" y="11401"/>
                        <a:pt x="13947" y="0"/>
                      </a:cubicBezTo>
                      <a:cubicBezTo>
                        <a:pt x="13071" y="190"/>
                        <a:pt x="12204" y="381"/>
                        <a:pt x="11328" y="571"/>
                      </a:cubicBezTo>
                      <a:cubicBezTo>
                        <a:pt x="-1112" y="12744"/>
                        <a:pt x="-760" y="8449"/>
                        <a:pt x="726" y="22984"/>
                      </a:cubicBezTo>
                      <a:cubicBezTo>
                        <a:pt x="1469" y="30309"/>
                        <a:pt x="27711" y="45520"/>
                        <a:pt x="34369" y="46882"/>
                      </a:cubicBezTo>
                      <a:cubicBezTo>
                        <a:pt x="48818" y="49854"/>
                        <a:pt x="61496" y="48311"/>
                        <a:pt x="75469" y="43520"/>
                      </a:cubicBezTo>
                      <a:cubicBezTo>
                        <a:pt x="84718" y="40348"/>
                        <a:pt x="65925" y="32690"/>
                        <a:pt x="66325" y="32852"/>
                      </a:cubicBezTo>
                      <a:cubicBezTo>
                        <a:pt x="56886" y="29137"/>
                        <a:pt x="42693" y="22698"/>
                        <a:pt x="32302" y="24889"/>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0" id="110"/>
                <p:cNvSpPr/>
                <p:nvPr/>
              </p:nvSpPr>
              <p:spPr>
                <a:xfrm>
                  <a:off x="1005553" y="1004782"/>
                  <a:ext cx="152018" cy="142752"/>
                </a:xfrm>
                <a:custGeom>
                  <a:avLst/>
                  <a:gdLst/>
                  <a:ahLst/>
                  <a:cxnLst/>
                  <a:rect r="r" b="b" t="t" l="l"/>
                  <a:pathLst>
                    <a:path w="152018" h="142752" stroke="true" fill="norm" extrusionOk="true">
                      <a:moveTo>
                        <a:pt x="32090" y="24517"/>
                      </a:moveTo>
                      <a:cubicBezTo>
                        <a:pt x="26490" y="24622"/>
                        <a:pt x="20898" y="24717"/>
                        <a:pt x="15298" y="24822"/>
                      </a:cubicBezTo>
                      <a:cubicBezTo>
                        <a:pt x="22327" y="27470"/>
                        <a:pt x="29347" y="30128"/>
                        <a:pt x="36377" y="32776"/>
                      </a:cubicBezTo>
                      <a:cubicBezTo>
                        <a:pt x="30119" y="29975"/>
                        <a:pt x="23861" y="27165"/>
                        <a:pt x="17603" y="24365"/>
                      </a:cubicBezTo>
                      <a:cubicBezTo>
                        <a:pt x="28157" y="30394"/>
                        <a:pt x="38710" y="36414"/>
                        <a:pt x="49254" y="42443"/>
                      </a:cubicBezTo>
                      <a:cubicBezTo>
                        <a:pt x="48026" y="41386"/>
                        <a:pt x="46787" y="40338"/>
                        <a:pt x="45559" y="39281"/>
                      </a:cubicBezTo>
                      <a:cubicBezTo>
                        <a:pt x="46435" y="41605"/>
                        <a:pt x="47311" y="43929"/>
                        <a:pt x="48188" y="46253"/>
                      </a:cubicBezTo>
                      <a:cubicBezTo>
                        <a:pt x="56017" y="43015"/>
                        <a:pt x="63847" y="39776"/>
                        <a:pt x="71676" y="36538"/>
                      </a:cubicBezTo>
                      <a:cubicBezTo>
                        <a:pt x="68028" y="34966"/>
                        <a:pt x="64371" y="33404"/>
                        <a:pt x="60722" y="31833"/>
                      </a:cubicBezTo>
                      <a:cubicBezTo>
                        <a:pt x="77620" y="47758"/>
                        <a:pt x="88859" y="65799"/>
                        <a:pt x="102261" y="84639"/>
                      </a:cubicBezTo>
                      <a:cubicBezTo>
                        <a:pt x="111881" y="95631"/>
                        <a:pt x="120206" y="107499"/>
                        <a:pt x="127236" y="120234"/>
                      </a:cubicBezTo>
                      <a:cubicBezTo>
                        <a:pt x="131265" y="128235"/>
                        <a:pt x="136818" y="134979"/>
                        <a:pt x="143914" y="140465"/>
                      </a:cubicBezTo>
                      <a:cubicBezTo>
                        <a:pt x="147743" y="144199"/>
                        <a:pt x="150962" y="143361"/>
                        <a:pt x="151886" y="137960"/>
                      </a:cubicBezTo>
                      <a:cubicBezTo>
                        <a:pt x="152934" y="131864"/>
                        <a:pt x="147552" y="114776"/>
                        <a:pt x="143209" y="110366"/>
                      </a:cubicBezTo>
                      <a:cubicBezTo>
                        <a:pt x="133855" y="100860"/>
                        <a:pt x="127188" y="91392"/>
                        <a:pt x="119644" y="80410"/>
                      </a:cubicBezTo>
                      <a:cubicBezTo>
                        <a:pt x="121473" y="84620"/>
                        <a:pt x="123311" y="88840"/>
                        <a:pt x="125140" y="93050"/>
                      </a:cubicBezTo>
                      <a:cubicBezTo>
                        <a:pt x="121654" y="82563"/>
                        <a:pt x="117615" y="72400"/>
                        <a:pt x="113824" y="62074"/>
                      </a:cubicBezTo>
                      <a:cubicBezTo>
                        <a:pt x="108719" y="48158"/>
                        <a:pt x="111300" y="49054"/>
                        <a:pt x="96956" y="40900"/>
                      </a:cubicBezTo>
                      <a:cubicBezTo>
                        <a:pt x="89621" y="36728"/>
                        <a:pt x="83259" y="32499"/>
                        <a:pt x="76296" y="27965"/>
                      </a:cubicBezTo>
                      <a:cubicBezTo>
                        <a:pt x="56627" y="15183"/>
                        <a:pt x="34014" y="7763"/>
                        <a:pt x="12155" y="0"/>
                      </a:cubicBezTo>
                      <a:cubicBezTo>
                        <a:pt x="11231" y="229"/>
                        <a:pt x="10297" y="457"/>
                        <a:pt x="9373" y="686"/>
                      </a:cubicBezTo>
                      <a:cubicBezTo>
                        <a:pt x="-1514" y="14192"/>
                        <a:pt x="-1152" y="9849"/>
                        <a:pt x="1715" y="24251"/>
                      </a:cubicBezTo>
                      <a:cubicBezTo>
                        <a:pt x="2801" y="29699"/>
                        <a:pt x="22337" y="38643"/>
                        <a:pt x="24566" y="39834"/>
                      </a:cubicBezTo>
                      <a:cubicBezTo>
                        <a:pt x="31586" y="43567"/>
                        <a:pt x="41892" y="51273"/>
                        <a:pt x="50112" y="50435"/>
                      </a:cubicBezTo>
                      <a:cubicBezTo>
                        <a:pt x="64190" y="49006"/>
                        <a:pt x="71276" y="48092"/>
                        <a:pt x="83221" y="42253"/>
                      </a:cubicBezTo>
                      <a:cubicBezTo>
                        <a:pt x="92469" y="37729"/>
                        <a:pt x="71524" y="31642"/>
                        <a:pt x="71695" y="31699"/>
                      </a:cubicBezTo>
                      <a:cubicBezTo>
                        <a:pt x="60970" y="28346"/>
                        <a:pt x="43539" y="21346"/>
                        <a:pt x="32090" y="24517"/>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1" id="111"/>
                <p:cNvSpPr/>
                <p:nvPr/>
              </p:nvSpPr>
              <p:spPr>
                <a:xfrm>
                  <a:off x="1018580" y="1025693"/>
                  <a:ext cx="157317" cy="149285"/>
                </a:xfrm>
                <a:custGeom>
                  <a:avLst/>
                  <a:gdLst/>
                  <a:ahLst/>
                  <a:cxnLst/>
                  <a:rect r="r" b="b" t="t" l="l"/>
                  <a:pathLst>
                    <a:path w="157317" h="149285" stroke="true" fill="norm" extrusionOk="true">
                      <a:moveTo>
                        <a:pt x="31570" y="25971"/>
                      </a:moveTo>
                      <a:cubicBezTo>
                        <a:pt x="22397" y="28543"/>
                        <a:pt x="23712" y="26076"/>
                        <a:pt x="35504" y="18570"/>
                      </a:cubicBezTo>
                      <a:cubicBezTo>
                        <a:pt x="40609" y="21618"/>
                        <a:pt x="45715" y="24657"/>
                        <a:pt x="50820" y="27705"/>
                      </a:cubicBezTo>
                      <a:cubicBezTo>
                        <a:pt x="59326" y="36382"/>
                        <a:pt x="66451" y="46088"/>
                        <a:pt x="72213" y="56832"/>
                      </a:cubicBezTo>
                      <a:cubicBezTo>
                        <a:pt x="77252" y="65672"/>
                        <a:pt x="83358" y="73644"/>
                        <a:pt x="90549" y="80759"/>
                      </a:cubicBezTo>
                      <a:cubicBezTo>
                        <a:pt x="103227" y="94523"/>
                        <a:pt x="119029" y="104562"/>
                        <a:pt x="129163" y="120669"/>
                      </a:cubicBezTo>
                      <a:cubicBezTo>
                        <a:pt x="136183" y="131823"/>
                        <a:pt x="142270" y="139262"/>
                        <a:pt x="152033" y="148034"/>
                      </a:cubicBezTo>
                      <a:cubicBezTo>
                        <a:pt x="158710" y="154035"/>
                        <a:pt x="157167" y="136499"/>
                        <a:pt x="157157" y="136442"/>
                      </a:cubicBezTo>
                      <a:cubicBezTo>
                        <a:pt x="156186" y="129137"/>
                        <a:pt x="154995" y="112620"/>
                        <a:pt x="148308" y="107686"/>
                      </a:cubicBezTo>
                      <a:cubicBezTo>
                        <a:pt x="130430" y="94504"/>
                        <a:pt x="116428" y="76768"/>
                        <a:pt x="99407" y="62309"/>
                      </a:cubicBezTo>
                      <a:cubicBezTo>
                        <a:pt x="88234" y="52822"/>
                        <a:pt x="79147" y="43955"/>
                        <a:pt x="69546" y="32991"/>
                      </a:cubicBezTo>
                      <a:cubicBezTo>
                        <a:pt x="65203" y="28257"/>
                        <a:pt x="60859" y="23533"/>
                        <a:pt x="56516" y="18799"/>
                      </a:cubicBezTo>
                      <a:cubicBezTo>
                        <a:pt x="44010" y="9198"/>
                        <a:pt x="29941" y="3026"/>
                        <a:pt x="14292" y="282"/>
                      </a:cubicBezTo>
                      <a:cubicBezTo>
                        <a:pt x="11482" y="-603"/>
                        <a:pt x="9548" y="682"/>
                        <a:pt x="7967" y="2921"/>
                      </a:cubicBezTo>
                      <a:cubicBezTo>
                        <a:pt x="3024" y="9922"/>
                        <a:pt x="-2682" y="15160"/>
                        <a:pt x="1385" y="24028"/>
                      </a:cubicBezTo>
                      <a:cubicBezTo>
                        <a:pt x="3147" y="27886"/>
                        <a:pt x="6262" y="30315"/>
                        <a:pt x="9777" y="32829"/>
                      </a:cubicBezTo>
                      <a:cubicBezTo>
                        <a:pt x="20026" y="40154"/>
                        <a:pt x="33399" y="43183"/>
                        <a:pt x="45715" y="41021"/>
                      </a:cubicBezTo>
                      <a:cubicBezTo>
                        <a:pt x="58850" y="38716"/>
                        <a:pt x="38180" y="24828"/>
                        <a:pt x="31570" y="25971"/>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2" id="112"/>
                <p:cNvSpPr/>
                <p:nvPr/>
              </p:nvSpPr>
              <p:spPr>
                <a:xfrm>
                  <a:off x="977602" y="1023269"/>
                  <a:ext cx="161282" cy="154266"/>
                </a:xfrm>
                <a:custGeom>
                  <a:avLst/>
                  <a:gdLst/>
                  <a:ahLst/>
                  <a:cxnLst/>
                  <a:rect r="r" b="b" t="t" l="l"/>
                  <a:pathLst>
                    <a:path w="161282" h="154266" stroke="true" fill="norm" extrusionOk="true">
                      <a:moveTo>
                        <a:pt x="34476" y="27081"/>
                      </a:moveTo>
                      <a:cubicBezTo>
                        <a:pt x="27380" y="28090"/>
                        <a:pt x="20589" y="27147"/>
                        <a:pt x="14112" y="24223"/>
                      </a:cubicBezTo>
                      <a:cubicBezTo>
                        <a:pt x="17827" y="26414"/>
                        <a:pt x="21551" y="28605"/>
                        <a:pt x="25266" y="30796"/>
                      </a:cubicBezTo>
                      <a:cubicBezTo>
                        <a:pt x="20779" y="27729"/>
                        <a:pt x="16284" y="24661"/>
                        <a:pt x="11797" y="21594"/>
                      </a:cubicBezTo>
                      <a:cubicBezTo>
                        <a:pt x="16522" y="26004"/>
                        <a:pt x="21246" y="30424"/>
                        <a:pt x="25970" y="34834"/>
                      </a:cubicBezTo>
                      <a:cubicBezTo>
                        <a:pt x="23418" y="31100"/>
                        <a:pt x="20875" y="27367"/>
                        <a:pt x="18322" y="23633"/>
                      </a:cubicBezTo>
                      <a:cubicBezTo>
                        <a:pt x="19093" y="25919"/>
                        <a:pt x="19855" y="28214"/>
                        <a:pt x="20627" y="30500"/>
                      </a:cubicBezTo>
                      <a:cubicBezTo>
                        <a:pt x="20970" y="26138"/>
                        <a:pt x="21313" y="21785"/>
                        <a:pt x="21656" y="17422"/>
                      </a:cubicBezTo>
                      <a:cubicBezTo>
                        <a:pt x="19770" y="18708"/>
                        <a:pt x="17884" y="20004"/>
                        <a:pt x="15988" y="21290"/>
                      </a:cubicBezTo>
                      <a:cubicBezTo>
                        <a:pt x="31562" y="30605"/>
                        <a:pt x="47144" y="39911"/>
                        <a:pt x="62718" y="49226"/>
                      </a:cubicBezTo>
                      <a:cubicBezTo>
                        <a:pt x="65394" y="53960"/>
                        <a:pt x="68071" y="58694"/>
                        <a:pt x="70757" y="63428"/>
                      </a:cubicBezTo>
                      <a:cubicBezTo>
                        <a:pt x="80730" y="78478"/>
                        <a:pt x="94160" y="91365"/>
                        <a:pt x="108047" y="102700"/>
                      </a:cubicBezTo>
                      <a:cubicBezTo>
                        <a:pt x="125983" y="117340"/>
                        <a:pt x="136603" y="137971"/>
                        <a:pt x="153729" y="153249"/>
                      </a:cubicBezTo>
                      <a:cubicBezTo>
                        <a:pt x="156987" y="156154"/>
                        <a:pt x="160397" y="152192"/>
                        <a:pt x="161159" y="149420"/>
                      </a:cubicBezTo>
                      <a:cubicBezTo>
                        <a:pt x="162245" y="145448"/>
                        <a:pt x="155882" y="135990"/>
                        <a:pt x="153005" y="133589"/>
                      </a:cubicBezTo>
                      <a:cubicBezTo>
                        <a:pt x="146395" y="128103"/>
                        <a:pt x="141928" y="121112"/>
                        <a:pt x="136756" y="114473"/>
                      </a:cubicBezTo>
                      <a:cubicBezTo>
                        <a:pt x="127602" y="102700"/>
                        <a:pt x="114762" y="95061"/>
                        <a:pt x="104152" y="84879"/>
                      </a:cubicBezTo>
                      <a:cubicBezTo>
                        <a:pt x="90226" y="71515"/>
                        <a:pt x="79301" y="55932"/>
                        <a:pt x="67585" y="40778"/>
                      </a:cubicBezTo>
                      <a:cubicBezTo>
                        <a:pt x="47154" y="14355"/>
                        <a:pt x="42106" y="14717"/>
                        <a:pt x="15769" y="982"/>
                      </a:cubicBezTo>
                      <a:cubicBezTo>
                        <a:pt x="13617" y="-142"/>
                        <a:pt x="10797" y="-713"/>
                        <a:pt x="8930" y="1582"/>
                      </a:cubicBezTo>
                      <a:cubicBezTo>
                        <a:pt x="2215" y="9869"/>
                        <a:pt x="-2319" y="12069"/>
                        <a:pt x="1253" y="22404"/>
                      </a:cubicBezTo>
                      <a:cubicBezTo>
                        <a:pt x="3025" y="27538"/>
                        <a:pt x="6254" y="30415"/>
                        <a:pt x="10521" y="34072"/>
                      </a:cubicBezTo>
                      <a:cubicBezTo>
                        <a:pt x="25485" y="46893"/>
                        <a:pt x="43506" y="50055"/>
                        <a:pt x="62765" y="49150"/>
                      </a:cubicBezTo>
                      <a:cubicBezTo>
                        <a:pt x="71186" y="48760"/>
                        <a:pt x="58746" y="38196"/>
                        <a:pt x="58670" y="38149"/>
                      </a:cubicBezTo>
                      <a:cubicBezTo>
                        <a:pt x="52659" y="33872"/>
                        <a:pt x="42420" y="26138"/>
                        <a:pt x="34476" y="27081"/>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grpSp>
        </p:grpSp>
        <p:sp>
          <p:nvSpPr>
            <p:cNvPr name="Freeform 113" id="113"/>
            <p:cNvSpPr/>
            <p:nvPr/>
          </p:nvSpPr>
          <p:spPr>
            <a:xfrm>
              <a:off x="4608961" y="4477018"/>
              <a:ext cx="22090" cy="7183"/>
            </a:xfrm>
            <a:custGeom>
              <a:avLst/>
              <a:gdLst/>
              <a:ahLst/>
              <a:cxnLst/>
              <a:rect r="r" b="b" t="t" l="l"/>
              <a:pathLst>
                <a:path w="22090" h="7183" stroke="true" fill="norm" extrusionOk="true">
                  <a:moveTo>
                    <a:pt x="10879" y="3142"/>
                  </a:moveTo>
                  <a:cubicBezTo>
                    <a:pt x="10613" y="3189"/>
                    <a:pt x="10317" y="3180"/>
                    <a:pt x="10051" y="3208"/>
                  </a:cubicBezTo>
                  <a:cubicBezTo>
                    <a:pt x="7298" y="3485"/>
                    <a:pt x="3917" y="2094"/>
                    <a:pt x="1364" y="3561"/>
                  </a:cubicBezTo>
                  <a:cubicBezTo>
                    <a:pt x="-2799" y="5952"/>
                    <a:pt x="3707" y="7457"/>
                    <a:pt x="5717" y="7142"/>
                  </a:cubicBezTo>
                  <a:cubicBezTo>
                    <a:pt x="8498" y="6723"/>
                    <a:pt x="11318" y="6504"/>
                    <a:pt x="14080" y="5933"/>
                  </a:cubicBezTo>
                  <a:cubicBezTo>
                    <a:pt x="17690" y="5190"/>
                    <a:pt x="20747" y="3904"/>
                    <a:pt x="22090" y="894"/>
                  </a:cubicBezTo>
                  <a:cubicBezTo>
                    <a:pt x="19357" y="-1754"/>
                    <a:pt x="15366" y="2237"/>
                    <a:pt x="10879" y="3142"/>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14" id="114"/>
            <p:cNvSpPr/>
            <p:nvPr/>
          </p:nvSpPr>
          <p:spPr>
            <a:xfrm>
              <a:off x="4623936" y="4489339"/>
              <a:ext cx="18676" cy="5786"/>
            </a:xfrm>
            <a:custGeom>
              <a:avLst/>
              <a:gdLst/>
              <a:ahLst/>
              <a:cxnLst/>
              <a:rect r="r" b="b" t="t" l="l"/>
              <a:pathLst>
                <a:path w="18676" h="5786" stroke="true" fill="norm" extrusionOk="true">
                  <a:moveTo>
                    <a:pt x="9706" y="1632"/>
                  </a:moveTo>
                  <a:cubicBezTo>
                    <a:pt x="8706" y="1718"/>
                    <a:pt x="7696" y="1737"/>
                    <a:pt x="6687" y="1765"/>
                  </a:cubicBezTo>
                  <a:cubicBezTo>
                    <a:pt x="4477" y="2441"/>
                    <a:pt x="2286" y="1984"/>
                    <a:pt x="0" y="1879"/>
                  </a:cubicBezTo>
                  <a:cubicBezTo>
                    <a:pt x="324" y="2708"/>
                    <a:pt x="886" y="4051"/>
                    <a:pt x="972" y="4204"/>
                  </a:cubicBezTo>
                  <a:cubicBezTo>
                    <a:pt x="1562" y="5299"/>
                    <a:pt x="2257" y="5909"/>
                    <a:pt x="3581" y="5766"/>
                  </a:cubicBezTo>
                  <a:cubicBezTo>
                    <a:pt x="6525" y="5451"/>
                    <a:pt x="9506" y="5661"/>
                    <a:pt x="12440" y="5232"/>
                  </a:cubicBezTo>
                  <a:cubicBezTo>
                    <a:pt x="13706" y="5051"/>
                    <a:pt x="15040" y="4794"/>
                    <a:pt x="16173" y="4156"/>
                  </a:cubicBezTo>
                  <a:cubicBezTo>
                    <a:pt x="16688" y="3861"/>
                    <a:pt x="18821" y="2337"/>
                    <a:pt x="18669" y="1632"/>
                  </a:cubicBezTo>
                  <a:cubicBezTo>
                    <a:pt x="17916" y="-1892"/>
                    <a:pt x="13306" y="1346"/>
                    <a:pt x="9706" y="1632"/>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15" id="115"/>
            <p:cNvSpPr/>
            <p:nvPr/>
          </p:nvSpPr>
          <p:spPr>
            <a:xfrm>
              <a:off x="4608198" y="4481680"/>
              <a:ext cx="63181" cy="38294"/>
            </a:xfrm>
            <a:custGeom>
              <a:avLst/>
              <a:gdLst/>
              <a:ahLst/>
              <a:cxnLst/>
              <a:rect r="r" b="b" t="t" l="l"/>
              <a:pathLst>
                <a:path w="63181" h="38294" stroke="true" fill="norm" extrusionOk="true">
                  <a:moveTo>
                    <a:pt x="57076" y="30751"/>
                  </a:moveTo>
                  <a:lnTo>
                    <a:pt x="57076" y="30751"/>
                  </a:lnTo>
                  <a:cubicBezTo>
                    <a:pt x="56933" y="30446"/>
                    <a:pt x="56743" y="30169"/>
                    <a:pt x="56457" y="29941"/>
                  </a:cubicBezTo>
                  <a:cubicBezTo>
                    <a:pt x="55057" y="28817"/>
                    <a:pt x="53447" y="27922"/>
                    <a:pt x="52009" y="26845"/>
                  </a:cubicBezTo>
                  <a:cubicBezTo>
                    <a:pt x="51266" y="26302"/>
                    <a:pt x="48713" y="23388"/>
                    <a:pt x="47951" y="23331"/>
                  </a:cubicBezTo>
                  <a:cubicBezTo>
                    <a:pt x="46665" y="23235"/>
                    <a:pt x="45370" y="23150"/>
                    <a:pt x="44094" y="23054"/>
                  </a:cubicBezTo>
                  <a:cubicBezTo>
                    <a:pt x="41084" y="23321"/>
                    <a:pt x="37979" y="22873"/>
                    <a:pt x="34978" y="22750"/>
                  </a:cubicBezTo>
                  <a:cubicBezTo>
                    <a:pt x="32673" y="22654"/>
                    <a:pt x="30330" y="22588"/>
                    <a:pt x="28082" y="22159"/>
                  </a:cubicBezTo>
                  <a:cubicBezTo>
                    <a:pt x="27977" y="22169"/>
                    <a:pt x="27892" y="22216"/>
                    <a:pt x="27777" y="22216"/>
                  </a:cubicBezTo>
                  <a:cubicBezTo>
                    <a:pt x="26625" y="22188"/>
                    <a:pt x="26120" y="21902"/>
                    <a:pt x="25768" y="21540"/>
                  </a:cubicBezTo>
                  <a:cubicBezTo>
                    <a:pt x="24986" y="21245"/>
                    <a:pt x="24206" y="20930"/>
                    <a:pt x="23472" y="20454"/>
                  </a:cubicBezTo>
                  <a:cubicBezTo>
                    <a:pt x="23282" y="20330"/>
                    <a:pt x="23167" y="20178"/>
                    <a:pt x="23034" y="20025"/>
                  </a:cubicBezTo>
                  <a:cubicBezTo>
                    <a:pt x="22643" y="20083"/>
                    <a:pt x="22291" y="20121"/>
                    <a:pt x="22167" y="19968"/>
                  </a:cubicBezTo>
                  <a:cubicBezTo>
                    <a:pt x="21253" y="18854"/>
                    <a:pt x="20557" y="16939"/>
                    <a:pt x="18805" y="15482"/>
                  </a:cubicBezTo>
                  <a:cubicBezTo>
                    <a:pt x="18871" y="15425"/>
                    <a:pt x="18976" y="15396"/>
                    <a:pt x="19043" y="15339"/>
                  </a:cubicBezTo>
                  <a:cubicBezTo>
                    <a:pt x="18433" y="14672"/>
                    <a:pt x="18205" y="13844"/>
                    <a:pt x="18395" y="13063"/>
                  </a:cubicBezTo>
                  <a:cubicBezTo>
                    <a:pt x="17500" y="11224"/>
                    <a:pt x="16071" y="9443"/>
                    <a:pt x="14023" y="9414"/>
                  </a:cubicBezTo>
                  <a:cubicBezTo>
                    <a:pt x="12223" y="9557"/>
                    <a:pt x="10308" y="9443"/>
                    <a:pt x="8899" y="8395"/>
                  </a:cubicBezTo>
                  <a:cubicBezTo>
                    <a:pt x="6632" y="6709"/>
                    <a:pt x="6022" y="4004"/>
                    <a:pt x="4022" y="2128"/>
                  </a:cubicBezTo>
                  <a:cubicBezTo>
                    <a:pt x="3774" y="1899"/>
                    <a:pt x="3641" y="1642"/>
                    <a:pt x="3536" y="1385"/>
                  </a:cubicBezTo>
                  <a:cubicBezTo>
                    <a:pt x="3079" y="1061"/>
                    <a:pt x="2774" y="613"/>
                    <a:pt x="2641" y="90"/>
                  </a:cubicBezTo>
                  <a:cubicBezTo>
                    <a:pt x="2079" y="-25"/>
                    <a:pt x="1517" y="-53"/>
                    <a:pt x="984" y="147"/>
                  </a:cubicBezTo>
                  <a:cubicBezTo>
                    <a:pt x="-1093" y="956"/>
                    <a:pt x="641" y="3376"/>
                    <a:pt x="1441" y="4462"/>
                  </a:cubicBezTo>
                  <a:cubicBezTo>
                    <a:pt x="2012" y="5233"/>
                    <a:pt x="2736" y="5852"/>
                    <a:pt x="3346" y="6576"/>
                  </a:cubicBezTo>
                  <a:cubicBezTo>
                    <a:pt x="4308" y="7729"/>
                    <a:pt x="4708" y="10662"/>
                    <a:pt x="6470" y="10996"/>
                  </a:cubicBezTo>
                  <a:cubicBezTo>
                    <a:pt x="10632" y="11767"/>
                    <a:pt x="9404" y="11539"/>
                    <a:pt x="14319" y="12120"/>
                  </a:cubicBezTo>
                  <a:cubicBezTo>
                    <a:pt x="13480" y="16263"/>
                    <a:pt x="15328" y="18730"/>
                    <a:pt x="17681" y="21092"/>
                  </a:cubicBezTo>
                  <a:cubicBezTo>
                    <a:pt x="18167" y="21578"/>
                    <a:pt x="19443" y="22997"/>
                    <a:pt x="19919" y="23331"/>
                  </a:cubicBezTo>
                  <a:cubicBezTo>
                    <a:pt x="20424" y="23683"/>
                    <a:pt x="26511" y="25074"/>
                    <a:pt x="27768" y="25578"/>
                  </a:cubicBezTo>
                  <a:cubicBezTo>
                    <a:pt x="30197" y="26550"/>
                    <a:pt x="37302" y="27121"/>
                    <a:pt x="43465" y="26702"/>
                  </a:cubicBezTo>
                  <a:cubicBezTo>
                    <a:pt x="43598" y="26845"/>
                    <a:pt x="43751" y="26950"/>
                    <a:pt x="43894" y="27083"/>
                  </a:cubicBezTo>
                  <a:cubicBezTo>
                    <a:pt x="44256" y="26998"/>
                    <a:pt x="44656" y="26979"/>
                    <a:pt x="45122" y="27141"/>
                  </a:cubicBezTo>
                  <a:cubicBezTo>
                    <a:pt x="48151" y="28217"/>
                    <a:pt x="50314" y="30284"/>
                    <a:pt x="52523" y="32541"/>
                  </a:cubicBezTo>
                  <a:cubicBezTo>
                    <a:pt x="55428" y="35504"/>
                    <a:pt x="58762" y="36894"/>
                    <a:pt x="62515" y="38294"/>
                  </a:cubicBezTo>
                  <a:cubicBezTo>
                    <a:pt x="62829" y="38028"/>
                    <a:pt x="65563" y="35494"/>
                    <a:pt x="57076" y="30751"/>
                  </a:cubicBezTo>
                  <a:close/>
                </a:path>
              </a:pathLst>
            </a:custGeom>
            <a:solidFill>
              <a:srgbClr val="DDA87E"/>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5.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中国市场发展</a:t>
            </a:r>
          </a:p>
        </p:txBody>
      </p:sp>
      <p:grpSp>
        <p:nvGrpSpPr>
          <p:cNvPr name="Group 3" id="3"/>
          <p:cNvGrpSpPr/>
          <p:nvPr/>
        </p:nvGrpSpPr>
        <p:grpSpPr>
          <a:xfrm>
            <a:off x="660400" y="1644649"/>
            <a:ext cx="10858500" cy="4304336"/>
            <a:chOff x="686157" y="2119086"/>
            <a:chExt cx="12276483" cy="3144157"/>
          </a:xfrm>
        </p:grpSpPr>
        <p:grpSp>
          <p:nvGrpSpPr>
            <p:cNvPr name="Group 4" id="4"/>
            <p:cNvGrpSpPr/>
            <p:nvPr/>
          </p:nvGrpSpPr>
          <p:grpSpPr>
            <a:xfrm>
              <a:off x="686157" y="2119086"/>
              <a:ext cx="3987443" cy="3144157"/>
              <a:chOff x="686157" y="2119086"/>
              <a:chExt cx="3987443" cy="3144157"/>
            </a:xfrm>
          </p:grpSpPr>
          <p:sp>
            <p:nvSpPr>
              <p:cNvPr name="AutoShape 5" id="5"/>
              <p:cNvSpPr/>
              <p:nvPr/>
            </p:nvSpPr>
            <p:spPr>
              <a:xfrm>
                <a:off x="686157" y="2119086"/>
                <a:ext cx="3987443" cy="3144157"/>
              </a:xfrm>
              <a:prstGeom prst="roundRect">
                <a:avLst>
                  <a:gd name="adj" fmla="val 5900"/>
                </a:avLst>
              </a:prstGeom>
              <a:noFill/>
              <a:ln cap="rnd">
                <a:solidFill>
                  <a:schemeClr val="accent1"/>
                </a:solidFill>
              </a:ln>
            </p:spPr>
            <p:txBody>
              <a:bodyPr vert="horz" anchor="ctr" tIns="45720" lIns="91440" bIns="45720" rIns="91440"/>
              <a:p>
                <a:pPr algn="ctr" marL="0"/>
              </a:p>
            </p:txBody>
          </p:sp>
          <p:sp>
            <p:nvSpPr>
              <p:cNvPr name="TextBox 6" id="6"/>
              <p:cNvSpPr txBox="true"/>
              <p:nvPr/>
            </p:nvSpPr>
            <p:spPr>
              <a:xfrm>
                <a:off x="843234" y="2857434"/>
                <a:ext cx="3673289" cy="247301"/>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市场规模</a:t>
                </a:r>
                <a:endParaRPr lang="en-US" sz="1100"/>
              </a:p>
            </p:txBody>
          </p:sp>
          <p:sp>
            <p:nvSpPr>
              <p:cNvPr name="TextBox 7" id="7"/>
              <p:cNvSpPr txBox="true"/>
              <p:nvPr/>
            </p:nvSpPr>
            <p:spPr>
              <a:xfrm>
                <a:off x="843234" y="3372649"/>
                <a:ext cx="3673289" cy="1219645"/>
              </a:xfrm>
              <a:prstGeom prst="rect">
                <a:avLst/>
              </a:prstGeom>
              <a:noFill/>
            </p:spPr>
            <p:txBody>
              <a:bodyPr anchor="t" rtlCol="false" vert="horz" wrap="square" tIns="45720" lIns="91440" bIns="45720" rIns="91440">
                <a:spAutoFit/>
              </a:bodyPr>
              <a:lstStyle/>
              <a:p>
                <a:pPr algn="ctr" marL="0">
                  <a:lnSpc>
                    <a:spcPct val="150000"/>
                  </a:lnSpc>
                  <a:defRPr/>
                </a:pPr>
                <a:r>
                  <a:rPr lang="zh-CN" b="false" i="false" sz="1400" baseline="0" u="none" altLang="en-US">
                    <a:solidFill>
                      <a:schemeClr val="tx1"/>
                    </a:solidFill>
                    <a:latin typeface="微软雅黑"/>
                    <a:ea typeface="微软雅黑"/>
                  </a:rPr>
                  <a:t>2023年，中国手机市场规模达到950亿美元，尽管总体出货量略有下降，但智慧手机的普及率已达到90%以上，推动了相关配件的市场增长。</a:t>
                </a:r>
                <a:endParaRPr lang="en-US" sz="1100"/>
              </a:p>
            </p:txBody>
          </p:sp>
          <p:sp>
            <p:nvSpPr>
              <p:cNvPr name="AutoShape 8" id="8"/>
              <p:cNvSpPr/>
              <p:nvPr/>
            </p:nvSpPr>
            <p:spPr>
              <a:xfrm>
                <a:off x="1736450" y="2363527"/>
                <a:ext cx="1886857" cy="340798"/>
              </a:xfrm>
              <a:prstGeom prst="roundRect">
                <a:avLst>
                  <a:gd name="adj" fmla="val 50000"/>
                </a:avLst>
              </a:prstGeom>
              <a:solidFill>
                <a:schemeClr val="accent1"/>
              </a:solidFill>
              <a:ln>
                <a:noFill/>
              </a:ln>
            </p:spPr>
            <p:txBody>
              <a:bodyPr vert="horz" anchor="ctr" tIns="45720" lIns="91440" bIns="45720" rIns="91440"/>
              <a:p>
                <a:pPr algn="ctr" marL="0"/>
                <a:r>
                  <a:rPr lang="en-US" b="false" i="false" sz="1800" baseline="0" u="none">
                    <a:solidFill>
                      <a:schemeClr val="lt1"/>
                    </a:solidFill>
                    <a:latin typeface="Arial"/>
                    <a:ea typeface="Arial"/>
                  </a:rPr>
                  <a:t>01</a:t>
                </a:r>
              </a:p>
            </p:txBody>
          </p:sp>
        </p:grpSp>
        <p:grpSp>
          <p:nvGrpSpPr>
            <p:cNvPr name="Group 9" id="9"/>
            <p:cNvGrpSpPr/>
            <p:nvPr/>
          </p:nvGrpSpPr>
          <p:grpSpPr>
            <a:xfrm>
              <a:off x="4830677" y="2119086"/>
              <a:ext cx="3987443" cy="3144157"/>
              <a:chOff x="4830677" y="2119086"/>
              <a:chExt cx="3987443" cy="3144157"/>
            </a:xfrm>
          </p:grpSpPr>
          <p:sp>
            <p:nvSpPr>
              <p:cNvPr name="AutoShape 10" id="10"/>
              <p:cNvSpPr/>
              <p:nvPr/>
            </p:nvSpPr>
            <p:spPr>
              <a:xfrm>
                <a:off x="4830677" y="2119086"/>
                <a:ext cx="3987443" cy="3144157"/>
              </a:xfrm>
              <a:prstGeom prst="roundRect">
                <a:avLst>
                  <a:gd name="adj" fmla="val 5900"/>
                </a:avLst>
              </a:prstGeom>
              <a:noFill/>
              <a:ln cap="rnd">
                <a:solidFill>
                  <a:schemeClr val="accent2"/>
                </a:solidFill>
              </a:ln>
            </p:spPr>
            <p:txBody>
              <a:bodyPr vert="horz" anchor="ctr" tIns="45720" lIns="91440" bIns="45720" rIns="91440"/>
              <a:p>
                <a:pPr algn="ctr" marL="0"/>
              </a:p>
            </p:txBody>
          </p:sp>
          <p:sp>
            <p:nvSpPr>
              <p:cNvPr name="TextBox 11" id="11"/>
              <p:cNvSpPr txBox="true"/>
              <p:nvPr/>
            </p:nvSpPr>
            <p:spPr>
              <a:xfrm>
                <a:off x="4987754" y="2857434"/>
                <a:ext cx="3673289" cy="247301"/>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用户群体特征</a:t>
                </a:r>
                <a:endParaRPr lang="en-US" sz="1100"/>
              </a:p>
            </p:txBody>
          </p:sp>
          <p:sp>
            <p:nvSpPr>
              <p:cNvPr name="TextBox 12" id="12"/>
              <p:cNvSpPr txBox="true"/>
              <p:nvPr/>
            </p:nvSpPr>
            <p:spPr>
              <a:xfrm>
                <a:off x="4987754" y="3372649"/>
                <a:ext cx="3673289" cy="1219645"/>
              </a:xfrm>
              <a:prstGeom prst="rect">
                <a:avLst/>
              </a:prstGeom>
              <a:noFill/>
            </p:spPr>
            <p:txBody>
              <a:bodyPr anchor="t" rtlCol="false" vert="horz" wrap="square" tIns="45720" lIns="91440" bIns="45720" rIns="91440">
                <a:spAutoFit/>
              </a:bodyPr>
              <a:lstStyle/>
              <a:p>
                <a:pPr algn="ctr" marL="0">
                  <a:lnSpc>
                    <a:spcPct val="150000"/>
                  </a:lnSpc>
                  <a:defRPr/>
                </a:pPr>
                <a:r>
                  <a:rPr lang="zh-CN" b="false" i="false" sz="1400" baseline="0" u="none" altLang="en-US">
                    <a:solidFill>
                      <a:schemeClr val="tx1"/>
                    </a:solidFill>
                    <a:latin typeface="微软雅黑"/>
                    <a:ea typeface="微软雅黑"/>
                  </a:rPr>
                  <a:t>中国手机用户日益年轻化，18-34岁用户占比超过50%。他们偏好高性能和高性价比的智能手机，对新技术的接受度高，并乐于尝试新品牌。</a:t>
                </a:r>
                <a:endParaRPr lang="en-US" sz="1100"/>
              </a:p>
            </p:txBody>
          </p:sp>
          <p:sp>
            <p:nvSpPr>
              <p:cNvPr name="AutoShape 13" id="13"/>
              <p:cNvSpPr/>
              <p:nvPr/>
            </p:nvSpPr>
            <p:spPr>
              <a:xfrm>
                <a:off x="5880970" y="2363527"/>
                <a:ext cx="1886857" cy="340798"/>
              </a:xfrm>
              <a:prstGeom prst="roundRect">
                <a:avLst>
                  <a:gd name="adj" fmla="val 50000"/>
                </a:avLst>
              </a:prstGeom>
              <a:solidFill>
                <a:schemeClr val="accent2"/>
              </a:solidFill>
              <a:ln>
                <a:noFill/>
              </a:ln>
            </p:spPr>
            <p:txBody>
              <a:bodyPr vert="horz" anchor="ctr" tIns="45720" lIns="91440" bIns="45720" rIns="91440"/>
              <a:p>
                <a:pPr algn="ctr" marL="0"/>
                <a:r>
                  <a:rPr lang="en-US" b="false" i="false" sz="1800" baseline="0" u="none">
                    <a:solidFill>
                      <a:schemeClr val="lt1"/>
                    </a:solidFill>
                    <a:latin typeface="Arial"/>
                    <a:ea typeface="Arial"/>
                  </a:rPr>
                  <a:t>02</a:t>
                </a:r>
              </a:p>
            </p:txBody>
          </p:sp>
        </p:grpSp>
        <p:grpSp>
          <p:nvGrpSpPr>
            <p:cNvPr name="Group 14" id="14"/>
            <p:cNvGrpSpPr/>
            <p:nvPr/>
          </p:nvGrpSpPr>
          <p:grpSpPr>
            <a:xfrm>
              <a:off x="8975197" y="2119086"/>
              <a:ext cx="3987443" cy="3144157"/>
              <a:chOff x="8975197" y="2119086"/>
              <a:chExt cx="3987443" cy="3144157"/>
            </a:xfrm>
          </p:grpSpPr>
          <p:sp>
            <p:nvSpPr>
              <p:cNvPr name="AutoShape 15" id="15"/>
              <p:cNvSpPr/>
              <p:nvPr/>
            </p:nvSpPr>
            <p:spPr>
              <a:xfrm>
                <a:off x="8975197" y="2119086"/>
                <a:ext cx="3987443" cy="3144157"/>
              </a:xfrm>
              <a:prstGeom prst="roundRect">
                <a:avLst>
                  <a:gd name="adj" fmla="val 5900"/>
                </a:avLst>
              </a:prstGeom>
              <a:noFill/>
              <a:ln cap="rnd">
                <a:solidFill>
                  <a:schemeClr val="accent4"/>
                </a:solidFill>
              </a:ln>
            </p:spPr>
            <p:txBody>
              <a:bodyPr vert="horz" anchor="ctr" tIns="45720" lIns="91440" bIns="45720" rIns="91440"/>
              <a:p>
                <a:pPr algn="ctr" marL="0"/>
              </a:p>
            </p:txBody>
          </p:sp>
          <p:sp>
            <p:nvSpPr>
              <p:cNvPr name="TextBox 16" id="16"/>
              <p:cNvSpPr txBox="true"/>
              <p:nvPr/>
            </p:nvSpPr>
            <p:spPr>
              <a:xfrm>
                <a:off x="9132274" y="2857434"/>
                <a:ext cx="3673289" cy="247301"/>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竞争格局</a:t>
                </a:r>
                <a:endParaRPr lang="en-US" sz="1100"/>
              </a:p>
            </p:txBody>
          </p:sp>
          <p:sp>
            <p:nvSpPr>
              <p:cNvPr name="TextBox 17" id="17"/>
              <p:cNvSpPr txBox="true"/>
              <p:nvPr/>
            </p:nvSpPr>
            <p:spPr>
              <a:xfrm>
                <a:off x="9132272" y="3372649"/>
                <a:ext cx="3673289" cy="1219645"/>
              </a:xfrm>
              <a:prstGeom prst="rect">
                <a:avLst/>
              </a:prstGeom>
              <a:noFill/>
            </p:spPr>
            <p:txBody>
              <a:bodyPr anchor="t" rtlCol="false" vert="horz" wrap="square" tIns="45720" lIns="91440" bIns="45720" rIns="91440">
                <a:spAutoFit/>
              </a:bodyPr>
              <a:lstStyle/>
              <a:p>
                <a:pPr algn="ctr" marL="0">
                  <a:lnSpc>
                    <a:spcPct val="150000"/>
                  </a:lnSpc>
                  <a:defRPr/>
                </a:pPr>
                <a:r>
                  <a:rPr lang="zh-CN" b="false" i="false" sz="1400" baseline="0" u="none" altLang="en-US">
                    <a:solidFill>
                      <a:schemeClr val="tx1"/>
                    </a:solidFill>
                    <a:latin typeface="微软雅黑"/>
                    <a:ea typeface="微软雅黑"/>
                  </a:rPr>
                  <a:t>中国手机市场竞争激烈，尤其是华为、小米和OPPO等国内品牌之间的比拼不断加剧。随着5G和折叠屏技术的普及，这些品牌正在努力进行技术创新。</a:t>
                </a:r>
                <a:endParaRPr lang="en-US" sz="1100"/>
              </a:p>
            </p:txBody>
          </p:sp>
          <p:sp>
            <p:nvSpPr>
              <p:cNvPr name="AutoShape 18" id="18"/>
              <p:cNvSpPr/>
              <p:nvPr/>
            </p:nvSpPr>
            <p:spPr>
              <a:xfrm>
                <a:off x="10025490" y="2363527"/>
                <a:ext cx="1886857" cy="340798"/>
              </a:xfrm>
              <a:prstGeom prst="roundRect">
                <a:avLst>
                  <a:gd name="adj" fmla="val 50000"/>
                </a:avLst>
              </a:prstGeom>
              <a:solidFill>
                <a:schemeClr val="accent4"/>
              </a:solidFill>
              <a:ln>
                <a:noFill/>
              </a:ln>
            </p:spPr>
            <p:txBody>
              <a:bodyPr vert="horz" anchor="ctr" tIns="45720" lIns="91440" bIns="45720" rIns="91440"/>
              <a:p>
                <a:pPr algn="ctr" marL="0"/>
                <a:r>
                  <a:rPr lang="en-US" b="false" i="false" sz="1800" baseline="0" u="none">
                    <a:solidFill>
                      <a:schemeClr val="lt1"/>
                    </a:solidFill>
                    <a:latin typeface="Arial"/>
                    <a:ea typeface="Arial"/>
                  </a:rPr>
                  <a:t>03</a:t>
                </a:r>
              </a:p>
            </p:txBody>
          </p:sp>
        </p:grpSp>
      </p:grpSp>
    </p:spTree>
  </p:cSld>
  <p:clrMapOvr>
    <a:masterClrMapping/>
  </p:clrMapOvr>
</p:sld>
</file>

<file path=ppt/slides/slide6.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a:prstGeom prst="rect">
            <a:avLst/>
          </a:prstGeo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新兴技术趋势</a:t>
            </a:r>
          </a:p>
        </p:txBody>
      </p:sp>
      <p:sp>
        <p:nvSpPr>
          <p:cNvPr name="AutoShape 3" id="3"/>
          <p:cNvSpPr/>
          <p:nvPr>
            <p:ph type="body" sz="quarter" idx="1"/>
          </p:nvPr>
        </p:nvSpPr>
        <p:spPr>
          <a:xfrm>
            <a:off x="660400" y="1270409"/>
            <a:ext cx="1098645" cy="1016847"/>
          </a:xfrm>
          <a:prstGeom prst="rect">
            <a:avLst/>
          </a:prstGeo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02</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5G及其应用</a:t>
            </a:r>
          </a:p>
        </p:txBody>
      </p:sp>
      <p:sp>
        <p:nvSpPr>
          <p:cNvPr name="AutoShape 3" id="3"/>
          <p:cNvSpPr/>
          <p:nvPr/>
        </p:nvSpPr>
        <p:spPr>
          <a:xfrm>
            <a:off x="6045958" y="4615111"/>
            <a:ext cx="5453071" cy="1424918"/>
          </a:xfrm>
          <a:prstGeom prst="round2DiagRect">
            <a:avLst/>
          </a:prstGeom>
          <a:solidFill>
            <a:schemeClr val="accent3">
              <a:alpha val="15000"/>
            </a:schemeClr>
          </a:solidFill>
          <a:ln w="12700" cap="flat">
            <a:solidFill>
              <a:schemeClr val="accent3"/>
            </a:solidFill>
            <a:prstDash val="solid"/>
            <a:miter lim="800000"/>
          </a:ln>
          <a:effectLst/>
        </p:spPr>
        <p:txBody>
          <a:bodyPr vert="horz" anchor="ctr" tIns="45720" lIns="91440" bIns="45720" rIns="91440"/>
          <a:p>
            <a:pPr algn="l" marL="0"/>
          </a:p>
        </p:txBody>
      </p:sp>
      <p:sp>
        <p:nvSpPr>
          <p:cNvPr name="AutoShape 4" id="4"/>
          <p:cNvSpPr/>
          <p:nvPr/>
        </p:nvSpPr>
        <p:spPr>
          <a:xfrm>
            <a:off x="6351557" y="4594804"/>
            <a:ext cx="4903545" cy="464331"/>
          </a:xfrm>
          <a:prstGeom prst="rect">
            <a:avLst/>
          </a:prstGeom>
          <a:noFill/>
          <a:ln>
            <a:noFill/>
          </a:ln>
        </p:spPr>
        <p:txBody>
          <a:bodyPr vert="horz" anchor="b" wrap="square" tIns="108000" lIns="108000" bIns="108000" rIns="108000">
            <a:spAutoFit/>
          </a:bodyPr>
          <a:p>
            <a:pPr algn="l" marL="0"/>
            <a:r>
              <a:rPr lang="zh-CN" b="true" i="false" sz="1600" baseline="0" u="none" altLang="en-US">
                <a:solidFill>
                  <a:schemeClr val="tx1"/>
                </a:solidFill>
                <a:effectLst/>
                <a:latin typeface="微软雅黑"/>
                <a:ea typeface="微软雅黑"/>
              </a:rPr>
              <a:t>5G对应用的影响</a:t>
            </a:r>
          </a:p>
        </p:txBody>
      </p:sp>
      <p:sp>
        <p:nvSpPr>
          <p:cNvPr name="AutoShape 5" id="5"/>
          <p:cNvSpPr/>
          <p:nvPr/>
        </p:nvSpPr>
        <p:spPr>
          <a:xfrm>
            <a:off x="6351557" y="4880711"/>
            <a:ext cx="4903545" cy="777340"/>
          </a:xfrm>
          <a:prstGeom prst="rect">
            <a:avLst/>
          </a:prstGeom>
          <a:noFill/>
          <a:ln>
            <a:noFill/>
          </a:ln>
        </p:spPr>
        <p:txBody>
          <a:bodyPr vert="horz" anchor="t" wrap="square" tIns="108000" lIns="108000" bIns="108000" rIns="108000">
            <a:spAutoFit/>
          </a:bodyPr>
          <a:p>
            <a:pPr algn="l" marL="0">
              <a:lnSpc>
                <a:spcPct val="130000"/>
              </a:lnSpc>
            </a:pPr>
            <a:r>
              <a:rPr lang="zh-CN" b="false" i="false" sz="1200" baseline="0" u="none" altLang="en-US">
                <a:solidFill>
                  <a:schemeClr val="tx1"/>
                </a:solidFill>
                <a:latin typeface="微软雅黑"/>
                <a:ea typeface="微软雅黑"/>
              </a:rPr>
              <a:t>5G技术提供了更快的数据传输速率和更低的延迟，使得AR/VR、游戏直播等应用迅速发展。同时，5G也促进了IoT设备的普及，推动智能家居和智能穿戴设备的广泛应用。</a:t>
            </a:r>
          </a:p>
        </p:txBody>
      </p:sp>
      <p:sp>
        <p:nvSpPr>
          <p:cNvPr name="TextBox 6" id="6"/>
          <p:cNvSpPr txBox="true"/>
          <p:nvPr/>
        </p:nvSpPr>
        <p:spPr>
          <a:xfrm>
            <a:off x="5791072" y="4857745"/>
            <a:ext cx="540000" cy="540000"/>
          </a:xfrm>
          <a:prstGeom prst="ellipse">
            <a:avLst/>
          </a:prstGeom>
          <a:gradFill>
            <a:gsLst>
              <a:gs pos="0">
                <a:schemeClr val="accent3">
                  <a:lumMod val="60000"/>
                  <a:lumOff val="40000"/>
                </a:schemeClr>
              </a:gs>
              <a:gs pos="50000">
                <a:schemeClr val="accent3"/>
              </a:gs>
            </a:gsLst>
            <a:lin ang="2700000"/>
          </a:gradFill>
        </p:spPr>
        <p:txBody>
          <a:bodyPr anchor="ctr" rtlCol="false" vert="horz" wrap="none" tIns="108000" lIns="108000" bIns="108000" rIns="108000">
            <a:noAutofit/>
          </a:bodyPr>
          <a:lstStyle/>
          <a:p>
            <a:pPr algn="ctr" marL="0">
              <a:defRPr/>
            </a:pPr>
            <a:r>
              <a:rPr lang="en-US" b="true" i="false" sz="1800" baseline="0" u="none">
                <a:solidFill>
                  <a:srgbClr val="FFFFFF"/>
                </a:solidFill>
                <a:latin typeface="Arial"/>
                <a:ea typeface="Arial"/>
              </a:rPr>
              <a:t>03</a:t>
            </a:r>
            <a:endParaRPr lang="en-US" sz="1100"/>
          </a:p>
        </p:txBody>
      </p:sp>
      <p:sp>
        <p:nvSpPr>
          <p:cNvPr name="AutoShape 7" id="7"/>
          <p:cNvSpPr/>
          <p:nvPr/>
        </p:nvSpPr>
        <p:spPr>
          <a:xfrm>
            <a:off x="6066445" y="1233081"/>
            <a:ext cx="5453071" cy="1424918"/>
          </a:xfrm>
          <a:prstGeom prst="round2DiagRect">
            <a:avLst/>
          </a:prstGeom>
          <a:solidFill>
            <a:schemeClr val="accent1">
              <a:alpha val="15000"/>
            </a:schemeClr>
          </a:solidFill>
          <a:ln w="12700" cap="flat">
            <a:solidFill>
              <a:schemeClr val="accent1"/>
            </a:solidFill>
            <a:prstDash val="solid"/>
            <a:miter lim="800000"/>
          </a:ln>
          <a:effectLst/>
        </p:spPr>
        <p:txBody>
          <a:bodyPr vert="horz" anchor="ctr" tIns="45720" lIns="91440" bIns="45720" rIns="91440"/>
          <a:p>
            <a:pPr algn="l" marL="0"/>
          </a:p>
        </p:txBody>
      </p:sp>
      <p:sp>
        <p:nvSpPr>
          <p:cNvPr name="AutoShape 8" id="8"/>
          <p:cNvSpPr/>
          <p:nvPr/>
        </p:nvSpPr>
        <p:spPr>
          <a:xfrm>
            <a:off x="6318654" y="1230061"/>
            <a:ext cx="4903544" cy="464331"/>
          </a:xfrm>
          <a:prstGeom prst="rect">
            <a:avLst/>
          </a:prstGeom>
          <a:noFill/>
          <a:ln>
            <a:noFill/>
          </a:ln>
        </p:spPr>
        <p:txBody>
          <a:bodyPr vert="horz" anchor="b" wrap="square" tIns="108000" lIns="108000" bIns="108000" rIns="108000">
            <a:spAutoFit/>
          </a:bodyPr>
          <a:p>
            <a:pPr algn="l" marL="0"/>
            <a:r>
              <a:rPr lang="zh-CN" b="true" i="false" sz="1600" baseline="0" u="none" altLang="en-US">
                <a:solidFill>
                  <a:schemeClr val="tx1"/>
                </a:solidFill>
                <a:effectLst/>
                <a:latin typeface="微软雅黑"/>
                <a:ea typeface="微软雅黑"/>
              </a:rPr>
              <a:t>5G网络建设进展</a:t>
            </a:r>
          </a:p>
        </p:txBody>
      </p:sp>
      <p:sp>
        <p:nvSpPr>
          <p:cNvPr name="AutoShape 9" id="9"/>
          <p:cNvSpPr/>
          <p:nvPr/>
        </p:nvSpPr>
        <p:spPr>
          <a:xfrm>
            <a:off x="6318655" y="1515968"/>
            <a:ext cx="4903544" cy="777340"/>
          </a:xfrm>
          <a:prstGeom prst="rect">
            <a:avLst/>
          </a:prstGeom>
          <a:noFill/>
          <a:ln>
            <a:noFill/>
          </a:ln>
        </p:spPr>
        <p:txBody>
          <a:bodyPr vert="horz" anchor="t" wrap="square" tIns="108000" lIns="108000" bIns="108000" rIns="108000">
            <a:spAutoFit/>
          </a:bodyPr>
          <a:p>
            <a:pPr algn="l" marL="0">
              <a:lnSpc>
                <a:spcPct val="130000"/>
              </a:lnSpc>
            </a:pPr>
            <a:r>
              <a:rPr lang="zh-CN" b="false" i="false" sz="1200" baseline="0" u="none" altLang="en-US">
                <a:solidFill>
                  <a:schemeClr val="tx1"/>
                </a:solidFill>
                <a:latin typeface="微软雅黑"/>
                <a:ea typeface="微软雅黑"/>
              </a:rPr>
              <a:t>目前全球已建成超过10万个5G基站，推进速度超出预期。针对5G的商业化应用，诸多运营商与终端制造商展开合作，推动网络覆盖和用户体验的提升。</a:t>
            </a:r>
          </a:p>
        </p:txBody>
      </p:sp>
      <p:sp>
        <p:nvSpPr>
          <p:cNvPr name="TextBox 10" id="10"/>
          <p:cNvSpPr txBox="true"/>
          <p:nvPr/>
        </p:nvSpPr>
        <p:spPr>
          <a:xfrm>
            <a:off x="5811559" y="1475715"/>
            <a:ext cx="540000" cy="540000"/>
          </a:xfrm>
          <a:prstGeom prst="ellipse">
            <a:avLst/>
          </a:prstGeom>
          <a:gradFill>
            <a:gsLst>
              <a:gs pos="0">
                <a:schemeClr val="accent1">
                  <a:lumMod val="60000"/>
                  <a:lumOff val="40000"/>
                </a:schemeClr>
              </a:gs>
              <a:gs pos="50000">
                <a:schemeClr val="accent1"/>
              </a:gs>
            </a:gsLst>
            <a:lin ang="2700000"/>
          </a:gradFill>
        </p:spPr>
        <p:txBody>
          <a:bodyPr anchor="ctr" rtlCol="false" vert="horz" wrap="none" tIns="108000" lIns="108000" bIns="108000" rIns="108000">
            <a:noAutofit/>
          </a:bodyPr>
          <a:lstStyle/>
          <a:p>
            <a:pPr algn="ctr" marL="0">
              <a:defRPr/>
            </a:pPr>
            <a:r>
              <a:rPr lang="en-US" b="true" i="false" sz="1800" baseline="0" u="none">
                <a:solidFill>
                  <a:srgbClr val="FFFFFF"/>
                </a:solidFill>
                <a:latin typeface="Arial"/>
                <a:ea typeface="Arial"/>
              </a:rPr>
              <a:t>01</a:t>
            </a:r>
            <a:endParaRPr lang="en-US" sz="1100"/>
          </a:p>
        </p:txBody>
      </p:sp>
      <p:sp>
        <p:nvSpPr>
          <p:cNvPr name="AutoShape 11" id="11"/>
          <p:cNvSpPr/>
          <p:nvPr/>
        </p:nvSpPr>
        <p:spPr>
          <a:xfrm>
            <a:off x="6066445" y="2924096"/>
            <a:ext cx="5453071" cy="1424918"/>
          </a:xfrm>
          <a:prstGeom prst="round2DiagRect">
            <a:avLst/>
          </a:prstGeom>
          <a:solidFill>
            <a:schemeClr val="accent2">
              <a:alpha val="15000"/>
            </a:schemeClr>
          </a:solidFill>
          <a:ln w="12700" cap="flat">
            <a:solidFill>
              <a:schemeClr val="accent2"/>
            </a:solidFill>
            <a:prstDash val="solid"/>
            <a:miter lim="800000"/>
          </a:ln>
          <a:effectLst/>
        </p:spPr>
        <p:txBody>
          <a:bodyPr vert="horz" anchor="ctr" tIns="45720" lIns="91440" bIns="45720" rIns="91440"/>
          <a:p>
            <a:pPr algn="l" marL="0"/>
          </a:p>
        </p:txBody>
      </p:sp>
      <p:sp>
        <p:nvSpPr>
          <p:cNvPr name="AutoShape 12" id="12"/>
          <p:cNvSpPr/>
          <p:nvPr/>
        </p:nvSpPr>
        <p:spPr>
          <a:xfrm>
            <a:off x="6351558" y="2911199"/>
            <a:ext cx="4903544" cy="464331"/>
          </a:xfrm>
          <a:prstGeom prst="rect">
            <a:avLst/>
          </a:prstGeom>
          <a:noFill/>
          <a:ln>
            <a:noFill/>
          </a:ln>
        </p:spPr>
        <p:txBody>
          <a:bodyPr vert="horz" anchor="b" wrap="square" tIns="108000" lIns="108000" bIns="108000" rIns="108000">
            <a:spAutoFit/>
          </a:bodyPr>
          <a:p>
            <a:pPr algn="l" marL="0"/>
            <a:r>
              <a:rPr lang="zh-CN" b="true" i="false" sz="1600" baseline="0" u="none" altLang="en-US">
                <a:solidFill>
                  <a:schemeClr val="tx1"/>
                </a:solidFill>
                <a:effectLst/>
                <a:latin typeface="微软雅黑"/>
                <a:ea typeface="微软雅黑"/>
              </a:rPr>
              <a:t>5G手机市场动态</a:t>
            </a:r>
          </a:p>
        </p:txBody>
      </p:sp>
      <p:sp>
        <p:nvSpPr>
          <p:cNvPr name="AutoShape 13" id="13"/>
          <p:cNvSpPr/>
          <p:nvPr/>
        </p:nvSpPr>
        <p:spPr>
          <a:xfrm>
            <a:off x="6351559" y="3197106"/>
            <a:ext cx="4903544" cy="777340"/>
          </a:xfrm>
          <a:prstGeom prst="rect">
            <a:avLst/>
          </a:prstGeom>
          <a:noFill/>
          <a:ln>
            <a:noFill/>
          </a:ln>
        </p:spPr>
        <p:txBody>
          <a:bodyPr vert="horz" anchor="t" wrap="square" tIns="108000" lIns="108000" bIns="108000" rIns="108000">
            <a:spAutoFit/>
          </a:bodyPr>
          <a:p>
            <a:pPr algn="l" marL="0">
              <a:lnSpc>
                <a:spcPct val="130000"/>
              </a:lnSpc>
            </a:pPr>
            <a:r>
              <a:rPr lang="zh-CN" b="false" i="false" sz="1200" baseline="0" u="none" altLang="en-US">
                <a:solidFill>
                  <a:schemeClr val="tx1"/>
                </a:solidFill>
                <a:latin typeface="微软雅黑"/>
                <a:ea typeface="微软雅黑"/>
              </a:rPr>
              <a:t>2023年，5G手机的出货量占总出货量的65%。预计在未来两年内，5G手机将逐渐成为市场主流，厂商纷纷推出高性价比和高端领域的5G智能手机。</a:t>
            </a:r>
          </a:p>
        </p:txBody>
      </p:sp>
      <p:sp>
        <p:nvSpPr>
          <p:cNvPr name="TextBox 14" id="14"/>
          <p:cNvSpPr txBox="true"/>
          <p:nvPr/>
        </p:nvSpPr>
        <p:spPr>
          <a:xfrm>
            <a:off x="5811559" y="3166730"/>
            <a:ext cx="540000" cy="540000"/>
          </a:xfrm>
          <a:prstGeom prst="ellipse">
            <a:avLst/>
          </a:prstGeom>
          <a:gradFill>
            <a:gsLst>
              <a:gs pos="0">
                <a:schemeClr val="accent2">
                  <a:lumMod val="60000"/>
                  <a:lumOff val="40000"/>
                </a:schemeClr>
              </a:gs>
              <a:gs pos="50000">
                <a:schemeClr val="accent2"/>
              </a:gs>
            </a:gsLst>
            <a:lin ang="2700000"/>
          </a:gradFill>
        </p:spPr>
        <p:txBody>
          <a:bodyPr anchor="ctr" rtlCol="false" vert="horz" wrap="none" tIns="108000" lIns="108000" bIns="108000" rIns="108000">
            <a:noAutofit/>
          </a:bodyPr>
          <a:lstStyle/>
          <a:p>
            <a:pPr algn="ctr" marL="0">
              <a:defRPr/>
            </a:pPr>
            <a:r>
              <a:rPr lang="en-US" b="true" i="false" sz="1800" baseline="0" u="none">
                <a:solidFill>
                  <a:srgbClr val="FFFFFF"/>
                </a:solidFill>
                <a:latin typeface="Arial"/>
                <a:ea typeface="Arial"/>
              </a:rPr>
              <a:t>02</a:t>
            </a:r>
            <a:endParaRPr lang="en-US" sz="1100"/>
          </a:p>
        </p:txBody>
      </p:sp>
      <p:grpSp>
        <p:nvGrpSpPr>
          <p:cNvPr name="Group 15" id="15"/>
          <p:cNvGrpSpPr/>
          <p:nvPr/>
        </p:nvGrpSpPr>
        <p:grpSpPr>
          <a:xfrm flipH="true">
            <a:off x="1206672" y="1762808"/>
            <a:ext cx="4337278" cy="4203700"/>
            <a:chOff x="5805607" y="903772"/>
            <a:chExt cx="5875436" cy="5694487"/>
          </a:xfrm>
        </p:grpSpPr>
        <p:sp>
          <p:nvSpPr>
            <p:cNvPr name="Freeform 16" id="16"/>
            <p:cNvSpPr/>
            <p:nvPr/>
          </p:nvSpPr>
          <p:spPr>
            <a:xfrm>
              <a:off x="7882446" y="2685344"/>
              <a:ext cx="2324913" cy="3376708"/>
            </a:xfrm>
            <a:custGeom>
              <a:avLst/>
              <a:gdLst/>
              <a:ahLst/>
              <a:cxnLst/>
              <a:rect r="r" b="b" t="t" l="l"/>
              <a:pathLst>
                <a:path w="2324913" h="3376708" stroke="true" fill="norm" extrusionOk="true">
                  <a:moveTo>
                    <a:pt x="600" y="1508304"/>
                  </a:moveTo>
                  <a:cubicBezTo>
                    <a:pt x="5618" y="1910745"/>
                    <a:pt x="18665" y="3009680"/>
                    <a:pt x="98953" y="3233482"/>
                  </a:cubicBezTo>
                  <a:cubicBezTo>
                    <a:pt x="178236" y="3457283"/>
                    <a:pt x="1767929" y="3401082"/>
                    <a:pt x="1897393" y="3187317"/>
                  </a:cubicBezTo>
                  <a:cubicBezTo>
                    <a:pt x="2024850" y="2975558"/>
                    <a:pt x="1747858" y="2348312"/>
                    <a:pt x="1802052" y="1890673"/>
                  </a:cubicBezTo>
                  <a:cubicBezTo>
                    <a:pt x="1803055" y="1884651"/>
                    <a:pt x="1803055" y="1879634"/>
                    <a:pt x="1804059" y="1873612"/>
                  </a:cubicBezTo>
                  <a:cubicBezTo>
                    <a:pt x="1824131" y="1730098"/>
                    <a:pt x="1893379" y="1557480"/>
                    <a:pt x="1975673" y="1381851"/>
                  </a:cubicBezTo>
                  <a:cubicBezTo>
                    <a:pt x="2156320" y="996471"/>
                    <a:pt x="2396179" y="599048"/>
                    <a:pt x="2304852" y="479620"/>
                  </a:cubicBezTo>
                  <a:cubicBezTo>
                    <a:pt x="2233597" y="387289"/>
                    <a:pt x="2060979" y="284923"/>
                    <a:pt x="1854239" y="201624"/>
                  </a:cubicBezTo>
                  <a:cubicBezTo>
                    <a:pt x="1839185" y="195603"/>
                    <a:pt x="1823127" y="189581"/>
                    <a:pt x="1808073" y="183560"/>
                  </a:cubicBezTo>
                  <a:cubicBezTo>
                    <a:pt x="1782983" y="173524"/>
                    <a:pt x="1756890" y="164491"/>
                    <a:pt x="1730796" y="155459"/>
                  </a:cubicBezTo>
                  <a:cubicBezTo>
                    <a:pt x="1711728" y="148434"/>
                    <a:pt x="1691656" y="142412"/>
                    <a:pt x="1672588" y="136391"/>
                  </a:cubicBezTo>
                  <a:cubicBezTo>
                    <a:pt x="1669577" y="135387"/>
                    <a:pt x="1666566" y="134384"/>
                    <a:pt x="1663556" y="133380"/>
                  </a:cubicBezTo>
                  <a:cubicBezTo>
                    <a:pt x="1605347" y="114312"/>
                    <a:pt x="1547139" y="98254"/>
                    <a:pt x="1488930" y="84204"/>
                  </a:cubicBezTo>
                  <a:cubicBezTo>
                    <a:pt x="1416672" y="67143"/>
                    <a:pt x="1344413" y="53093"/>
                    <a:pt x="1276168" y="44060"/>
                  </a:cubicBezTo>
                  <a:cubicBezTo>
                    <a:pt x="1089500" y="19974"/>
                    <a:pt x="902831" y="-5116"/>
                    <a:pt x="736235" y="906"/>
                  </a:cubicBezTo>
                  <a:cubicBezTo>
                    <a:pt x="727202" y="906"/>
                    <a:pt x="718170" y="1909"/>
                    <a:pt x="710141" y="1909"/>
                  </a:cubicBezTo>
                  <a:cubicBezTo>
                    <a:pt x="695087" y="2913"/>
                    <a:pt x="680034" y="3916"/>
                    <a:pt x="664980" y="4920"/>
                  </a:cubicBezTo>
                  <a:cubicBezTo>
                    <a:pt x="660965" y="4920"/>
                    <a:pt x="657954" y="5924"/>
                    <a:pt x="653940" y="5924"/>
                  </a:cubicBezTo>
                  <a:cubicBezTo>
                    <a:pt x="626843" y="8934"/>
                    <a:pt x="599746" y="12949"/>
                    <a:pt x="573653" y="17967"/>
                  </a:cubicBezTo>
                  <a:cubicBezTo>
                    <a:pt x="562613" y="19974"/>
                    <a:pt x="551573" y="22985"/>
                    <a:pt x="540534" y="25996"/>
                  </a:cubicBezTo>
                  <a:cubicBezTo>
                    <a:pt x="471286" y="43057"/>
                    <a:pt x="408060" y="70154"/>
                    <a:pt x="352862" y="110297"/>
                  </a:cubicBezTo>
                  <a:cubicBezTo>
                    <a:pt x="303686" y="145423"/>
                    <a:pt x="261535" y="191589"/>
                    <a:pt x="226409" y="249797"/>
                  </a:cubicBezTo>
                  <a:cubicBezTo>
                    <a:pt x="148129" y="380264"/>
                    <a:pt x="69848" y="700411"/>
                    <a:pt x="29704" y="1041632"/>
                  </a:cubicBezTo>
                  <a:cubicBezTo>
                    <a:pt x="14651" y="1171096"/>
                    <a:pt x="4615" y="1303571"/>
                    <a:pt x="2607" y="1430024"/>
                  </a:cubicBezTo>
                  <a:cubicBezTo>
                    <a:pt x="-403" y="1456117"/>
                    <a:pt x="-403" y="1482211"/>
                    <a:pt x="600" y="1508304"/>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7" id="17"/>
            <p:cNvSpPr/>
            <p:nvPr/>
          </p:nvSpPr>
          <p:spPr>
            <a:xfrm>
              <a:off x="9078327" y="2840803"/>
              <a:ext cx="611188" cy="1043737"/>
            </a:xfrm>
            <a:custGeom>
              <a:avLst/>
              <a:gdLst/>
              <a:ahLst/>
              <a:cxnLst/>
              <a:rect r="r" b="b" t="t" l="l"/>
              <a:pathLst>
                <a:path w="611188" h="1043737" stroke="true" fill="norm" extrusionOk="true">
                  <a:moveTo>
                    <a:pt x="0" y="885170"/>
                  </a:moveTo>
                  <a:lnTo>
                    <a:pt x="135485" y="1043738"/>
                  </a:lnTo>
                  <a:cubicBezTo>
                    <a:pt x="254913" y="633268"/>
                    <a:pt x="505811" y="199715"/>
                    <a:pt x="611189" y="28101"/>
                  </a:cubicBezTo>
                  <a:cubicBezTo>
                    <a:pt x="586099" y="18065"/>
                    <a:pt x="560005" y="9032"/>
                    <a:pt x="533912" y="0"/>
                  </a:cubicBezTo>
                  <a:lnTo>
                    <a:pt x="0" y="885170"/>
                  </a:ln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8" id="18"/>
            <p:cNvSpPr/>
            <p:nvPr/>
          </p:nvSpPr>
          <p:spPr>
            <a:xfrm>
              <a:off x="8264151" y="2686250"/>
              <a:ext cx="1280847" cy="1198738"/>
            </a:xfrm>
            <a:custGeom>
              <a:avLst/>
              <a:gdLst/>
              <a:ahLst/>
              <a:cxnLst/>
              <a:rect r="r" b="b" t="t" l="l"/>
              <a:pathLst>
                <a:path w="1280847" h="1198738" stroke="true" fill="norm" extrusionOk="true">
                  <a:moveTo>
                    <a:pt x="4275" y="982518"/>
                  </a:moveTo>
                  <a:cubicBezTo>
                    <a:pt x="22340" y="1050763"/>
                    <a:pt x="96606" y="1085889"/>
                    <a:pt x="162843" y="1111982"/>
                  </a:cubicBezTo>
                  <a:cubicBezTo>
                    <a:pt x="329440" y="1177216"/>
                    <a:pt x="521126" y="1242449"/>
                    <a:pt x="680698" y="1160155"/>
                  </a:cubicBezTo>
                  <a:cubicBezTo>
                    <a:pt x="824212" y="1085889"/>
                    <a:pt x="888442" y="918289"/>
                    <a:pt x="948657" y="767749"/>
                  </a:cubicBezTo>
                  <a:cubicBezTo>
                    <a:pt x="1038981" y="546959"/>
                    <a:pt x="1150380" y="334197"/>
                    <a:pt x="1280847" y="133478"/>
                  </a:cubicBezTo>
                  <a:cubicBezTo>
                    <a:pt x="1222639" y="114410"/>
                    <a:pt x="1164430" y="98352"/>
                    <a:pt x="1106222" y="84302"/>
                  </a:cubicBezTo>
                  <a:cubicBezTo>
                    <a:pt x="1040988" y="186668"/>
                    <a:pt x="997834" y="303085"/>
                    <a:pt x="946650" y="413481"/>
                  </a:cubicBezTo>
                  <a:cubicBezTo>
                    <a:pt x="885431" y="547962"/>
                    <a:pt x="806147" y="683447"/>
                    <a:pt x="678691" y="758717"/>
                  </a:cubicBezTo>
                  <a:cubicBezTo>
                    <a:pt x="551234" y="833987"/>
                    <a:pt x="364566" y="827965"/>
                    <a:pt x="275246" y="709541"/>
                  </a:cubicBezTo>
                  <a:cubicBezTo>
                    <a:pt x="219044" y="635275"/>
                    <a:pt x="215030" y="583088"/>
                    <a:pt x="229080" y="490757"/>
                  </a:cubicBezTo>
                  <a:cubicBezTo>
                    <a:pt x="243131" y="398427"/>
                    <a:pt x="284278" y="312118"/>
                    <a:pt x="315390" y="223801"/>
                  </a:cubicBezTo>
                  <a:cubicBezTo>
                    <a:pt x="340479" y="152546"/>
                    <a:pt x="359548" y="75270"/>
                    <a:pt x="352523" y="0"/>
                  </a:cubicBezTo>
                  <a:cubicBezTo>
                    <a:pt x="295318" y="2007"/>
                    <a:pt x="240120" y="8029"/>
                    <a:pt x="188937" y="18065"/>
                  </a:cubicBezTo>
                  <a:cubicBezTo>
                    <a:pt x="128721" y="305093"/>
                    <a:pt x="70513" y="589110"/>
                    <a:pt x="9293" y="877141"/>
                  </a:cubicBezTo>
                  <a:cubicBezTo>
                    <a:pt x="2268" y="912267"/>
                    <a:pt x="-4757" y="948396"/>
                    <a:pt x="4275" y="982518"/>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9" id="19"/>
            <p:cNvSpPr/>
            <p:nvPr/>
          </p:nvSpPr>
          <p:spPr>
            <a:xfrm>
              <a:off x="8977323" y="2795544"/>
              <a:ext cx="720220" cy="945788"/>
            </a:xfrm>
            <a:custGeom>
              <a:avLst/>
              <a:gdLst/>
              <a:ahLst/>
              <a:cxnLst/>
              <a:rect r="r" b="b" t="t" l="l"/>
              <a:pathLst>
                <a:path w="720220" h="945788" stroke="true" fill="norm" extrusionOk="true">
                  <a:moveTo>
                    <a:pt x="239499" y="943475"/>
                  </a:moveTo>
                  <a:cubicBezTo>
                    <a:pt x="239499" y="943475"/>
                    <a:pt x="460290" y="280099"/>
                    <a:pt x="720221" y="65330"/>
                  </a:cubicBezTo>
                  <a:cubicBezTo>
                    <a:pt x="720221" y="65330"/>
                    <a:pt x="560649" y="-2914"/>
                    <a:pt x="521509" y="97"/>
                  </a:cubicBezTo>
                  <a:cubicBezTo>
                    <a:pt x="521509" y="97"/>
                    <a:pt x="256560" y="223898"/>
                    <a:pt x="644" y="916378"/>
                  </a:cubicBezTo>
                  <a:cubicBezTo>
                    <a:pt x="-14410" y="957525"/>
                    <a:pt x="239499" y="943475"/>
                    <a:pt x="239499" y="94347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0" id="20"/>
            <p:cNvSpPr/>
            <p:nvPr/>
          </p:nvSpPr>
          <p:spPr>
            <a:xfrm>
              <a:off x="6342822" y="2547113"/>
              <a:ext cx="376363" cy="349243"/>
            </a:xfrm>
            <a:custGeom>
              <a:avLst/>
              <a:gdLst/>
              <a:ahLst/>
              <a:cxnLst/>
              <a:rect r="r" b="b" t="t" l="l"/>
              <a:pathLst>
                <a:path w="376363" h="349243" stroke="true" fill="norm" extrusionOk="true">
                  <a:moveTo>
                    <a:pt x="357991" y="317776"/>
                  </a:moveTo>
                  <a:cubicBezTo>
                    <a:pt x="357991" y="317776"/>
                    <a:pt x="387095" y="56842"/>
                    <a:pt x="372041" y="23723"/>
                  </a:cubicBezTo>
                  <a:cubicBezTo>
                    <a:pt x="356987" y="-9395"/>
                    <a:pt x="26805" y="-6384"/>
                    <a:pt x="5729" y="23723"/>
                  </a:cubicBezTo>
                  <a:cubicBezTo>
                    <a:pt x="-15346" y="53831"/>
                    <a:pt x="24798" y="284658"/>
                    <a:pt x="75981" y="331827"/>
                  </a:cubicBezTo>
                  <a:cubicBezTo>
                    <a:pt x="127164" y="377992"/>
                    <a:pt x="357991" y="317776"/>
                    <a:pt x="357991" y="317776"/>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1" id="21"/>
            <p:cNvSpPr/>
            <p:nvPr/>
          </p:nvSpPr>
          <p:spPr>
            <a:xfrm>
              <a:off x="6365612" y="2795091"/>
              <a:ext cx="1961954" cy="1431279"/>
            </a:xfrm>
            <a:custGeom>
              <a:avLst/>
              <a:gdLst/>
              <a:ahLst/>
              <a:cxnLst/>
              <a:rect r="r" b="b" t="t" l="l"/>
              <a:pathLst>
                <a:path w="1961954" h="1431279" stroke="true" fill="norm" extrusionOk="true">
                  <a:moveTo>
                    <a:pt x="0" y="107935"/>
                  </a:moveTo>
                  <a:cubicBezTo>
                    <a:pt x="1004" y="240410"/>
                    <a:pt x="121435" y="1021206"/>
                    <a:pt x="604164" y="1297194"/>
                  </a:cubicBezTo>
                  <a:cubicBezTo>
                    <a:pt x="689469" y="1346370"/>
                    <a:pt x="774775" y="1379489"/>
                    <a:pt x="857069" y="1401568"/>
                  </a:cubicBezTo>
                  <a:cubicBezTo>
                    <a:pt x="1238435" y="1500924"/>
                    <a:pt x="1574639" y="1334327"/>
                    <a:pt x="1735214" y="1149666"/>
                  </a:cubicBezTo>
                  <a:cubicBezTo>
                    <a:pt x="1736218" y="1148662"/>
                    <a:pt x="1736218" y="1148662"/>
                    <a:pt x="1737221" y="1147659"/>
                  </a:cubicBezTo>
                  <a:cubicBezTo>
                    <a:pt x="1796433" y="1079414"/>
                    <a:pt x="1849624" y="937907"/>
                    <a:pt x="1889768" y="776329"/>
                  </a:cubicBezTo>
                  <a:cubicBezTo>
                    <a:pt x="1950987" y="529445"/>
                    <a:pt x="1980091" y="235392"/>
                    <a:pt x="1949983" y="90874"/>
                  </a:cubicBezTo>
                  <a:cubicBezTo>
                    <a:pt x="1934929" y="17612"/>
                    <a:pt x="1903818" y="-17514"/>
                    <a:pt x="1853638" y="8579"/>
                  </a:cubicBezTo>
                  <a:cubicBezTo>
                    <a:pt x="1669981" y="105928"/>
                    <a:pt x="1496359" y="376898"/>
                    <a:pt x="1358866" y="578621"/>
                  </a:cubicBezTo>
                  <a:cubicBezTo>
                    <a:pt x="1256500" y="727153"/>
                    <a:pt x="997572" y="809448"/>
                    <a:pt x="853055" y="766293"/>
                  </a:cubicBezTo>
                  <a:cubicBezTo>
                    <a:pt x="709541" y="722135"/>
                    <a:pt x="408463" y="183205"/>
                    <a:pt x="395416" y="89870"/>
                  </a:cubicBezTo>
                  <a:cubicBezTo>
                    <a:pt x="383373" y="-1456"/>
                    <a:pt x="0" y="-20525"/>
                    <a:pt x="0" y="10793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22" id="22"/>
            <p:cNvSpPr/>
            <p:nvPr/>
          </p:nvSpPr>
          <p:spPr>
            <a:xfrm>
              <a:off x="8134948" y="2690264"/>
              <a:ext cx="409466" cy="1035709"/>
            </a:xfrm>
            <a:custGeom>
              <a:avLst/>
              <a:gdLst/>
              <a:ahLst/>
              <a:cxnLst/>
              <a:rect r="r" b="b" t="t" l="l"/>
              <a:pathLst>
                <a:path w="409466" h="1035709" stroke="true" fill="norm" extrusionOk="true">
                  <a:moveTo>
                    <a:pt x="0" y="1035709"/>
                  </a:moveTo>
                  <a:lnTo>
                    <a:pt x="75270" y="1034706"/>
                  </a:lnTo>
                  <a:lnTo>
                    <a:pt x="128460" y="1033702"/>
                  </a:lnTo>
                  <a:lnTo>
                    <a:pt x="409466" y="0"/>
                  </a:lnTo>
                  <a:cubicBezTo>
                    <a:pt x="405452" y="0"/>
                    <a:pt x="402441" y="1004"/>
                    <a:pt x="398427" y="1004"/>
                  </a:cubicBezTo>
                  <a:cubicBezTo>
                    <a:pt x="371330" y="4014"/>
                    <a:pt x="344233" y="8029"/>
                    <a:pt x="318139" y="13047"/>
                  </a:cubicBezTo>
                  <a:cubicBezTo>
                    <a:pt x="307100" y="15054"/>
                    <a:pt x="296060" y="18065"/>
                    <a:pt x="285021" y="21076"/>
                  </a:cubicBezTo>
                  <a:cubicBezTo>
                    <a:pt x="258927" y="80288"/>
                    <a:pt x="224805" y="162582"/>
                    <a:pt x="189679" y="261938"/>
                  </a:cubicBezTo>
                  <a:cubicBezTo>
                    <a:pt x="113406" y="473696"/>
                    <a:pt x="28101" y="756710"/>
                    <a:pt x="0" y="1035709"/>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23" id="23"/>
            <p:cNvSpPr/>
            <p:nvPr/>
          </p:nvSpPr>
          <p:spPr>
            <a:xfrm>
              <a:off x="8165056" y="2686250"/>
              <a:ext cx="452620" cy="1040403"/>
            </a:xfrm>
            <a:custGeom>
              <a:avLst/>
              <a:gdLst/>
              <a:ahLst/>
              <a:cxnLst/>
              <a:rect r="r" b="b" t="t" l="l"/>
              <a:pathLst>
                <a:path w="452620" h="1040403" stroke="true" fill="norm" extrusionOk="true">
                  <a:moveTo>
                    <a:pt x="0" y="934346"/>
                  </a:moveTo>
                  <a:cubicBezTo>
                    <a:pt x="0" y="934346"/>
                    <a:pt x="129464" y="318139"/>
                    <a:pt x="324161" y="7025"/>
                  </a:cubicBezTo>
                  <a:lnTo>
                    <a:pt x="452621" y="0"/>
                  </a:lnTo>
                  <a:cubicBezTo>
                    <a:pt x="395416" y="57205"/>
                    <a:pt x="178640" y="704523"/>
                    <a:pt x="153550" y="951407"/>
                  </a:cubicBezTo>
                  <a:cubicBezTo>
                    <a:pt x="131471" y="1161158"/>
                    <a:pt x="0" y="934346"/>
                    <a:pt x="0" y="93434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4" id="24"/>
            <p:cNvSpPr/>
            <p:nvPr/>
          </p:nvSpPr>
          <p:spPr>
            <a:xfrm>
              <a:off x="11003122" y="2598860"/>
              <a:ext cx="677846" cy="1535520"/>
            </a:xfrm>
            <a:custGeom>
              <a:avLst/>
              <a:gdLst/>
              <a:ahLst/>
              <a:cxnLst/>
              <a:rect r="r" b="b" t="t" l="l"/>
              <a:pathLst>
                <a:path w="677846" h="1535520" stroke="true" fill="norm" extrusionOk="true">
                  <a:moveTo>
                    <a:pt x="95440" y="76"/>
                  </a:moveTo>
                  <a:lnTo>
                    <a:pt x="530999" y="12120"/>
                  </a:lnTo>
                  <a:cubicBezTo>
                    <a:pt x="530999" y="12120"/>
                    <a:pt x="668492" y="451694"/>
                    <a:pt x="676520" y="828042"/>
                  </a:cubicBezTo>
                  <a:cubicBezTo>
                    <a:pt x="684549" y="1204389"/>
                    <a:pt x="654441" y="1472349"/>
                    <a:pt x="631358" y="1521525"/>
                  </a:cubicBezTo>
                  <a:cubicBezTo>
                    <a:pt x="608276" y="1570701"/>
                    <a:pt x="-8934" y="1480378"/>
                    <a:pt x="98" y="1404104"/>
                  </a:cubicBezTo>
                  <a:cubicBezTo>
                    <a:pt x="8127" y="1327832"/>
                    <a:pt x="144615" y="1045822"/>
                    <a:pt x="134579" y="686535"/>
                  </a:cubicBezTo>
                  <a:cubicBezTo>
                    <a:pt x="127554" y="413557"/>
                    <a:pt x="89418" y="96422"/>
                    <a:pt x="79382" y="18141"/>
                  </a:cubicBezTo>
                  <a:cubicBezTo>
                    <a:pt x="78378" y="8105"/>
                    <a:pt x="85404" y="-927"/>
                    <a:pt x="95440" y="7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5" id="25"/>
            <p:cNvSpPr/>
            <p:nvPr/>
          </p:nvSpPr>
          <p:spPr>
            <a:xfrm>
              <a:off x="11571254" y="4125403"/>
              <a:ext cx="58208" cy="9032"/>
            </a:xfrm>
            <a:custGeom>
              <a:avLst/>
              <a:gdLst/>
              <a:ahLst/>
              <a:cxnLst/>
              <a:rect r="r" b="b" t="t" l="l"/>
              <a:pathLst>
                <a:path w="58208" h="9032" stroke="true" fill="norm" extrusionOk="true">
                  <a:moveTo>
                    <a:pt x="58208" y="0"/>
                  </a:moveTo>
                  <a:cubicBezTo>
                    <a:pt x="48172" y="5018"/>
                    <a:pt x="28101" y="8029"/>
                    <a:pt x="0" y="9032"/>
                  </a:cubicBezTo>
                  <a:cubicBezTo>
                    <a:pt x="28101" y="8029"/>
                    <a:pt x="49176" y="5018"/>
                    <a:pt x="58208" y="0"/>
                  </a:cubicBezTo>
                  <a:close/>
                </a:path>
              </a:pathLst>
            </a:custGeom>
            <a:solidFill>
              <a:srgbClr val="AFC5CF"/>
            </a:solidFill>
            <a:ln cap="flat">
              <a:noFill/>
              <a:prstDash val="solid"/>
              <a:miter lim="800000"/>
            </a:ln>
          </p:spPr>
          <p:txBody>
            <a:bodyPr vert="horz" anchor="ctr" tIns="45720" lIns="91440" bIns="45720" rIns="91440"/>
            <a:p>
              <a:pPr algn="l" marL="0"/>
            </a:p>
          </p:txBody>
        </p:sp>
        <p:sp>
          <p:nvSpPr>
            <p:cNvPr name="Freeform 26" id="26"/>
            <p:cNvSpPr/>
            <p:nvPr/>
          </p:nvSpPr>
          <p:spPr>
            <a:xfrm>
              <a:off x="11478923" y="2609976"/>
              <a:ext cx="202119" cy="1502380"/>
            </a:xfrm>
            <a:custGeom>
              <a:avLst/>
              <a:gdLst/>
              <a:ahLst/>
              <a:cxnLst/>
              <a:rect r="r" b="b" t="t" l="l"/>
              <a:pathLst>
                <a:path w="202119" h="1502380" stroke="true" fill="norm" extrusionOk="true">
                  <a:moveTo>
                    <a:pt x="0" y="0"/>
                  </a:moveTo>
                  <a:cubicBezTo>
                    <a:pt x="0" y="0"/>
                    <a:pt x="97349" y="275988"/>
                    <a:pt x="150539" y="686458"/>
                  </a:cubicBezTo>
                  <a:cubicBezTo>
                    <a:pt x="201723" y="1078864"/>
                    <a:pt x="180647" y="1434136"/>
                    <a:pt x="157564" y="1502380"/>
                  </a:cubicBezTo>
                  <a:cubicBezTo>
                    <a:pt x="180647" y="1439154"/>
                    <a:pt x="208747" y="1178219"/>
                    <a:pt x="200719" y="815922"/>
                  </a:cubicBezTo>
                  <a:cubicBezTo>
                    <a:pt x="192690" y="439574"/>
                    <a:pt x="55198" y="0"/>
                    <a:pt x="55198" y="0"/>
                  </a:cubicBezTo>
                  <a:lnTo>
                    <a:pt x="0"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7" id="27"/>
            <p:cNvSpPr/>
            <p:nvPr/>
          </p:nvSpPr>
          <p:spPr>
            <a:xfrm>
              <a:off x="5815429" y="2436141"/>
              <a:ext cx="5527241" cy="568449"/>
            </a:xfrm>
            <a:custGeom>
              <a:avLst/>
              <a:gdLst/>
              <a:ahLst/>
              <a:cxnLst/>
              <a:rect r="r" b="b" t="t" l="l"/>
              <a:pathLst>
                <a:path w="5527241" h="568449" stroke="true" fill="norm" extrusionOk="true">
                  <a:moveTo>
                    <a:pt x="5506934" y="535129"/>
                  </a:moveTo>
                  <a:cubicBezTo>
                    <a:pt x="5530016" y="476920"/>
                    <a:pt x="5533027" y="416705"/>
                    <a:pt x="5517973" y="357493"/>
                  </a:cubicBezTo>
                  <a:cubicBezTo>
                    <a:pt x="5511952" y="333406"/>
                    <a:pt x="5491880" y="316345"/>
                    <a:pt x="5467793" y="315342"/>
                  </a:cubicBezTo>
                  <a:lnTo>
                    <a:pt x="134695" y="213"/>
                  </a:lnTo>
                  <a:cubicBezTo>
                    <a:pt x="64443" y="-3801"/>
                    <a:pt x="4227" y="49389"/>
                    <a:pt x="213" y="119641"/>
                  </a:cubicBezTo>
                  <a:lnTo>
                    <a:pt x="213" y="119641"/>
                  </a:lnTo>
                  <a:cubicBezTo>
                    <a:pt x="-3801" y="189892"/>
                    <a:pt x="49389" y="250108"/>
                    <a:pt x="119641" y="254122"/>
                  </a:cubicBezTo>
                  <a:lnTo>
                    <a:pt x="5452740" y="568247"/>
                  </a:lnTo>
                  <a:cubicBezTo>
                    <a:pt x="5475822" y="570254"/>
                    <a:pt x="5497901" y="557208"/>
                    <a:pt x="5506934" y="535129"/>
                  </a:cubicBezTo>
                  <a:close/>
                </a:path>
              </a:pathLst>
            </a:custGeom>
            <a:solidFill>
              <a:schemeClr val="accent1">
                <a:lumMod val="50000"/>
              </a:schemeClr>
            </a:solidFill>
            <a:ln cap="flat">
              <a:noFill/>
              <a:prstDash val="solid"/>
              <a:miter lim="800000"/>
            </a:ln>
          </p:spPr>
          <p:txBody>
            <a:bodyPr vert="horz" anchor="ctr" tIns="45720" lIns="91440" bIns="45720" rIns="91440"/>
            <a:p>
              <a:pPr algn="l" marL="0"/>
            </a:p>
          </p:txBody>
        </p:sp>
        <p:grpSp>
          <p:nvGrpSpPr>
            <p:cNvPr name="Group 28" id="28"/>
            <p:cNvGrpSpPr/>
            <p:nvPr/>
          </p:nvGrpSpPr>
          <p:grpSpPr>
            <a:xfrm>
              <a:off x="8088285" y="903772"/>
              <a:ext cx="1648436" cy="2089800"/>
              <a:chOff x="8088285" y="903772"/>
              <a:chExt cx="1648436" cy="2089800"/>
            </a:xfrm>
          </p:grpSpPr>
          <p:sp>
            <p:nvSpPr>
              <p:cNvPr name="Freeform 29" id="29"/>
              <p:cNvSpPr/>
              <p:nvPr/>
            </p:nvSpPr>
            <p:spPr>
              <a:xfrm>
                <a:off x="8761999" y="2234632"/>
                <a:ext cx="573247" cy="758940"/>
              </a:xfrm>
              <a:custGeom>
                <a:avLst/>
                <a:gdLst/>
                <a:ahLst/>
                <a:cxnLst/>
                <a:rect r="r" b="b" t="t" l="l"/>
                <a:pathLst>
                  <a:path w="573247" h="758940" stroke="true" fill="norm" extrusionOk="true">
                    <a:moveTo>
                      <a:pt x="196" y="662372"/>
                    </a:moveTo>
                    <a:cubicBezTo>
                      <a:pt x="196" y="658358"/>
                      <a:pt x="1199" y="653340"/>
                      <a:pt x="1199" y="648322"/>
                    </a:cubicBezTo>
                    <a:cubicBezTo>
                      <a:pt x="11235" y="534916"/>
                      <a:pt x="14246" y="374340"/>
                      <a:pt x="23278" y="250899"/>
                    </a:cubicBezTo>
                    <a:cubicBezTo>
                      <a:pt x="25286" y="231830"/>
                      <a:pt x="26289" y="213765"/>
                      <a:pt x="28296" y="196704"/>
                    </a:cubicBezTo>
                    <a:cubicBezTo>
                      <a:pt x="38332" y="98352"/>
                      <a:pt x="573248" y="0"/>
                      <a:pt x="573248" y="0"/>
                    </a:cubicBezTo>
                    <a:cubicBezTo>
                      <a:pt x="573248" y="0"/>
                      <a:pt x="530093" y="492765"/>
                      <a:pt x="533104" y="639289"/>
                    </a:cubicBezTo>
                    <a:cubicBezTo>
                      <a:pt x="536115" y="786818"/>
                      <a:pt x="-11848" y="801872"/>
                      <a:pt x="196" y="66237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30" id="30"/>
              <p:cNvSpPr/>
              <p:nvPr/>
            </p:nvSpPr>
            <p:spPr>
              <a:xfrm>
                <a:off x="8764202" y="2312912"/>
                <a:ext cx="476707" cy="570041"/>
              </a:xfrm>
              <a:custGeom>
                <a:avLst/>
                <a:gdLst/>
                <a:ahLst/>
                <a:cxnLst/>
                <a:rect r="r" b="b" t="t" l="l"/>
                <a:pathLst>
                  <a:path w="476707" h="570041" stroke="true" fill="norm" extrusionOk="true">
                    <a:moveTo>
                      <a:pt x="476707" y="0"/>
                    </a:moveTo>
                    <a:cubicBezTo>
                      <a:pt x="476707" y="0"/>
                      <a:pt x="355273" y="439574"/>
                      <a:pt x="0" y="570041"/>
                    </a:cubicBezTo>
                    <a:cubicBezTo>
                      <a:pt x="10036" y="456635"/>
                      <a:pt x="13047" y="296060"/>
                      <a:pt x="22079" y="172618"/>
                    </a:cubicBezTo>
                    <a:lnTo>
                      <a:pt x="476707"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1" id="31"/>
              <p:cNvSpPr/>
              <p:nvPr/>
            </p:nvSpPr>
            <p:spPr>
              <a:xfrm>
                <a:off x="8103349" y="1437735"/>
                <a:ext cx="455115" cy="303129"/>
              </a:xfrm>
              <a:custGeom>
                <a:avLst/>
                <a:gdLst/>
                <a:ahLst/>
                <a:cxnLst/>
                <a:rect r="r" b="b" t="t" l="l"/>
                <a:pathLst>
                  <a:path w="455115" h="303129" stroke="true" fill="norm" extrusionOk="true">
                    <a:moveTo>
                      <a:pt x="339702" y="303129"/>
                    </a:moveTo>
                    <a:cubicBezTo>
                      <a:pt x="161062" y="292090"/>
                      <a:pt x="27584" y="236892"/>
                      <a:pt x="487" y="196748"/>
                    </a:cubicBezTo>
                    <a:cubicBezTo>
                      <a:pt x="-516" y="147572"/>
                      <a:pt x="-5534" y="99400"/>
                      <a:pt x="61707" y="39184"/>
                    </a:cubicBezTo>
                    <a:cubicBezTo>
                      <a:pt x="97836" y="7069"/>
                      <a:pt x="371817" y="-20028"/>
                      <a:pt x="455115" y="20116"/>
                    </a:cubicBezTo>
                    <a:cubicBezTo>
                      <a:pt x="439058" y="37177"/>
                      <a:pt x="336691" y="294097"/>
                      <a:pt x="339702" y="30312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32" id="32"/>
              <p:cNvSpPr/>
              <p:nvPr/>
            </p:nvSpPr>
            <p:spPr>
              <a:xfrm>
                <a:off x="8374504" y="1347455"/>
                <a:ext cx="1079166" cy="1219683"/>
              </a:xfrm>
              <a:custGeom>
                <a:avLst/>
                <a:gdLst/>
                <a:ahLst/>
                <a:cxnLst/>
                <a:rect r="r" b="b" t="t" l="l"/>
                <a:pathLst>
                  <a:path w="1079166" h="1219683" stroke="true" fill="norm" extrusionOk="true">
                    <a:moveTo>
                      <a:pt x="44461" y="155557"/>
                    </a:moveTo>
                    <a:cubicBezTo>
                      <a:pt x="44461" y="155557"/>
                      <a:pt x="-56902" y="662372"/>
                      <a:pt x="46469" y="971479"/>
                    </a:cubicBezTo>
                    <a:cubicBezTo>
                      <a:pt x="118727" y="1187252"/>
                      <a:pt x="478014" y="1348830"/>
                      <a:pt x="790132" y="1075853"/>
                    </a:cubicBezTo>
                    <a:cubicBezTo>
                      <a:pt x="1019955" y="875134"/>
                      <a:pt x="1079167" y="748681"/>
                      <a:pt x="1079167" y="748681"/>
                    </a:cubicBezTo>
                    <a:lnTo>
                      <a:pt x="1015940" y="22079"/>
                    </a:lnTo>
                    <a:lnTo>
                      <a:pt x="270270" y="0"/>
                    </a:lnTo>
                    <a:lnTo>
                      <a:pt x="44461" y="1555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33" id="33"/>
              <p:cNvSpPr/>
              <p:nvPr/>
            </p:nvSpPr>
            <p:spPr>
              <a:xfrm>
                <a:off x="8787020" y="2014954"/>
                <a:ext cx="197124" cy="129244"/>
              </a:xfrm>
              <a:custGeom>
                <a:avLst/>
                <a:gdLst/>
                <a:ahLst/>
                <a:cxnLst/>
                <a:rect r="r" b="b" t="t" l="l"/>
                <a:pathLst>
                  <a:path w="197124" h="129244" stroke="true" fill="norm" extrusionOk="true">
                    <a:moveTo>
                      <a:pt x="196969" y="74157"/>
                    </a:moveTo>
                    <a:cubicBezTo>
                      <a:pt x="193958" y="109282"/>
                      <a:pt x="146789" y="134372"/>
                      <a:pt x="92595" y="128351"/>
                    </a:cubicBezTo>
                    <a:cubicBezTo>
                      <a:pt x="38401" y="123333"/>
                      <a:pt x="-3750" y="90214"/>
                      <a:pt x="265" y="55088"/>
                    </a:cubicBezTo>
                    <a:cubicBezTo>
                      <a:pt x="3275" y="19962"/>
                      <a:pt x="50444" y="-5127"/>
                      <a:pt x="104638" y="894"/>
                    </a:cubicBezTo>
                    <a:cubicBezTo>
                      <a:pt x="158832" y="5912"/>
                      <a:pt x="199980" y="39031"/>
                      <a:pt x="196969" y="7415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4" id="34"/>
              <p:cNvSpPr/>
              <p:nvPr/>
            </p:nvSpPr>
            <p:spPr>
              <a:xfrm rot="-5080596">
                <a:off x="8442770" y="1995634"/>
                <a:ext cx="114411" cy="176634"/>
              </a:xfrm>
              <a:custGeom>
                <a:avLst/>
                <a:gdLst/>
                <a:ahLst/>
                <a:cxnLst/>
                <a:rect r="r" b="b" t="t" l="l"/>
                <a:pathLst>
                  <a:path w="114411" h="176634" stroke="true" fill="norm" extrusionOk="true">
                    <a:moveTo>
                      <a:pt x="114411" y="88317"/>
                    </a:moveTo>
                    <a:cubicBezTo>
                      <a:pt x="114411" y="137094"/>
                      <a:pt x="88800" y="176635"/>
                      <a:pt x="57206" y="176635"/>
                    </a:cubicBezTo>
                    <a:cubicBezTo>
                      <a:pt x="25612" y="176635"/>
                      <a:pt x="0" y="137094"/>
                      <a:pt x="0" y="88317"/>
                    </a:cubicBezTo>
                    <a:cubicBezTo>
                      <a:pt x="0" y="39541"/>
                      <a:pt x="25612" y="0"/>
                      <a:pt x="57206" y="0"/>
                    </a:cubicBezTo>
                    <a:cubicBezTo>
                      <a:pt x="88799" y="0"/>
                      <a:pt x="114411" y="39541"/>
                      <a:pt x="114411" y="8831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5" id="35"/>
              <p:cNvSpPr/>
              <p:nvPr/>
            </p:nvSpPr>
            <p:spPr>
              <a:xfrm>
                <a:off x="8339002" y="1349086"/>
                <a:ext cx="443264" cy="319519"/>
              </a:xfrm>
              <a:custGeom>
                <a:avLst/>
                <a:gdLst/>
                <a:ahLst/>
                <a:cxnLst/>
                <a:rect r="r" b="b" t="t" l="l"/>
                <a:pathLst>
                  <a:path w="443264" h="319519" stroke="true" fill="norm" extrusionOk="true">
                    <a:moveTo>
                      <a:pt x="443265" y="103747"/>
                    </a:moveTo>
                    <a:cubicBezTo>
                      <a:pt x="296740" y="99732"/>
                      <a:pt x="94014" y="270343"/>
                      <a:pt x="69927" y="319519"/>
                    </a:cubicBezTo>
                    <a:cubicBezTo>
                      <a:pt x="59892" y="278372"/>
                      <a:pt x="66917" y="249268"/>
                      <a:pt x="78960" y="228192"/>
                    </a:cubicBezTo>
                    <a:cubicBezTo>
                      <a:pt x="55877" y="237225"/>
                      <a:pt x="34802" y="255289"/>
                      <a:pt x="30787" y="297440"/>
                    </a:cubicBezTo>
                    <a:cubicBezTo>
                      <a:pt x="4694" y="241239"/>
                      <a:pt x="-13371" y="180020"/>
                      <a:pt x="12723" y="127833"/>
                    </a:cubicBezTo>
                    <a:cubicBezTo>
                      <a:pt x="38816" y="74642"/>
                      <a:pt x="84981" y="32491"/>
                      <a:pt x="140179" y="11416"/>
                    </a:cubicBezTo>
                    <a:cubicBezTo>
                      <a:pt x="248567" y="-32742"/>
                      <a:pt x="333873" y="62599"/>
                      <a:pt x="443265" y="10374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6" id="36"/>
              <p:cNvSpPr/>
              <p:nvPr/>
            </p:nvSpPr>
            <p:spPr>
              <a:xfrm>
                <a:off x="8541387" y="1433941"/>
                <a:ext cx="175277" cy="250722"/>
              </a:xfrm>
              <a:custGeom>
                <a:avLst/>
                <a:gdLst/>
                <a:ahLst/>
                <a:cxnLst/>
                <a:rect r="r" b="b" t="t" l="l"/>
                <a:pathLst>
                  <a:path w="175277" h="250722" stroke="true" fill="norm" extrusionOk="true">
                    <a:moveTo>
                      <a:pt x="173639" y="22906"/>
                    </a:moveTo>
                    <a:cubicBezTo>
                      <a:pt x="178657" y="42978"/>
                      <a:pt x="171632" y="65057"/>
                      <a:pt x="159589" y="80111"/>
                    </a:cubicBezTo>
                    <a:cubicBezTo>
                      <a:pt x="147545" y="96169"/>
                      <a:pt x="132491" y="106205"/>
                      <a:pt x="116434" y="116240"/>
                    </a:cubicBezTo>
                    <a:cubicBezTo>
                      <a:pt x="101380" y="126276"/>
                      <a:pt x="85323" y="136312"/>
                      <a:pt x="73279" y="152370"/>
                    </a:cubicBezTo>
                    <a:cubicBezTo>
                      <a:pt x="53207" y="178463"/>
                      <a:pt x="42168" y="217603"/>
                      <a:pt x="52204" y="250722"/>
                    </a:cubicBezTo>
                    <a:cubicBezTo>
                      <a:pt x="16075" y="223625"/>
                      <a:pt x="-5001" y="170435"/>
                      <a:pt x="1021" y="118248"/>
                    </a:cubicBezTo>
                    <a:cubicBezTo>
                      <a:pt x="7042" y="66061"/>
                      <a:pt x="40161" y="19895"/>
                      <a:pt x="82312" y="2834"/>
                    </a:cubicBezTo>
                    <a:cubicBezTo>
                      <a:pt x="113423" y="-9209"/>
                      <a:pt x="140520" y="20899"/>
                      <a:pt x="173639" y="22906"/>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7" id="37"/>
              <p:cNvSpPr/>
              <p:nvPr/>
            </p:nvSpPr>
            <p:spPr>
              <a:xfrm>
                <a:off x="9185711" y="1585269"/>
                <a:ext cx="497630" cy="773808"/>
              </a:xfrm>
              <a:custGeom>
                <a:avLst/>
                <a:gdLst/>
                <a:ahLst/>
                <a:cxnLst/>
                <a:rect r="r" b="b" t="t" l="l"/>
                <a:pathLst>
                  <a:path w="497630" h="773808" stroke="true" fill="norm" extrusionOk="true">
                    <a:moveTo>
                      <a:pt x="0" y="49213"/>
                    </a:moveTo>
                    <a:cubicBezTo>
                      <a:pt x="0" y="49213"/>
                      <a:pt x="25090" y="282047"/>
                      <a:pt x="160575" y="317173"/>
                    </a:cubicBezTo>
                    <a:cubicBezTo>
                      <a:pt x="160575" y="317173"/>
                      <a:pt x="285021" y="468716"/>
                      <a:pt x="153550" y="619255"/>
                    </a:cubicBezTo>
                    <a:lnTo>
                      <a:pt x="140503" y="773808"/>
                    </a:lnTo>
                    <a:cubicBezTo>
                      <a:pt x="140503" y="773808"/>
                      <a:pt x="540937" y="565061"/>
                      <a:pt x="493768" y="65271"/>
                    </a:cubicBezTo>
                    <a:cubicBezTo>
                      <a:pt x="493768" y="65271"/>
                      <a:pt x="165593" y="-70214"/>
                      <a:pt x="0" y="49213"/>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8" id="38"/>
              <p:cNvSpPr/>
              <p:nvPr/>
            </p:nvSpPr>
            <p:spPr>
              <a:xfrm>
                <a:off x="8838638" y="1419714"/>
                <a:ext cx="439404" cy="331186"/>
              </a:xfrm>
              <a:custGeom>
                <a:avLst/>
                <a:gdLst/>
                <a:ahLst/>
                <a:cxnLst/>
                <a:rect r="r" b="b" t="t" l="l"/>
                <a:pathLst>
                  <a:path w="439404" h="331186" stroke="true" fill="norm" extrusionOk="true">
                    <a:moveTo>
                      <a:pt x="19902" y="0"/>
                    </a:moveTo>
                    <a:cubicBezTo>
                      <a:pt x="1837" y="25090"/>
                      <a:pt x="-3181" y="58208"/>
                      <a:pt x="1837" y="88316"/>
                    </a:cubicBezTo>
                    <a:cubicBezTo>
                      <a:pt x="6855" y="118424"/>
                      <a:pt x="20905" y="147528"/>
                      <a:pt x="38970" y="172618"/>
                    </a:cubicBezTo>
                    <a:cubicBezTo>
                      <a:pt x="95172" y="252906"/>
                      <a:pt x="187502" y="307100"/>
                      <a:pt x="284851" y="316132"/>
                    </a:cubicBezTo>
                    <a:cubicBezTo>
                      <a:pt x="243703" y="284017"/>
                      <a:pt x="221624" y="222798"/>
                      <a:pt x="239689" y="173622"/>
                    </a:cubicBezTo>
                    <a:cubicBezTo>
                      <a:pt x="273811" y="241866"/>
                      <a:pt x="329009" y="294053"/>
                      <a:pt x="395246" y="331186"/>
                    </a:cubicBezTo>
                    <a:cubicBezTo>
                      <a:pt x="392235" y="285021"/>
                      <a:pt x="407289" y="245881"/>
                      <a:pt x="439404" y="211758"/>
                    </a:cubicBezTo>
                    <a:cubicBezTo>
                      <a:pt x="284851" y="196704"/>
                      <a:pt x="113236" y="123442"/>
                      <a:pt x="19902"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9" id="39"/>
              <p:cNvSpPr/>
              <p:nvPr/>
            </p:nvSpPr>
            <p:spPr>
              <a:xfrm>
                <a:off x="9452667" y="1633479"/>
                <a:ext cx="39140" cy="10035"/>
              </a:xfrm>
              <a:custGeom>
                <a:avLst/>
                <a:gdLst/>
                <a:ahLst/>
                <a:cxnLst/>
                <a:rect r="r" b="b" t="t" l="l"/>
                <a:pathLst>
                  <a:path w="39140" h="10035" stroke="true" fill="norm" extrusionOk="true">
                    <a:moveTo>
                      <a:pt x="39140" y="3011"/>
                    </a:moveTo>
                    <a:cubicBezTo>
                      <a:pt x="39140" y="3011"/>
                      <a:pt x="25090" y="6022"/>
                      <a:pt x="0" y="10036"/>
                    </a:cubicBezTo>
                    <a:cubicBezTo>
                      <a:pt x="8029" y="7025"/>
                      <a:pt x="16058" y="4014"/>
                      <a:pt x="25090" y="2007"/>
                    </a:cubicBezTo>
                    <a:cubicBezTo>
                      <a:pt x="27097" y="1004"/>
                      <a:pt x="29104" y="1004"/>
                      <a:pt x="32115" y="0"/>
                    </a:cubicBezTo>
                    <a:lnTo>
                      <a:pt x="39140" y="3011"/>
                    </a:lnTo>
                    <a:lnTo>
                      <a:pt x="39140" y="3011"/>
                    </a:lnTo>
                    <a:close/>
                  </a:path>
                </a:pathLst>
              </a:custGeom>
              <a:solidFill>
                <a:srgbClr val="D1AA8F"/>
              </a:solidFill>
              <a:ln cap="flat">
                <a:noFill/>
                <a:prstDash val="solid"/>
                <a:miter lim="800000"/>
              </a:ln>
            </p:spPr>
            <p:txBody>
              <a:bodyPr vert="horz" anchor="ctr" tIns="45720" lIns="91440" bIns="45720" rIns="91440"/>
              <a:p>
                <a:pPr algn="l" marL="0"/>
              </a:p>
            </p:txBody>
          </p:sp>
          <p:sp>
            <p:nvSpPr>
              <p:cNvPr name="Freeform 40" id="40"/>
              <p:cNvSpPr/>
              <p:nvPr/>
            </p:nvSpPr>
            <p:spPr>
              <a:xfrm>
                <a:off x="8395883" y="903772"/>
                <a:ext cx="1281850" cy="886268"/>
              </a:xfrm>
              <a:custGeom>
                <a:avLst/>
                <a:gdLst/>
                <a:ahLst/>
                <a:cxnLst/>
                <a:rect r="r" b="b" t="t" l="l"/>
                <a:pathLst>
                  <a:path w="1281850" h="886268" stroke="true" fill="norm" extrusionOk="true">
                    <a:moveTo>
                      <a:pt x="1039724" y="886268"/>
                    </a:moveTo>
                    <a:lnTo>
                      <a:pt x="843019" y="862182"/>
                    </a:lnTo>
                    <a:lnTo>
                      <a:pt x="394412" y="717664"/>
                    </a:lnTo>
                    <a:lnTo>
                      <a:pt x="153550" y="592215"/>
                    </a:lnTo>
                    <a:lnTo>
                      <a:pt x="124446" y="577161"/>
                    </a:lnTo>
                    <a:lnTo>
                      <a:pt x="0" y="512931"/>
                    </a:lnTo>
                    <a:cubicBezTo>
                      <a:pt x="0" y="512931"/>
                      <a:pt x="3011" y="504903"/>
                      <a:pt x="8029" y="491856"/>
                    </a:cubicBezTo>
                    <a:cubicBezTo>
                      <a:pt x="33118" y="426622"/>
                      <a:pt x="117420" y="223896"/>
                      <a:pt x="256920" y="127551"/>
                    </a:cubicBezTo>
                    <a:cubicBezTo>
                      <a:pt x="424520" y="12138"/>
                      <a:pt x="677426" y="-10945"/>
                      <a:pt x="770760" y="4109"/>
                    </a:cubicBezTo>
                    <a:cubicBezTo>
                      <a:pt x="864095" y="19163"/>
                      <a:pt x="1242449" y="191781"/>
                      <a:pt x="1278579" y="401532"/>
                    </a:cubicBezTo>
                    <a:cubicBezTo>
                      <a:pt x="1314708" y="612287"/>
                      <a:pt x="1039724" y="886268"/>
                      <a:pt x="1039724" y="88626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1" id="41"/>
              <p:cNvSpPr/>
              <p:nvPr/>
            </p:nvSpPr>
            <p:spPr>
              <a:xfrm>
                <a:off x="8088285" y="1394517"/>
                <a:ext cx="1347321" cy="415991"/>
              </a:xfrm>
              <a:custGeom>
                <a:avLst/>
                <a:gdLst/>
                <a:ahLst/>
                <a:cxnLst/>
                <a:rect r="r" b="b" t="t" l="l"/>
                <a:pathLst>
                  <a:path w="1347321" h="415991" stroke="true" fill="norm" extrusionOk="true">
                    <a:moveTo>
                      <a:pt x="1347321" y="395523"/>
                    </a:moveTo>
                    <a:cubicBezTo>
                      <a:pt x="1108466" y="453731"/>
                      <a:pt x="767244" y="382476"/>
                      <a:pt x="525377" y="248998"/>
                    </a:cubicBezTo>
                    <a:cubicBezTo>
                      <a:pt x="406953" y="203837"/>
                      <a:pt x="183152" y="18172"/>
                      <a:pt x="76771" y="82402"/>
                    </a:cubicBezTo>
                    <a:cubicBezTo>
                      <a:pt x="9530" y="142617"/>
                      <a:pt x="19566" y="257027"/>
                      <a:pt x="15552" y="239966"/>
                    </a:cubicBezTo>
                    <a:cubicBezTo>
                      <a:pt x="-69754" y="-4911"/>
                      <a:pt x="215267" y="-11936"/>
                      <a:pt x="398925" y="6129"/>
                    </a:cubicBezTo>
                    <a:cubicBezTo>
                      <a:pt x="715057" y="33226"/>
                      <a:pt x="1089397" y="224912"/>
                      <a:pt x="1347321" y="39552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2" id="42"/>
              <p:cNvSpPr/>
              <p:nvPr/>
            </p:nvSpPr>
            <p:spPr>
              <a:xfrm>
                <a:off x="9166643" y="908884"/>
                <a:ext cx="570078" cy="952410"/>
              </a:xfrm>
              <a:custGeom>
                <a:avLst/>
                <a:gdLst/>
                <a:ahLst/>
                <a:cxnLst/>
                <a:rect r="r" b="b" t="t" l="l"/>
                <a:pathLst>
                  <a:path w="570078" h="952410" stroke="true" fill="norm" extrusionOk="true">
                    <a:moveTo>
                      <a:pt x="509826" y="952411"/>
                    </a:moveTo>
                    <a:cubicBezTo>
                      <a:pt x="509826" y="952411"/>
                      <a:pt x="273981" y="880152"/>
                      <a:pt x="268963" y="882159"/>
                    </a:cubicBezTo>
                    <a:cubicBezTo>
                      <a:pt x="360290" y="271974"/>
                      <a:pt x="0" y="0"/>
                      <a:pt x="0" y="0"/>
                    </a:cubicBezTo>
                    <a:cubicBezTo>
                      <a:pt x="100359" y="16058"/>
                      <a:pt x="480721" y="199715"/>
                      <a:pt x="550973" y="459646"/>
                    </a:cubicBezTo>
                    <a:cubicBezTo>
                      <a:pt x="611189" y="678430"/>
                      <a:pt x="509826" y="952411"/>
                      <a:pt x="509826" y="952411"/>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43" id="43"/>
              <p:cNvSpPr/>
              <p:nvPr/>
            </p:nvSpPr>
            <p:spPr>
              <a:xfrm>
                <a:off x="9298114" y="1886891"/>
                <a:ext cx="275512" cy="354476"/>
              </a:xfrm>
              <a:custGeom>
                <a:avLst/>
                <a:gdLst/>
                <a:ahLst/>
                <a:cxnLst/>
                <a:rect r="r" b="b" t="t" l="l"/>
                <a:pathLst>
                  <a:path w="275512" h="354476" stroke="true" fill="norm" extrusionOk="true">
                    <a:moveTo>
                      <a:pt x="0" y="134979"/>
                    </a:moveTo>
                    <a:cubicBezTo>
                      <a:pt x="0" y="134979"/>
                      <a:pt x="58208" y="-52693"/>
                      <a:pt x="207744" y="14548"/>
                    </a:cubicBezTo>
                    <a:cubicBezTo>
                      <a:pt x="357280" y="81788"/>
                      <a:pt x="244877" y="427025"/>
                      <a:pt x="12043" y="340716"/>
                    </a:cubicBezTo>
                    <a:lnTo>
                      <a:pt x="0" y="134979"/>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4" id="44"/>
              <p:cNvSpPr/>
              <p:nvPr/>
            </p:nvSpPr>
            <p:spPr>
              <a:xfrm>
                <a:off x="8601310" y="2023801"/>
                <a:ext cx="98230" cy="124592"/>
              </a:xfrm>
              <a:custGeom>
                <a:avLst/>
                <a:gdLst/>
                <a:ahLst/>
                <a:cxnLst/>
                <a:rect r="r" b="b" t="t" l="l"/>
                <a:pathLst>
                  <a:path w="98230" h="124592" stroke="true" fill="norm" extrusionOk="true">
                    <a:moveTo>
                      <a:pt x="93644" y="13123"/>
                    </a:moveTo>
                    <a:cubicBezTo>
                      <a:pt x="86619" y="-7952"/>
                      <a:pt x="59522" y="-927"/>
                      <a:pt x="51493" y="15130"/>
                    </a:cubicBezTo>
                    <a:cubicBezTo>
                      <a:pt x="44468" y="28177"/>
                      <a:pt x="36439" y="43231"/>
                      <a:pt x="28410" y="55274"/>
                    </a:cubicBezTo>
                    <a:cubicBezTo>
                      <a:pt x="17371" y="70328"/>
                      <a:pt x="4324" y="79360"/>
                      <a:pt x="310" y="97425"/>
                    </a:cubicBezTo>
                    <a:cubicBezTo>
                      <a:pt x="-1698" y="107461"/>
                      <a:pt x="6331" y="119504"/>
                      <a:pt x="16367" y="122515"/>
                    </a:cubicBezTo>
                    <a:cubicBezTo>
                      <a:pt x="43464" y="131547"/>
                      <a:pt x="69558" y="109468"/>
                      <a:pt x="83608" y="88393"/>
                    </a:cubicBezTo>
                    <a:cubicBezTo>
                      <a:pt x="99665" y="64306"/>
                      <a:pt x="101673" y="40220"/>
                      <a:pt x="93644" y="13123"/>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45" id="45"/>
              <p:cNvSpPr/>
              <p:nvPr/>
            </p:nvSpPr>
            <p:spPr>
              <a:xfrm>
                <a:off x="8784743" y="1910276"/>
                <a:ext cx="98886" cy="150930"/>
              </a:xfrm>
              <a:custGeom>
                <a:avLst/>
                <a:gdLst/>
                <a:ahLst/>
                <a:cxnLst/>
                <a:rect r="r" b="b" t="t" l="l"/>
                <a:pathLst>
                  <a:path w="98886"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8886" y="69444"/>
                      <a:pt x="98886"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6" id="46"/>
              <p:cNvSpPr/>
              <p:nvPr/>
            </p:nvSpPr>
            <p:spPr>
              <a:xfrm>
                <a:off x="8470618" y="1894218"/>
                <a:ext cx="99638" cy="150930"/>
              </a:xfrm>
              <a:custGeom>
                <a:avLst/>
                <a:gdLst/>
                <a:ahLst/>
                <a:cxnLst/>
                <a:rect r="r" b="b" t="t" l="l"/>
                <a:pathLst>
                  <a:path w="99638"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9890" y="70447"/>
                      <a:pt x="99890"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7" id="47"/>
              <p:cNvSpPr/>
              <p:nvPr/>
            </p:nvSpPr>
            <p:spPr>
              <a:xfrm>
                <a:off x="8779428" y="1855129"/>
                <a:ext cx="124336" cy="24433"/>
              </a:xfrm>
              <a:custGeom>
                <a:avLst/>
                <a:gdLst/>
                <a:ahLst/>
                <a:cxnLst/>
                <a:rect r="r" b="b" t="t" l="l"/>
                <a:pathLst>
                  <a:path w="124336" h="24433" stroke="true" fill="norm" extrusionOk="true">
                    <a:moveTo>
                      <a:pt x="123270" y="18210"/>
                    </a:moveTo>
                    <a:cubicBezTo>
                      <a:pt x="107212" y="3156"/>
                      <a:pt x="83126" y="-859"/>
                      <a:pt x="61047" y="145"/>
                    </a:cubicBezTo>
                    <a:cubicBezTo>
                      <a:pt x="38968" y="1149"/>
                      <a:pt x="17893" y="7170"/>
                      <a:pt x="831" y="21220"/>
                    </a:cubicBezTo>
                    <a:cubicBezTo>
                      <a:pt x="-1176" y="22224"/>
                      <a:pt x="831" y="25235"/>
                      <a:pt x="2839" y="24231"/>
                    </a:cubicBezTo>
                    <a:cubicBezTo>
                      <a:pt x="20903" y="16203"/>
                      <a:pt x="40975" y="11185"/>
                      <a:pt x="61047" y="11185"/>
                    </a:cubicBezTo>
                    <a:cubicBezTo>
                      <a:pt x="71083" y="11185"/>
                      <a:pt x="81119" y="12188"/>
                      <a:pt x="90151" y="15199"/>
                    </a:cubicBezTo>
                    <a:cubicBezTo>
                      <a:pt x="100187" y="18210"/>
                      <a:pt x="109220" y="21220"/>
                      <a:pt x="119256" y="24231"/>
                    </a:cubicBezTo>
                    <a:cubicBezTo>
                      <a:pt x="122266" y="25235"/>
                      <a:pt x="126281" y="21220"/>
                      <a:pt x="123270" y="1821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8" id="48"/>
              <p:cNvSpPr/>
              <p:nvPr/>
            </p:nvSpPr>
            <p:spPr>
              <a:xfrm>
                <a:off x="8464887" y="1838822"/>
                <a:ext cx="120941" cy="33779"/>
              </a:xfrm>
              <a:custGeom>
                <a:avLst/>
                <a:gdLst/>
                <a:ahLst/>
                <a:cxnLst/>
                <a:rect r="r" b="b" t="t" l="l"/>
                <a:pathLst>
                  <a:path w="120941" h="33779" stroke="true" fill="norm" extrusionOk="true">
                    <a:moveTo>
                      <a:pt x="1247" y="10430"/>
                    </a:moveTo>
                    <a:cubicBezTo>
                      <a:pt x="19312" y="-1613"/>
                      <a:pt x="44402" y="-1613"/>
                      <a:pt x="64473" y="2401"/>
                    </a:cubicBezTo>
                    <a:cubicBezTo>
                      <a:pt x="86553" y="6415"/>
                      <a:pt x="106625" y="15448"/>
                      <a:pt x="120675" y="30502"/>
                    </a:cubicBezTo>
                    <a:cubicBezTo>
                      <a:pt x="121678" y="32509"/>
                      <a:pt x="119671" y="34516"/>
                      <a:pt x="117664" y="33512"/>
                    </a:cubicBezTo>
                    <a:cubicBezTo>
                      <a:pt x="101607" y="23476"/>
                      <a:pt x="81535" y="15448"/>
                      <a:pt x="62466" y="13440"/>
                    </a:cubicBezTo>
                    <a:cubicBezTo>
                      <a:pt x="52431" y="12437"/>
                      <a:pt x="43398" y="11433"/>
                      <a:pt x="33362" y="13440"/>
                    </a:cubicBezTo>
                    <a:cubicBezTo>
                      <a:pt x="23326" y="14444"/>
                      <a:pt x="13290" y="16451"/>
                      <a:pt x="4258" y="17455"/>
                    </a:cubicBezTo>
                    <a:cubicBezTo>
                      <a:pt x="1247" y="16451"/>
                      <a:pt x="-1764" y="12437"/>
                      <a:pt x="1247" y="10430"/>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49" id="49"/>
              <p:cNvGrpSpPr/>
              <p:nvPr/>
            </p:nvGrpSpPr>
            <p:grpSpPr>
              <a:xfrm>
                <a:off x="8619868" y="2219538"/>
                <a:ext cx="257503" cy="183698"/>
                <a:chOff x="8619868" y="2219538"/>
                <a:chExt cx="257503" cy="183698"/>
              </a:xfrm>
            </p:grpSpPr>
            <p:sp>
              <p:nvSpPr>
                <p:cNvPr name="Freeform 50" id="50"/>
                <p:cNvSpPr/>
                <p:nvPr/>
              </p:nvSpPr>
              <p:spPr>
                <a:xfrm>
                  <a:off x="8619868" y="2220541"/>
                  <a:ext cx="257503" cy="182694"/>
                </a:xfrm>
                <a:custGeom>
                  <a:avLst/>
                  <a:gdLst/>
                  <a:ahLst/>
                  <a:cxnLst/>
                  <a:rect r="r" b="b" t="t" l="l"/>
                  <a:pathLst>
                    <a:path w="257503" h="182694" stroke="true" fill="norm" extrusionOk="true">
                      <a:moveTo>
                        <a:pt x="248708" y="102407"/>
                      </a:moveTo>
                      <a:cubicBezTo>
                        <a:pt x="238672" y="137533"/>
                        <a:pt x="212578" y="169648"/>
                        <a:pt x="158384" y="179684"/>
                      </a:cubicBezTo>
                      <a:cubicBezTo>
                        <a:pt x="147345" y="181691"/>
                        <a:pt x="137309" y="182695"/>
                        <a:pt x="127273" y="182695"/>
                      </a:cubicBezTo>
                      <a:cubicBezTo>
                        <a:pt x="13867" y="182695"/>
                        <a:pt x="-15238" y="59253"/>
                        <a:pt x="6842" y="25130"/>
                      </a:cubicBezTo>
                      <a:cubicBezTo>
                        <a:pt x="10856" y="19109"/>
                        <a:pt x="16878" y="16098"/>
                        <a:pt x="23903" y="16098"/>
                      </a:cubicBezTo>
                      <a:cubicBezTo>
                        <a:pt x="66054" y="21116"/>
                        <a:pt x="163402" y="25130"/>
                        <a:pt x="232650" y="1044"/>
                      </a:cubicBezTo>
                      <a:cubicBezTo>
                        <a:pt x="238672" y="-963"/>
                        <a:pt x="242686" y="41"/>
                        <a:pt x="246701" y="3051"/>
                      </a:cubicBezTo>
                      <a:cubicBezTo>
                        <a:pt x="260751" y="16098"/>
                        <a:pt x="260751" y="61260"/>
                        <a:pt x="248708" y="102407"/>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51" id="51"/>
                <p:cNvSpPr/>
                <p:nvPr/>
              </p:nvSpPr>
              <p:spPr>
                <a:xfrm>
                  <a:off x="8733549" y="2302122"/>
                  <a:ext cx="135026" cy="101114"/>
                </a:xfrm>
                <a:custGeom>
                  <a:avLst/>
                  <a:gdLst/>
                  <a:ahLst/>
                  <a:cxnLst/>
                  <a:rect r="r" b="b" t="t" l="l"/>
                  <a:pathLst>
                    <a:path w="135026" h="101114" stroke="true" fill="norm" extrusionOk="true">
                      <a:moveTo>
                        <a:pt x="135026" y="20826"/>
                      </a:moveTo>
                      <a:cubicBezTo>
                        <a:pt x="124990" y="55952"/>
                        <a:pt x="98897" y="88067"/>
                        <a:pt x="44703" y="98103"/>
                      </a:cubicBezTo>
                      <a:cubicBezTo>
                        <a:pt x="33663" y="100111"/>
                        <a:pt x="23627" y="101114"/>
                        <a:pt x="13591" y="101114"/>
                      </a:cubicBezTo>
                      <a:cubicBezTo>
                        <a:pt x="1548" y="84053"/>
                        <a:pt x="-3470" y="63981"/>
                        <a:pt x="2552" y="44913"/>
                      </a:cubicBezTo>
                      <a:cubicBezTo>
                        <a:pt x="13591" y="8783"/>
                        <a:pt x="58753" y="-9281"/>
                        <a:pt x="102911" y="4769"/>
                      </a:cubicBezTo>
                      <a:cubicBezTo>
                        <a:pt x="115958" y="7780"/>
                        <a:pt x="125994" y="13801"/>
                        <a:pt x="135026" y="20826"/>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52" id="52"/>
                <p:cNvSpPr/>
                <p:nvPr/>
              </p:nvSpPr>
              <p:spPr>
                <a:xfrm>
                  <a:off x="8627467" y="2219538"/>
                  <a:ext cx="240105" cy="54583"/>
                </a:xfrm>
                <a:custGeom>
                  <a:avLst/>
                  <a:gdLst/>
                  <a:ahLst/>
                  <a:cxnLst/>
                  <a:rect r="r" b="b" t="t" l="l"/>
                  <a:pathLst>
                    <a:path w="240105" h="54583" stroke="true" fill="norm" extrusionOk="true">
                      <a:moveTo>
                        <a:pt x="232076" y="33159"/>
                      </a:moveTo>
                      <a:cubicBezTo>
                        <a:pt x="220034" y="56242"/>
                        <a:pt x="21322" y="60256"/>
                        <a:pt x="7271" y="47210"/>
                      </a:cubicBezTo>
                      <a:cubicBezTo>
                        <a:pt x="1250" y="42192"/>
                        <a:pt x="-757" y="33159"/>
                        <a:pt x="246" y="25131"/>
                      </a:cubicBezTo>
                      <a:cubicBezTo>
                        <a:pt x="4261" y="19109"/>
                        <a:pt x="10282" y="16098"/>
                        <a:pt x="17307" y="16098"/>
                      </a:cubicBezTo>
                      <a:cubicBezTo>
                        <a:pt x="59458" y="21116"/>
                        <a:pt x="156807" y="25131"/>
                        <a:pt x="226055" y="1044"/>
                      </a:cubicBezTo>
                      <a:cubicBezTo>
                        <a:pt x="232076" y="-963"/>
                        <a:pt x="236091" y="41"/>
                        <a:pt x="240105" y="3051"/>
                      </a:cubicBezTo>
                      <a:cubicBezTo>
                        <a:pt x="239102" y="13087"/>
                        <a:pt x="237094" y="24127"/>
                        <a:pt x="232076" y="33159"/>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53" id="53"/>
              <p:cNvSpPr/>
              <p:nvPr/>
            </p:nvSpPr>
            <p:spPr>
              <a:xfrm>
                <a:off x="9320002" y="1985954"/>
                <a:ext cx="176046" cy="208912"/>
              </a:xfrm>
              <a:custGeom>
                <a:avLst/>
                <a:gdLst/>
                <a:ahLst/>
                <a:cxnLst/>
                <a:rect r="r" b="b" t="t" l="l"/>
                <a:pathLst>
                  <a:path w="176046" h="208912" stroke="true" fill="norm" extrusionOk="true">
                    <a:moveTo>
                      <a:pt x="151733" y="2798"/>
                    </a:moveTo>
                    <a:cubicBezTo>
                      <a:pt x="107575" y="-6235"/>
                      <a:pt x="69439" y="6812"/>
                      <a:pt x="38327" y="38927"/>
                    </a:cubicBezTo>
                    <a:cubicBezTo>
                      <a:pt x="3201" y="75056"/>
                      <a:pt x="-14863" y="128247"/>
                      <a:pt x="15245" y="173409"/>
                    </a:cubicBezTo>
                    <a:cubicBezTo>
                      <a:pt x="42341" y="214556"/>
                      <a:pt x="101553" y="222585"/>
                      <a:pt x="135676" y="183445"/>
                    </a:cubicBezTo>
                    <a:cubicBezTo>
                      <a:pt x="163776" y="151330"/>
                      <a:pt x="156751" y="107171"/>
                      <a:pt x="127647" y="84089"/>
                    </a:cubicBezTo>
                    <a:cubicBezTo>
                      <a:pt x="137683" y="73049"/>
                      <a:pt x="149726" y="63013"/>
                      <a:pt x="161769" y="54985"/>
                    </a:cubicBezTo>
                    <a:cubicBezTo>
                      <a:pt x="184852" y="40934"/>
                      <a:pt x="178830" y="7816"/>
                      <a:pt x="151733" y="2798"/>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54" id="54"/>
              <p:cNvSpPr/>
              <p:nvPr/>
            </p:nvSpPr>
            <p:spPr>
              <a:xfrm>
                <a:off x="8719291" y="1209963"/>
                <a:ext cx="165739" cy="186932"/>
              </a:xfrm>
              <a:custGeom>
                <a:avLst/>
                <a:gdLst/>
                <a:ahLst/>
                <a:cxnLst/>
                <a:rect r="r" b="b" t="t" l="l"/>
                <a:pathLst>
                  <a:path w="165739" h="186932" stroke="true" fill="norm" extrusionOk="true">
                    <a:moveTo>
                      <a:pt x="753" y="139500"/>
                    </a:moveTo>
                    <a:cubicBezTo>
                      <a:pt x="2760" y="147528"/>
                      <a:pt x="9785" y="154554"/>
                      <a:pt x="16810" y="157564"/>
                    </a:cubicBezTo>
                    <a:cubicBezTo>
                      <a:pt x="43907" y="167600"/>
                      <a:pt x="70001" y="177636"/>
                      <a:pt x="97098" y="185665"/>
                    </a:cubicBezTo>
                    <a:cubicBezTo>
                      <a:pt x="108137" y="189679"/>
                      <a:pt x="119177" y="183658"/>
                      <a:pt x="125198" y="174625"/>
                    </a:cubicBezTo>
                    <a:cubicBezTo>
                      <a:pt x="132224" y="164589"/>
                      <a:pt x="139249" y="154554"/>
                      <a:pt x="146274" y="143514"/>
                    </a:cubicBezTo>
                    <a:cubicBezTo>
                      <a:pt x="160324" y="118424"/>
                      <a:pt x="169357" y="92331"/>
                      <a:pt x="164339" y="62223"/>
                    </a:cubicBezTo>
                    <a:cubicBezTo>
                      <a:pt x="157313" y="24086"/>
                      <a:pt x="126202" y="2007"/>
                      <a:pt x="88066" y="0"/>
                    </a:cubicBezTo>
                    <a:cubicBezTo>
                      <a:pt x="84051" y="0"/>
                      <a:pt x="81040" y="0"/>
                      <a:pt x="78030" y="1004"/>
                    </a:cubicBezTo>
                    <a:cubicBezTo>
                      <a:pt x="73012" y="-1004"/>
                      <a:pt x="65986" y="0"/>
                      <a:pt x="60968" y="4014"/>
                    </a:cubicBezTo>
                    <a:cubicBezTo>
                      <a:pt x="43907" y="18065"/>
                      <a:pt x="36882" y="42151"/>
                      <a:pt x="27850" y="61219"/>
                    </a:cubicBezTo>
                    <a:cubicBezTo>
                      <a:pt x="17814" y="83298"/>
                      <a:pt x="8782" y="104374"/>
                      <a:pt x="753" y="127456"/>
                    </a:cubicBezTo>
                    <a:cubicBezTo>
                      <a:pt x="-251" y="132474"/>
                      <a:pt x="-251" y="136489"/>
                      <a:pt x="753" y="13950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55" id="55"/>
            <p:cNvSpPr/>
            <p:nvPr/>
          </p:nvSpPr>
          <p:spPr>
            <a:xfrm>
              <a:off x="7647202" y="3562387"/>
              <a:ext cx="2195863" cy="3035872"/>
            </a:xfrm>
            <a:custGeom>
              <a:avLst/>
              <a:gdLst/>
              <a:ahLst/>
              <a:cxnLst/>
              <a:rect r="r" b="b" t="t" l="l"/>
              <a:pathLst>
                <a:path w="2195863" h="3035872" stroke="true" fill="norm" extrusionOk="true">
                  <a:moveTo>
                    <a:pt x="0" y="3035872"/>
                  </a:moveTo>
                  <a:lnTo>
                    <a:pt x="2195864" y="3035872"/>
                  </a:lnTo>
                  <a:cubicBezTo>
                    <a:pt x="2192853" y="2824114"/>
                    <a:pt x="2187835" y="2616370"/>
                    <a:pt x="2180810" y="2422676"/>
                  </a:cubicBezTo>
                  <a:cubicBezTo>
                    <a:pt x="2177799" y="2342388"/>
                    <a:pt x="2174789" y="2265112"/>
                    <a:pt x="2171778" y="2190846"/>
                  </a:cubicBezTo>
                  <a:lnTo>
                    <a:pt x="2171778" y="2190846"/>
                  </a:lnTo>
                  <a:cubicBezTo>
                    <a:pt x="2171778" y="2187835"/>
                    <a:pt x="2171778" y="2184824"/>
                    <a:pt x="2171778" y="2181813"/>
                  </a:cubicBezTo>
                  <a:cubicBezTo>
                    <a:pt x="2170774" y="2156724"/>
                    <a:pt x="2169771" y="2132637"/>
                    <a:pt x="2167763" y="2109555"/>
                  </a:cubicBezTo>
                  <a:lnTo>
                    <a:pt x="2167763" y="2109555"/>
                  </a:lnTo>
                  <a:cubicBezTo>
                    <a:pt x="2150702" y="1770340"/>
                    <a:pt x="2126616" y="1499369"/>
                    <a:pt x="2094501" y="1363884"/>
                  </a:cubicBezTo>
                  <a:cubicBezTo>
                    <a:pt x="2033282" y="1103953"/>
                    <a:pt x="2092494" y="796854"/>
                    <a:pt x="2094501" y="784811"/>
                  </a:cubicBezTo>
                  <a:cubicBezTo>
                    <a:pt x="2094501" y="784811"/>
                    <a:pt x="2094501" y="784811"/>
                    <a:pt x="2094501" y="784811"/>
                  </a:cubicBezTo>
                  <a:cubicBezTo>
                    <a:pt x="2094501" y="784811"/>
                    <a:pt x="2094501" y="784811"/>
                    <a:pt x="2094501" y="784811"/>
                  </a:cubicBezTo>
                  <a:lnTo>
                    <a:pt x="2094501" y="784811"/>
                  </a:lnTo>
                  <a:cubicBezTo>
                    <a:pt x="2038300" y="766746"/>
                    <a:pt x="1712132" y="395416"/>
                    <a:pt x="1597722" y="224805"/>
                  </a:cubicBezTo>
                  <a:cubicBezTo>
                    <a:pt x="1585679" y="206740"/>
                    <a:pt x="1575643" y="190683"/>
                    <a:pt x="1569621" y="178640"/>
                  </a:cubicBezTo>
                  <a:cubicBezTo>
                    <a:pt x="1569621" y="178640"/>
                    <a:pt x="1569621" y="178640"/>
                    <a:pt x="1569621" y="178640"/>
                  </a:cubicBezTo>
                  <a:cubicBezTo>
                    <a:pt x="1569621" y="178640"/>
                    <a:pt x="1569621" y="178640"/>
                    <a:pt x="1569621" y="178640"/>
                  </a:cubicBezTo>
                  <a:cubicBezTo>
                    <a:pt x="1563599" y="177636"/>
                    <a:pt x="1514423" y="167600"/>
                    <a:pt x="1440157" y="153550"/>
                  </a:cubicBezTo>
                  <a:lnTo>
                    <a:pt x="1440157" y="153550"/>
                  </a:lnTo>
                  <a:cubicBezTo>
                    <a:pt x="1440157" y="153550"/>
                    <a:pt x="1439154" y="153550"/>
                    <a:pt x="1439154" y="153550"/>
                  </a:cubicBezTo>
                  <a:lnTo>
                    <a:pt x="1439154" y="153550"/>
                  </a:lnTo>
                  <a:cubicBezTo>
                    <a:pt x="1409046" y="147528"/>
                    <a:pt x="1374924" y="141507"/>
                    <a:pt x="1337791" y="134482"/>
                  </a:cubicBezTo>
                  <a:cubicBezTo>
                    <a:pt x="1145101" y="98352"/>
                    <a:pt x="873127" y="49176"/>
                    <a:pt x="679433" y="20072"/>
                  </a:cubicBezTo>
                  <a:lnTo>
                    <a:pt x="679433" y="20072"/>
                  </a:lnTo>
                  <a:cubicBezTo>
                    <a:pt x="672408" y="19068"/>
                    <a:pt x="664379" y="18065"/>
                    <a:pt x="657354" y="17061"/>
                  </a:cubicBezTo>
                  <a:lnTo>
                    <a:pt x="657354" y="17061"/>
                  </a:lnTo>
                  <a:cubicBezTo>
                    <a:pt x="646315" y="15054"/>
                    <a:pt x="635275" y="14050"/>
                    <a:pt x="625239" y="12043"/>
                  </a:cubicBezTo>
                  <a:lnTo>
                    <a:pt x="625239" y="12043"/>
                  </a:lnTo>
                  <a:cubicBezTo>
                    <a:pt x="619218" y="11040"/>
                    <a:pt x="614200" y="10036"/>
                    <a:pt x="608178" y="10036"/>
                  </a:cubicBezTo>
                  <a:cubicBezTo>
                    <a:pt x="579074" y="6022"/>
                    <a:pt x="553984" y="3011"/>
                    <a:pt x="531905" y="0"/>
                  </a:cubicBezTo>
                  <a:lnTo>
                    <a:pt x="506815" y="30108"/>
                  </a:lnTo>
                  <a:lnTo>
                    <a:pt x="506815" y="30108"/>
                  </a:lnTo>
                  <a:lnTo>
                    <a:pt x="245881" y="332190"/>
                  </a:lnTo>
                  <a:lnTo>
                    <a:pt x="234841" y="345236"/>
                  </a:lnTo>
                  <a:cubicBezTo>
                    <a:pt x="221794" y="419502"/>
                    <a:pt x="209751" y="494772"/>
                    <a:pt x="198712" y="572049"/>
                  </a:cubicBezTo>
                  <a:cubicBezTo>
                    <a:pt x="198712" y="572049"/>
                    <a:pt x="198712" y="572049"/>
                    <a:pt x="198712" y="572049"/>
                  </a:cubicBezTo>
                  <a:cubicBezTo>
                    <a:pt x="86309" y="1328758"/>
                    <a:pt x="29104" y="2221957"/>
                    <a:pt x="0" y="30358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56" id="56"/>
            <p:cNvSpPr/>
            <p:nvPr/>
          </p:nvSpPr>
          <p:spPr>
            <a:xfrm>
              <a:off x="9575577" y="5586704"/>
              <a:ext cx="672186" cy="417550"/>
            </a:xfrm>
            <a:custGeom>
              <a:avLst/>
              <a:gdLst/>
              <a:ahLst/>
              <a:cxnLst/>
              <a:rect r="r" b="b" t="t" l="l"/>
              <a:pathLst>
                <a:path w="672186" h="417550" stroke="true" fill="norm" extrusionOk="true">
                  <a:moveTo>
                    <a:pt x="656883" y="51116"/>
                  </a:moveTo>
                  <a:cubicBezTo>
                    <a:pt x="620754" y="-18132"/>
                    <a:pt x="483261" y="-7093"/>
                    <a:pt x="370859" y="26026"/>
                  </a:cubicBezTo>
                  <a:cubicBezTo>
                    <a:pt x="258456" y="59144"/>
                    <a:pt x="18597" y="216709"/>
                    <a:pt x="6554" y="228752"/>
                  </a:cubicBezTo>
                  <a:cubicBezTo>
                    <a:pt x="-5489" y="240795"/>
                    <a:pt x="-2478" y="268896"/>
                    <a:pt x="28633" y="254845"/>
                  </a:cubicBezTo>
                  <a:cubicBezTo>
                    <a:pt x="58741" y="240795"/>
                    <a:pt x="239388" y="151475"/>
                    <a:pt x="253438" y="156493"/>
                  </a:cubicBezTo>
                  <a:cubicBezTo>
                    <a:pt x="267488" y="161511"/>
                    <a:pt x="24619" y="330115"/>
                    <a:pt x="11572" y="346172"/>
                  </a:cubicBezTo>
                  <a:cubicBezTo>
                    <a:pt x="-1475" y="362230"/>
                    <a:pt x="-6493" y="393341"/>
                    <a:pt x="29637" y="382302"/>
                  </a:cubicBezTo>
                  <a:cubicBezTo>
                    <a:pt x="14583" y="396352"/>
                    <a:pt x="30640" y="419435"/>
                    <a:pt x="57737" y="417428"/>
                  </a:cubicBezTo>
                  <a:cubicBezTo>
                    <a:pt x="84834" y="415420"/>
                    <a:pt x="210284" y="374273"/>
                    <a:pt x="248420" y="356208"/>
                  </a:cubicBezTo>
                  <a:cubicBezTo>
                    <a:pt x="248420" y="356208"/>
                    <a:pt x="209280" y="379291"/>
                    <a:pt x="242398" y="397356"/>
                  </a:cubicBezTo>
                  <a:cubicBezTo>
                    <a:pt x="274514" y="415420"/>
                    <a:pt x="474229" y="321083"/>
                    <a:pt x="567563" y="268896"/>
                  </a:cubicBezTo>
                  <a:cubicBezTo>
                    <a:pt x="657887" y="215705"/>
                    <a:pt x="696023" y="126385"/>
                    <a:pt x="656883" y="51116"/>
                  </a:cubicBezTo>
                  <a:close/>
                </a:path>
              </a:pathLst>
            </a:custGeom>
            <a:solidFill>
              <a:srgbClr val="FFDAC2"/>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Freeform 57" id="57"/>
            <p:cNvSpPr/>
            <p:nvPr/>
          </p:nvSpPr>
          <p:spPr>
            <a:xfrm>
              <a:off x="9697684" y="3021328"/>
              <a:ext cx="1377388" cy="2806757"/>
            </a:xfrm>
            <a:custGeom>
              <a:avLst/>
              <a:gdLst/>
              <a:ahLst/>
              <a:cxnLst/>
              <a:rect r="r" b="b" t="t" l="l"/>
              <a:pathLst>
                <a:path w="1377388" h="2806757" stroke="true" fill="norm" extrusionOk="true">
                  <a:moveTo>
                    <a:pt x="116277" y="23205"/>
                  </a:moveTo>
                  <a:cubicBezTo>
                    <a:pt x="-184801" y="168726"/>
                    <a:pt x="174486" y="834109"/>
                    <a:pt x="343089" y="1076978"/>
                  </a:cubicBezTo>
                  <a:cubicBezTo>
                    <a:pt x="511693" y="1320852"/>
                    <a:pt x="738505" y="1628955"/>
                    <a:pt x="738505" y="1628955"/>
                  </a:cubicBezTo>
                  <a:cubicBezTo>
                    <a:pt x="738505" y="1628955"/>
                    <a:pt x="340079" y="2452906"/>
                    <a:pt x="278860" y="2536204"/>
                  </a:cubicBezTo>
                  <a:cubicBezTo>
                    <a:pt x="218644" y="2619503"/>
                    <a:pt x="522733" y="2837283"/>
                    <a:pt x="571909" y="2803160"/>
                  </a:cubicBezTo>
                  <a:cubicBezTo>
                    <a:pt x="682304" y="2726887"/>
                    <a:pt x="1353709" y="1964156"/>
                    <a:pt x="1376791" y="1674117"/>
                  </a:cubicBezTo>
                  <a:cubicBezTo>
                    <a:pt x="1399874" y="1384078"/>
                    <a:pt x="746534" y="516973"/>
                    <a:pt x="622089" y="316254"/>
                  </a:cubicBezTo>
                  <a:cubicBezTo>
                    <a:pt x="498647" y="117543"/>
                    <a:pt x="301942" y="-66115"/>
                    <a:pt x="116277" y="2320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58" id="58"/>
            <p:cNvSpPr/>
            <p:nvPr/>
          </p:nvSpPr>
          <p:spPr>
            <a:xfrm>
              <a:off x="8206547" y="4128414"/>
              <a:ext cx="592920" cy="593521"/>
            </a:xfrm>
            <a:custGeom>
              <a:avLst/>
              <a:gdLst/>
              <a:ahLst/>
              <a:cxnLst/>
              <a:rect r="r" b="b" t="t" l="l"/>
              <a:pathLst>
                <a:path w="592920" h="593521" stroke="true" fill="norm" extrusionOk="true">
                  <a:moveTo>
                    <a:pt x="590774" y="60216"/>
                  </a:moveTo>
                  <a:lnTo>
                    <a:pt x="35786" y="0"/>
                  </a:lnTo>
                  <a:cubicBezTo>
                    <a:pt x="35786" y="0"/>
                    <a:pt x="-127800" y="561009"/>
                    <a:pt x="244534" y="592120"/>
                  </a:cubicBezTo>
                  <a:cubicBezTo>
                    <a:pt x="641957" y="625239"/>
                    <a:pt x="590774" y="60216"/>
                    <a:pt x="590774" y="6021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9" id="59"/>
            <p:cNvSpPr/>
            <p:nvPr/>
          </p:nvSpPr>
          <p:spPr>
            <a:xfrm>
              <a:off x="8219250" y="4188630"/>
              <a:ext cx="579315" cy="533305"/>
            </a:xfrm>
            <a:custGeom>
              <a:avLst/>
              <a:gdLst/>
              <a:ahLst/>
              <a:cxnLst/>
              <a:rect r="r" b="b" t="t" l="l"/>
              <a:pathLst>
                <a:path w="579315" h="533305" stroke="true" fill="norm" extrusionOk="true">
                  <a:moveTo>
                    <a:pt x="0" y="324161"/>
                  </a:moveTo>
                  <a:cubicBezTo>
                    <a:pt x="24086" y="430542"/>
                    <a:pt x="88316" y="519862"/>
                    <a:pt x="230827" y="531905"/>
                  </a:cubicBezTo>
                  <a:cubicBezTo>
                    <a:pt x="629254" y="565024"/>
                    <a:pt x="577067" y="0"/>
                    <a:pt x="577067" y="0"/>
                  </a:cubicBezTo>
                  <a:cubicBezTo>
                    <a:pt x="577067" y="0"/>
                    <a:pt x="594128" y="472693"/>
                    <a:pt x="195701" y="439574"/>
                  </a:cubicBezTo>
                  <a:cubicBezTo>
                    <a:pt x="97349" y="431545"/>
                    <a:pt x="37133" y="386384"/>
                    <a:pt x="0" y="32416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60" id="60"/>
            <p:cNvSpPr/>
            <p:nvPr/>
          </p:nvSpPr>
          <p:spPr>
            <a:xfrm>
              <a:off x="6312488" y="2381044"/>
              <a:ext cx="437500" cy="219825"/>
            </a:xfrm>
            <a:custGeom>
              <a:avLst/>
              <a:gdLst/>
              <a:ahLst/>
              <a:cxnLst/>
              <a:rect r="r" b="b" t="t" l="l"/>
              <a:pathLst>
                <a:path w="437500" h="219825" stroke="true" fill="norm" extrusionOk="true">
                  <a:moveTo>
                    <a:pt x="186602" y="112"/>
                  </a:moveTo>
                  <a:cubicBezTo>
                    <a:pt x="349185" y="-3902"/>
                    <a:pt x="437501" y="100472"/>
                    <a:pt x="437501" y="161691"/>
                  </a:cubicBezTo>
                  <a:cubicBezTo>
                    <a:pt x="437501" y="222910"/>
                    <a:pt x="374274" y="204846"/>
                    <a:pt x="358217" y="181763"/>
                  </a:cubicBezTo>
                  <a:cubicBezTo>
                    <a:pt x="358217" y="181763"/>
                    <a:pt x="347177" y="229936"/>
                    <a:pt x="301012" y="217892"/>
                  </a:cubicBezTo>
                  <a:cubicBezTo>
                    <a:pt x="254847" y="206853"/>
                    <a:pt x="249829" y="170723"/>
                    <a:pt x="249829" y="170723"/>
                  </a:cubicBezTo>
                  <a:cubicBezTo>
                    <a:pt x="249829" y="170723"/>
                    <a:pt x="224739" y="217892"/>
                    <a:pt x="190617" y="209864"/>
                  </a:cubicBezTo>
                  <a:cubicBezTo>
                    <a:pt x="156494" y="201835"/>
                    <a:pt x="131405" y="175741"/>
                    <a:pt x="131405" y="175741"/>
                  </a:cubicBezTo>
                  <a:cubicBezTo>
                    <a:pt x="131405" y="175741"/>
                    <a:pt x="126387" y="217892"/>
                    <a:pt x="79218" y="206853"/>
                  </a:cubicBezTo>
                  <a:cubicBezTo>
                    <a:pt x="48106" y="198824"/>
                    <a:pt x="26027" y="169720"/>
                    <a:pt x="12981" y="151655"/>
                  </a:cubicBezTo>
                  <a:cubicBezTo>
                    <a:pt x="-3077" y="130580"/>
                    <a:pt x="-42217" y="5130"/>
                    <a:pt x="186602" y="11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61" id="61"/>
            <p:cNvSpPr/>
            <p:nvPr/>
          </p:nvSpPr>
          <p:spPr>
            <a:xfrm>
              <a:off x="5805607" y="2436355"/>
              <a:ext cx="238855" cy="248891"/>
            </a:xfrm>
            <a:custGeom>
              <a:avLst/>
              <a:gdLst/>
              <a:ahLst/>
              <a:cxnLst/>
              <a:rect r="r" b="b" t="t" l="l"/>
              <a:pathLst>
                <a:path w="238855" h="248891" stroke="true" fill="norm" extrusionOk="true">
                  <a:moveTo>
                    <a:pt x="238855" y="124446"/>
                  </a:moveTo>
                  <a:cubicBezTo>
                    <a:pt x="238855" y="193175"/>
                    <a:pt x="185386" y="248891"/>
                    <a:pt x="119428" y="248891"/>
                  </a:cubicBezTo>
                  <a:cubicBezTo>
                    <a:pt x="53470" y="248891"/>
                    <a:pt x="0" y="193175"/>
                    <a:pt x="0" y="124446"/>
                  </a:cubicBezTo>
                  <a:cubicBezTo>
                    <a:pt x="0" y="55716"/>
                    <a:pt x="53470" y="0"/>
                    <a:pt x="119428" y="0"/>
                  </a:cubicBezTo>
                  <a:cubicBezTo>
                    <a:pt x="185386" y="0"/>
                    <a:pt x="238855" y="55716"/>
                    <a:pt x="238855" y="124446"/>
                  </a:cubicBezTo>
                  <a:close/>
                </a:path>
              </a:pathLst>
            </a:custGeom>
            <a:solidFill>
              <a:srgbClr val="8A3D3D"/>
            </a:solidFill>
            <a:ln cap="flat">
              <a:noFill/>
              <a:prstDash val="solid"/>
              <a:miter lim="800000"/>
            </a:ln>
          </p:spPr>
          <p:txBody>
            <a:bodyPr vert="horz" anchor="ctr" tIns="45720" lIns="91440" bIns="45720" rIns="91440"/>
            <a:p>
              <a:pPr algn="l" marL="0"/>
            </a:p>
          </p:txBody>
        </p:sp>
        <p:sp>
          <p:nvSpPr>
            <p:cNvPr name="Freeform 62" id="62"/>
            <p:cNvSpPr/>
            <p:nvPr/>
          </p:nvSpPr>
          <p:spPr>
            <a:xfrm>
              <a:off x="8059610" y="6003860"/>
              <a:ext cx="1279951" cy="307052"/>
            </a:xfrm>
            <a:custGeom>
              <a:avLst/>
              <a:gdLst/>
              <a:ahLst/>
              <a:cxnLst/>
              <a:rect r="r" b="b" t="t" l="l"/>
              <a:pathLst>
                <a:path w="1279951" h="307052" stroke="true" fill="norm" extrusionOk="true">
                  <a:moveTo>
                    <a:pt x="43223" y="6293"/>
                  </a:moveTo>
                  <a:cubicBezTo>
                    <a:pt x="382438" y="322425"/>
                    <a:pt x="873196" y="197979"/>
                    <a:pt x="1267608" y="68516"/>
                  </a:cubicBezTo>
                  <a:cubicBezTo>
                    <a:pt x="1277644" y="65505"/>
                    <a:pt x="1285673" y="81562"/>
                    <a:pt x="1274633" y="86580"/>
                  </a:cubicBezTo>
                  <a:cubicBezTo>
                    <a:pt x="1041799" y="192961"/>
                    <a:pt x="796923" y="323429"/>
                    <a:pt x="532978" y="305364"/>
                  </a:cubicBezTo>
                  <a:cubicBezTo>
                    <a:pt x="330251" y="291314"/>
                    <a:pt x="119497" y="214037"/>
                    <a:pt x="4083" y="37404"/>
                  </a:cubicBezTo>
                  <a:cubicBezTo>
                    <a:pt x="-11974" y="12314"/>
                    <a:pt x="23152" y="-11772"/>
                    <a:pt x="43223" y="629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8.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折叠屏技术</a:t>
            </a:r>
          </a:p>
        </p:txBody>
      </p:sp>
      <p:sp>
        <p:nvSpPr>
          <p:cNvPr name="AutoShape 3" id="3"/>
          <p:cNvSpPr/>
          <p:nvPr/>
        </p:nvSpPr>
        <p:spPr>
          <a:xfrm>
            <a:off x="8009780" y="2155350"/>
            <a:ext cx="3902149" cy="2748489"/>
          </a:xfrm>
          <a:prstGeom prst="roundRect">
            <a:avLst>
              <a:gd name="adj" fmla="val 50000"/>
            </a:avLst>
          </a:prstGeom>
          <a:noFill/>
          <a:ln cap="rnd">
            <a:solidFill>
              <a:schemeClr val="accent4"/>
            </a:solidFill>
          </a:ln>
        </p:spPr>
        <p:txBody>
          <a:bodyPr vert="horz" anchor="ctr" tIns="45720" lIns="91440" bIns="45720" rIns="91440"/>
          <a:p>
            <a:pPr algn="ctr" marL="0"/>
          </a:p>
        </p:txBody>
      </p:sp>
      <p:sp>
        <p:nvSpPr>
          <p:cNvPr name="AutoShape 4" id="4"/>
          <p:cNvSpPr/>
          <p:nvPr/>
        </p:nvSpPr>
        <p:spPr>
          <a:xfrm>
            <a:off x="8078175" y="3109465"/>
            <a:ext cx="720000" cy="720000"/>
          </a:xfrm>
          <a:prstGeom prst="ellipse">
            <a:avLst/>
          </a:prstGeom>
          <a:solidFill>
            <a:schemeClr val="accent4"/>
          </a:solidFill>
          <a:ln>
            <a:noFill/>
          </a:ln>
        </p:spPr>
        <p:txBody>
          <a:bodyPr vert="horz" anchor="ctr" tIns="45720" lIns="91440" bIns="45720" rIns="91440"/>
          <a:p>
            <a:pPr algn="ctr" marL="0"/>
            <a:r>
              <a:rPr lang="en-GB" b="false" i="false" sz="1800" baseline="0" u="none">
                <a:solidFill>
                  <a:schemeClr val="lt1"/>
                </a:solidFill>
                <a:latin typeface="Arial"/>
                <a:ea typeface="Arial"/>
              </a:rPr>
              <a:t>03</a:t>
            </a:r>
          </a:p>
        </p:txBody>
      </p:sp>
      <p:sp>
        <p:nvSpPr>
          <p:cNvPr name="TextBox 5" id="5"/>
          <p:cNvSpPr txBox="true"/>
          <p:nvPr/>
        </p:nvSpPr>
        <p:spPr>
          <a:xfrm>
            <a:off x="8932847" y="2259340"/>
            <a:ext cx="2586053"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Arial"/>
                <a:ea typeface="Arial"/>
              </a:rPr>
              <a:t>用户反馈与接受度</a:t>
            </a:r>
            <a:endParaRPr lang="en-US" sz="1100"/>
          </a:p>
        </p:txBody>
      </p:sp>
      <p:sp>
        <p:nvSpPr>
          <p:cNvPr name="AutoShape 6" id="6"/>
          <p:cNvSpPr/>
          <p:nvPr/>
        </p:nvSpPr>
        <p:spPr>
          <a:xfrm>
            <a:off x="8911878" y="2784369"/>
            <a:ext cx="2586063" cy="153924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chemeClr val="tx1">
                    <a:lumMod val="85000"/>
                    <a:lumOff val="15000"/>
                  </a:schemeClr>
                </a:solidFill>
                <a:latin typeface="微软雅黑"/>
                <a:ea typeface="微软雅黑"/>
              </a:rPr>
              <a:t>尽管折叠屏设备价格较高，但用户对其创新设计的认可度逐年上升，普遍反映出强烈的好奇心和愿望。专家预测，未来用户对这类产品的接受度将显著提升。</a:t>
            </a:r>
          </a:p>
        </p:txBody>
      </p:sp>
      <p:sp>
        <p:nvSpPr>
          <p:cNvPr name="AutoShape 7" id="7"/>
          <p:cNvSpPr/>
          <p:nvPr/>
        </p:nvSpPr>
        <p:spPr>
          <a:xfrm>
            <a:off x="171341" y="2155349"/>
            <a:ext cx="3902149" cy="2748490"/>
          </a:xfrm>
          <a:prstGeom prst="roundRect">
            <a:avLst>
              <a:gd name="adj" fmla="val 50000"/>
            </a:avLst>
          </a:prstGeom>
          <a:noFill/>
          <a:ln cap="rnd">
            <a:solidFill>
              <a:schemeClr val="accent2"/>
            </a:solidFill>
          </a:ln>
        </p:spPr>
        <p:txBody>
          <a:bodyPr vert="horz" anchor="ctr" tIns="45720" lIns="91440" bIns="45720" rIns="91440"/>
          <a:p>
            <a:pPr algn="ctr" marL="0"/>
          </a:p>
        </p:txBody>
      </p:sp>
      <p:sp>
        <p:nvSpPr>
          <p:cNvPr name="AutoShape 8" id="8"/>
          <p:cNvSpPr/>
          <p:nvPr/>
        </p:nvSpPr>
        <p:spPr>
          <a:xfrm>
            <a:off x="3301789" y="3069000"/>
            <a:ext cx="720000" cy="720000"/>
          </a:xfrm>
          <a:prstGeom prst="ellipse">
            <a:avLst/>
          </a:prstGeom>
          <a:solidFill>
            <a:schemeClr val="accent2"/>
          </a:solidFill>
          <a:ln>
            <a:noFill/>
          </a:ln>
        </p:spPr>
        <p:txBody>
          <a:bodyPr vert="horz" anchor="ctr" tIns="45720" lIns="91440" bIns="45720" rIns="91440"/>
          <a:p>
            <a:pPr algn="ctr" marL="0"/>
            <a:r>
              <a:rPr lang="en-GB" b="false" i="false" sz="1800" baseline="0" u="none">
                <a:solidFill>
                  <a:schemeClr val="lt1"/>
                </a:solidFill>
                <a:latin typeface="Arial"/>
                <a:ea typeface="Arial"/>
              </a:rPr>
              <a:t>02</a:t>
            </a:r>
          </a:p>
        </p:txBody>
      </p:sp>
      <p:sp>
        <p:nvSpPr>
          <p:cNvPr name="TextBox 9" id="9"/>
          <p:cNvSpPr txBox="true"/>
          <p:nvPr/>
        </p:nvSpPr>
        <p:spPr>
          <a:xfrm flipH="true">
            <a:off x="676886" y="2257866"/>
            <a:ext cx="2571957"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Arial"/>
                <a:ea typeface="Arial"/>
              </a:rPr>
              <a:t>主要厂商产品</a:t>
            </a:r>
            <a:endParaRPr lang="en-US" sz="1100"/>
          </a:p>
        </p:txBody>
      </p:sp>
      <p:sp>
        <p:nvSpPr>
          <p:cNvPr name="AutoShape 10" id="10"/>
          <p:cNvSpPr/>
          <p:nvPr/>
        </p:nvSpPr>
        <p:spPr>
          <a:xfrm flipH="true">
            <a:off x="676884" y="2780005"/>
            <a:ext cx="2571967" cy="138684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solidFill>
                  <a:schemeClr val="tx1">
                    <a:lumMod val="85000"/>
                    <a:lumOff val="15000"/>
                  </a:schemeClr>
                </a:solidFill>
                <a:latin typeface="Arial"/>
                <a:ea typeface="Arial"/>
              </a:rPr>
              <a:t>三星Galaxy Z Flip系列和华为Mate X系列是当前主打折叠屏技术的代表作品，它们在设计和功能上的创新，使得用户体验趋向多样化。而小米和OV品牌也在加速布局。</a:t>
            </a:r>
          </a:p>
        </p:txBody>
      </p:sp>
      <p:sp>
        <p:nvSpPr>
          <p:cNvPr name="AutoShape 11" id="11"/>
          <p:cNvSpPr/>
          <p:nvPr/>
        </p:nvSpPr>
        <p:spPr>
          <a:xfrm>
            <a:off x="3335160" y="668700"/>
            <a:ext cx="5117804" cy="5117804"/>
          </a:xfrm>
          <a:prstGeom prst="arc">
            <a:avLst>
              <a:gd name="adj1" fmla="val 18863323"/>
              <a:gd name="adj2" fmla="val 20517177"/>
            </a:avLst>
          </a:prstGeom>
          <a:noFill/>
          <a:ln cap="rnd">
            <a:solidFill>
              <a:schemeClr val="accent1"/>
            </a:solidFill>
          </a:ln>
        </p:spPr>
        <p:txBody>
          <a:bodyPr vert="horz" anchor="ctr" tIns="45720" lIns="91440" bIns="45720" rIns="91440"/>
          <a:p>
            <a:pPr algn="ctr" marL="0"/>
          </a:p>
        </p:txBody>
      </p:sp>
      <p:sp>
        <p:nvSpPr>
          <p:cNvPr name="TextBox 12" id="12"/>
          <p:cNvSpPr txBox="true"/>
          <p:nvPr/>
        </p:nvSpPr>
        <p:spPr>
          <a:xfrm>
            <a:off x="4196155" y="3130911"/>
            <a:ext cx="3760687" cy="338554"/>
          </a:xfrm>
          <a:prstGeom prst="rect">
            <a:avLst/>
          </a:prstGeom>
          <a:noFill/>
        </p:spPr>
        <p:txBody>
          <a:bodyPr anchor="t" rtlCol="false" vert="horz" wrap="square" tIns="45720" lIns="91440" bIns="45720" rIns="91440">
            <a:spAutoFit/>
          </a:bodyPr>
          <a:lstStyle/>
          <a:p>
            <a:pPr algn="ctr" marL="0">
              <a:defRPr/>
            </a:pPr>
            <a:r>
              <a:rPr lang="zh-CN" b="true" i="false" sz="1600" baseline="0" u="none" altLang="en-US">
                <a:solidFill>
                  <a:schemeClr val="tx1"/>
                </a:solidFill>
                <a:latin typeface="Arial"/>
                <a:ea typeface="Arial"/>
              </a:rPr>
              <a:t>市场现状</a:t>
            </a:r>
            <a:endParaRPr lang="en-US" sz="1100"/>
          </a:p>
        </p:txBody>
      </p:sp>
      <p:sp>
        <p:nvSpPr>
          <p:cNvPr name="AutoShape 13" id="13"/>
          <p:cNvSpPr/>
          <p:nvPr/>
        </p:nvSpPr>
        <p:spPr>
          <a:xfrm>
            <a:off x="4196155" y="3667798"/>
            <a:ext cx="3760687" cy="1177290"/>
          </a:xfrm>
          <a:prstGeom prst="rect">
            <a:avLst/>
          </a:prstGeom>
          <a:ln>
            <a:noFill/>
          </a:ln>
        </p:spPr>
        <p:txBody>
          <a:bodyPr vert="horz" anchor="t" wrap="square" tIns="45720" lIns="91440" bIns="45720" rIns="91440">
            <a:spAutoFit/>
          </a:bodyPr>
          <a:p>
            <a:pPr algn="ctr" marL="0">
              <a:lnSpc>
                <a:spcPct val="150000"/>
              </a:lnSpc>
            </a:pPr>
            <a:r>
              <a:rPr lang="zh-CN" b="false" i="false" sz="1400" baseline="0" u="none" altLang="en-US">
                <a:solidFill>
                  <a:schemeClr val="tx1">
                    <a:lumMod val="85000"/>
                    <a:lumOff val="15000"/>
                  </a:schemeClr>
                </a:solidFill>
                <a:latin typeface="微软雅黑"/>
                <a:ea typeface="微软雅黑"/>
              </a:rPr>
              <a:t>折叠屏手机的市场接纳度逐渐增加，2023年出货量达到350万部。品牌如三星和华为在这一创新领域走在前面，这项技术正在慢慢得到消费者的青睐。</a:t>
            </a:r>
          </a:p>
        </p:txBody>
      </p:sp>
      <p:sp>
        <p:nvSpPr>
          <p:cNvPr name="AutoShape 14" id="14"/>
          <p:cNvSpPr/>
          <p:nvPr/>
        </p:nvSpPr>
        <p:spPr>
          <a:xfrm>
            <a:off x="5716496" y="2221618"/>
            <a:ext cx="720000" cy="720000"/>
          </a:xfrm>
          <a:prstGeom prst="ellipse">
            <a:avLst/>
          </a:prstGeom>
          <a:solidFill>
            <a:schemeClr val="accent1"/>
          </a:solidFill>
          <a:ln>
            <a:noFill/>
          </a:ln>
        </p:spPr>
        <p:txBody>
          <a:bodyPr vert="horz" anchor="ctr" tIns="45720" lIns="91440" bIns="45720" rIns="91440"/>
          <a:p>
            <a:pPr algn="ctr" marL="0"/>
            <a:r>
              <a:rPr lang="en-GB" b="false" i="false" sz="1800" baseline="0" u="none">
                <a:solidFill>
                  <a:schemeClr val="lt1"/>
                </a:solidFill>
                <a:latin typeface="Arial"/>
                <a:ea typeface="Arial"/>
              </a:rPr>
              <a:t>01</a:t>
            </a:r>
          </a:p>
        </p:txBody>
      </p:sp>
      <p:sp>
        <p:nvSpPr>
          <p:cNvPr name="AutoShape 15" id="15"/>
          <p:cNvSpPr/>
          <p:nvPr/>
        </p:nvSpPr>
        <p:spPr>
          <a:xfrm flipH="true">
            <a:off x="3653902" y="668700"/>
            <a:ext cx="5117804" cy="5117804"/>
          </a:xfrm>
          <a:prstGeom prst="arc">
            <a:avLst>
              <a:gd name="adj1" fmla="val 18863323"/>
              <a:gd name="adj2" fmla="val 20517177"/>
            </a:avLst>
          </a:prstGeom>
          <a:noFill/>
          <a:ln cap="rnd">
            <a:solidFill>
              <a:schemeClr val="accent1"/>
            </a:solidFill>
          </a:ln>
        </p:spPr>
        <p:txBody>
          <a:bodyPr vert="horz" anchor="ctr" tIns="45720" lIns="91440" bIns="45720" rIns="91440"/>
          <a:p>
            <a:pPr algn="ctr" marL="0"/>
          </a:p>
        </p:txBody>
      </p:sp>
      <p:sp>
        <p:nvSpPr>
          <p:cNvPr name="AutoShape 16" id="16"/>
          <p:cNvSpPr/>
          <p:nvPr/>
        </p:nvSpPr>
        <p:spPr>
          <a:xfrm flipV="true">
            <a:off x="3426350" y="1291682"/>
            <a:ext cx="5117804" cy="5117804"/>
          </a:xfrm>
          <a:prstGeom prst="arc">
            <a:avLst>
              <a:gd name="adj1" fmla="val 18863323"/>
              <a:gd name="adj2" fmla="val 20517177"/>
            </a:avLst>
          </a:prstGeom>
          <a:noFill/>
          <a:ln cap="rnd">
            <a:solidFill>
              <a:schemeClr val="accent1"/>
            </a:solidFill>
          </a:ln>
        </p:spPr>
        <p:txBody>
          <a:bodyPr vert="horz" anchor="ctr" tIns="45720" lIns="91440" bIns="45720" rIns="91440"/>
          <a:p>
            <a:pPr algn="ctr" marL="0"/>
          </a:p>
        </p:txBody>
      </p:sp>
      <p:sp>
        <p:nvSpPr>
          <p:cNvPr name="AutoShape 17" id="17"/>
          <p:cNvSpPr/>
          <p:nvPr/>
        </p:nvSpPr>
        <p:spPr>
          <a:xfrm flipH="true" flipV="true">
            <a:off x="3562712" y="1368152"/>
            <a:ext cx="5117804" cy="5117804"/>
          </a:xfrm>
          <a:prstGeom prst="arc">
            <a:avLst>
              <a:gd name="adj1" fmla="val 18863323"/>
              <a:gd name="adj2" fmla="val 20517177"/>
            </a:avLst>
          </a:prstGeom>
          <a:noFill/>
          <a:ln cap="rnd">
            <a:solidFill>
              <a:schemeClr val="accent1"/>
            </a:solidFill>
          </a:ln>
        </p:spPr>
        <p:txBody>
          <a:bodyPr vert="horz" anchor="ctr" tIns="45720" lIns="91440" bIns="45720" rIns="91440"/>
          <a:p>
            <a:pPr algn="ctr" marL="0"/>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a:prstGeom prst="rect">
            <a:avLst/>
          </a:prstGeo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消费者行为变化</a:t>
            </a:r>
          </a:p>
        </p:txBody>
      </p:sp>
      <p:sp>
        <p:nvSpPr>
          <p:cNvPr name="AutoShape 3" id="3"/>
          <p:cNvSpPr/>
          <p:nvPr>
            <p:ph type="body" sz="quarter" idx="1"/>
          </p:nvPr>
        </p:nvSpPr>
        <p:spPr>
          <a:xfrm>
            <a:off x="660400" y="1270409"/>
            <a:ext cx="1098645" cy="1016847"/>
          </a:xfrm>
          <a:prstGeom prst="rect">
            <a:avLst/>
          </a:prstGeo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03</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消费者偏好分析</a:t>
            </a:r>
          </a:p>
        </p:txBody>
      </p:sp>
      <p:cxnSp>
        <p:nvCxnSpPr>
          <p:cNvPr name="Connector 3" id="3"/>
          <p:cNvCxnSpPr/>
          <p:nvPr/>
        </p:nvCxnSpPr>
        <p:spPr>
          <a:xfrm flipV="true">
            <a:off x="4917209" y="1717580"/>
            <a:ext cx="0" cy="570986"/>
          </a:xfrm>
          <a:prstGeom prst="line">
            <a:avLst/>
          </a:prstGeom>
          <a:ln w="101600" cap="rnd">
            <a:gradFill>
              <a:gsLst>
                <a:gs pos="20000">
                  <a:schemeClr val="accent1"/>
                </a:gs>
                <a:gs pos="100000">
                  <a:schemeClr val="accent1">
                    <a:alpha val="0"/>
                    <a:lumMod val="60000"/>
                    <a:lumOff val="40000"/>
                  </a:schemeClr>
                </a:gs>
              </a:gsLst>
              <a:lin ang="12000000"/>
            </a:gradFill>
          </a:ln>
        </p:spPr>
      </p:cxnSp>
      <p:cxnSp>
        <p:nvCxnSpPr>
          <p:cNvPr name="Connector 4" id="4"/>
          <p:cNvCxnSpPr/>
          <p:nvPr/>
        </p:nvCxnSpPr>
        <p:spPr>
          <a:xfrm flipV="true">
            <a:off x="4917209" y="3204320"/>
            <a:ext cx="0" cy="570986"/>
          </a:xfrm>
          <a:prstGeom prst="line">
            <a:avLst/>
          </a:prstGeom>
          <a:ln w="101600" cap="rnd">
            <a:gradFill>
              <a:gsLst>
                <a:gs pos="20000">
                  <a:schemeClr val="accent2"/>
                </a:gs>
                <a:gs pos="100000">
                  <a:schemeClr val="accent2">
                    <a:alpha val="0"/>
                    <a:lumMod val="60000"/>
                    <a:lumOff val="40000"/>
                  </a:schemeClr>
                </a:gs>
              </a:gsLst>
              <a:lin ang="12000000"/>
            </a:gradFill>
          </a:ln>
        </p:spPr>
      </p:cxnSp>
      <p:cxnSp>
        <p:nvCxnSpPr>
          <p:cNvPr name="Connector 5" id="5"/>
          <p:cNvCxnSpPr/>
          <p:nvPr/>
        </p:nvCxnSpPr>
        <p:spPr>
          <a:xfrm flipV="true">
            <a:off x="4917209" y="4672295"/>
            <a:ext cx="0" cy="570986"/>
          </a:xfrm>
          <a:prstGeom prst="line">
            <a:avLst/>
          </a:prstGeom>
          <a:ln w="101600" cap="rnd">
            <a:gradFill>
              <a:gsLst>
                <a:gs pos="20000">
                  <a:schemeClr val="accent1"/>
                </a:gs>
                <a:gs pos="100000">
                  <a:schemeClr val="accent1">
                    <a:alpha val="0"/>
                    <a:lumMod val="60000"/>
                    <a:lumOff val="40000"/>
                  </a:schemeClr>
                </a:gs>
              </a:gsLst>
              <a:lin ang="12000000"/>
            </a:gradFill>
          </a:ln>
        </p:spPr>
      </p:cxnSp>
      <p:sp>
        <p:nvSpPr>
          <p:cNvPr name="TextBox 6" id="6"/>
          <p:cNvSpPr txBox="true"/>
          <p:nvPr/>
        </p:nvSpPr>
        <p:spPr>
          <a:xfrm>
            <a:off x="5519734" y="1566808"/>
            <a:ext cx="5999165" cy="340735"/>
          </a:xfrm>
          <a:prstGeom prst="rect">
            <a:avLst/>
          </a:prstGeom>
          <a:noFill/>
        </p:spPr>
        <p:txBody>
          <a:bodyPr anchor="t" rtlCol="false" vert="horz" wrap="square" tIns="46800" lIns="90000" bIns="46800" rIns="90000">
            <a:spAutoFit/>
          </a:bodyPr>
          <a:lstStyle/>
          <a:p>
            <a:pPr algn="l" marL="0">
              <a:defRPr/>
            </a:pPr>
            <a:r>
              <a:rPr lang="zh-CN" b="true" i="false" sz="1600" baseline="0" u="none" altLang="en-US">
                <a:solidFill>
                  <a:schemeClr val="tx1"/>
                </a:solidFill>
                <a:latin typeface="微软雅黑"/>
                <a:ea typeface="微软雅黑"/>
              </a:rPr>
              <a:t>性能关注点</a:t>
            </a:r>
            <a:endParaRPr lang="en-US" sz="1100"/>
          </a:p>
        </p:txBody>
      </p:sp>
      <p:sp>
        <p:nvSpPr>
          <p:cNvPr name="AutoShape 7" id="7"/>
          <p:cNvSpPr/>
          <p:nvPr/>
        </p:nvSpPr>
        <p:spPr>
          <a:xfrm flipH="true">
            <a:off x="5519730" y="1977255"/>
            <a:ext cx="5999165" cy="455550"/>
          </a:xfrm>
          <a:prstGeom prst="rect">
            <a:avLst/>
          </a:prstGeom>
          <a:noFill/>
          <a:ln cap="rnd">
            <a:noFill/>
            <a:prstDash val="solid"/>
          </a:ln>
          <a:effectLst/>
        </p:spPr>
        <p:txBody>
          <a:bodyPr vert="horz" rot="0" anchor="t" wrap="square" tIns="46800" lIns="90000" bIns="46800" rIns="90000">
            <a:spAutoFit/>
          </a:bodyPr>
          <a:p>
            <a:pPr algn="l" marL="0">
              <a:lnSpc>
                <a:spcPct val="150000"/>
              </a:lnSpc>
            </a:pPr>
            <a:r>
              <a:rPr lang="zh-CN" b="false" i="false" sz="1400" baseline="0" u="none" altLang="en-US">
                <a:solidFill>
                  <a:schemeClr val="tx1"/>
                </a:solidFill>
                <a:latin typeface="微软雅黑"/>
                <a:ea typeface="微软雅黑"/>
              </a:rPr>
              <a:t>当前消费者在手机性能上越来越挑剔，重视处理器性能和相机质量，尤其是年轻用户，愿意为更高的性能付出额外的费用，追求极致体验。</a:t>
            </a:r>
          </a:p>
        </p:txBody>
      </p:sp>
      <p:sp>
        <p:nvSpPr>
          <p:cNvPr name="TextBox 8" id="8"/>
          <p:cNvSpPr txBox="true"/>
          <p:nvPr/>
        </p:nvSpPr>
        <p:spPr>
          <a:xfrm>
            <a:off x="5519734" y="3056548"/>
            <a:ext cx="5999165" cy="340735"/>
          </a:xfrm>
          <a:prstGeom prst="rect">
            <a:avLst/>
          </a:prstGeom>
          <a:noFill/>
        </p:spPr>
        <p:txBody>
          <a:bodyPr anchor="t" rtlCol="false" vert="horz" wrap="square" tIns="46800" lIns="90000" bIns="46800" rIns="90000">
            <a:spAutoFit/>
          </a:bodyPr>
          <a:lstStyle/>
          <a:p>
            <a:pPr algn="l" marL="0">
              <a:defRPr/>
            </a:pPr>
            <a:r>
              <a:rPr lang="zh-CN" b="true" i="false" sz="1600" baseline="0" u="none" altLang="en-US">
                <a:solidFill>
                  <a:schemeClr val="tx1"/>
                </a:solidFill>
                <a:latin typeface="微软雅黑"/>
                <a:ea typeface="微软雅黑"/>
              </a:rPr>
              <a:t>设计因素</a:t>
            </a:r>
            <a:endParaRPr lang="en-US" sz="1100"/>
          </a:p>
        </p:txBody>
      </p:sp>
      <p:sp>
        <p:nvSpPr>
          <p:cNvPr name="AutoShape 9" id="9"/>
          <p:cNvSpPr/>
          <p:nvPr/>
        </p:nvSpPr>
        <p:spPr>
          <a:xfrm flipH="true">
            <a:off x="5519730" y="3466995"/>
            <a:ext cx="5999165" cy="455550"/>
          </a:xfrm>
          <a:prstGeom prst="rect">
            <a:avLst/>
          </a:prstGeom>
          <a:noFill/>
          <a:ln cap="rnd">
            <a:noFill/>
            <a:prstDash val="solid"/>
          </a:ln>
          <a:effectLst/>
        </p:spPr>
        <p:txBody>
          <a:bodyPr vert="horz" rot="0" anchor="t" wrap="square" tIns="46800" lIns="90000" bIns="46800" rIns="90000">
            <a:spAutoFit/>
          </a:bodyPr>
          <a:p>
            <a:pPr algn="l" marL="0">
              <a:lnSpc>
                <a:spcPct val="150000"/>
              </a:lnSpc>
            </a:pPr>
            <a:r>
              <a:rPr lang="zh-CN" b="false" i="false" sz="1400" baseline="0" u="none" altLang="en-US">
                <a:solidFill>
                  <a:schemeClr val="tx1"/>
                </a:solidFill>
                <a:latin typeface="微软雅黑"/>
                <a:ea typeface="微软雅黑"/>
              </a:rPr>
              <a:t>手机的外观设计和材质选择也愈发受到关注。轻薄机身、时尚颜色和个性化配件成为重要购买因素，不同的设计风格能够有效吸引不同用户群体。</a:t>
            </a:r>
          </a:p>
        </p:txBody>
      </p:sp>
      <p:sp>
        <p:nvSpPr>
          <p:cNvPr name="TextBox 10" id="10"/>
          <p:cNvSpPr txBox="true"/>
          <p:nvPr/>
        </p:nvSpPr>
        <p:spPr>
          <a:xfrm>
            <a:off x="5519734" y="4546288"/>
            <a:ext cx="5999165" cy="340735"/>
          </a:xfrm>
          <a:prstGeom prst="rect">
            <a:avLst/>
          </a:prstGeom>
          <a:noFill/>
        </p:spPr>
        <p:txBody>
          <a:bodyPr anchor="t" rtlCol="false" vert="horz" wrap="square" tIns="46800" lIns="90000" bIns="46800" rIns="90000">
            <a:spAutoFit/>
          </a:bodyPr>
          <a:lstStyle/>
          <a:p>
            <a:pPr algn="l" marL="0">
              <a:defRPr/>
            </a:pPr>
            <a:r>
              <a:rPr lang="zh-CN" b="true" i="false" sz="1600" baseline="0" u="none" altLang="en-US">
                <a:solidFill>
                  <a:schemeClr val="tx1"/>
                </a:solidFill>
                <a:latin typeface="微软雅黑"/>
                <a:ea typeface="微软雅黑"/>
              </a:rPr>
              <a:t>价格敏感度</a:t>
            </a:r>
            <a:endParaRPr lang="en-US" sz="1100"/>
          </a:p>
        </p:txBody>
      </p:sp>
      <p:sp>
        <p:nvSpPr>
          <p:cNvPr name="AutoShape 11" id="11"/>
          <p:cNvSpPr/>
          <p:nvPr/>
        </p:nvSpPr>
        <p:spPr>
          <a:xfrm flipH="true">
            <a:off x="5519730" y="4956735"/>
            <a:ext cx="5999165" cy="758414"/>
          </a:xfrm>
          <a:prstGeom prst="rect">
            <a:avLst/>
          </a:prstGeom>
          <a:noFill/>
          <a:ln cap="rnd">
            <a:noFill/>
            <a:prstDash val="solid"/>
          </a:ln>
          <a:effectLst/>
        </p:spPr>
        <p:txBody>
          <a:bodyPr vert="horz" rot="0" anchor="t" wrap="square" tIns="46800" lIns="90000" bIns="46800" rIns="90000">
            <a:spAutoFit/>
          </a:bodyPr>
          <a:p>
            <a:pPr algn="l" marL="0">
              <a:lnSpc>
                <a:spcPct val="150000"/>
              </a:lnSpc>
            </a:pPr>
            <a:r>
              <a:rPr lang="zh-CN" b="false" i="false" sz="1400" baseline="0" u="none" altLang="en-US">
                <a:solidFill>
                  <a:schemeClr val="tx1"/>
                </a:solidFill>
                <a:latin typeface="微软雅黑"/>
                <a:ea typeface="微软雅黑"/>
              </a:rPr>
              <a:t>尽管高端手机市场需求强劲，但消费者在选择中更加注重性价比。当前多数用户希望在预算内获取最佳性能和功能，因此厂商需要提出更具竞争力的定价策略。</a:t>
            </a:r>
          </a:p>
        </p:txBody>
      </p:sp>
      <p:grpSp>
        <p:nvGrpSpPr>
          <p:cNvPr name="Group 12" id="12"/>
          <p:cNvGrpSpPr/>
          <p:nvPr/>
        </p:nvGrpSpPr>
        <p:grpSpPr>
          <a:xfrm>
            <a:off x="813940" y="1992933"/>
            <a:ext cx="3500745" cy="3564746"/>
            <a:chOff x="8495403" y="2981735"/>
            <a:chExt cx="1315151" cy="1339195"/>
          </a:xfrm>
        </p:grpSpPr>
        <p:sp>
          <p:nvSpPr>
            <p:cNvPr name="Freeform 13" id="13"/>
            <p:cNvSpPr/>
            <p:nvPr/>
          </p:nvSpPr>
          <p:spPr>
            <a:xfrm>
              <a:off x="9257990" y="3085476"/>
              <a:ext cx="393397" cy="397814"/>
            </a:xfrm>
            <a:custGeom>
              <a:avLst/>
              <a:gdLst/>
              <a:ahLst/>
              <a:cxnLst/>
              <a:rect r="r" b="b" t="t" l="l"/>
              <a:pathLst>
                <a:path w="393397" h="397814" stroke="true" fill="norm" extrusionOk="true">
                  <a:moveTo>
                    <a:pt x="391201" y="23710"/>
                  </a:moveTo>
                  <a:cubicBezTo>
                    <a:pt x="390477" y="22139"/>
                    <a:pt x="390335" y="21453"/>
                    <a:pt x="389401" y="20462"/>
                  </a:cubicBezTo>
                  <a:cubicBezTo>
                    <a:pt x="387115" y="18024"/>
                    <a:pt x="383972" y="15985"/>
                    <a:pt x="382343" y="14623"/>
                  </a:cubicBezTo>
                  <a:cubicBezTo>
                    <a:pt x="381953" y="14290"/>
                    <a:pt x="380486" y="15319"/>
                    <a:pt x="380038" y="15052"/>
                  </a:cubicBezTo>
                  <a:cubicBezTo>
                    <a:pt x="379095" y="14499"/>
                    <a:pt x="380009" y="12747"/>
                    <a:pt x="378447" y="12956"/>
                  </a:cubicBezTo>
                  <a:cubicBezTo>
                    <a:pt x="375980" y="13280"/>
                    <a:pt x="372571" y="10689"/>
                    <a:pt x="368780" y="12366"/>
                  </a:cubicBezTo>
                  <a:cubicBezTo>
                    <a:pt x="367265" y="10432"/>
                    <a:pt x="365179" y="10794"/>
                    <a:pt x="362579" y="11137"/>
                  </a:cubicBezTo>
                  <a:cubicBezTo>
                    <a:pt x="361636" y="11261"/>
                    <a:pt x="361360" y="10194"/>
                    <a:pt x="361207" y="10194"/>
                  </a:cubicBezTo>
                  <a:cubicBezTo>
                    <a:pt x="359197" y="10194"/>
                    <a:pt x="357645" y="12223"/>
                    <a:pt x="356806" y="12213"/>
                  </a:cubicBezTo>
                  <a:cubicBezTo>
                    <a:pt x="356359" y="12204"/>
                    <a:pt x="356683" y="11070"/>
                    <a:pt x="355435" y="11280"/>
                  </a:cubicBezTo>
                  <a:cubicBezTo>
                    <a:pt x="348682" y="12385"/>
                    <a:pt x="345853" y="13328"/>
                    <a:pt x="341805" y="15023"/>
                  </a:cubicBezTo>
                  <a:cubicBezTo>
                    <a:pt x="338157" y="16538"/>
                    <a:pt x="335747" y="17833"/>
                    <a:pt x="335309" y="18624"/>
                  </a:cubicBezTo>
                  <a:cubicBezTo>
                    <a:pt x="335071" y="19071"/>
                    <a:pt x="333356" y="18671"/>
                    <a:pt x="333004" y="19052"/>
                  </a:cubicBezTo>
                  <a:cubicBezTo>
                    <a:pt x="331632" y="20548"/>
                    <a:pt x="331223" y="22072"/>
                    <a:pt x="330184" y="23167"/>
                  </a:cubicBezTo>
                  <a:cubicBezTo>
                    <a:pt x="329546" y="23843"/>
                    <a:pt x="329003" y="25206"/>
                    <a:pt x="328308" y="25901"/>
                  </a:cubicBezTo>
                  <a:cubicBezTo>
                    <a:pt x="327831" y="26377"/>
                    <a:pt x="328174" y="27996"/>
                    <a:pt x="327584" y="28425"/>
                  </a:cubicBezTo>
                  <a:cubicBezTo>
                    <a:pt x="326727" y="29054"/>
                    <a:pt x="325012" y="28482"/>
                    <a:pt x="324117" y="29073"/>
                  </a:cubicBezTo>
                  <a:cubicBezTo>
                    <a:pt x="322993" y="29825"/>
                    <a:pt x="324050" y="31025"/>
                    <a:pt x="323393" y="31597"/>
                  </a:cubicBezTo>
                  <a:cubicBezTo>
                    <a:pt x="322336" y="32530"/>
                    <a:pt x="320364" y="31073"/>
                    <a:pt x="319716" y="31092"/>
                  </a:cubicBezTo>
                  <a:cubicBezTo>
                    <a:pt x="320783" y="29320"/>
                    <a:pt x="323050" y="27425"/>
                    <a:pt x="324631" y="25406"/>
                  </a:cubicBezTo>
                  <a:cubicBezTo>
                    <a:pt x="325574" y="24186"/>
                    <a:pt x="325479" y="22786"/>
                    <a:pt x="326289" y="21510"/>
                  </a:cubicBezTo>
                  <a:cubicBezTo>
                    <a:pt x="326584" y="21053"/>
                    <a:pt x="328213" y="21472"/>
                    <a:pt x="328603" y="21081"/>
                  </a:cubicBezTo>
                  <a:cubicBezTo>
                    <a:pt x="328565" y="21119"/>
                    <a:pt x="329079" y="17119"/>
                    <a:pt x="329108" y="17405"/>
                  </a:cubicBezTo>
                  <a:cubicBezTo>
                    <a:pt x="328851" y="15404"/>
                    <a:pt x="331641" y="10051"/>
                    <a:pt x="330851" y="7518"/>
                  </a:cubicBezTo>
                  <a:cubicBezTo>
                    <a:pt x="330384" y="6032"/>
                    <a:pt x="328746" y="5422"/>
                    <a:pt x="327889" y="4489"/>
                  </a:cubicBezTo>
                  <a:cubicBezTo>
                    <a:pt x="324231" y="507"/>
                    <a:pt x="324565" y="60"/>
                    <a:pt x="319888" y="2"/>
                  </a:cubicBezTo>
                  <a:cubicBezTo>
                    <a:pt x="316001" y="-26"/>
                    <a:pt x="314611" y="193"/>
                    <a:pt x="314115" y="1079"/>
                  </a:cubicBezTo>
                  <a:cubicBezTo>
                    <a:pt x="313935" y="1412"/>
                    <a:pt x="312173" y="1336"/>
                    <a:pt x="311810" y="1507"/>
                  </a:cubicBezTo>
                  <a:cubicBezTo>
                    <a:pt x="305219" y="4755"/>
                    <a:pt x="301190" y="16833"/>
                    <a:pt x="297514" y="20900"/>
                  </a:cubicBezTo>
                  <a:cubicBezTo>
                    <a:pt x="297323" y="24120"/>
                    <a:pt x="298380" y="28196"/>
                    <a:pt x="296932" y="30568"/>
                  </a:cubicBezTo>
                  <a:cubicBezTo>
                    <a:pt x="289941" y="31178"/>
                    <a:pt x="286645" y="35064"/>
                    <a:pt x="281712" y="32216"/>
                  </a:cubicBezTo>
                  <a:cubicBezTo>
                    <a:pt x="283626" y="27206"/>
                    <a:pt x="286055" y="21643"/>
                    <a:pt x="282159" y="15414"/>
                  </a:cubicBezTo>
                  <a:cubicBezTo>
                    <a:pt x="264214" y="14890"/>
                    <a:pt x="251003" y="25329"/>
                    <a:pt x="256461" y="44103"/>
                  </a:cubicBezTo>
                  <a:cubicBezTo>
                    <a:pt x="253165" y="46208"/>
                    <a:pt x="248593" y="47437"/>
                    <a:pt x="244192" y="48789"/>
                  </a:cubicBezTo>
                  <a:cubicBezTo>
                    <a:pt x="245516" y="43189"/>
                    <a:pt x="242992" y="35102"/>
                    <a:pt x="238868" y="33054"/>
                  </a:cubicBezTo>
                  <a:cubicBezTo>
                    <a:pt x="236487" y="34188"/>
                    <a:pt x="234896" y="32435"/>
                    <a:pt x="232877" y="32978"/>
                  </a:cubicBezTo>
                  <a:cubicBezTo>
                    <a:pt x="231686" y="33302"/>
                    <a:pt x="232410" y="34035"/>
                    <a:pt x="231943" y="34350"/>
                  </a:cubicBezTo>
                  <a:cubicBezTo>
                    <a:pt x="231105" y="34912"/>
                    <a:pt x="229238" y="34340"/>
                    <a:pt x="228476" y="34997"/>
                  </a:cubicBezTo>
                  <a:cubicBezTo>
                    <a:pt x="227724" y="35664"/>
                    <a:pt x="227390" y="37988"/>
                    <a:pt x="226819" y="38893"/>
                  </a:cubicBezTo>
                  <a:cubicBezTo>
                    <a:pt x="225323" y="41246"/>
                    <a:pt x="224009" y="42093"/>
                    <a:pt x="224438" y="45313"/>
                  </a:cubicBezTo>
                  <a:cubicBezTo>
                    <a:pt x="224609" y="46608"/>
                    <a:pt x="223666" y="46065"/>
                    <a:pt x="223495" y="46694"/>
                  </a:cubicBezTo>
                  <a:cubicBezTo>
                    <a:pt x="222714" y="49456"/>
                    <a:pt x="221837" y="53114"/>
                    <a:pt x="221542" y="55419"/>
                  </a:cubicBezTo>
                  <a:cubicBezTo>
                    <a:pt x="221075" y="59057"/>
                    <a:pt x="222895" y="61915"/>
                    <a:pt x="220742" y="63934"/>
                  </a:cubicBezTo>
                  <a:cubicBezTo>
                    <a:pt x="216703" y="63934"/>
                    <a:pt x="214370" y="65753"/>
                    <a:pt x="214036" y="66373"/>
                  </a:cubicBezTo>
                  <a:cubicBezTo>
                    <a:pt x="213579" y="67211"/>
                    <a:pt x="208055" y="68916"/>
                    <a:pt x="209417" y="67239"/>
                  </a:cubicBezTo>
                  <a:cubicBezTo>
                    <a:pt x="208836" y="62477"/>
                    <a:pt x="212665" y="60734"/>
                    <a:pt x="210731" y="55057"/>
                  </a:cubicBezTo>
                  <a:cubicBezTo>
                    <a:pt x="209255" y="55543"/>
                    <a:pt x="209865" y="53619"/>
                    <a:pt x="209140" y="52961"/>
                  </a:cubicBezTo>
                  <a:cubicBezTo>
                    <a:pt x="205378" y="49513"/>
                    <a:pt x="199006" y="50361"/>
                    <a:pt x="196958" y="51656"/>
                  </a:cubicBezTo>
                  <a:cubicBezTo>
                    <a:pt x="195310" y="52695"/>
                    <a:pt x="194101" y="52599"/>
                    <a:pt x="192557" y="53676"/>
                  </a:cubicBezTo>
                  <a:cubicBezTo>
                    <a:pt x="192300" y="53857"/>
                    <a:pt x="192072" y="55876"/>
                    <a:pt x="191834" y="56200"/>
                  </a:cubicBezTo>
                  <a:cubicBezTo>
                    <a:pt x="189938" y="58829"/>
                    <a:pt x="189319" y="60877"/>
                    <a:pt x="188500" y="63991"/>
                  </a:cubicBezTo>
                  <a:cubicBezTo>
                    <a:pt x="186814" y="70449"/>
                    <a:pt x="187014" y="77984"/>
                    <a:pt x="187338" y="83318"/>
                  </a:cubicBezTo>
                  <a:cubicBezTo>
                    <a:pt x="181680" y="83975"/>
                    <a:pt x="181556" y="90242"/>
                    <a:pt x="179175" y="90814"/>
                  </a:cubicBezTo>
                  <a:cubicBezTo>
                    <a:pt x="178470" y="90985"/>
                    <a:pt x="178098" y="92223"/>
                    <a:pt x="178241" y="92185"/>
                  </a:cubicBezTo>
                  <a:cubicBezTo>
                    <a:pt x="177317" y="92414"/>
                    <a:pt x="176317" y="91138"/>
                    <a:pt x="175717" y="91461"/>
                  </a:cubicBezTo>
                  <a:cubicBezTo>
                    <a:pt x="174641" y="92033"/>
                    <a:pt x="174546" y="96052"/>
                    <a:pt x="171536" y="94633"/>
                  </a:cubicBezTo>
                  <a:cubicBezTo>
                    <a:pt x="173269" y="89785"/>
                    <a:pt x="175165" y="85042"/>
                    <a:pt x="173136" y="77612"/>
                  </a:cubicBezTo>
                  <a:cubicBezTo>
                    <a:pt x="167002" y="73412"/>
                    <a:pt x="159077" y="76441"/>
                    <a:pt x="155400" y="78536"/>
                  </a:cubicBezTo>
                  <a:cubicBezTo>
                    <a:pt x="151495" y="80765"/>
                    <a:pt x="150495" y="81270"/>
                    <a:pt x="148180" y="84661"/>
                  </a:cubicBezTo>
                  <a:cubicBezTo>
                    <a:pt x="145952" y="87918"/>
                    <a:pt x="145428" y="89918"/>
                    <a:pt x="144856" y="92452"/>
                  </a:cubicBezTo>
                  <a:cubicBezTo>
                    <a:pt x="143237" y="99672"/>
                    <a:pt x="143008" y="104177"/>
                    <a:pt x="145571" y="109035"/>
                  </a:cubicBezTo>
                  <a:cubicBezTo>
                    <a:pt x="146237" y="110311"/>
                    <a:pt x="146056" y="112216"/>
                    <a:pt x="147333" y="112321"/>
                  </a:cubicBezTo>
                  <a:lnTo>
                    <a:pt x="147676" y="114169"/>
                  </a:lnTo>
                  <a:cubicBezTo>
                    <a:pt x="144351" y="117027"/>
                    <a:pt x="141161" y="119855"/>
                    <a:pt x="138494" y="122303"/>
                  </a:cubicBezTo>
                  <a:cubicBezTo>
                    <a:pt x="137341" y="123361"/>
                    <a:pt x="136550" y="124189"/>
                    <a:pt x="135465" y="125256"/>
                  </a:cubicBezTo>
                  <a:cubicBezTo>
                    <a:pt x="135141" y="125580"/>
                    <a:pt x="133436" y="128752"/>
                    <a:pt x="132217" y="127056"/>
                  </a:cubicBezTo>
                  <a:cubicBezTo>
                    <a:pt x="133721" y="122932"/>
                    <a:pt x="133350" y="119760"/>
                    <a:pt x="131216" y="115293"/>
                  </a:cubicBezTo>
                  <a:cubicBezTo>
                    <a:pt x="125225" y="112436"/>
                    <a:pt x="119339" y="114474"/>
                    <a:pt x="116939" y="115579"/>
                  </a:cubicBezTo>
                  <a:cubicBezTo>
                    <a:pt x="116386" y="115836"/>
                    <a:pt x="115062" y="115598"/>
                    <a:pt x="114633" y="116007"/>
                  </a:cubicBezTo>
                  <a:cubicBezTo>
                    <a:pt x="113852" y="116741"/>
                    <a:pt x="115500" y="118150"/>
                    <a:pt x="113910" y="118532"/>
                  </a:cubicBezTo>
                  <a:cubicBezTo>
                    <a:pt x="112719" y="118827"/>
                    <a:pt x="108195" y="125256"/>
                    <a:pt x="108061" y="125599"/>
                  </a:cubicBezTo>
                  <a:cubicBezTo>
                    <a:pt x="107423" y="127237"/>
                    <a:pt x="108337" y="129085"/>
                    <a:pt x="107766" y="130428"/>
                  </a:cubicBezTo>
                  <a:cubicBezTo>
                    <a:pt x="106366" y="133733"/>
                    <a:pt x="108966" y="138010"/>
                    <a:pt x="107404" y="141249"/>
                  </a:cubicBezTo>
                  <a:cubicBezTo>
                    <a:pt x="109099" y="142382"/>
                    <a:pt x="110757" y="146735"/>
                    <a:pt x="111004" y="147745"/>
                  </a:cubicBezTo>
                  <a:cubicBezTo>
                    <a:pt x="111623" y="150278"/>
                    <a:pt x="114595" y="148678"/>
                    <a:pt x="114176" y="151926"/>
                  </a:cubicBezTo>
                  <a:cubicBezTo>
                    <a:pt x="110757" y="154126"/>
                    <a:pt x="109490" y="157355"/>
                    <a:pt x="107385" y="160356"/>
                  </a:cubicBezTo>
                  <a:cubicBezTo>
                    <a:pt x="106423" y="161737"/>
                    <a:pt x="105508" y="163070"/>
                    <a:pt x="104575" y="164471"/>
                  </a:cubicBezTo>
                  <a:cubicBezTo>
                    <a:pt x="103575" y="165956"/>
                    <a:pt x="103346" y="169090"/>
                    <a:pt x="100603" y="168795"/>
                  </a:cubicBezTo>
                  <a:cubicBezTo>
                    <a:pt x="102108" y="164794"/>
                    <a:pt x="99622" y="156146"/>
                    <a:pt x="97584" y="152641"/>
                  </a:cubicBezTo>
                  <a:cubicBezTo>
                    <a:pt x="95755" y="153488"/>
                    <a:pt x="91612" y="151231"/>
                    <a:pt x="92535" y="151193"/>
                  </a:cubicBezTo>
                  <a:cubicBezTo>
                    <a:pt x="87621" y="151374"/>
                    <a:pt x="83163" y="156422"/>
                    <a:pt x="81858" y="157965"/>
                  </a:cubicBezTo>
                  <a:cubicBezTo>
                    <a:pt x="81553" y="158327"/>
                    <a:pt x="82458" y="159803"/>
                    <a:pt x="82287" y="160270"/>
                  </a:cubicBezTo>
                  <a:cubicBezTo>
                    <a:pt x="82220" y="160451"/>
                    <a:pt x="81267" y="160327"/>
                    <a:pt x="81134" y="160480"/>
                  </a:cubicBezTo>
                  <a:cubicBezTo>
                    <a:pt x="80791" y="160889"/>
                    <a:pt x="80820" y="163690"/>
                    <a:pt x="80620" y="164156"/>
                  </a:cubicBezTo>
                  <a:cubicBezTo>
                    <a:pt x="76190" y="174539"/>
                    <a:pt x="88030" y="184864"/>
                    <a:pt x="89983" y="188693"/>
                  </a:cubicBezTo>
                  <a:cubicBezTo>
                    <a:pt x="88659" y="190483"/>
                    <a:pt x="88773" y="190807"/>
                    <a:pt x="87173" y="192798"/>
                  </a:cubicBezTo>
                  <a:cubicBezTo>
                    <a:pt x="86354" y="193798"/>
                    <a:pt x="82925" y="194436"/>
                    <a:pt x="84354" y="196903"/>
                  </a:cubicBezTo>
                  <a:cubicBezTo>
                    <a:pt x="80972" y="200732"/>
                    <a:pt x="78953" y="208981"/>
                    <a:pt x="76553" y="212696"/>
                  </a:cubicBezTo>
                  <a:cubicBezTo>
                    <a:pt x="75724" y="213972"/>
                    <a:pt x="73800" y="217134"/>
                    <a:pt x="72362" y="215858"/>
                  </a:cubicBezTo>
                  <a:lnTo>
                    <a:pt x="70638" y="206628"/>
                  </a:lnTo>
                  <a:cubicBezTo>
                    <a:pt x="69037" y="204552"/>
                    <a:pt x="66999" y="203123"/>
                    <a:pt x="64941" y="201723"/>
                  </a:cubicBezTo>
                  <a:cubicBezTo>
                    <a:pt x="62532" y="202466"/>
                    <a:pt x="58807" y="202456"/>
                    <a:pt x="58017" y="203018"/>
                  </a:cubicBezTo>
                  <a:cubicBezTo>
                    <a:pt x="57626" y="203294"/>
                    <a:pt x="57769" y="205200"/>
                    <a:pt x="57293" y="205542"/>
                  </a:cubicBezTo>
                  <a:cubicBezTo>
                    <a:pt x="55198" y="207047"/>
                    <a:pt x="52073" y="208428"/>
                    <a:pt x="51016" y="210295"/>
                  </a:cubicBezTo>
                  <a:cubicBezTo>
                    <a:pt x="50930" y="210457"/>
                    <a:pt x="51206" y="211257"/>
                    <a:pt x="51235" y="211448"/>
                  </a:cubicBezTo>
                  <a:cubicBezTo>
                    <a:pt x="51406" y="212762"/>
                    <a:pt x="50521" y="212143"/>
                    <a:pt x="50292" y="212819"/>
                  </a:cubicBezTo>
                  <a:cubicBezTo>
                    <a:pt x="49825" y="214201"/>
                    <a:pt x="50111" y="214867"/>
                    <a:pt x="49787" y="216496"/>
                  </a:cubicBezTo>
                  <a:cubicBezTo>
                    <a:pt x="48292" y="223973"/>
                    <a:pt x="49625" y="229603"/>
                    <a:pt x="52511" y="237489"/>
                  </a:cubicBezTo>
                  <a:cubicBezTo>
                    <a:pt x="53388" y="240128"/>
                    <a:pt x="56569" y="239404"/>
                    <a:pt x="57988" y="241242"/>
                  </a:cubicBezTo>
                  <a:cubicBezTo>
                    <a:pt x="56988" y="245966"/>
                    <a:pt x="52130" y="250462"/>
                    <a:pt x="50692" y="253348"/>
                  </a:cubicBezTo>
                  <a:cubicBezTo>
                    <a:pt x="50082" y="254577"/>
                    <a:pt x="50873" y="255939"/>
                    <a:pt x="50187" y="257025"/>
                  </a:cubicBezTo>
                  <a:cubicBezTo>
                    <a:pt x="49892" y="257482"/>
                    <a:pt x="48178" y="257006"/>
                    <a:pt x="47873" y="257454"/>
                  </a:cubicBezTo>
                  <a:cubicBezTo>
                    <a:pt x="46682" y="259197"/>
                    <a:pt x="48825" y="262168"/>
                    <a:pt x="45063" y="261559"/>
                  </a:cubicBezTo>
                  <a:cubicBezTo>
                    <a:pt x="45511" y="267560"/>
                    <a:pt x="41367" y="272189"/>
                    <a:pt x="39348" y="275770"/>
                  </a:cubicBezTo>
                  <a:cubicBezTo>
                    <a:pt x="38272" y="277685"/>
                    <a:pt x="36662" y="280361"/>
                    <a:pt x="36747" y="281038"/>
                  </a:cubicBezTo>
                  <a:cubicBezTo>
                    <a:pt x="36976" y="282752"/>
                    <a:pt x="35681" y="284933"/>
                    <a:pt x="35309" y="286086"/>
                  </a:cubicBezTo>
                  <a:cubicBezTo>
                    <a:pt x="34633" y="288124"/>
                    <a:pt x="33776" y="290629"/>
                    <a:pt x="32918" y="292506"/>
                  </a:cubicBezTo>
                  <a:cubicBezTo>
                    <a:pt x="32109" y="294315"/>
                    <a:pt x="29775" y="295106"/>
                    <a:pt x="28946" y="296830"/>
                  </a:cubicBezTo>
                  <a:cubicBezTo>
                    <a:pt x="28537" y="297687"/>
                    <a:pt x="28623" y="299811"/>
                    <a:pt x="28442" y="300507"/>
                  </a:cubicBezTo>
                  <a:cubicBezTo>
                    <a:pt x="28251" y="301240"/>
                    <a:pt x="26661" y="302354"/>
                    <a:pt x="27927" y="304183"/>
                  </a:cubicBezTo>
                  <a:cubicBezTo>
                    <a:pt x="25860" y="304421"/>
                    <a:pt x="25575" y="305964"/>
                    <a:pt x="24898" y="307136"/>
                  </a:cubicBezTo>
                  <a:cubicBezTo>
                    <a:pt x="24194" y="308355"/>
                    <a:pt x="23927" y="308803"/>
                    <a:pt x="23022" y="309879"/>
                  </a:cubicBezTo>
                  <a:cubicBezTo>
                    <a:pt x="22698" y="310260"/>
                    <a:pt x="22689" y="313127"/>
                    <a:pt x="22508" y="313556"/>
                  </a:cubicBezTo>
                  <a:cubicBezTo>
                    <a:pt x="21927" y="315004"/>
                    <a:pt x="21593" y="315156"/>
                    <a:pt x="20631" y="316290"/>
                  </a:cubicBezTo>
                  <a:cubicBezTo>
                    <a:pt x="20346" y="316632"/>
                    <a:pt x="21184" y="318137"/>
                    <a:pt x="21060" y="318595"/>
                  </a:cubicBezTo>
                  <a:cubicBezTo>
                    <a:pt x="21012" y="318757"/>
                    <a:pt x="20022" y="318671"/>
                    <a:pt x="19907" y="318814"/>
                  </a:cubicBezTo>
                  <a:cubicBezTo>
                    <a:pt x="19583" y="319195"/>
                    <a:pt x="19574" y="322052"/>
                    <a:pt x="19403" y="322490"/>
                  </a:cubicBezTo>
                  <a:cubicBezTo>
                    <a:pt x="18822" y="323938"/>
                    <a:pt x="18488" y="324100"/>
                    <a:pt x="17526" y="325224"/>
                  </a:cubicBezTo>
                  <a:cubicBezTo>
                    <a:pt x="17240" y="325567"/>
                    <a:pt x="18079" y="327081"/>
                    <a:pt x="17964" y="327539"/>
                  </a:cubicBezTo>
                  <a:cubicBezTo>
                    <a:pt x="17917" y="327691"/>
                    <a:pt x="16926" y="327615"/>
                    <a:pt x="16812" y="327758"/>
                  </a:cubicBezTo>
                  <a:cubicBezTo>
                    <a:pt x="16516" y="328110"/>
                    <a:pt x="17383" y="329606"/>
                    <a:pt x="17240" y="330063"/>
                  </a:cubicBezTo>
                  <a:cubicBezTo>
                    <a:pt x="17183" y="330234"/>
                    <a:pt x="16212" y="330129"/>
                    <a:pt x="16078" y="330282"/>
                  </a:cubicBezTo>
                  <a:cubicBezTo>
                    <a:pt x="15802" y="330615"/>
                    <a:pt x="16631" y="332130"/>
                    <a:pt x="16507" y="332587"/>
                  </a:cubicBezTo>
                  <a:cubicBezTo>
                    <a:pt x="16469" y="332749"/>
                    <a:pt x="15469" y="332673"/>
                    <a:pt x="15354" y="332806"/>
                  </a:cubicBezTo>
                  <a:cubicBezTo>
                    <a:pt x="15069" y="333149"/>
                    <a:pt x="15907" y="334663"/>
                    <a:pt x="15783" y="335111"/>
                  </a:cubicBezTo>
                  <a:cubicBezTo>
                    <a:pt x="15364" y="336673"/>
                    <a:pt x="14859" y="336740"/>
                    <a:pt x="13906" y="337854"/>
                  </a:cubicBezTo>
                  <a:cubicBezTo>
                    <a:pt x="13611" y="338207"/>
                    <a:pt x="14478" y="339702"/>
                    <a:pt x="14345" y="340169"/>
                  </a:cubicBezTo>
                  <a:cubicBezTo>
                    <a:pt x="13583" y="342626"/>
                    <a:pt x="12240" y="343426"/>
                    <a:pt x="11535" y="344274"/>
                  </a:cubicBezTo>
                  <a:cubicBezTo>
                    <a:pt x="11249" y="344617"/>
                    <a:pt x="12087" y="346131"/>
                    <a:pt x="11964" y="346579"/>
                  </a:cubicBezTo>
                  <a:cubicBezTo>
                    <a:pt x="11916" y="346732"/>
                    <a:pt x="10925" y="346655"/>
                    <a:pt x="10811" y="346798"/>
                  </a:cubicBezTo>
                  <a:cubicBezTo>
                    <a:pt x="10516" y="347151"/>
                    <a:pt x="11373" y="348646"/>
                    <a:pt x="11239" y="349113"/>
                  </a:cubicBezTo>
                  <a:cubicBezTo>
                    <a:pt x="11192" y="349275"/>
                    <a:pt x="10201" y="349189"/>
                    <a:pt x="10087" y="349332"/>
                  </a:cubicBezTo>
                  <a:cubicBezTo>
                    <a:pt x="9820" y="349656"/>
                    <a:pt x="10611" y="351199"/>
                    <a:pt x="10525" y="351646"/>
                  </a:cubicBezTo>
                  <a:cubicBezTo>
                    <a:pt x="10116" y="353704"/>
                    <a:pt x="9125" y="356561"/>
                    <a:pt x="9297" y="357847"/>
                  </a:cubicBezTo>
                  <a:cubicBezTo>
                    <a:pt x="9468" y="359085"/>
                    <a:pt x="8468" y="358676"/>
                    <a:pt x="8363" y="359219"/>
                  </a:cubicBezTo>
                  <a:cubicBezTo>
                    <a:pt x="7649" y="362581"/>
                    <a:pt x="7249" y="365400"/>
                    <a:pt x="7563" y="367725"/>
                  </a:cubicBezTo>
                  <a:cubicBezTo>
                    <a:pt x="7725" y="368991"/>
                    <a:pt x="6772" y="368506"/>
                    <a:pt x="6630" y="369096"/>
                  </a:cubicBezTo>
                  <a:cubicBezTo>
                    <a:pt x="6268" y="370544"/>
                    <a:pt x="5744" y="371696"/>
                    <a:pt x="5201" y="372639"/>
                  </a:cubicBezTo>
                  <a:lnTo>
                    <a:pt x="0" y="389842"/>
                  </a:lnTo>
                  <a:lnTo>
                    <a:pt x="5115" y="397814"/>
                  </a:lnTo>
                  <a:lnTo>
                    <a:pt x="11297" y="381374"/>
                  </a:lnTo>
                  <a:cubicBezTo>
                    <a:pt x="10735" y="377745"/>
                    <a:pt x="11649" y="373916"/>
                    <a:pt x="12097" y="372859"/>
                  </a:cubicBezTo>
                  <a:cubicBezTo>
                    <a:pt x="13221" y="370230"/>
                    <a:pt x="12430" y="367191"/>
                    <a:pt x="13106" y="365505"/>
                  </a:cubicBezTo>
                  <a:cubicBezTo>
                    <a:pt x="13811" y="363762"/>
                    <a:pt x="14687" y="361486"/>
                    <a:pt x="14554" y="360457"/>
                  </a:cubicBezTo>
                  <a:cubicBezTo>
                    <a:pt x="14126" y="357199"/>
                    <a:pt x="17802" y="353408"/>
                    <a:pt x="16078" y="349418"/>
                  </a:cubicBezTo>
                  <a:cubicBezTo>
                    <a:pt x="19202" y="347036"/>
                    <a:pt x="19050" y="342521"/>
                    <a:pt x="20126" y="339111"/>
                  </a:cubicBezTo>
                  <a:cubicBezTo>
                    <a:pt x="20174" y="338940"/>
                    <a:pt x="21155" y="339035"/>
                    <a:pt x="21279" y="338892"/>
                  </a:cubicBezTo>
                  <a:cubicBezTo>
                    <a:pt x="21365" y="338788"/>
                    <a:pt x="21793" y="335168"/>
                    <a:pt x="21784" y="335206"/>
                  </a:cubicBezTo>
                  <a:cubicBezTo>
                    <a:pt x="21831" y="334511"/>
                    <a:pt x="21184" y="333568"/>
                    <a:pt x="21355" y="332901"/>
                  </a:cubicBezTo>
                  <a:cubicBezTo>
                    <a:pt x="21469" y="332454"/>
                    <a:pt x="23251" y="331844"/>
                    <a:pt x="23451" y="331310"/>
                  </a:cubicBezTo>
                  <a:cubicBezTo>
                    <a:pt x="23670" y="330729"/>
                    <a:pt x="22984" y="329634"/>
                    <a:pt x="23022" y="329005"/>
                  </a:cubicBezTo>
                  <a:cubicBezTo>
                    <a:pt x="23089" y="327862"/>
                    <a:pt x="23784" y="328224"/>
                    <a:pt x="23965" y="327634"/>
                  </a:cubicBezTo>
                  <a:cubicBezTo>
                    <a:pt x="24679" y="325310"/>
                    <a:pt x="25651" y="321671"/>
                    <a:pt x="26137" y="320071"/>
                  </a:cubicBezTo>
                  <a:cubicBezTo>
                    <a:pt x="26489" y="318880"/>
                    <a:pt x="26146" y="317680"/>
                    <a:pt x="26641" y="316385"/>
                  </a:cubicBezTo>
                  <a:cubicBezTo>
                    <a:pt x="26851" y="315842"/>
                    <a:pt x="28442" y="315385"/>
                    <a:pt x="28737" y="314804"/>
                  </a:cubicBezTo>
                  <a:cubicBezTo>
                    <a:pt x="29318" y="313623"/>
                    <a:pt x="28651" y="312184"/>
                    <a:pt x="29242" y="311127"/>
                  </a:cubicBezTo>
                  <a:cubicBezTo>
                    <a:pt x="30213" y="309384"/>
                    <a:pt x="31318" y="307660"/>
                    <a:pt x="33214" y="306803"/>
                  </a:cubicBezTo>
                  <a:cubicBezTo>
                    <a:pt x="32347" y="303183"/>
                    <a:pt x="35557" y="302374"/>
                    <a:pt x="34014" y="298297"/>
                  </a:cubicBezTo>
                  <a:cubicBezTo>
                    <a:pt x="37529" y="296916"/>
                    <a:pt x="38281" y="293049"/>
                    <a:pt x="39643" y="290077"/>
                  </a:cubicBezTo>
                  <a:cubicBezTo>
                    <a:pt x="40986" y="287162"/>
                    <a:pt x="43196" y="283876"/>
                    <a:pt x="42539" y="279980"/>
                  </a:cubicBezTo>
                  <a:cubicBezTo>
                    <a:pt x="44682" y="278713"/>
                    <a:pt x="44691" y="277123"/>
                    <a:pt x="45349" y="275875"/>
                  </a:cubicBezTo>
                  <a:cubicBezTo>
                    <a:pt x="45491" y="275608"/>
                    <a:pt x="44987" y="274989"/>
                    <a:pt x="45130" y="274722"/>
                  </a:cubicBezTo>
                  <a:cubicBezTo>
                    <a:pt x="45368" y="274275"/>
                    <a:pt x="47187" y="274732"/>
                    <a:pt x="47435" y="274294"/>
                  </a:cubicBezTo>
                  <a:cubicBezTo>
                    <a:pt x="48711" y="272103"/>
                    <a:pt x="49816" y="269731"/>
                    <a:pt x="49606" y="266721"/>
                  </a:cubicBezTo>
                  <a:cubicBezTo>
                    <a:pt x="52073" y="267036"/>
                    <a:pt x="50854" y="264940"/>
                    <a:pt x="51483" y="263988"/>
                  </a:cubicBezTo>
                  <a:cubicBezTo>
                    <a:pt x="53740" y="260521"/>
                    <a:pt x="55997" y="257301"/>
                    <a:pt x="59427" y="255339"/>
                  </a:cubicBezTo>
                  <a:cubicBezTo>
                    <a:pt x="61065" y="257187"/>
                    <a:pt x="63322" y="255882"/>
                    <a:pt x="65618" y="256568"/>
                  </a:cubicBezTo>
                  <a:cubicBezTo>
                    <a:pt x="66113" y="256720"/>
                    <a:pt x="66637" y="258454"/>
                    <a:pt x="67208" y="258663"/>
                  </a:cubicBezTo>
                  <a:cubicBezTo>
                    <a:pt x="68409" y="259111"/>
                    <a:pt x="70590" y="257454"/>
                    <a:pt x="70885" y="259168"/>
                  </a:cubicBezTo>
                  <a:cubicBezTo>
                    <a:pt x="79429" y="258863"/>
                    <a:pt x="87287" y="254787"/>
                    <a:pt x="91230" y="252977"/>
                  </a:cubicBezTo>
                  <a:cubicBezTo>
                    <a:pt x="93859" y="251777"/>
                    <a:pt x="94336" y="251386"/>
                    <a:pt x="95412" y="249815"/>
                  </a:cubicBezTo>
                  <a:cubicBezTo>
                    <a:pt x="97584" y="246643"/>
                    <a:pt x="100356" y="243919"/>
                    <a:pt x="99670" y="240652"/>
                  </a:cubicBezTo>
                  <a:cubicBezTo>
                    <a:pt x="99108" y="237937"/>
                    <a:pt x="97317" y="237175"/>
                    <a:pt x="96498" y="236470"/>
                  </a:cubicBezTo>
                  <a:cubicBezTo>
                    <a:pt x="96269" y="236270"/>
                    <a:pt x="96507" y="235508"/>
                    <a:pt x="96279" y="235318"/>
                  </a:cubicBezTo>
                  <a:cubicBezTo>
                    <a:pt x="95888" y="234984"/>
                    <a:pt x="94421" y="236013"/>
                    <a:pt x="93964" y="235746"/>
                  </a:cubicBezTo>
                  <a:cubicBezTo>
                    <a:pt x="91973" y="234594"/>
                    <a:pt x="90659" y="232889"/>
                    <a:pt x="88707" y="233146"/>
                  </a:cubicBezTo>
                  <a:cubicBezTo>
                    <a:pt x="87544" y="233298"/>
                    <a:pt x="87782" y="232279"/>
                    <a:pt x="87335" y="232203"/>
                  </a:cubicBezTo>
                  <a:cubicBezTo>
                    <a:pt x="85535" y="231946"/>
                    <a:pt x="81210" y="232384"/>
                    <a:pt x="79038" y="232555"/>
                  </a:cubicBezTo>
                  <a:cubicBezTo>
                    <a:pt x="75781" y="232822"/>
                    <a:pt x="72457" y="235089"/>
                    <a:pt x="69590" y="233127"/>
                  </a:cubicBezTo>
                  <a:cubicBezTo>
                    <a:pt x="71114" y="232822"/>
                    <a:pt x="70266" y="230907"/>
                    <a:pt x="71466" y="230393"/>
                  </a:cubicBezTo>
                  <a:cubicBezTo>
                    <a:pt x="73914" y="229050"/>
                    <a:pt x="73162" y="225516"/>
                    <a:pt x="76372" y="224697"/>
                  </a:cubicBezTo>
                  <a:cubicBezTo>
                    <a:pt x="77886" y="224545"/>
                    <a:pt x="76695" y="223145"/>
                    <a:pt x="77095" y="222173"/>
                  </a:cubicBezTo>
                  <a:cubicBezTo>
                    <a:pt x="78153" y="219582"/>
                    <a:pt x="80744" y="218373"/>
                    <a:pt x="82001" y="216477"/>
                  </a:cubicBezTo>
                  <a:cubicBezTo>
                    <a:pt x="83068" y="214867"/>
                    <a:pt x="83182" y="211553"/>
                    <a:pt x="84601" y="211219"/>
                  </a:cubicBezTo>
                  <a:cubicBezTo>
                    <a:pt x="86240" y="210819"/>
                    <a:pt x="86163" y="208809"/>
                    <a:pt x="87630" y="208267"/>
                  </a:cubicBezTo>
                  <a:cubicBezTo>
                    <a:pt x="90973" y="211210"/>
                    <a:pt x="98270" y="216810"/>
                    <a:pt x="102270" y="216287"/>
                  </a:cubicBezTo>
                  <a:cubicBezTo>
                    <a:pt x="103251" y="216144"/>
                    <a:pt x="103432" y="217211"/>
                    <a:pt x="103632" y="217220"/>
                  </a:cubicBezTo>
                  <a:cubicBezTo>
                    <a:pt x="107318" y="217315"/>
                    <a:pt x="113995" y="214324"/>
                    <a:pt x="114957" y="213915"/>
                  </a:cubicBezTo>
                  <a:cubicBezTo>
                    <a:pt x="115948" y="213496"/>
                    <a:pt x="117491" y="213829"/>
                    <a:pt x="118415" y="213267"/>
                  </a:cubicBezTo>
                  <a:cubicBezTo>
                    <a:pt x="119053" y="212877"/>
                    <a:pt x="119958" y="210610"/>
                    <a:pt x="121234" y="209152"/>
                  </a:cubicBezTo>
                  <a:cubicBezTo>
                    <a:pt x="122444" y="207781"/>
                    <a:pt x="125368" y="206104"/>
                    <a:pt x="125206" y="204828"/>
                  </a:cubicBezTo>
                  <a:cubicBezTo>
                    <a:pt x="124987" y="203171"/>
                    <a:pt x="126511" y="204171"/>
                    <a:pt x="127302" y="203237"/>
                  </a:cubicBezTo>
                  <a:cubicBezTo>
                    <a:pt x="127616" y="202875"/>
                    <a:pt x="126692" y="201399"/>
                    <a:pt x="126873" y="200932"/>
                  </a:cubicBezTo>
                  <a:cubicBezTo>
                    <a:pt x="126949" y="200742"/>
                    <a:pt x="127883" y="200875"/>
                    <a:pt x="128026" y="200713"/>
                  </a:cubicBezTo>
                  <a:cubicBezTo>
                    <a:pt x="128464" y="200199"/>
                    <a:pt x="128416" y="196656"/>
                    <a:pt x="128321" y="195874"/>
                  </a:cubicBezTo>
                  <a:cubicBezTo>
                    <a:pt x="128302" y="195722"/>
                    <a:pt x="126930" y="196141"/>
                    <a:pt x="126949" y="194932"/>
                  </a:cubicBezTo>
                  <a:cubicBezTo>
                    <a:pt x="126959" y="194493"/>
                    <a:pt x="128578" y="194827"/>
                    <a:pt x="127892" y="193569"/>
                  </a:cubicBezTo>
                  <a:cubicBezTo>
                    <a:pt x="127711" y="193255"/>
                    <a:pt x="125549" y="192036"/>
                    <a:pt x="125149" y="191693"/>
                  </a:cubicBezTo>
                  <a:cubicBezTo>
                    <a:pt x="122730" y="189645"/>
                    <a:pt x="119691" y="186873"/>
                    <a:pt x="117148" y="187207"/>
                  </a:cubicBezTo>
                  <a:cubicBezTo>
                    <a:pt x="115948" y="187378"/>
                    <a:pt x="116262" y="186359"/>
                    <a:pt x="115776" y="186273"/>
                  </a:cubicBezTo>
                  <a:cubicBezTo>
                    <a:pt x="111166" y="185464"/>
                    <a:pt x="107823" y="186788"/>
                    <a:pt x="102861" y="187483"/>
                  </a:cubicBezTo>
                  <a:cubicBezTo>
                    <a:pt x="101222" y="187721"/>
                    <a:pt x="100212" y="186864"/>
                    <a:pt x="99184" y="186978"/>
                  </a:cubicBezTo>
                  <a:cubicBezTo>
                    <a:pt x="99260" y="186969"/>
                    <a:pt x="97527" y="189702"/>
                    <a:pt x="96879" y="187407"/>
                  </a:cubicBezTo>
                  <a:cubicBezTo>
                    <a:pt x="95660" y="183883"/>
                    <a:pt x="99174" y="183606"/>
                    <a:pt x="100632" y="181920"/>
                  </a:cubicBezTo>
                  <a:cubicBezTo>
                    <a:pt x="101346" y="180501"/>
                    <a:pt x="102623" y="179139"/>
                    <a:pt x="103442" y="177815"/>
                  </a:cubicBezTo>
                  <a:cubicBezTo>
                    <a:pt x="106471" y="172967"/>
                    <a:pt x="109614" y="169243"/>
                    <a:pt x="113043" y="165271"/>
                  </a:cubicBezTo>
                  <a:cubicBezTo>
                    <a:pt x="112862" y="166976"/>
                    <a:pt x="114615" y="167566"/>
                    <a:pt x="114843" y="168519"/>
                  </a:cubicBezTo>
                  <a:cubicBezTo>
                    <a:pt x="115167" y="169852"/>
                    <a:pt x="115634" y="168900"/>
                    <a:pt x="116215" y="169462"/>
                  </a:cubicBezTo>
                  <a:cubicBezTo>
                    <a:pt x="119967" y="173138"/>
                    <a:pt x="121549" y="173053"/>
                    <a:pt x="127683" y="173291"/>
                  </a:cubicBezTo>
                  <a:cubicBezTo>
                    <a:pt x="130521" y="173395"/>
                    <a:pt x="132940" y="173605"/>
                    <a:pt x="134817" y="173148"/>
                  </a:cubicBezTo>
                  <a:cubicBezTo>
                    <a:pt x="138732" y="172214"/>
                    <a:pt x="138208" y="171443"/>
                    <a:pt x="138999" y="169976"/>
                  </a:cubicBezTo>
                  <a:cubicBezTo>
                    <a:pt x="139151" y="169700"/>
                    <a:pt x="140970" y="169652"/>
                    <a:pt x="141313" y="169547"/>
                  </a:cubicBezTo>
                  <a:cubicBezTo>
                    <a:pt x="145294" y="168290"/>
                    <a:pt x="144342" y="168490"/>
                    <a:pt x="145494" y="166376"/>
                  </a:cubicBezTo>
                  <a:cubicBezTo>
                    <a:pt x="145742" y="165928"/>
                    <a:pt x="147476" y="166357"/>
                    <a:pt x="147809" y="165937"/>
                  </a:cubicBezTo>
                  <a:cubicBezTo>
                    <a:pt x="150200" y="162947"/>
                    <a:pt x="149305" y="160356"/>
                    <a:pt x="148600" y="157432"/>
                  </a:cubicBezTo>
                  <a:cubicBezTo>
                    <a:pt x="148323" y="156308"/>
                    <a:pt x="147438" y="156860"/>
                    <a:pt x="147238" y="156489"/>
                  </a:cubicBezTo>
                  <a:cubicBezTo>
                    <a:pt x="146418" y="154984"/>
                    <a:pt x="146380" y="153183"/>
                    <a:pt x="145218" y="152088"/>
                  </a:cubicBezTo>
                  <a:cubicBezTo>
                    <a:pt x="143551" y="150497"/>
                    <a:pt x="141722" y="151021"/>
                    <a:pt x="140170" y="150640"/>
                  </a:cubicBezTo>
                  <a:cubicBezTo>
                    <a:pt x="139713" y="150536"/>
                    <a:pt x="139132" y="148716"/>
                    <a:pt x="138579" y="148554"/>
                  </a:cubicBezTo>
                  <a:cubicBezTo>
                    <a:pt x="134693" y="147383"/>
                    <a:pt x="129940" y="148678"/>
                    <a:pt x="125444" y="148621"/>
                  </a:cubicBezTo>
                  <a:cubicBezTo>
                    <a:pt x="127911" y="144687"/>
                    <a:pt x="129759" y="140058"/>
                    <a:pt x="132740" y="136505"/>
                  </a:cubicBezTo>
                  <a:cubicBezTo>
                    <a:pt x="135903" y="132743"/>
                    <a:pt x="139351" y="129895"/>
                    <a:pt x="144142" y="127218"/>
                  </a:cubicBezTo>
                  <a:cubicBezTo>
                    <a:pt x="146752" y="129771"/>
                    <a:pt x="148666" y="133343"/>
                    <a:pt x="151638" y="135372"/>
                  </a:cubicBezTo>
                  <a:cubicBezTo>
                    <a:pt x="157077" y="136381"/>
                    <a:pt x="163944" y="137743"/>
                    <a:pt x="170755" y="135391"/>
                  </a:cubicBezTo>
                  <a:cubicBezTo>
                    <a:pt x="170659" y="135419"/>
                    <a:pt x="171145" y="134305"/>
                    <a:pt x="171688" y="134019"/>
                  </a:cubicBezTo>
                  <a:cubicBezTo>
                    <a:pt x="172688" y="133495"/>
                    <a:pt x="174127" y="133829"/>
                    <a:pt x="175155" y="133371"/>
                  </a:cubicBezTo>
                  <a:cubicBezTo>
                    <a:pt x="177956" y="127475"/>
                    <a:pt x="182404" y="124685"/>
                    <a:pt x="180642" y="118017"/>
                  </a:cubicBezTo>
                  <a:cubicBezTo>
                    <a:pt x="178832" y="111150"/>
                    <a:pt x="171650" y="111159"/>
                    <a:pt x="166726" y="107483"/>
                  </a:cubicBezTo>
                  <a:cubicBezTo>
                    <a:pt x="171755" y="102539"/>
                    <a:pt x="177555" y="98119"/>
                    <a:pt x="184623" y="94576"/>
                  </a:cubicBezTo>
                  <a:cubicBezTo>
                    <a:pt x="185147" y="97881"/>
                    <a:pt x="187576" y="98110"/>
                    <a:pt x="188014" y="99920"/>
                  </a:cubicBezTo>
                  <a:cubicBezTo>
                    <a:pt x="188548" y="102110"/>
                    <a:pt x="191081" y="101977"/>
                    <a:pt x="192119" y="102730"/>
                  </a:cubicBezTo>
                  <a:cubicBezTo>
                    <a:pt x="193081" y="103434"/>
                    <a:pt x="193967" y="105387"/>
                    <a:pt x="195072" y="105758"/>
                  </a:cubicBezTo>
                  <a:cubicBezTo>
                    <a:pt x="196139" y="106120"/>
                    <a:pt x="199225" y="105720"/>
                    <a:pt x="201063" y="105835"/>
                  </a:cubicBezTo>
                  <a:cubicBezTo>
                    <a:pt x="212122" y="106530"/>
                    <a:pt x="222256" y="99320"/>
                    <a:pt x="220837" y="90195"/>
                  </a:cubicBezTo>
                  <a:cubicBezTo>
                    <a:pt x="220018" y="84975"/>
                    <a:pt x="217284" y="85118"/>
                    <a:pt x="214712" y="82984"/>
                  </a:cubicBezTo>
                  <a:cubicBezTo>
                    <a:pt x="214265" y="82613"/>
                    <a:pt x="214617" y="81165"/>
                    <a:pt x="214284" y="80670"/>
                  </a:cubicBezTo>
                  <a:cubicBezTo>
                    <a:pt x="213922" y="80146"/>
                    <a:pt x="211550" y="80041"/>
                    <a:pt x="210607" y="80165"/>
                  </a:cubicBezTo>
                  <a:cubicBezTo>
                    <a:pt x="208960" y="80384"/>
                    <a:pt x="208788" y="77717"/>
                    <a:pt x="207654" y="77145"/>
                  </a:cubicBezTo>
                  <a:cubicBezTo>
                    <a:pt x="210512" y="76745"/>
                    <a:pt x="211550" y="74488"/>
                    <a:pt x="211836" y="73964"/>
                  </a:cubicBezTo>
                  <a:cubicBezTo>
                    <a:pt x="212084" y="73526"/>
                    <a:pt x="213789" y="73926"/>
                    <a:pt x="214141" y="73535"/>
                  </a:cubicBezTo>
                  <a:cubicBezTo>
                    <a:pt x="214560" y="73078"/>
                    <a:pt x="214256" y="71326"/>
                    <a:pt x="214865" y="71011"/>
                  </a:cubicBezTo>
                  <a:cubicBezTo>
                    <a:pt x="216408" y="70211"/>
                    <a:pt x="218923" y="70354"/>
                    <a:pt x="220628" y="69935"/>
                  </a:cubicBezTo>
                  <a:cubicBezTo>
                    <a:pt x="222180" y="69554"/>
                    <a:pt x="224047" y="67849"/>
                    <a:pt x="225238" y="69068"/>
                  </a:cubicBezTo>
                  <a:cubicBezTo>
                    <a:pt x="225162" y="73583"/>
                    <a:pt x="227676" y="74326"/>
                    <a:pt x="228114" y="78088"/>
                  </a:cubicBezTo>
                  <a:cubicBezTo>
                    <a:pt x="231153" y="77726"/>
                    <a:pt x="231848" y="81822"/>
                    <a:pt x="233810" y="83003"/>
                  </a:cubicBezTo>
                  <a:cubicBezTo>
                    <a:pt x="234591" y="83470"/>
                    <a:pt x="236754" y="83222"/>
                    <a:pt x="237487" y="83508"/>
                  </a:cubicBezTo>
                  <a:cubicBezTo>
                    <a:pt x="237830" y="83641"/>
                    <a:pt x="238268" y="84194"/>
                    <a:pt x="238849" y="84442"/>
                  </a:cubicBezTo>
                  <a:cubicBezTo>
                    <a:pt x="246831" y="87851"/>
                    <a:pt x="259766" y="79793"/>
                    <a:pt x="259271" y="72269"/>
                  </a:cubicBezTo>
                  <a:cubicBezTo>
                    <a:pt x="258842" y="65811"/>
                    <a:pt x="253089" y="63410"/>
                    <a:pt x="250184" y="62020"/>
                  </a:cubicBezTo>
                  <a:cubicBezTo>
                    <a:pt x="249346" y="61620"/>
                    <a:pt x="248364" y="60524"/>
                    <a:pt x="247440" y="60143"/>
                  </a:cubicBezTo>
                  <a:cubicBezTo>
                    <a:pt x="246002" y="59553"/>
                    <a:pt x="242202" y="60705"/>
                    <a:pt x="242183" y="57543"/>
                  </a:cubicBezTo>
                  <a:cubicBezTo>
                    <a:pt x="245097" y="56933"/>
                    <a:pt x="245336" y="54904"/>
                    <a:pt x="246364" y="54371"/>
                  </a:cubicBezTo>
                  <a:cubicBezTo>
                    <a:pt x="247993" y="53533"/>
                    <a:pt x="249736" y="52828"/>
                    <a:pt x="250765" y="52352"/>
                  </a:cubicBezTo>
                  <a:cubicBezTo>
                    <a:pt x="253689" y="51018"/>
                    <a:pt x="256413" y="51904"/>
                    <a:pt x="258842" y="50847"/>
                  </a:cubicBezTo>
                  <a:cubicBezTo>
                    <a:pt x="259004" y="53952"/>
                    <a:pt x="260461" y="56600"/>
                    <a:pt x="261499" y="58715"/>
                  </a:cubicBezTo>
                  <a:cubicBezTo>
                    <a:pt x="263233" y="62258"/>
                    <a:pt x="268481" y="69173"/>
                    <a:pt x="271729" y="68744"/>
                  </a:cubicBezTo>
                  <a:cubicBezTo>
                    <a:pt x="272920" y="68592"/>
                    <a:pt x="272625" y="69611"/>
                    <a:pt x="273101" y="69678"/>
                  </a:cubicBezTo>
                  <a:cubicBezTo>
                    <a:pt x="277873" y="70487"/>
                    <a:pt x="282578" y="68163"/>
                    <a:pt x="283493" y="67735"/>
                  </a:cubicBezTo>
                  <a:cubicBezTo>
                    <a:pt x="286360" y="66420"/>
                    <a:pt x="286369" y="66115"/>
                    <a:pt x="287674" y="64563"/>
                  </a:cubicBezTo>
                  <a:cubicBezTo>
                    <a:pt x="289598" y="62277"/>
                    <a:pt x="290665" y="61296"/>
                    <a:pt x="291427" y="59086"/>
                  </a:cubicBezTo>
                  <a:cubicBezTo>
                    <a:pt x="294113" y="51228"/>
                    <a:pt x="285312" y="45503"/>
                    <a:pt x="281483" y="44227"/>
                  </a:cubicBezTo>
                  <a:cubicBezTo>
                    <a:pt x="279949" y="43713"/>
                    <a:pt x="277854" y="44951"/>
                    <a:pt x="276435" y="42779"/>
                  </a:cubicBezTo>
                  <a:cubicBezTo>
                    <a:pt x="279064" y="40779"/>
                    <a:pt x="282893" y="39341"/>
                    <a:pt x="287541" y="38312"/>
                  </a:cubicBezTo>
                  <a:cubicBezTo>
                    <a:pt x="292951" y="37121"/>
                    <a:pt x="298323" y="36655"/>
                    <a:pt x="300666" y="38255"/>
                  </a:cubicBezTo>
                  <a:cubicBezTo>
                    <a:pt x="300238" y="41055"/>
                    <a:pt x="300714" y="42160"/>
                    <a:pt x="300581" y="44237"/>
                  </a:cubicBezTo>
                  <a:cubicBezTo>
                    <a:pt x="300447" y="46484"/>
                    <a:pt x="299114" y="47532"/>
                    <a:pt x="299133" y="49294"/>
                  </a:cubicBezTo>
                  <a:cubicBezTo>
                    <a:pt x="299133" y="49075"/>
                    <a:pt x="300399" y="49418"/>
                    <a:pt x="300504" y="50228"/>
                  </a:cubicBezTo>
                  <a:cubicBezTo>
                    <a:pt x="300504" y="50285"/>
                    <a:pt x="299409" y="50380"/>
                    <a:pt x="299352" y="50447"/>
                  </a:cubicBezTo>
                  <a:cubicBezTo>
                    <a:pt x="298428" y="51552"/>
                    <a:pt x="301180" y="53762"/>
                    <a:pt x="301152" y="53695"/>
                  </a:cubicBezTo>
                  <a:cubicBezTo>
                    <a:pt x="301657" y="54752"/>
                    <a:pt x="300142" y="55362"/>
                    <a:pt x="300428" y="56219"/>
                  </a:cubicBezTo>
                  <a:cubicBezTo>
                    <a:pt x="300457" y="56286"/>
                    <a:pt x="301495" y="55943"/>
                    <a:pt x="301581" y="56000"/>
                  </a:cubicBezTo>
                  <a:cubicBezTo>
                    <a:pt x="302943" y="56943"/>
                    <a:pt x="302057" y="59562"/>
                    <a:pt x="303590" y="60400"/>
                  </a:cubicBezTo>
                  <a:cubicBezTo>
                    <a:pt x="303981" y="60620"/>
                    <a:pt x="303752" y="62334"/>
                    <a:pt x="304019" y="62705"/>
                  </a:cubicBezTo>
                  <a:cubicBezTo>
                    <a:pt x="304124" y="62839"/>
                    <a:pt x="305019" y="62410"/>
                    <a:pt x="305172" y="62496"/>
                  </a:cubicBezTo>
                  <a:cubicBezTo>
                    <a:pt x="305619" y="62744"/>
                    <a:pt x="305210" y="64468"/>
                    <a:pt x="305600" y="64811"/>
                  </a:cubicBezTo>
                  <a:cubicBezTo>
                    <a:pt x="306200" y="65315"/>
                    <a:pt x="308991" y="65668"/>
                    <a:pt x="310648" y="66258"/>
                  </a:cubicBezTo>
                  <a:cubicBezTo>
                    <a:pt x="310829" y="66325"/>
                    <a:pt x="310705" y="67277"/>
                    <a:pt x="310867" y="67411"/>
                  </a:cubicBezTo>
                  <a:cubicBezTo>
                    <a:pt x="311382" y="67839"/>
                    <a:pt x="314935" y="67801"/>
                    <a:pt x="315697" y="67697"/>
                  </a:cubicBezTo>
                  <a:cubicBezTo>
                    <a:pt x="315678" y="67697"/>
                    <a:pt x="319926" y="66296"/>
                    <a:pt x="321259" y="65468"/>
                  </a:cubicBezTo>
                  <a:cubicBezTo>
                    <a:pt x="321374" y="65392"/>
                    <a:pt x="320964" y="64449"/>
                    <a:pt x="321040" y="64315"/>
                  </a:cubicBezTo>
                  <a:cubicBezTo>
                    <a:pt x="321250" y="63925"/>
                    <a:pt x="322964" y="64153"/>
                    <a:pt x="323345" y="63887"/>
                  </a:cubicBezTo>
                  <a:cubicBezTo>
                    <a:pt x="323479" y="63782"/>
                    <a:pt x="323040" y="62886"/>
                    <a:pt x="323136" y="62725"/>
                  </a:cubicBezTo>
                  <a:cubicBezTo>
                    <a:pt x="323383" y="62277"/>
                    <a:pt x="325117" y="62705"/>
                    <a:pt x="325450" y="62296"/>
                  </a:cubicBezTo>
                  <a:cubicBezTo>
                    <a:pt x="325822" y="61839"/>
                    <a:pt x="325726" y="59134"/>
                    <a:pt x="325955" y="58610"/>
                  </a:cubicBezTo>
                  <a:cubicBezTo>
                    <a:pt x="326698" y="56914"/>
                    <a:pt x="327622" y="57419"/>
                    <a:pt x="327613" y="54724"/>
                  </a:cubicBezTo>
                  <a:cubicBezTo>
                    <a:pt x="327603" y="51114"/>
                    <a:pt x="324917" y="47294"/>
                    <a:pt x="323374" y="44770"/>
                  </a:cubicBezTo>
                  <a:cubicBezTo>
                    <a:pt x="322402" y="43189"/>
                    <a:pt x="321012" y="41579"/>
                    <a:pt x="320202" y="40579"/>
                  </a:cubicBezTo>
                  <a:cubicBezTo>
                    <a:pt x="319440" y="39645"/>
                    <a:pt x="316840" y="38912"/>
                    <a:pt x="318402" y="37331"/>
                  </a:cubicBezTo>
                  <a:cubicBezTo>
                    <a:pt x="325669" y="35626"/>
                    <a:pt x="329289" y="40779"/>
                    <a:pt x="332613" y="43036"/>
                  </a:cubicBezTo>
                  <a:cubicBezTo>
                    <a:pt x="334261" y="44151"/>
                    <a:pt x="336080" y="44703"/>
                    <a:pt x="337880" y="45637"/>
                  </a:cubicBezTo>
                  <a:cubicBezTo>
                    <a:pt x="339576" y="46523"/>
                    <a:pt x="342281" y="48351"/>
                    <a:pt x="343138" y="48237"/>
                  </a:cubicBezTo>
                  <a:cubicBezTo>
                    <a:pt x="344586" y="48047"/>
                    <a:pt x="347701" y="50256"/>
                    <a:pt x="348405" y="50837"/>
                  </a:cubicBezTo>
                  <a:cubicBezTo>
                    <a:pt x="348748" y="51123"/>
                    <a:pt x="350253" y="50285"/>
                    <a:pt x="350711" y="50409"/>
                  </a:cubicBezTo>
                  <a:cubicBezTo>
                    <a:pt x="350872" y="50447"/>
                    <a:pt x="350796" y="51447"/>
                    <a:pt x="350920" y="51561"/>
                  </a:cubicBezTo>
                  <a:cubicBezTo>
                    <a:pt x="351272" y="51856"/>
                    <a:pt x="352768" y="50990"/>
                    <a:pt x="353225" y="51133"/>
                  </a:cubicBezTo>
                  <a:cubicBezTo>
                    <a:pt x="353397" y="51180"/>
                    <a:pt x="353301" y="52161"/>
                    <a:pt x="353444" y="52285"/>
                  </a:cubicBezTo>
                  <a:cubicBezTo>
                    <a:pt x="353854" y="52628"/>
                    <a:pt x="356654" y="52590"/>
                    <a:pt x="357121" y="52790"/>
                  </a:cubicBezTo>
                  <a:cubicBezTo>
                    <a:pt x="362064" y="54904"/>
                    <a:pt x="375504" y="52238"/>
                    <a:pt x="379266" y="49847"/>
                  </a:cubicBezTo>
                  <a:cubicBezTo>
                    <a:pt x="379533" y="49675"/>
                    <a:pt x="380114" y="49704"/>
                    <a:pt x="380419" y="49628"/>
                  </a:cubicBezTo>
                  <a:cubicBezTo>
                    <a:pt x="381657" y="49323"/>
                    <a:pt x="380867" y="48599"/>
                    <a:pt x="381353" y="48256"/>
                  </a:cubicBezTo>
                  <a:cubicBezTo>
                    <a:pt x="382343" y="47570"/>
                    <a:pt x="384648" y="47294"/>
                    <a:pt x="385753" y="46237"/>
                  </a:cubicBezTo>
                  <a:cubicBezTo>
                    <a:pt x="386544" y="45484"/>
                    <a:pt x="386791" y="43303"/>
                    <a:pt x="387420" y="42341"/>
                  </a:cubicBezTo>
                  <a:cubicBezTo>
                    <a:pt x="388963" y="39979"/>
                    <a:pt x="391240" y="37940"/>
                    <a:pt x="392325" y="36645"/>
                  </a:cubicBezTo>
                  <a:cubicBezTo>
                    <a:pt x="392630" y="36283"/>
                    <a:pt x="391725" y="34807"/>
                    <a:pt x="391887" y="34340"/>
                  </a:cubicBezTo>
                  <a:cubicBezTo>
                    <a:pt x="391963" y="34159"/>
                    <a:pt x="392916" y="34283"/>
                    <a:pt x="393040" y="34130"/>
                  </a:cubicBezTo>
                  <a:cubicBezTo>
                    <a:pt x="393487" y="33597"/>
                    <a:pt x="393421" y="30092"/>
                    <a:pt x="393335" y="29292"/>
                  </a:cubicBezTo>
                  <a:cubicBezTo>
                    <a:pt x="393040" y="25568"/>
                    <a:pt x="391763" y="24920"/>
                    <a:pt x="391201" y="23710"/>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14" id="14"/>
            <p:cNvGrpSpPr/>
            <p:nvPr/>
          </p:nvGrpSpPr>
          <p:grpSpPr>
            <a:xfrm>
              <a:off x="9307158" y="3085457"/>
              <a:ext cx="344332" cy="259110"/>
              <a:chOff x="2816418" y="488877"/>
              <a:chExt cx="344332" cy="259110"/>
            </a:xfrm>
          </p:grpSpPr>
          <p:sp>
            <p:nvSpPr>
              <p:cNvPr name="Freeform 15" id="15"/>
              <p:cNvSpPr/>
              <p:nvPr/>
            </p:nvSpPr>
            <p:spPr>
              <a:xfrm>
                <a:off x="2816418" y="690581"/>
                <a:ext cx="24545" cy="38900"/>
              </a:xfrm>
              <a:custGeom>
                <a:avLst/>
                <a:gdLst/>
                <a:ahLst/>
                <a:cxnLst/>
                <a:rect r="r" b="b" t="t" l="l"/>
                <a:pathLst>
                  <a:path w="24545" h="38900" stroke="true" fill="norm" extrusionOk="true">
                    <a:moveTo>
                      <a:pt x="8134" y="38900"/>
                    </a:moveTo>
                    <a:cubicBezTo>
                      <a:pt x="12249" y="34557"/>
                      <a:pt x="17402" y="31318"/>
                      <a:pt x="22641" y="28385"/>
                    </a:cubicBezTo>
                    <a:cubicBezTo>
                      <a:pt x="23631" y="27661"/>
                      <a:pt x="24050" y="26537"/>
                      <a:pt x="24546" y="25479"/>
                    </a:cubicBezTo>
                    <a:cubicBezTo>
                      <a:pt x="24250" y="24794"/>
                      <a:pt x="24031" y="24060"/>
                      <a:pt x="23927" y="23355"/>
                    </a:cubicBezTo>
                    <a:cubicBezTo>
                      <a:pt x="23469" y="20355"/>
                      <a:pt x="23450" y="17307"/>
                      <a:pt x="23460" y="14278"/>
                    </a:cubicBezTo>
                    <a:cubicBezTo>
                      <a:pt x="23374" y="14230"/>
                      <a:pt x="23279" y="14211"/>
                      <a:pt x="23193" y="14135"/>
                    </a:cubicBezTo>
                    <a:lnTo>
                      <a:pt x="21469" y="4905"/>
                    </a:lnTo>
                    <a:cubicBezTo>
                      <a:pt x="19869" y="2829"/>
                      <a:pt x="17830" y="1400"/>
                      <a:pt x="15773" y="0"/>
                    </a:cubicBezTo>
                    <a:cubicBezTo>
                      <a:pt x="13363" y="743"/>
                      <a:pt x="9639" y="733"/>
                      <a:pt x="8848" y="1295"/>
                    </a:cubicBezTo>
                    <a:cubicBezTo>
                      <a:pt x="8458" y="1572"/>
                      <a:pt x="8601" y="3477"/>
                      <a:pt x="8125" y="3820"/>
                    </a:cubicBezTo>
                    <a:cubicBezTo>
                      <a:pt x="6029" y="5324"/>
                      <a:pt x="2905" y="6706"/>
                      <a:pt x="1848" y="8573"/>
                    </a:cubicBezTo>
                    <a:cubicBezTo>
                      <a:pt x="1762" y="8734"/>
                      <a:pt x="2038" y="9535"/>
                      <a:pt x="2067" y="9725"/>
                    </a:cubicBezTo>
                    <a:cubicBezTo>
                      <a:pt x="2238" y="11040"/>
                      <a:pt x="1352" y="10420"/>
                      <a:pt x="1124" y="11097"/>
                    </a:cubicBezTo>
                    <a:cubicBezTo>
                      <a:pt x="657" y="12478"/>
                      <a:pt x="943" y="13145"/>
                      <a:pt x="619" y="14773"/>
                    </a:cubicBezTo>
                    <a:cubicBezTo>
                      <a:pt x="-877" y="22250"/>
                      <a:pt x="457" y="27880"/>
                      <a:pt x="3343" y="35766"/>
                    </a:cubicBezTo>
                    <a:cubicBezTo>
                      <a:pt x="4095" y="38043"/>
                      <a:pt x="6553" y="37824"/>
                      <a:pt x="8134" y="3890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6" id="16"/>
              <p:cNvSpPr/>
              <p:nvPr/>
            </p:nvSpPr>
            <p:spPr>
              <a:xfrm>
                <a:off x="2825467" y="720953"/>
                <a:ext cx="41556" cy="27034"/>
              </a:xfrm>
              <a:custGeom>
                <a:avLst/>
                <a:gdLst/>
                <a:ahLst/>
                <a:cxnLst/>
                <a:rect r="r" b="b" t="t" l="l"/>
                <a:pathLst>
                  <a:path w="41556" h="27034" stroke="true" fill="norm" extrusionOk="true">
                    <a:moveTo>
                      <a:pt x="41453" y="8528"/>
                    </a:moveTo>
                    <a:cubicBezTo>
                      <a:pt x="40891" y="5813"/>
                      <a:pt x="39100" y="5051"/>
                      <a:pt x="38281" y="4346"/>
                    </a:cubicBezTo>
                    <a:cubicBezTo>
                      <a:pt x="38052" y="4146"/>
                      <a:pt x="38291" y="3384"/>
                      <a:pt x="38062" y="3194"/>
                    </a:cubicBezTo>
                    <a:cubicBezTo>
                      <a:pt x="37672" y="2860"/>
                      <a:pt x="36204" y="3889"/>
                      <a:pt x="35748" y="3622"/>
                    </a:cubicBezTo>
                    <a:cubicBezTo>
                      <a:pt x="33757" y="2470"/>
                      <a:pt x="32442" y="765"/>
                      <a:pt x="30490" y="1022"/>
                    </a:cubicBezTo>
                    <a:cubicBezTo>
                      <a:pt x="29328" y="1174"/>
                      <a:pt x="29566" y="155"/>
                      <a:pt x="29118" y="79"/>
                    </a:cubicBezTo>
                    <a:cubicBezTo>
                      <a:pt x="27318" y="-178"/>
                      <a:pt x="22993" y="260"/>
                      <a:pt x="20822" y="431"/>
                    </a:cubicBezTo>
                    <a:cubicBezTo>
                      <a:pt x="19860" y="508"/>
                      <a:pt x="18888" y="765"/>
                      <a:pt x="17926" y="1032"/>
                    </a:cubicBezTo>
                    <a:cubicBezTo>
                      <a:pt x="17774" y="1165"/>
                      <a:pt x="17659" y="1317"/>
                      <a:pt x="17459" y="1422"/>
                    </a:cubicBezTo>
                    <a:cubicBezTo>
                      <a:pt x="10973" y="4975"/>
                      <a:pt x="4248" y="8880"/>
                      <a:pt x="0" y="15119"/>
                    </a:cubicBezTo>
                    <a:cubicBezTo>
                      <a:pt x="257" y="18443"/>
                      <a:pt x="410" y="21796"/>
                      <a:pt x="2581" y="24092"/>
                    </a:cubicBezTo>
                    <a:cubicBezTo>
                      <a:pt x="4001" y="24501"/>
                      <a:pt x="5667" y="23920"/>
                      <a:pt x="7382" y="24434"/>
                    </a:cubicBezTo>
                    <a:cubicBezTo>
                      <a:pt x="7877" y="24587"/>
                      <a:pt x="8401" y="26320"/>
                      <a:pt x="8973" y="26530"/>
                    </a:cubicBezTo>
                    <a:cubicBezTo>
                      <a:pt x="10173" y="26978"/>
                      <a:pt x="12354" y="25320"/>
                      <a:pt x="12649" y="27035"/>
                    </a:cubicBezTo>
                    <a:cubicBezTo>
                      <a:pt x="21193" y="26730"/>
                      <a:pt x="29051" y="22653"/>
                      <a:pt x="32995" y="20844"/>
                    </a:cubicBezTo>
                    <a:cubicBezTo>
                      <a:pt x="35624" y="19643"/>
                      <a:pt x="36100" y="19253"/>
                      <a:pt x="37176" y="17681"/>
                    </a:cubicBezTo>
                    <a:cubicBezTo>
                      <a:pt x="39367" y="14519"/>
                      <a:pt x="42129" y="11785"/>
                      <a:pt x="41453" y="852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7" id="17"/>
              <p:cNvSpPr/>
              <p:nvPr/>
            </p:nvSpPr>
            <p:spPr>
              <a:xfrm>
                <a:off x="2846865" y="640041"/>
                <a:ext cx="21454" cy="36299"/>
              </a:xfrm>
              <a:custGeom>
                <a:avLst/>
                <a:gdLst/>
                <a:ahLst/>
                <a:cxnLst/>
                <a:rect r="r" b="b" t="t" l="l"/>
                <a:pathLst>
                  <a:path w="21454" h="36299" stroke="true" fill="norm" extrusionOk="true">
                    <a:moveTo>
                      <a:pt x="16978" y="32290"/>
                    </a:moveTo>
                    <a:cubicBezTo>
                      <a:pt x="16940" y="32166"/>
                      <a:pt x="16883" y="32052"/>
                      <a:pt x="16854" y="31918"/>
                    </a:cubicBezTo>
                    <a:cubicBezTo>
                      <a:pt x="16378" y="28261"/>
                      <a:pt x="19340" y="25451"/>
                      <a:pt x="20340" y="22174"/>
                    </a:cubicBezTo>
                    <a:cubicBezTo>
                      <a:pt x="20807" y="20660"/>
                      <a:pt x="21112" y="19117"/>
                      <a:pt x="21455" y="17583"/>
                    </a:cubicBezTo>
                    <a:cubicBezTo>
                      <a:pt x="21293" y="17593"/>
                      <a:pt x="21150" y="17621"/>
                      <a:pt x="20969" y="17602"/>
                    </a:cubicBezTo>
                    <a:cubicBezTo>
                      <a:pt x="22474" y="13602"/>
                      <a:pt x="19988" y="4953"/>
                      <a:pt x="17950" y="1448"/>
                    </a:cubicBezTo>
                    <a:cubicBezTo>
                      <a:pt x="16121" y="2295"/>
                      <a:pt x="11977" y="38"/>
                      <a:pt x="12901" y="0"/>
                    </a:cubicBezTo>
                    <a:cubicBezTo>
                      <a:pt x="7986" y="181"/>
                      <a:pt x="3529" y="5229"/>
                      <a:pt x="2224" y="6772"/>
                    </a:cubicBezTo>
                    <a:cubicBezTo>
                      <a:pt x="1919" y="7134"/>
                      <a:pt x="2824" y="8611"/>
                      <a:pt x="2652" y="9077"/>
                    </a:cubicBezTo>
                    <a:cubicBezTo>
                      <a:pt x="2586" y="9258"/>
                      <a:pt x="1633" y="9134"/>
                      <a:pt x="1500" y="9287"/>
                    </a:cubicBezTo>
                    <a:cubicBezTo>
                      <a:pt x="1157" y="9696"/>
                      <a:pt x="1185" y="12497"/>
                      <a:pt x="985" y="12964"/>
                    </a:cubicBezTo>
                    <a:cubicBezTo>
                      <a:pt x="-3044" y="22412"/>
                      <a:pt x="6377" y="31794"/>
                      <a:pt x="9577" y="36300"/>
                    </a:cubicBezTo>
                    <a:cubicBezTo>
                      <a:pt x="11930" y="34566"/>
                      <a:pt x="14435" y="33166"/>
                      <a:pt x="16978" y="3229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 id="18"/>
              <p:cNvSpPr/>
              <p:nvPr/>
            </p:nvSpPr>
            <p:spPr>
              <a:xfrm>
                <a:off x="2853023" y="674858"/>
                <a:ext cx="42631" cy="31183"/>
              </a:xfrm>
              <a:custGeom>
                <a:avLst/>
                <a:gdLst/>
                <a:ahLst/>
                <a:cxnLst/>
                <a:rect r="r" b="b" t="t" l="l"/>
                <a:pathLst>
                  <a:path w="42631" h="31183" stroke="true" fill="norm" extrusionOk="true">
                    <a:moveTo>
                      <a:pt x="42567" y="9855"/>
                    </a:moveTo>
                    <a:cubicBezTo>
                      <a:pt x="42548" y="9703"/>
                      <a:pt x="41177" y="10122"/>
                      <a:pt x="41196" y="8912"/>
                    </a:cubicBezTo>
                    <a:cubicBezTo>
                      <a:pt x="41205" y="8474"/>
                      <a:pt x="42824" y="8807"/>
                      <a:pt x="42139" y="7550"/>
                    </a:cubicBezTo>
                    <a:cubicBezTo>
                      <a:pt x="41958" y="7236"/>
                      <a:pt x="39796" y="6017"/>
                      <a:pt x="39395" y="5674"/>
                    </a:cubicBezTo>
                    <a:cubicBezTo>
                      <a:pt x="36976" y="3626"/>
                      <a:pt x="33937" y="854"/>
                      <a:pt x="31394" y="1187"/>
                    </a:cubicBezTo>
                    <a:cubicBezTo>
                      <a:pt x="30194" y="1359"/>
                      <a:pt x="30509" y="340"/>
                      <a:pt x="30023" y="254"/>
                    </a:cubicBezTo>
                    <a:cubicBezTo>
                      <a:pt x="25413" y="-556"/>
                      <a:pt x="22069" y="768"/>
                      <a:pt x="17107" y="1464"/>
                    </a:cubicBezTo>
                    <a:cubicBezTo>
                      <a:pt x="16078" y="1616"/>
                      <a:pt x="15307" y="1340"/>
                      <a:pt x="14611" y="1140"/>
                    </a:cubicBezTo>
                    <a:cubicBezTo>
                      <a:pt x="14345" y="1387"/>
                      <a:pt x="14021" y="1587"/>
                      <a:pt x="13592" y="1702"/>
                    </a:cubicBezTo>
                    <a:cubicBezTo>
                      <a:pt x="13230" y="1788"/>
                      <a:pt x="12868" y="1940"/>
                      <a:pt x="12516" y="2064"/>
                    </a:cubicBezTo>
                    <a:cubicBezTo>
                      <a:pt x="12287" y="2235"/>
                      <a:pt x="12049" y="2330"/>
                      <a:pt x="11830" y="2292"/>
                    </a:cubicBezTo>
                    <a:cubicBezTo>
                      <a:pt x="7411" y="3997"/>
                      <a:pt x="2962" y="7741"/>
                      <a:pt x="0" y="11427"/>
                    </a:cubicBezTo>
                    <a:cubicBezTo>
                      <a:pt x="48" y="11608"/>
                      <a:pt x="105" y="11779"/>
                      <a:pt x="105" y="11979"/>
                    </a:cubicBezTo>
                    <a:cubicBezTo>
                      <a:pt x="152" y="15799"/>
                      <a:pt x="848" y="19323"/>
                      <a:pt x="2372" y="22647"/>
                    </a:cubicBezTo>
                    <a:cubicBezTo>
                      <a:pt x="5877" y="25667"/>
                      <a:pt x="12697" y="30753"/>
                      <a:pt x="16526" y="30248"/>
                    </a:cubicBezTo>
                    <a:cubicBezTo>
                      <a:pt x="17507" y="30105"/>
                      <a:pt x="17688" y="31172"/>
                      <a:pt x="17888" y="31182"/>
                    </a:cubicBezTo>
                    <a:cubicBezTo>
                      <a:pt x="21574" y="31277"/>
                      <a:pt x="28251" y="28286"/>
                      <a:pt x="29213" y="27876"/>
                    </a:cubicBezTo>
                    <a:cubicBezTo>
                      <a:pt x="30204" y="27457"/>
                      <a:pt x="31747" y="27791"/>
                      <a:pt x="32671" y="27229"/>
                    </a:cubicBezTo>
                    <a:cubicBezTo>
                      <a:pt x="33309" y="26838"/>
                      <a:pt x="34214" y="24571"/>
                      <a:pt x="35490" y="23114"/>
                    </a:cubicBezTo>
                    <a:cubicBezTo>
                      <a:pt x="36700" y="21742"/>
                      <a:pt x="39624" y="20066"/>
                      <a:pt x="39462" y="18790"/>
                    </a:cubicBezTo>
                    <a:cubicBezTo>
                      <a:pt x="39243" y="17132"/>
                      <a:pt x="40767" y="18132"/>
                      <a:pt x="41558" y="17199"/>
                    </a:cubicBezTo>
                    <a:cubicBezTo>
                      <a:pt x="41872" y="16837"/>
                      <a:pt x="40948" y="15361"/>
                      <a:pt x="41129" y="14894"/>
                    </a:cubicBezTo>
                    <a:cubicBezTo>
                      <a:pt x="41205" y="14703"/>
                      <a:pt x="42139" y="14837"/>
                      <a:pt x="42281" y="14675"/>
                    </a:cubicBezTo>
                    <a:cubicBezTo>
                      <a:pt x="42710" y="14170"/>
                      <a:pt x="42663" y="10627"/>
                      <a:pt x="42567" y="985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 id="19"/>
              <p:cNvSpPr/>
              <p:nvPr/>
            </p:nvSpPr>
            <p:spPr>
              <a:xfrm>
                <a:off x="2874576" y="602675"/>
                <a:ext cx="25755" cy="36403"/>
              </a:xfrm>
              <a:custGeom>
                <a:avLst/>
                <a:gdLst/>
                <a:ahLst/>
                <a:cxnLst/>
                <a:rect r="r" b="b" t="t" l="l"/>
                <a:pathLst>
                  <a:path w="25755" h="36403" stroke="true" fill="norm" extrusionOk="true">
                    <a:moveTo>
                      <a:pt x="3659" y="33918"/>
                    </a:moveTo>
                    <a:cubicBezTo>
                      <a:pt x="4117" y="35804"/>
                      <a:pt x="5869" y="35413"/>
                      <a:pt x="6574" y="36404"/>
                    </a:cubicBezTo>
                    <a:cubicBezTo>
                      <a:pt x="10870" y="33946"/>
                      <a:pt x="16042" y="32718"/>
                      <a:pt x="20547" y="30546"/>
                    </a:cubicBezTo>
                    <a:cubicBezTo>
                      <a:pt x="21452" y="28851"/>
                      <a:pt x="22366" y="27146"/>
                      <a:pt x="23386" y="25536"/>
                    </a:cubicBezTo>
                    <a:cubicBezTo>
                      <a:pt x="23357" y="25241"/>
                      <a:pt x="23376" y="24936"/>
                      <a:pt x="23471" y="24593"/>
                    </a:cubicBezTo>
                    <a:cubicBezTo>
                      <a:pt x="24872" y="20154"/>
                      <a:pt x="22938" y="15506"/>
                      <a:pt x="25148" y="11172"/>
                    </a:cubicBezTo>
                    <a:cubicBezTo>
                      <a:pt x="25253" y="10982"/>
                      <a:pt x="25405" y="10925"/>
                      <a:pt x="25529" y="10782"/>
                    </a:cubicBezTo>
                    <a:cubicBezTo>
                      <a:pt x="26110" y="7753"/>
                      <a:pt x="25576" y="5009"/>
                      <a:pt x="23881" y="1457"/>
                    </a:cubicBezTo>
                    <a:cubicBezTo>
                      <a:pt x="17890" y="-1401"/>
                      <a:pt x="12003" y="638"/>
                      <a:pt x="9603" y="1742"/>
                    </a:cubicBezTo>
                    <a:cubicBezTo>
                      <a:pt x="9051" y="2000"/>
                      <a:pt x="7727" y="1761"/>
                      <a:pt x="7298" y="2171"/>
                    </a:cubicBezTo>
                    <a:cubicBezTo>
                      <a:pt x="6517" y="2904"/>
                      <a:pt x="8165" y="4314"/>
                      <a:pt x="6574" y="4695"/>
                    </a:cubicBezTo>
                    <a:cubicBezTo>
                      <a:pt x="5384" y="4990"/>
                      <a:pt x="859" y="11420"/>
                      <a:pt x="726" y="11763"/>
                    </a:cubicBezTo>
                    <a:cubicBezTo>
                      <a:pt x="88" y="13401"/>
                      <a:pt x="1002" y="15249"/>
                      <a:pt x="431" y="16592"/>
                    </a:cubicBezTo>
                    <a:cubicBezTo>
                      <a:pt x="-970" y="19897"/>
                      <a:pt x="1631" y="24174"/>
                      <a:pt x="68" y="27412"/>
                    </a:cubicBezTo>
                    <a:cubicBezTo>
                      <a:pt x="1764" y="28555"/>
                      <a:pt x="3421" y="32908"/>
                      <a:pt x="3659" y="3391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0" id="20"/>
              <p:cNvSpPr/>
              <p:nvPr/>
            </p:nvSpPr>
            <p:spPr>
              <a:xfrm>
                <a:off x="2881141" y="636921"/>
                <a:ext cx="35501" cy="25348"/>
              </a:xfrm>
              <a:custGeom>
                <a:avLst/>
                <a:gdLst/>
                <a:ahLst/>
                <a:cxnLst/>
                <a:rect r="r" b="b" t="t" l="l"/>
                <a:pathLst>
                  <a:path w="35501" h="25348" stroke="true" fill="norm" extrusionOk="true">
                    <a:moveTo>
                      <a:pt x="34738" y="9368"/>
                    </a:moveTo>
                    <a:cubicBezTo>
                      <a:pt x="34462" y="8244"/>
                      <a:pt x="33576" y="8797"/>
                      <a:pt x="33376" y="8425"/>
                    </a:cubicBezTo>
                    <a:cubicBezTo>
                      <a:pt x="32556" y="6921"/>
                      <a:pt x="32518" y="5120"/>
                      <a:pt x="31356" y="4025"/>
                    </a:cubicBezTo>
                    <a:cubicBezTo>
                      <a:pt x="29689" y="2434"/>
                      <a:pt x="27861" y="2958"/>
                      <a:pt x="26308" y="2577"/>
                    </a:cubicBezTo>
                    <a:cubicBezTo>
                      <a:pt x="25851" y="2472"/>
                      <a:pt x="25270" y="653"/>
                      <a:pt x="24717" y="491"/>
                    </a:cubicBezTo>
                    <a:cubicBezTo>
                      <a:pt x="22365" y="-214"/>
                      <a:pt x="19698" y="-23"/>
                      <a:pt x="16964" y="224"/>
                    </a:cubicBezTo>
                    <a:cubicBezTo>
                      <a:pt x="11630" y="2749"/>
                      <a:pt x="4620" y="3815"/>
                      <a:pt x="343" y="7654"/>
                    </a:cubicBezTo>
                    <a:cubicBezTo>
                      <a:pt x="0" y="11750"/>
                      <a:pt x="-495" y="15798"/>
                      <a:pt x="1191" y="19741"/>
                    </a:cubicBezTo>
                    <a:cubicBezTo>
                      <a:pt x="1400" y="20227"/>
                      <a:pt x="1410" y="20684"/>
                      <a:pt x="1343" y="21113"/>
                    </a:cubicBezTo>
                    <a:cubicBezTo>
                      <a:pt x="1619" y="21265"/>
                      <a:pt x="1953" y="21008"/>
                      <a:pt x="2334" y="21379"/>
                    </a:cubicBezTo>
                    <a:cubicBezTo>
                      <a:pt x="6087" y="25056"/>
                      <a:pt x="7668" y="24970"/>
                      <a:pt x="13802" y="25208"/>
                    </a:cubicBezTo>
                    <a:cubicBezTo>
                      <a:pt x="16640" y="25313"/>
                      <a:pt x="19060" y="25523"/>
                      <a:pt x="20936" y="25066"/>
                    </a:cubicBezTo>
                    <a:cubicBezTo>
                      <a:pt x="24851" y="24132"/>
                      <a:pt x="24327" y="23361"/>
                      <a:pt x="25117" y="21894"/>
                    </a:cubicBezTo>
                    <a:cubicBezTo>
                      <a:pt x="25270" y="21618"/>
                      <a:pt x="27089" y="21570"/>
                      <a:pt x="27432" y="21465"/>
                    </a:cubicBezTo>
                    <a:cubicBezTo>
                      <a:pt x="31413" y="20208"/>
                      <a:pt x="30461" y="20408"/>
                      <a:pt x="31613" y="18293"/>
                    </a:cubicBezTo>
                    <a:cubicBezTo>
                      <a:pt x="31861" y="17846"/>
                      <a:pt x="33595" y="18274"/>
                      <a:pt x="33928" y="17855"/>
                    </a:cubicBezTo>
                    <a:cubicBezTo>
                      <a:pt x="36338" y="14883"/>
                      <a:pt x="35443" y="12293"/>
                      <a:pt x="34738" y="936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1" id="21"/>
              <p:cNvSpPr/>
              <p:nvPr/>
            </p:nvSpPr>
            <p:spPr>
              <a:xfrm>
                <a:off x="2910890" y="564363"/>
                <a:ext cx="30379" cy="36616"/>
              </a:xfrm>
              <a:custGeom>
                <a:avLst/>
                <a:gdLst/>
                <a:ahLst/>
                <a:cxnLst/>
                <a:rect r="r" b="b" t="t" l="l"/>
                <a:pathLst>
                  <a:path w="30379" h="36616" stroke="true" fill="norm" extrusionOk="true">
                    <a:moveTo>
                      <a:pt x="3321" y="36616"/>
                    </a:moveTo>
                    <a:cubicBezTo>
                      <a:pt x="6807" y="34711"/>
                      <a:pt x="10265" y="32768"/>
                      <a:pt x="14132" y="31654"/>
                    </a:cubicBezTo>
                    <a:cubicBezTo>
                      <a:pt x="17361" y="30720"/>
                      <a:pt x="20628" y="30082"/>
                      <a:pt x="23924" y="29549"/>
                    </a:cubicBezTo>
                    <a:cubicBezTo>
                      <a:pt x="24533" y="24624"/>
                      <a:pt x="26572" y="19509"/>
                      <a:pt x="29210" y="15318"/>
                    </a:cubicBezTo>
                    <a:cubicBezTo>
                      <a:pt x="30353" y="11632"/>
                      <a:pt x="31010" y="7613"/>
                      <a:pt x="29496" y="2107"/>
                    </a:cubicBezTo>
                    <a:cubicBezTo>
                      <a:pt x="23362" y="-2093"/>
                      <a:pt x="15437" y="936"/>
                      <a:pt x="11760" y="3031"/>
                    </a:cubicBezTo>
                    <a:cubicBezTo>
                      <a:pt x="7855" y="5260"/>
                      <a:pt x="6855" y="5765"/>
                      <a:pt x="4540" y="9156"/>
                    </a:cubicBezTo>
                    <a:cubicBezTo>
                      <a:pt x="2312" y="12413"/>
                      <a:pt x="1788" y="14413"/>
                      <a:pt x="1216" y="16947"/>
                    </a:cubicBezTo>
                    <a:cubicBezTo>
                      <a:pt x="-403" y="24167"/>
                      <a:pt x="-632" y="28672"/>
                      <a:pt x="1931" y="33530"/>
                    </a:cubicBezTo>
                    <a:cubicBezTo>
                      <a:pt x="2512" y="34635"/>
                      <a:pt x="2493" y="36159"/>
                      <a:pt x="3321" y="3661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 id="22"/>
              <p:cNvSpPr/>
              <p:nvPr/>
            </p:nvSpPr>
            <p:spPr>
              <a:xfrm>
                <a:off x="2910861" y="598331"/>
                <a:ext cx="37469" cy="27199"/>
              </a:xfrm>
              <a:custGeom>
                <a:avLst/>
                <a:gdLst/>
                <a:ahLst/>
                <a:cxnLst/>
                <a:rect r="r" b="b" t="t" l="l"/>
                <a:pathLst>
                  <a:path w="37469" h="27199" stroke="true" fill="norm" extrusionOk="true">
                    <a:moveTo>
                      <a:pt x="37068" y="8525"/>
                    </a:moveTo>
                    <a:cubicBezTo>
                      <a:pt x="35659" y="3191"/>
                      <a:pt x="31020" y="1991"/>
                      <a:pt x="26715" y="0"/>
                    </a:cubicBezTo>
                    <a:cubicBezTo>
                      <a:pt x="22914" y="505"/>
                      <a:pt x="19095" y="1191"/>
                      <a:pt x="15466" y="2391"/>
                    </a:cubicBezTo>
                    <a:cubicBezTo>
                      <a:pt x="10789" y="3943"/>
                      <a:pt x="6779" y="6467"/>
                      <a:pt x="2407" y="8668"/>
                    </a:cubicBezTo>
                    <a:cubicBezTo>
                      <a:pt x="2197" y="8773"/>
                      <a:pt x="1997" y="8792"/>
                      <a:pt x="1797" y="8839"/>
                    </a:cubicBezTo>
                    <a:cubicBezTo>
                      <a:pt x="207" y="11420"/>
                      <a:pt x="-508" y="15021"/>
                      <a:pt x="397" y="17840"/>
                    </a:cubicBezTo>
                    <a:cubicBezTo>
                      <a:pt x="464" y="17802"/>
                      <a:pt x="521" y="17764"/>
                      <a:pt x="588" y="17726"/>
                    </a:cubicBezTo>
                    <a:cubicBezTo>
                      <a:pt x="3197" y="20279"/>
                      <a:pt x="5112" y="23851"/>
                      <a:pt x="8084" y="25879"/>
                    </a:cubicBezTo>
                    <a:cubicBezTo>
                      <a:pt x="13523" y="26889"/>
                      <a:pt x="20390" y="28251"/>
                      <a:pt x="27201" y="25898"/>
                    </a:cubicBezTo>
                    <a:cubicBezTo>
                      <a:pt x="27105" y="25927"/>
                      <a:pt x="27591" y="24813"/>
                      <a:pt x="28134" y="24527"/>
                    </a:cubicBezTo>
                    <a:cubicBezTo>
                      <a:pt x="29134" y="24003"/>
                      <a:pt x="30572" y="24336"/>
                      <a:pt x="31601" y="23879"/>
                    </a:cubicBezTo>
                    <a:cubicBezTo>
                      <a:pt x="34382" y="17983"/>
                      <a:pt x="38830" y="15192"/>
                      <a:pt x="37068" y="852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 id="23"/>
              <p:cNvSpPr/>
              <p:nvPr/>
            </p:nvSpPr>
            <p:spPr>
              <a:xfrm>
                <a:off x="2952906" y="568972"/>
                <a:ext cx="35354" cy="25781"/>
              </a:xfrm>
              <a:custGeom>
                <a:avLst/>
                <a:gdLst/>
                <a:ahLst/>
                <a:cxnLst/>
                <a:rect r="r" b="b" t="t" l="l"/>
                <a:pathLst>
                  <a:path w="35354" h="25781" stroke="true" fill="norm" extrusionOk="true">
                    <a:moveTo>
                      <a:pt x="35219" y="10071"/>
                    </a:moveTo>
                    <a:cubicBezTo>
                      <a:pt x="34400" y="4852"/>
                      <a:pt x="31666" y="4995"/>
                      <a:pt x="29095" y="2861"/>
                    </a:cubicBezTo>
                    <a:cubicBezTo>
                      <a:pt x="28647" y="2490"/>
                      <a:pt x="28999" y="1042"/>
                      <a:pt x="28666" y="546"/>
                    </a:cubicBezTo>
                    <a:cubicBezTo>
                      <a:pt x="28371" y="118"/>
                      <a:pt x="26752" y="-25"/>
                      <a:pt x="25647" y="4"/>
                    </a:cubicBezTo>
                    <a:cubicBezTo>
                      <a:pt x="18189" y="6623"/>
                      <a:pt x="7940" y="8347"/>
                      <a:pt x="5" y="14253"/>
                    </a:cubicBezTo>
                    <a:cubicBezTo>
                      <a:pt x="-33" y="15405"/>
                      <a:pt x="129" y="16520"/>
                      <a:pt x="615" y="17539"/>
                    </a:cubicBezTo>
                    <a:cubicBezTo>
                      <a:pt x="1386" y="18301"/>
                      <a:pt x="2177" y="18834"/>
                      <a:pt x="2406" y="19787"/>
                    </a:cubicBezTo>
                    <a:cubicBezTo>
                      <a:pt x="2939" y="21978"/>
                      <a:pt x="5473" y="21844"/>
                      <a:pt x="6511" y="22597"/>
                    </a:cubicBezTo>
                    <a:cubicBezTo>
                      <a:pt x="7473" y="23302"/>
                      <a:pt x="8359" y="25254"/>
                      <a:pt x="9464" y="25626"/>
                    </a:cubicBezTo>
                    <a:cubicBezTo>
                      <a:pt x="10531" y="25988"/>
                      <a:pt x="13617" y="25588"/>
                      <a:pt x="15455" y="25702"/>
                    </a:cubicBezTo>
                    <a:cubicBezTo>
                      <a:pt x="26504" y="26407"/>
                      <a:pt x="36648" y="19196"/>
                      <a:pt x="35219" y="10071"/>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4" id="24"/>
              <p:cNvSpPr/>
              <p:nvPr/>
            </p:nvSpPr>
            <p:spPr>
              <a:xfrm>
                <a:off x="2954302" y="539384"/>
                <a:ext cx="24232" cy="37344"/>
              </a:xfrm>
              <a:custGeom>
                <a:avLst/>
                <a:gdLst/>
                <a:ahLst/>
                <a:cxnLst/>
                <a:rect r="r" b="b" t="t" l="l"/>
                <a:pathLst>
                  <a:path w="24232" h="37344" stroke="true" fill="norm" extrusionOk="true">
                    <a:moveTo>
                      <a:pt x="857" y="33954"/>
                    </a:moveTo>
                    <a:cubicBezTo>
                      <a:pt x="686" y="35011"/>
                      <a:pt x="353" y="36154"/>
                      <a:pt x="0" y="37345"/>
                    </a:cubicBezTo>
                    <a:cubicBezTo>
                      <a:pt x="7125" y="33563"/>
                      <a:pt x="15154" y="31296"/>
                      <a:pt x="21127" y="25838"/>
                    </a:cubicBezTo>
                    <a:cubicBezTo>
                      <a:pt x="21089" y="25753"/>
                      <a:pt x="21031" y="25695"/>
                      <a:pt x="21012" y="25600"/>
                    </a:cubicBezTo>
                    <a:cubicBezTo>
                      <a:pt x="20364" y="23152"/>
                      <a:pt x="21689" y="19828"/>
                      <a:pt x="22022" y="17371"/>
                    </a:cubicBezTo>
                    <a:cubicBezTo>
                      <a:pt x="22079" y="16980"/>
                      <a:pt x="22193" y="16666"/>
                      <a:pt x="22365" y="16409"/>
                    </a:cubicBezTo>
                    <a:cubicBezTo>
                      <a:pt x="21993" y="11894"/>
                      <a:pt x="25565" y="10084"/>
                      <a:pt x="23679" y="4531"/>
                    </a:cubicBezTo>
                    <a:cubicBezTo>
                      <a:pt x="22203" y="5017"/>
                      <a:pt x="22813" y="3093"/>
                      <a:pt x="22088" y="2435"/>
                    </a:cubicBezTo>
                    <a:cubicBezTo>
                      <a:pt x="18326" y="-1013"/>
                      <a:pt x="11954" y="-165"/>
                      <a:pt x="9906" y="1131"/>
                    </a:cubicBezTo>
                    <a:cubicBezTo>
                      <a:pt x="8258" y="2169"/>
                      <a:pt x="7049" y="2074"/>
                      <a:pt x="5505" y="3150"/>
                    </a:cubicBezTo>
                    <a:cubicBezTo>
                      <a:pt x="5248" y="3331"/>
                      <a:pt x="5020" y="5350"/>
                      <a:pt x="4782" y="5674"/>
                    </a:cubicBezTo>
                    <a:cubicBezTo>
                      <a:pt x="2886" y="8303"/>
                      <a:pt x="2267" y="10351"/>
                      <a:pt x="1448" y="13465"/>
                    </a:cubicBezTo>
                    <a:cubicBezTo>
                      <a:pt x="-143" y="19580"/>
                      <a:pt x="-38" y="26619"/>
                      <a:pt x="248" y="31887"/>
                    </a:cubicBezTo>
                    <a:cubicBezTo>
                      <a:pt x="714" y="32401"/>
                      <a:pt x="991" y="33106"/>
                      <a:pt x="857" y="33954"/>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5" id="25"/>
              <p:cNvSpPr/>
              <p:nvPr/>
            </p:nvSpPr>
            <p:spPr>
              <a:xfrm>
                <a:off x="2988727" y="521738"/>
                <a:ext cx="23059" cy="33835"/>
              </a:xfrm>
              <a:custGeom>
                <a:avLst/>
                <a:gdLst/>
                <a:ahLst/>
                <a:cxnLst/>
                <a:rect r="r" b="b" t="t" l="l"/>
                <a:pathLst>
                  <a:path w="23059" h="33835" stroke="true" fill="norm" extrusionOk="true">
                    <a:moveTo>
                      <a:pt x="247" y="29292"/>
                    </a:moveTo>
                    <a:cubicBezTo>
                      <a:pt x="247" y="29301"/>
                      <a:pt x="256" y="29301"/>
                      <a:pt x="256" y="29311"/>
                    </a:cubicBezTo>
                    <a:cubicBezTo>
                      <a:pt x="742" y="30692"/>
                      <a:pt x="1961" y="31626"/>
                      <a:pt x="2714" y="32845"/>
                    </a:cubicBezTo>
                    <a:cubicBezTo>
                      <a:pt x="2914" y="33169"/>
                      <a:pt x="2999" y="33502"/>
                      <a:pt x="3152" y="33835"/>
                    </a:cubicBezTo>
                    <a:cubicBezTo>
                      <a:pt x="5190" y="31816"/>
                      <a:pt x="7428" y="30044"/>
                      <a:pt x="10124" y="28663"/>
                    </a:cubicBezTo>
                    <a:cubicBezTo>
                      <a:pt x="12610" y="27387"/>
                      <a:pt x="15734" y="27168"/>
                      <a:pt x="18106" y="25691"/>
                    </a:cubicBezTo>
                    <a:cubicBezTo>
                      <a:pt x="19097" y="25072"/>
                      <a:pt x="20049" y="24425"/>
                      <a:pt x="21049" y="23872"/>
                    </a:cubicBezTo>
                    <a:cubicBezTo>
                      <a:pt x="21068" y="23596"/>
                      <a:pt x="21135" y="23310"/>
                      <a:pt x="21278" y="23015"/>
                    </a:cubicBezTo>
                    <a:cubicBezTo>
                      <a:pt x="22573" y="20405"/>
                      <a:pt x="22068" y="17205"/>
                      <a:pt x="22868" y="14423"/>
                    </a:cubicBezTo>
                    <a:cubicBezTo>
                      <a:pt x="22897" y="14338"/>
                      <a:pt x="22954" y="14290"/>
                      <a:pt x="22983" y="14204"/>
                    </a:cubicBezTo>
                    <a:cubicBezTo>
                      <a:pt x="23526" y="8785"/>
                      <a:pt x="21125" y="2031"/>
                      <a:pt x="17411" y="183"/>
                    </a:cubicBezTo>
                    <a:cubicBezTo>
                      <a:pt x="15029" y="1317"/>
                      <a:pt x="13439" y="-436"/>
                      <a:pt x="11419" y="107"/>
                    </a:cubicBezTo>
                    <a:cubicBezTo>
                      <a:pt x="10229" y="431"/>
                      <a:pt x="10953" y="1165"/>
                      <a:pt x="10486" y="1479"/>
                    </a:cubicBezTo>
                    <a:cubicBezTo>
                      <a:pt x="9648" y="2041"/>
                      <a:pt x="7781" y="1469"/>
                      <a:pt x="7019" y="2127"/>
                    </a:cubicBezTo>
                    <a:cubicBezTo>
                      <a:pt x="6266" y="2793"/>
                      <a:pt x="5933" y="5117"/>
                      <a:pt x="5361" y="6022"/>
                    </a:cubicBezTo>
                    <a:cubicBezTo>
                      <a:pt x="3866" y="8375"/>
                      <a:pt x="2552" y="9223"/>
                      <a:pt x="2980" y="12442"/>
                    </a:cubicBezTo>
                    <a:cubicBezTo>
                      <a:pt x="3152" y="13738"/>
                      <a:pt x="2209" y="13195"/>
                      <a:pt x="2037" y="13823"/>
                    </a:cubicBezTo>
                    <a:cubicBezTo>
                      <a:pt x="1256" y="16586"/>
                      <a:pt x="380" y="20243"/>
                      <a:pt x="85" y="22548"/>
                    </a:cubicBezTo>
                    <a:cubicBezTo>
                      <a:pt x="-268" y="25225"/>
                      <a:pt x="618" y="27482"/>
                      <a:pt x="247" y="2929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6" id="26"/>
              <p:cNvSpPr/>
              <p:nvPr/>
            </p:nvSpPr>
            <p:spPr>
              <a:xfrm>
                <a:off x="2993164" y="548973"/>
                <a:ext cx="33417" cy="25122"/>
              </a:xfrm>
              <a:custGeom>
                <a:avLst/>
                <a:gdLst/>
                <a:ahLst/>
                <a:cxnLst/>
                <a:rect r="r" b="b" t="t" l="l"/>
                <a:pathLst>
                  <a:path w="33417" h="25122" stroke="true" fill="norm" extrusionOk="true">
                    <a:moveTo>
                      <a:pt x="24336" y="1895"/>
                    </a:moveTo>
                    <a:cubicBezTo>
                      <a:pt x="23498" y="1495"/>
                      <a:pt x="22517" y="400"/>
                      <a:pt x="21593" y="19"/>
                    </a:cubicBezTo>
                    <a:cubicBezTo>
                      <a:pt x="21564" y="10"/>
                      <a:pt x="21545" y="10"/>
                      <a:pt x="21517" y="0"/>
                    </a:cubicBezTo>
                    <a:cubicBezTo>
                      <a:pt x="21346" y="67"/>
                      <a:pt x="21222" y="162"/>
                      <a:pt x="21022" y="200"/>
                    </a:cubicBezTo>
                    <a:cubicBezTo>
                      <a:pt x="18783" y="591"/>
                      <a:pt x="17078" y="2219"/>
                      <a:pt x="15087" y="3210"/>
                    </a:cubicBezTo>
                    <a:cubicBezTo>
                      <a:pt x="13601" y="3953"/>
                      <a:pt x="11887" y="4277"/>
                      <a:pt x="10325" y="4839"/>
                    </a:cubicBezTo>
                    <a:cubicBezTo>
                      <a:pt x="6048" y="6363"/>
                      <a:pt x="2819" y="9001"/>
                      <a:pt x="0" y="12363"/>
                    </a:cubicBezTo>
                    <a:cubicBezTo>
                      <a:pt x="752" y="14230"/>
                      <a:pt x="1962" y="15440"/>
                      <a:pt x="2248" y="17964"/>
                    </a:cubicBezTo>
                    <a:cubicBezTo>
                      <a:pt x="5286" y="17602"/>
                      <a:pt x="5982" y="21698"/>
                      <a:pt x="7944" y="22879"/>
                    </a:cubicBezTo>
                    <a:cubicBezTo>
                      <a:pt x="8725" y="23346"/>
                      <a:pt x="10887" y="23098"/>
                      <a:pt x="11621" y="23384"/>
                    </a:cubicBezTo>
                    <a:cubicBezTo>
                      <a:pt x="11963" y="23517"/>
                      <a:pt x="12402" y="24070"/>
                      <a:pt x="12982" y="24317"/>
                    </a:cubicBezTo>
                    <a:cubicBezTo>
                      <a:pt x="20964" y="27727"/>
                      <a:pt x="33899" y="19669"/>
                      <a:pt x="33404" y="12144"/>
                    </a:cubicBezTo>
                    <a:cubicBezTo>
                      <a:pt x="32994" y="5686"/>
                      <a:pt x="27232" y="3286"/>
                      <a:pt x="24336" y="189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7" id="27"/>
              <p:cNvSpPr/>
              <p:nvPr/>
            </p:nvSpPr>
            <p:spPr>
              <a:xfrm>
                <a:off x="3022467" y="504282"/>
                <a:ext cx="29020" cy="30975"/>
              </a:xfrm>
              <a:custGeom>
                <a:avLst/>
                <a:gdLst/>
                <a:ahLst/>
                <a:cxnLst/>
                <a:rect r="r" b="b" t="t" l="l"/>
                <a:pathLst>
                  <a:path w="29020" h="30975" stroke="true" fill="norm" extrusionOk="true">
                    <a:moveTo>
                      <a:pt x="1082" y="28784"/>
                    </a:moveTo>
                    <a:cubicBezTo>
                      <a:pt x="1644" y="29413"/>
                      <a:pt x="2054" y="30156"/>
                      <a:pt x="2301" y="30975"/>
                    </a:cubicBezTo>
                    <a:cubicBezTo>
                      <a:pt x="8226" y="27356"/>
                      <a:pt x="15189" y="25022"/>
                      <a:pt x="22075" y="24279"/>
                    </a:cubicBezTo>
                    <a:cubicBezTo>
                      <a:pt x="22199" y="24155"/>
                      <a:pt x="22294" y="24012"/>
                      <a:pt x="22447" y="23898"/>
                    </a:cubicBezTo>
                    <a:cubicBezTo>
                      <a:pt x="24933" y="22174"/>
                      <a:pt x="26171" y="18212"/>
                      <a:pt x="26619" y="15373"/>
                    </a:cubicBezTo>
                    <a:cubicBezTo>
                      <a:pt x="26743" y="14611"/>
                      <a:pt x="27114" y="14135"/>
                      <a:pt x="27600" y="13859"/>
                    </a:cubicBezTo>
                    <a:cubicBezTo>
                      <a:pt x="29105" y="9639"/>
                      <a:pt x="30095" y="5058"/>
                      <a:pt x="26943" y="19"/>
                    </a:cubicBezTo>
                    <a:cubicBezTo>
                      <a:pt x="8998" y="-505"/>
                      <a:pt x="-4214" y="9934"/>
                      <a:pt x="1244" y="28708"/>
                    </a:cubicBezTo>
                    <a:cubicBezTo>
                      <a:pt x="1197" y="28737"/>
                      <a:pt x="1130" y="28756"/>
                      <a:pt x="1082" y="2878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8" id="28"/>
              <p:cNvSpPr/>
              <p:nvPr/>
            </p:nvSpPr>
            <p:spPr>
              <a:xfrm>
                <a:off x="3026235" y="532942"/>
                <a:ext cx="33035" cy="25754"/>
              </a:xfrm>
              <a:custGeom>
                <a:avLst/>
                <a:gdLst/>
                <a:ahLst/>
                <a:cxnLst/>
                <a:rect r="r" b="b" t="t" l="l"/>
                <a:pathLst>
                  <a:path w="33035" h="25754" stroke="true" fill="norm" extrusionOk="true">
                    <a:moveTo>
                      <a:pt x="22584" y="133"/>
                    </a:moveTo>
                    <a:cubicBezTo>
                      <a:pt x="22250" y="19"/>
                      <a:pt x="21898" y="0"/>
                      <a:pt x="21536" y="0"/>
                    </a:cubicBezTo>
                    <a:cubicBezTo>
                      <a:pt x="21289" y="95"/>
                      <a:pt x="21041" y="191"/>
                      <a:pt x="20746" y="210"/>
                    </a:cubicBezTo>
                    <a:cubicBezTo>
                      <a:pt x="13564" y="600"/>
                      <a:pt x="6096" y="3191"/>
                      <a:pt x="0" y="7144"/>
                    </a:cubicBezTo>
                    <a:cubicBezTo>
                      <a:pt x="48" y="7544"/>
                      <a:pt x="105" y="7934"/>
                      <a:pt x="181" y="8315"/>
                    </a:cubicBezTo>
                    <a:cubicBezTo>
                      <a:pt x="219" y="8458"/>
                      <a:pt x="238" y="8592"/>
                      <a:pt x="248" y="8725"/>
                    </a:cubicBezTo>
                    <a:cubicBezTo>
                      <a:pt x="753" y="10992"/>
                      <a:pt x="1800" y="12973"/>
                      <a:pt x="2610" y="14621"/>
                    </a:cubicBezTo>
                    <a:cubicBezTo>
                      <a:pt x="4343" y="18164"/>
                      <a:pt x="9592" y="25079"/>
                      <a:pt x="12840" y="24651"/>
                    </a:cubicBezTo>
                    <a:cubicBezTo>
                      <a:pt x="14030" y="24498"/>
                      <a:pt x="13735" y="25517"/>
                      <a:pt x="14211" y="25584"/>
                    </a:cubicBezTo>
                    <a:cubicBezTo>
                      <a:pt x="18983" y="26394"/>
                      <a:pt x="23689" y="24070"/>
                      <a:pt x="24603" y="23641"/>
                    </a:cubicBezTo>
                    <a:cubicBezTo>
                      <a:pt x="27470" y="22327"/>
                      <a:pt x="27480" y="22022"/>
                      <a:pt x="28785" y="20469"/>
                    </a:cubicBezTo>
                    <a:cubicBezTo>
                      <a:pt x="30709" y="18183"/>
                      <a:pt x="31775" y="17202"/>
                      <a:pt x="32538" y="14992"/>
                    </a:cubicBezTo>
                    <a:cubicBezTo>
                      <a:pt x="35214" y="7134"/>
                      <a:pt x="26403" y="1410"/>
                      <a:pt x="22584" y="13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9" id="29"/>
              <p:cNvSpPr/>
              <p:nvPr/>
            </p:nvSpPr>
            <p:spPr>
              <a:xfrm>
                <a:off x="3066478" y="526351"/>
                <a:ext cx="28479" cy="30272"/>
              </a:xfrm>
              <a:custGeom>
                <a:avLst/>
                <a:gdLst/>
                <a:ahLst/>
                <a:cxnLst/>
                <a:rect r="r" b="b" t="t" l="l"/>
                <a:pathLst>
                  <a:path w="28479" h="30272" stroke="true" fill="norm" extrusionOk="true">
                    <a:moveTo>
                      <a:pt x="21070" y="3077"/>
                    </a:moveTo>
                    <a:cubicBezTo>
                      <a:pt x="20384" y="2229"/>
                      <a:pt x="18212" y="1553"/>
                      <a:pt x="18964" y="257"/>
                    </a:cubicBezTo>
                    <a:cubicBezTo>
                      <a:pt x="18955" y="200"/>
                      <a:pt x="18917" y="171"/>
                      <a:pt x="18898" y="114"/>
                    </a:cubicBezTo>
                    <a:cubicBezTo>
                      <a:pt x="18898" y="76"/>
                      <a:pt x="18898" y="48"/>
                      <a:pt x="18888" y="0"/>
                    </a:cubicBezTo>
                    <a:cubicBezTo>
                      <a:pt x="12878" y="248"/>
                      <a:pt x="7115" y="1495"/>
                      <a:pt x="1362" y="3058"/>
                    </a:cubicBezTo>
                    <a:cubicBezTo>
                      <a:pt x="1362" y="4372"/>
                      <a:pt x="1534" y="5353"/>
                      <a:pt x="1448" y="6744"/>
                    </a:cubicBezTo>
                    <a:cubicBezTo>
                      <a:pt x="1315" y="8992"/>
                      <a:pt x="-19" y="10039"/>
                      <a:pt x="0" y="11801"/>
                    </a:cubicBezTo>
                    <a:cubicBezTo>
                      <a:pt x="0" y="11582"/>
                      <a:pt x="1267" y="11925"/>
                      <a:pt x="1372" y="12735"/>
                    </a:cubicBezTo>
                    <a:cubicBezTo>
                      <a:pt x="1372" y="12792"/>
                      <a:pt x="276" y="12887"/>
                      <a:pt x="219" y="12954"/>
                    </a:cubicBezTo>
                    <a:cubicBezTo>
                      <a:pt x="-705" y="14059"/>
                      <a:pt x="2048" y="16269"/>
                      <a:pt x="2020" y="16202"/>
                    </a:cubicBezTo>
                    <a:cubicBezTo>
                      <a:pt x="2524" y="17259"/>
                      <a:pt x="1010" y="17869"/>
                      <a:pt x="1295" y="18726"/>
                    </a:cubicBezTo>
                    <a:cubicBezTo>
                      <a:pt x="1324" y="18793"/>
                      <a:pt x="2362" y="18450"/>
                      <a:pt x="2448" y="18507"/>
                    </a:cubicBezTo>
                    <a:cubicBezTo>
                      <a:pt x="3810" y="19450"/>
                      <a:pt x="2924" y="22069"/>
                      <a:pt x="4458" y="22908"/>
                    </a:cubicBezTo>
                    <a:cubicBezTo>
                      <a:pt x="4848" y="23127"/>
                      <a:pt x="4620" y="24841"/>
                      <a:pt x="4887" y="25213"/>
                    </a:cubicBezTo>
                    <a:cubicBezTo>
                      <a:pt x="4991" y="25346"/>
                      <a:pt x="5887" y="24917"/>
                      <a:pt x="6039" y="25003"/>
                    </a:cubicBezTo>
                    <a:cubicBezTo>
                      <a:pt x="6487" y="25251"/>
                      <a:pt x="6077" y="26975"/>
                      <a:pt x="6468" y="27318"/>
                    </a:cubicBezTo>
                    <a:cubicBezTo>
                      <a:pt x="7068" y="27823"/>
                      <a:pt x="9859" y="28175"/>
                      <a:pt x="11516" y="28766"/>
                    </a:cubicBezTo>
                    <a:cubicBezTo>
                      <a:pt x="11697" y="28832"/>
                      <a:pt x="11573" y="29785"/>
                      <a:pt x="11735" y="29918"/>
                    </a:cubicBezTo>
                    <a:cubicBezTo>
                      <a:pt x="12249" y="30347"/>
                      <a:pt x="15802" y="30309"/>
                      <a:pt x="16564" y="30204"/>
                    </a:cubicBezTo>
                    <a:cubicBezTo>
                      <a:pt x="16545" y="30204"/>
                      <a:pt x="20793" y="28804"/>
                      <a:pt x="22127" y="27975"/>
                    </a:cubicBezTo>
                    <a:cubicBezTo>
                      <a:pt x="22241" y="27899"/>
                      <a:pt x="21831" y="26956"/>
                      <a:pt x="21908" y="26822"/>
                    </a:cubicBezTo>
                    <a:cubicBezTo>
                      <a:pt x="22117" y="26432"/>
                      <a:pt x="23832" y="26660"/>
                      <a:pt x="24213" y="26394"/>
                    </a:cubicBezTo>
                    <a:cubicBezTo>
                      <a:pt x="24346" y="26289"/>
                      <a:pt x="23908" y="25394"/>
                      <a:pt x="24003" y="25232"/>
                    </a:cubicBezTo>
                    <a:cubicBezTo>
                      <a:pt x="24251" y="24784"/>
                      <a:pt x="25984" y="25213"/>
                      <a:pt x="26318" y="24803"/>
                    </a:cubicBezTo>
                    <a:cubicBezTo>
                      <a:pt x="26689" y="24346"/>
                      <a:pt x="26594" y="21641"/>
                      <a:pt x="26823" y="21117"/>
                    </a:cubicBezTo>
                    <a:cubicBezTo>
                      <a:pt x="27566" y="19421"/>
                      <a:pt x="28489" y="19926"/>
                      <a:pt x="28480" y="17231"/>
                    </a:cubicBezTo>
                    <a:cubicBezTo>
                      <a:pt x="28470" y="13621"/>
                      <a:pt x="25784" y="9801"/>
                      <a:pt x="24241" y="7277"/>
                    </a:cubicBezTo>
                    <a:cubicBezTo>
                      <a:pt x="23270" y="5686"/>
                      <a:pt x="21879" y="4067"/>
                      <a:pt x="21070" y="3077"/>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30" id="30"/>
              <p:cNvSpPr/>
              <p:nvPr/>
            </p:nvSpPr>
            <p:spPr>
              <a:xfrm>
                <a:off x="3064544" y="488877"/>
                <a:ext cx="33698" cy="35483"/>
              </a:xfrm>
              <a:custGeom>
                <a:avLst/>
                <a:gdLst/>
                <a:ahLst/>
                <a:cxnLst/>
                <a:rect r="r" b="b" t="t" l="l"/>
                <a:pathLst>
                  <a:path w="33698" h="35483" stroke="true" fill="norm" extrusionOk="true">
                    <a:moveTo>
                      <a:pt x="33557" y="7518"/>
                    </a:moveTo>
                    <a:cubicBezTo>
                      <a:pt x="33090" y="6032"/>
                      <a:pt x="31452" y="5422"/>
                      <a:pt x="30594" y="4489"/>
                    </a:cubicBezTo>
                    <a:cubicBezTo>
                      <a:pt x="26937" y="507"/>
                      <a:pt x="27270" y="60"/>
                      <a:pt x="22593" y="2"/>
                    </a:cubicBezTo>
                    <a:cubicBezTo>
                      <a:pt x="18707" y="-26"/>
                      <a:pt x="17316" y="193"/>
                      <a:pt x="16821" y="1079"/>
                    </a:cubicBezTo>
                    <a:cubicBezTo>
                      <a:pt x="16640" y="1412"/>
                      <a:pt x="14878" y="1336"/>
                      <a:pt x="14516" y="1507"/>
                    </a:cubicBezTo>
                    <a:cubicBezTo>
                      <a:pt x="7925" y="4755"/>
                      <a:pt x="3896" y="16833"/>
                      <a:pt x="219" y="20900"/>
                    </a:cubicBezTo>
                    <a:cubicBezTo>
                      <a:pt x="48" y="23691"/>
                      <a:pt x="724" y="27044"/>
                      <a:pt x="0" y="29454"/>
                    </a:cubicBezTo>
                    <a:cubicBezTo>
                      <a:pt x="819" y="31587"/>
                      <a:pt x="2200" y="33464"/>
                      <a:pt x="3258" y="35483"/>
                    </a:cubicBezTo>
                    <a:cubicBezTo>
                      <a:pt x="9077" y="33949"/>
                      <a:pt x="14926" y="32759"/>
                      <a:pt x="21012" y="32549"/>
                    </a:cubicBezTo>
                    <a:cubicBezTo>
                      <a:pt x="21441" y="31321"/>
                      <a:pt x="22203" y="30216"/>
                      <a:pt x="23584" y="29301"/>
                    </a:cubicBezTo>
                    <a:cubicBezTo>
                      <a:pt x="23679" y="29235"/>
                      <a:pt x="23803" y="29244"/>
                      <a:pt x="23908" y="29197"/>
                    </a:cubicBezTo>
                    <a:cubicBezTo>
                      <a:pt x="25003" y="27977"/>
                      <a:pt x="26308" y="26711"/>
                      <a:pt x="27337" y="25387"/>
                    </a:cubicBezTo>
                    <a:cubicBezTo>
                      <a:pt x="28280" y="24167"/>
                      <a:pt x="28185" y="22767"/>
                      <a:pt x="28994" y="21491"/>
                    </a:cubicBezTo>
                    <a:cubicBezTo>
                      <a:pt x="29289" y="21034"/>
                      <a:pt x="30918" y="21453"/>
                      <a:pt x="31309" y="21062"/>
                    </a:cubicBezTo>
                    <a:cubicBezTo>
                      <a:pt x="31270" y="21100"/>
                      <a:pt x="31785" y="17100"/>
                      <a:pt x="31813" y="17386"/>
                    </a:cubicBezTo>
                    <a:cubicBezTo>
                      <a:pt x="31556" y="15404"/>
                      <a:pt x="34347" y="10051"/>
                      <a:pt x="33557" y="751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31" id="31"/>
              <p:cNvSpPr/>
              <p:nvPr/>
            </p:nvSpPr>
            <p:spPr>
              <a:xfrm>
                <a:off x="3090948" y="499081"/>
                <a:ext cx="69802" cy="43326"/>
              </a:xfrm>
              <a:custGeom>
                <a:avLst/>
                <a:gdLst/>
                <a:ahLst/>
                <a:cxnLst/>
                <a:rect r="r" b="b" t="t" l="l"/>
                <a:pathLst>
                  <a:path w="69802" h="43326" stroke="true" fill="norm" extrusionOk="true">
                    <a:moveTo>
                      <a:pt x="69742" y="19069"/>
                    </a:moveTo>
                    <a:cubicBezTo>
                      <a:pt x="69342" y="15383"/>
                      <a:pt x="68066" y="14735"/>
                      <a:pt x="67504" y="13516"/>
                    </a:cubicBezTo>
                    <a:cubicBezTo>
                      <a:pt x="66780" y="11944"/>
                      <a:pt x="66637" y="11259"/>
                      <a:pt x="65704" y="10268"/>
                    </a:cubicBezTo>
                    <a:cubicBezTo>
                      <a:pt x="63417" y="7830"/>
                      <a:pt x="60274" y="5791"/>
                      <a:pt x="58645" y="4429"/>
                    </a:cubicBezTo>
                    <a:cubicBezTo>
                      <a:pt x="58255" y="4096"/>
                      <a:pt x="56788" y="5124"/>
                      <a:pt x="56340" y="4858"/>
                    </a:cubicBezTo>
                    <a:cubicBezTo>
                      <a:pt x="55397" y="4305"/>
                      <a:pt x="56312" y="2553"/>
                      <a:pt x="54750" y="2762"/>
                    </a:cubicBezTo>
                    <a:cubicBezTo>
                      <a:pt x="52283" y="3086"/>
                      <a:pt x="48873" y="495"/>
                      <a:pt x="45082" y="2172"/>
                    </a:cubicBezTo>
                    <a:cubicBezTo>
                      <a:pt x="43567" y="238"/>
                      <a:pt x="41481" y="600"/>
                      <a:pt x="38881" y="943"/>
                    </a:cubicBezTo>
                    <a:cubicBezTo>
                      <a:pt x="37938" y="1067"/>
                      <a:pt x="37662" y="0"/>
                      <a:pt x="37509" y="0"/>
                    </a:cubicBezTo>
                    <a:cubicBezTo>
                      <a:pt x="35500" y="0"/>
                      <a:pt x="33947" y="2029"/>
                      <a:pt x="33109" y="2019"/>
                    </a:cubicBezTo>
                    <a:cubicBezTo>
                      <a:pt x="32661" y="2010"/>
                      <a:pt x="32985" y="876"/>
                      <a:pt x="31737" y="1086"/>
                    </a:cubicBezTo>
                    <a:cubicBezTo>
                      <a:pt x="24984" y="2191"/>
                      <a:pt x="22155" y="3134"/>
                      <a:pt x="18107" y="4829"/>
                    </a:cubicBezTo>
                    <a:cubicBezTo>
                      <a:pt x="14459" y="6344"/>
                      <a:pt x="12049" y="7639"/>
                      <a:pt x="11611" y="8430"/>
                    </a:cubicBezTo>
                    <a:cubicBezTo>
                      <a:pt x="11373" y="8877"/>
                      <a:pt x="9658" y="8477"/>
                      <a:pt x="9306" y="8858"/>
                    </a:cubicBezTo>
                    <a:cubicBezTo>
                      <a:pt x="7934" y="10354"/>
                      <a:pt x="7525" y="11878"/>
                      <a:pt x="6487" y="12973"/>
                    </a:cubicBezTo>
                    <a:cubicBezTo>
                      <a:pt x="5848" y="13649"/>
                      <a:pt x="5305" y="15011"/>
                      <a:pt x="4610" y="15707"/>
                    </a:cubicBezTo>
                    <a:cubicBezTo>
                      <a:pt x="4134" y="16183"/>
                      <a:pt x="4477" y="17802"/>
                      <a:pt x="3886" y="18231"/>
                    </a:cubicBezTo>
                    <a:cubicBezTo>
                      <a:pt x="3029" y="18859"/>
                      <a:pt x="1314" y="18288"/>
                      <a:pt x="419" y="18879"/>
                    </a:cubicBezTo>
                    <a:cubicBezTo>
                      <a:pt x="181" y="19040"/>
                      <a:pt x="76" y="19231"/>
                      <a:pt x="0" y="19412"/>
                    </a:cubicBezTo>
                    <a:cubicBezTo>
                      <a:pt x="371" y="19717"/>
                      <a:pt x="676" y="20088"/>
                      <a:pt x="771" y="20574"/>
                    </a:cubicBezTo>
                    <a:cubicBezTo>
                      <a:pt x="1086" y="22327"/>
                      <a:pt x="895" y="24165"/>
                      <a:pt x="1381" y="25870"/>
                    </a:cubicBezTo>
                    <a:cubicBezTo>
                      <a:pt x="1553" y="26479"/>
                      <a:pt x="1495" y="27013"/>
                      <a:pt x="1286" y="27461"/>
                    </a:cubicBezTo>
                    <a:cubicBezTo>
                      <a:pt x="4572" y="28708"/>
                      <a:pt x="6848" y="31347"/>
                      <a:pt x="8992" y="32804"/>
                    </a:cubicBezTo>
                    <a:cubicBezTo>
                      <a:pt x="10639" y="33919"/>
                      <a:pt x="12459" y="34471"/>
                      <a:pt x="14259" y="35404"/>
                    </a:cubicBezTo>
                    <a:cubicBezTo>
                      <a:pt x="15954" y="36290"/>
                      <a:pt x="18659" y="38119"/>
                      <a:pt x="19517" y="38005"/>
                    </a:cubicBezTo>
                    <a:cubicBezTo>
                      <a:pt x="20964" y="37814"/>
                      <a:pt x="24079" y="40024"/>
                      <a:pt x="24784" y="40605"/>
                    </a:cubicBezTo>
                    <a:cubicBezTo>
                      <a:pt x="25127" y="40891"/>
                      <a:pt x="26632" y="40053"/>
                      <a:pt x="27089" y="40176"/>
                    </a:cubicBezTo>
                    <a:cubicBezTo>
                      <a:pt x="27251" y="40215"/>
                      <a:pt x="27175" y="41215"/>
                      <a:pt x="27299" y="41329"/>
                    </a:cubicBezTo>
                    <a:cubicBezTo>
                      <a:pt x="27651" y="41624"/>
                      <a:pt x="29146" y="40757"/>
                      <a:pt x="29604" y="40900"/>
                    </a:cubicBezTo>
                    <a:cubicBezTo>
                      <a:pt x="29775" y="40948"/>
                      <a:pt x="29680" y="41929"/>
                      <a:pt x="29823" y="42053"/>
                    </a:cubicBezTo>
                    <a:cubicBezTo>
                      <a:pt x="30232" y="42396"/>
                      <a:pt x="33033" y="42358"/>
                      <a:pt x="33499" y="42558"/>
                    </a:cubicBezTo>
                    <a:cubicBezTo>
                      <a:pt x="38443" y="44672"/>
                      <a:pt x="51883" y="42005"/>
                      <a:pt x="55645" y="39614"/>
                    </a:cubicBezTo>
                    <a:cubicBezTo>
                      <a:pt x="55912" y="39443"/>
                      <a:pt x="56493" y="39472"/>
                      <a:pt x="56797" y="39395"/>
                    </a:cubicBezTo>
                    <a:cubicBezTo>
                      <a:pt x="58036" y="39091"/>
                      <a:pt x="57245" y="38367"/>
                      <a:pt x="57731" y="38024"/>
                    </a:cubicBezTo>
                    <a:cubicBezTo>
                      <a:pt x="58722" y="37338"/>
                      <a:pt x="61027" y="37062"/>
                      <a:pt x="62132" y="36004"/>
                    </a:cubicBezTo>
                    <a:cubicBezTo>
                      <a:pt x="62922" y="35252"/>
                      <a:pt x="63170" y="33071"/>
                      <a:pt x="63798" y="32109"/>
                    </a:cubicBezTo>
                    <a:cubicBezTo>
                      <a:pt x="65341" y="29747"/>
                      <a:pt x="67618" y="27708"/>
                      <a:pt x="68704" y="26413"/>
                    </a:cubicBezTo>
                    <a:cubicBezTo>
                      <a:pt x="69009" y="26051"/>
                      <a:pt x="68104" y="24575"/>
                      <a:pt x="68266" y="24108"/>
                    </a:cubicBezTo>
                    <a:cubicBezTo>
                      <a:pt x="68342" y="23927"/>
                      <a:pt x="69294" y="24051"/>
                      <a:pt x="69418" y="23898"/>
                    </a:cubicBezTo>
                    <a:cubicBezTo>
                      <a:pt x="69894" y="23374"/>
                      <a:pt x="69828" y="19869"/>
                      <a:pt x="69742" y="19069"/>
                    </a:cubicBezTo>
                    <a:close/>
                  </a:path>
                </a:pathLst>
              </a:custGeom>
              <a:solidFill>
                <a:srgbClr val="F2A120"/>
              </a:solidFill>
              <a:ln cap="flat">
                <a:noFill/>
                <a:prstDash val="solid"/>
                <a:miter lim="800000"/>
              </a:ln>
            </p:spPr>
            <p:txBody>
              <a:bodyPr vert="horz" anchor="ctr" tIns="45720" lIns="91440" bIns="45720" rIns="91440"/>
              <a:p>
                <a:pPr algn="l" marL="0"/>
              </a:p>
            </p:txBody>
          </p:sp>
        </p:grpSp>
        <p:sp>
          <p:nvSpPr>
            <p:cNvPr name="Freeform 32" id="32"/>
            <p:cNvSpPr/>
            <p:nvPr/>
          </p:nvSpPr>
          <p:spPr>
            <a:xfrm>
              <a:off x="9313140" y="3361634"/>
              <a:ext cx="480723" cy="418665"/>
            </a:xfrm>
            <a:custGeom>
              <a:avLst/>
              <a:gdLst/>
              <a:ahLst/>
              <a:cxnLst/>
              <a:rect r="r" b="b" t="t" l="l"/>
              <a:pathLst>
                <a:path w="480723" h="418665" stroke="true" fill="norm" extrusionOk="true">
                  <a:moveTo>
                    <a:pt x="477974" y="109493"/>
                  </a:moveTo>
                  <a:cubicBezTo>
                    <a:pt x="477526" y="108598"/>
                    <a:pt x="476812" y="108941"/>
                    <a:pt x="476574" y="108598"/>
                  </a:cubicBezTo>
                  <a:cubicBezTo>
                    <a:pt x="474583" y="105740"/>
                    <a:pt x="471983" y="104273"/>
                    <a:pt x="470487" y="102711"/>
                  </a:cubicBezTo>
                  <a:cubicBezTo>
                    <a:pt x="469735" y="101930"/>
                    <a:pt x="467716" y="100740"/>
                    <a:pt x="467440" y="99768"/>
                  </a:cubicBezTo>
                  <a:cubicBezTo>
                    <a:pt x="466811" y="97472"/>
                    <a:pt x="464144" y="98015"/>
                    <a:pt x="463248" y="97072"/>
                  </a:cubicBezTo>
                  <a:cubicBezTo>
                    <a:pt x="462572" y="96358"/>
                    <a:pt x="463058" y="94453"/>
                    <a:pt x="462496" y="93634"/>
                  </a:cubicBezTo>
                  <a:cubicBezTo>
                    <a:pt x="462286" y="93320"/>
                    <a:pt x="460219" y="92348"/>
                    <a:pt x="459705" y="91843"/>
                  </a:cubicBezTo>
                  <a:cubicBezTo>
                    <a:pt x="458391" y="90557"/>
                    <a:pt x="457819" y="91253"/>
                    <a:pt x="456657" y="88900"/>
                  </a:cubicBezTo>
                  <a:cubicBezTo>
                    <a:pt x="456038" y="87652"/>
                    <a:pt x="454609" y="86804"/>
                    <a:pt x="453619" y="85957"/>
                  </a:cubicBezTo>
                  <a:cubicBezTo>
                    <a:pt x="452752" y="85223"/>
                    <a:pt x="451504" y="84976"/>
                    <a:pt x="450818" y="84166"/>
                  </a:cubicBezTo>
                  <a:cubicBezTo>
                    <a:pt x="449294" y="82366"/>
                    <a:pt x="448408" y="79937"/>
                    <a:pt x="447027" y="77784"/>
                  </a:cubicBezTo>
                  <a:cubicBezTo>
                    <a:pt x="447113" y="77927"/>
                    <a:pt x="445799" y="77051"/>
                    <a:pt x="445627" y="76889"/>
                  </a:cubicBezTo>
                  <a:cubicBezTo>
                    <a:pt x="443198" y="74546"/>
                    <a:pt x="445484" y="75470"/>
                    <a:pt x="444627" y="72298"/>
                  </a:cubicBezTo>
                  <a:cubicBezTo>
                    <a:pt x="442636" y="70793"/>
                    <a:pt x="440579" y="69374"/>
                    <a:pt x="438788" y="67564"/>
                  </a:cubicBezTo>
                  <a:cubicBezTo>
                    <a:pt x="435655" y="60039"/>
                    <a:pt x="427034" y="54410"/>
                    <a:pt x="421424" y="48514"/>
                  </a:cubicBezTo>
                  <a:cubicBezTo>
                    <a:pt x="420205" y="47238"/>
                    <a:pt x="420386" y="45514"/>
                    <a:pt x="419281" y="44171"/>
                  </a:cubicBezTo>
                  <a:cubicBezTo>
                    <a:pt x="419167" y="44037"/>
                    <a:pt x="418300" y="44513"/>
                    <a:pt x="418138" y="44418"/>
                  </a:cubicBezTo>
                  <a:cubicBezTo>
                    <a:pt x="417690" y="44190"/>
                    <a:pt x="418033" y="42466"/>
                    <a:pt x="417643" y="42123"/>
                  </a:cubicBezTo>
                  <a:cubicBezTo>
                    <a:pt x="417100" y="41656"/>
                    <a:pt x="415633" y="42027"/>
                    <a:pt x="415099" y="41475"/>
                  </a:cubicBezTo>
                  <a:cubicBezTo>
                    <a:pt x="413090" y="39418"/>
                    <a:pt x="411109" y="36751"/>
                    <a:pt x="408765" y="34446"/>
                  </a:cubicBezTo>
                  <a:cubicBezTo>
                    <a:pt x="406660" y="32369"/>
                    <a:pt x="404870" y="29493"/>
                    <a:pt x="402431" y="27416"/>
                  </a:cubicBezTo>
                  <a:cubicBezTo>
                    <a:pt x="401488" y="26606"/>
                    <a:pt x="399507" y="26635"/>
                    <a:pt x="398488" y="25873"/>
                  </a:cubicBezTo>
                  <a:cubicBezTo>
                    <a:pt x="397269" y="24949"/>
                    <a:pt x="396345" y="22663"/>
                    <a:pt x="395202" y="21787"/>
                  </a:cubicBezTo>
                  <a:cubicBezTo>
                    <a:pt x="394163" y="20996"/>
                    <a:pt x="392306" y="21034"/>
                    <a:pt x="391258" y="20244"/>
                  </a:cubicBezTo>
                  <a:cubicBezTo>
                    <a:pt x="389896" y="19215"/>
                    <a:pt x="389353" y="17148"/>
                    <a:pt x="387972" y="16158"/>
                  </a:cubicBezTo>
                  <a:cubicBezTo>
                    <a:pt x="387096" y="15529"/>
                    <a:pt x="385839" y="17024"/>
                    <a:pt x="385429" y="15510"/>
                  </a:cubicBezTo>
                  <a:cubicBezTo>
                    <a:pt x="384896" y="13567"/>
                    <a:pt x="378628" y="10223"/>
                    <a:pt x="378190" y="9881"/>
                  </a:cubicBezTo>
                  <a:cubicBezTo>
                    <a:pt x="377790" y="9557"/>
                    <a:pt x="376342" y="10652"/>
                    <a:pt x="375895" y="10376"/>
                  </a:cubicBezTo>
                  <a:cubicBezTo>
                    <a:pt x="374513" y="9528"/>
                    <a:pt x="373999" y="7128"/>
                    <a:pt x="372599" y="6280"/>
                  </a:cubicBezTo>
                  <a:cubicBezTo>
                    <a:pt x="371408" y="5556"/>
                    <a:pt x="369913" y="5318"/>
                    <a:pt x="368656" y="4737"/>
                  </a:cubicBezTo>
                  <a:cubicBezTo>
                    <a:pt x="367027" y="3985"/>
                    <a:pt x="364979" y="2232"/>
                    <a:pt x="364465" y="2042"/>
                  </a:cubicBezTo>
                  <a:cubicBezTo>
                    <a:pt x="363522" y="1699"/>
                    <a:pt x="361998" y="3023"/>
                    <a:pt x="361026" y="2794"/>
                  </a:cubicBezTo>
                  <a:cubicBezTo>
                    <a:pt x="360083" y="2575"/>
                    <a:pt x="359721" y="756"/>
                    <a:pt x="358226" y="1003"/>
                  </a:cubicBezTo>
                  <a:cubicBezTo>
                    <a:pt x="357083" y="1194"/>
                    <a:pt x="357254" y="156"/>
                    <a:pt x="356826" y="108"/>
                  </a:cubicBezTo>
                  <a:cubicBezTo>
                    <a:pt x="351472" y="-464"/>
                    <a:pt x="348834" y="1394"/>
                    <a:pt x="342814" y="1956"/>
                  </a:cubicBezTo>
                  <a:cubicBezTo>
                    <a:pt x="340309" y="2194"/>
                    <a:pt x="337356" y="1384"/>
                    <a:pt x="334289" y="1413"/>
                  </a:cubicBezTo>
                  <a:cubicBezTo>
                    <a:pt x="330632" y="1451"/>
                    <a:pt x="324803" y="1413"/>
                    <a:pt x="323469" y="1365"/>
                  </a:cubicBezTo>
                  <a:cubicBezTo>
                    <a:pt x="322736" y="1337"/>
                    <a:pt x="321907" y="1765"/>
                    <a:pt x="321173" y="1870"/>
                  </a:cubicBezTo>
                  <a:cubicBezTo>
                    <a:pt x="317392" y="2365"/>
                    <a:pt x="315335" y="2261"/>
                    <a:pt x="314039" y="2222"/>
                  </a:cubicBezTo>
                  <a:cubicBezTo>
                    <a:pt x="306848" y="2003"/>
                    <a:pt x="297075" y="4556"/>
                    <a:pt x="291741" y="4670"/>
                  </a:cubicBezTo>
                  <a:cubicBezTo>
                    <a:pt x="287855" y="4756"/>
                    <a:pt x="286407" y="4794"/>
                    <a:pt x="283464" y="5270"/>
                  </a:cubicBezTo>
                  <a:cubicBezTo>
                    <a:pt x="282464" y="5432"/>
                    <a:pt x="282292" y="4375"/>
                    <a:pt x="282064" y="4375"/>
                  </a:cubicBezTo>
                  <a:cubicBezTo>
                    <a:pt x="277959" y="4356"/>
                    <a:pt x="275958" y="4318"/>
                    <a:pt x="275187" y="5871"/>
                  </a:cubicBezTo>
                  <a:cubicBezTo>
                    <a:pt x="274758" y="6728"/>
                    <a:pt x="273501" y="5032"/>
                    <a:pt x="273787" y="4975"/>
                  </a:cubicBezTo>
                  <a:cubicBezTo>
                    <a:pt x="269891" y="5728"/>
                    <a:pt x="267881" y="6299"/>
                    <a:pt x="266652" y="5328"/>
                  </a:cubicBezTo>
                  <a:cubicBezTo>
                    <a:pt x="266414" y="5128"/>
                    <a:pt x="264709" y="5794"/>
                    <a:pt x="264357" y="5823"/>
                  </a:cubicBezTo>
                  <a:cubicBezTo>
                    <a:pt x="260070" y="6232"/>
                    <a:pt x="257670" y="6461"/>
                    <a:pt x="254927" y="6680"/>
                  </a:cubicBezTo>
                  <a:cubicBezTo>
                    <a:pt x="250460" y="7023"/>
                    <a:pt x="243354" y="8357"/>
                    <a:pt x="241811" y="7128"/>
                  </a:cubicBezTo>
                  <a:cubicBezTo>
                    <a:pt x="240992" y="6480"/>
                    <a:pt x="239811" y="8671"/>
                    <a:pt x="239763" y="8776"/>
                  </a:cubicBezTo>
                  <a:cubicBezTo>
                    <a:pt x="239316" y="9681"/>
                    <a:pt x="238144" y="7890"/>
                    <a:pt x="238363" y="7880"/>
                  </a:cubicBezTo>
                  <a:cubicBezTo>
                    <a:pt x="234410" y="8109"/>
                    <a:pt x="233153" y="8109"/>
                    <a:pt x="232629" y="9128"/>
                  </a:cubicBezTo>
                  <a:cubicBezTo>
                    <a:pt x="231400" y="11557"/>
                    <a:pt x="220609" y="10566"/>
                    <a:pt x="220913" y="10481"/>
                  </a:cubicBezTo>
                  <a:cubicBezTo>
                    <a:pt x="219351" y="10947"/>
                    <a:pt x="217122" y="13414"/>
                    <a:pt x="215675" y="14024"/>
                  </a:cubicBezTo>
                  <a:cubicBezTo>
                    <a:pt x="211998" y="15577"/>
                    <a:pt x="204826" y="16577"/>
                    <a:pt x="203559" y="19063"/>
                  </a:cubicBezTo>
                  <a:cubicBezTo>
                    <a:pt x="203368" y="19434"/>
                    <a:pt x="201635" y="19310"/>
                    <a:pt x="201263" y="19558"/>
                  </a:cubicBezTo>
                  <a:cubicBezTo>
                    <a:pt x="200025" y="20396"/>
                    <a:pt x="198720" y="21272"/>
                    <a:pt x="197948" y="22349"/>
                  </a:cubicBezTo>
                  <a:lnTo>
                    <a:pt x="113633" y="86242"/>
                  </a:lnTo>
                  <a:cubicBezTo>
                    <a:pt x="113662" y="86185"/>
                    <a:pt x="113681" y="86138"/>
                    <a:pt x="113709" y="86081"/>
                  </a:cubicBezTo>
                  <a:cubicBezTo>
                    <a:pt x="112852" y="86585"/>
                    <a:pt x="112061" y="87052"/>
                    <a:pt x="111443" y="87185"/>
                  </a:cubicBezTo>
                  <a:cubicBezTo>
                    <a:pt x="109061" y="88776"/>
                    <a:pt x="108604" y="91291"/>
                    <a:pt x="107852" y="92767"/>
                  </a:cubicBezTo>
                  <a:cubicBezTo>
                    <a:pt x="107642" y="93196"/>
                    <a:pt x="105918" y="92929"/>
                    <a:pt x="105556" y="93272"/>
                  </a:cubicBezTo>
                  <a:cubicBezTo>
                    <a:pt x="103575" y="95110"/>
                    <a:pt x="101355" y="97682"/>
                    <a:pt x="99422" y="98215"/>
                  </a:cubicBezTo>
                  <a:cubicBezTo>
                    <a:pt x="98145" y="98558"/>
                    <a:pt x="99050" y="99158"/>
                    <a:pt x="98527" y="99616"/>
                  </a:cubicBezTo>
                  <a:cubicBezTo>
                    <a:pt x="91116" y="105988"/>
                    <a:pt x="81562" y="113789"/>
                    <a:pt x="77934" y="120923"/>
                  </a:cubicBezTo>
                  <a:cubicBezTo>
                    <a:pt x="77724" y="121342"/>
                    <a:pt x="76010" y="121104"/>
                    <a:pt x="75638" y="121418"/>
                  </a:cubicBezTo>
                  <a:cubicBezTo>
                    <a:pt x="74438" y="122466"/>
                    <a:pt x="74514" y="122895"/>
                    <a:pt x="73838" y="124219"/>
                  </a:cubicBezTo>
                  <a:cubicBezTo>
                    <a:pt x="73628" y="124619"/>
                    <a:pt x="71914" y="124419"/>
                    <a:pt x="71542" y="124714"/>
                  </a:cubicBezTo>
                  <a:cubicBezTo>
                    <a:pt x="69552" y="126324"/>
                    <a:pt x="69466" y="127457"/>
                    <a:pt x="67456" y="128010"/>
                  </a:cubicBezTo>
                  <a:cubicBezTo>
                    <a:pt x="66208" y="128352"/>
                    <a:pt x="67056" y="129019"/>
                    <a:pt x="66561" y="129410"/>
                  </a:cubicBezTo>
                  <a:cubicBezTo>
                    <a:pt x="64675" y="130858"/>
                    <a:pt x="61674" y="132343"/>
                    <a:pt x="60169" y="133201"/>
                  </a:cubicBezTo>
                  <a:cubicBezTo>
                    <a:pt x="58360" y="134249"/>
                    <a:pt x="56950" y="135772"/>
                    <a:pt x="54683" y="135601"/>
                  </a:cubicBezTo>
                  <a:cubicBezTo>
                    <a:pt x="54150" y="137801"/>
                    <a:pt x="54150" y="139764"/>
                    <a:pt x="53388" y="140697"/>
                  </a:cubicBezTo>
                  <a:cubicBezTo>
                    <a:pt x="52359" y="141945"/>
                    <a:pt x="53235" y="141545"/>
                    <a:pt x="52740" y="143240"/>
                  </a:cubicBezTo>
                  <a:cubicBezTo>
                    <a:pt x="52006" y="145755"/>
                    <a:pt x="49739" y="148231"/>
                    <a:pt x="51045" y="152022"/>
                  </a:cubicBezTo>
                  <a:cubicBezTo>
                    <a:pt x="45853" y="151975"/>
                    <a:pt x="48644" y="157061"/>
                    <a:pt x="45158" y="158109"/>
                  </a:cubicBezTo>
                  <a:cubicBezTo>
                    <a:pt x="44291" y="161519"/>
                    <a:pt x="43034" y="168034"/>
                    <a:pt x="40272" y="168786"/>
                  </a:cubicBezTo>
                  <a:cubicBezTo>
                    <a:pt x="39367" y="169034"/>
                    <a:pt x="37757" y="173692"/>
                    <a:pt x="37833" y="174130"/>
                  </a:cubicBezTo>
                  <a:cubicBezTo>
                    <a:pt x="38205" y="176416"/>
                    <a:pt x="35071" y="177511"/>
                    <a:pt x="35385" y="179464"/>
                  </a:cubicBezTo>
                  <a:cubicBezTo>
                    <a:pt x="35900" y="182578"/>
                    <a:pt x="31032" y="185960"/>
                    <a:pt x="30004" y="187846"/>
                  </a:cubicBezTo>
                  <a:cubicBezTo>
                    <a:pt x="28156" y="191256"/>
                    <a:pt x="27403" y="195361"/>
                    <a:pt x="25117" y="198523"/>
                  </a:cubicBezTo>
                  <a:cubicBezTo>
                    <a:pt x="23860" y="200257"/>
                    <a:pt x="21917" y="201400"/>
                    <a:pt x="20469" y="202924"/>
                  </a:cubicBezTo>
                  <a:cubicBezTo>
                    <a:pt x="5553" y="226374"/>
                    <a:pt x="0" y="292478"/>
                    <a:pt x="0" y="292478"/>
                  </a:cubicBezTo>
                  <a:lnTo>
                    <a:pt x="27384" y="418217"/>
                  </a:lnTo>
                  <a:lnTo>
                    <a:pt x="42224" y="418665"/>
                  </a:lnTo>
                  <a:cubicBezTo>
                    <a:pt x="138551" y="191579"/>
                    <a:pt x="233686" y="113455"/>
                    <a:pt x="233686" y="113455"/>
                  </a:cubicBezTo>
                  <a:cubicBezTo>
                    <a:pt x="237554" y="113922"/>
                    <a:pt x="239201" y="108998"/>
                    <a:pt x="239821" y="108512"/>
                  </a:cubicBezTo>
                  <a:cubicBezTo>
                    <a:pt x="240668" y="107855"/>
                    <a:pt x="242383" y="108360"/>
                    <a:pt x="243269" y="107759"/>
                  </a:cubicBezTo>
                  <a:cubicBezTo>
                    <a:pt x="246621" y="105473"/>
                    <a:pt x="249488" y="103092"/>
                    <a:pt x="252594" y="100921"/>
                  </a:cubicBezTo>
                  <a:cubicBezTo>
                    <a:pt x="253775" y="100092"/>
                    <a:pt x="254089" y="99492"/>
                    <a:pt x="255794" y="99025"/>
                  </a:cubicBezTo>
                  <a:cubicBezTo>
                    <a:pt x="257870" y="98454"/>
                    <a:pt x="258242" y="96177"/>
                    <a:pt x="259880" y="95739"/>
                  </a:cubicBezTo>
                  <a:cubicBezTo>
                    <a:pt x="261099" y="95406"/>
                    <a:pt x="260299" y="94682"/>
                    <a:pt x="260775" y="94339"/>
                  </a:cubicBezTo>
                  <a:cubicBezTo>
                    <a:pt x="262357" y="93186"/>
                    <a:pt x="264376" y="93300"/>
                    <a:pt x="266262" y="91938"/>
                  </a:cubicBezTo>
                  <a:cubicBezTo>
                    <a:pt x="266386" y="91853"/>
                    <a:pt x="265938" y="90938"/>
                    <a:pt x="266014" y="90795"/>
                  </a:cubicBezTo>
                  <a:cubicBezTo>
                    <a:pt x="266262" y="90319"/>
                    <a:pt x="268853" y="89271"/>
                    <a:pt x="269205" y="88900"/>
                  </a:cubicBezTo>
                  <a:cubicBezTo>
                    <a:pt x="270977" y="87071"/>
                    <a:pt x="273091" y="86728"/>
                    <a:pt x="275587" y="85109"/>
                  </a:cubicBezTo>
                  <a:cubicBezTo>
                    <a:pt x="275701" y="85033"/>
                    <a:pt x="275263" y="84099"/>
                    <a:pt x="275339" y="83957"/>
                  </a:cubicBezTo>
                  <a:cubicBezTo>
                    <a:pt x="275387" y="83861"/>
                    <a:pt x="279797" y="81747"/>
                    <a:pt x="279673" y="81813"/>
                  </a:cubicBezTo>
                  <a:cubicBezTo>
                    <a:pt x="283540" y="79699"/>
                    <a:pt x="290493" y="77689"/>
                    <a:pt x="291551" y="75622"/>
                  </a:cubicBezTo>
                  <a:cubicBezTo>
                    <a:pt x="291694" y="75346"/>
                    <a:pt x="293513" y="75241"/>
                    <a:pt x="293846" y="75127"/>
                  </a:cubicBezTo>
                  <a:cubicBezTo>
                    <a:pt x="295675" y="74489"/>
                    <a:pt x="296370" y="74546"/>
                    <a:pt x="297037" y="73231"/>
                  </a:cubicBezTo>
                  <a:cubicBezTo>
                    <a:pt x="297180" y="72955"/>
                    <a:pt x="298999" y="72850"/>
                    <a:pt x="299333" y="72727"/>
                  </a:cubicBezTo>
                  <a:cubicBezTo>
                    <a:pt x="301162" y="72098"/>
                    <a:pt x="301847" y="72145"/>
                    <a:pt x="302523" y="70831"/>
                  </a:cubicBezTo>
                  <a:cubicBezTo>
                    <a:pt x="302666" y="70555"/>
                    <a:pt x="304486" y="70450"/>
                    <a:pt x="304819" y="70336"/>
                  </a:cubicBezTo>
                  <a:cubicBezTo>
                    <a:pt x="309258" y="68793"/>
                    <a:pt x="311687" y="67773"/>
                    <a:pt x="314896" y="66935"/>
                  </a:cubicBezTo>
                  <a:cubicBezTo>
                    <a:pt x="319916" y="65640"/>
                    <a:pt x="324498" y="65707"/>
                    <a:pt x="330051" y="64840"/>
                  </a:cubicBezTo>
                  <a:cubicBezTo>
                    <a:pt x="332975" y="64392"/>
                    <a:pt x="336966" y="62992"/>
                    <a:pt x="340376" y="62592"/>
                  </a:cubicBezTo>
                  <a:cubicBezTo>
                    <a:pt x="344872" y="62078"/>
                    <a:pt x="350130" y="62325"/>
                    <a:pt x="354644" y="61887"/>
                  </a:cubicBezTo>
                  <a:cubicBezTo>
                    <a:pt x="360054" y="61363"/>
                    <a:pt x="365188" y="59677"/>
                    <a:pt x="369808" y="59792"/>
                  </a:cubicBezTo>
                  <a:cubicBezTo>
                    <a:pt x="370037" y="59801"/>
                    <a:pt x="370303" y="60658"/>
                    <a:pt x="371208" y="60687"/>
                  </a:cubicBezTo>
                  <a:cubicBezTo>
                    <a:pt x="372932" y="60744"/>
                    <a:pt x="373618" y="60611"/>
                    <a:pt x="374895" y="61077"/>
                  </a:cubicBezTo>
                  <a:cubicBezTo>
                    <a:pt x="375733" y="61382"/>
                    <a:pt x="376657" y="61573"/>
                    <a:pt x="377438" y="61725"/>
                  </a:cubicBezTo>
                  <a:cubicBezTo>
                    <a:pt x="381343" y="62525"/>
                    <a:pt x="381829" y="62259"/>
                    <a:pt x="383924" y="63916"/>
                  </a:cubicBezTo>
                  <a:cubicBezTo>
                    <a:pt x="384277" y="64202"/>
                    <a:pt x="385753" y="63287"/>
                    <a:pt x="386220" y="63421"/>
                  </a:cubicBezTo>
                  <a:cubicBezTo>
                    <a:pt x="387772" y="63849"/>
                    <a:pt x="388696" y="64449"/>
                    <a:pt x="390163" y="64964"/>
                  </a:cubicBezTo>
                  <a:cubicBezTo>
                    <a:pt x="392639" y="65840"/>
                    <a:pt x="393925" y="65488"/>
                    <a:pt x="396402" y="66011"/>
                  </a:cubicBezTo>
                  <a:cubicBezTo>
                    <a:pt x="396812" y="66097"/>
                    <a:pt x="397564" y="67859"/>
                    <a:pt x="398050" y="68050"/>
                  </a:cubicBezTo>
                  <a:cubicBezTo>
                    <a:pt x="398650" y="68288"/>
                    <a:pt x="399698" y="67412"/>
                    <a:pt x="400345" y="67554"/>
                  </a:cubicBezTo>
                  <a:cubicBezTo>
                    <a:pt x="400783" y="67650"/>
                    <a:pt x="401469" y="69421"/>
                    <a:pt x="401993" y="69593"/>
                  </a:cubicBezTo>
                  <a:cubicBezTo>
                    <a:pt x="403679" y="70164"/>
                    <a:pt x="405136" y="69326"/>
                    <a:pt x="406832" y="69745"/>
                  </a:cubicBezTo>
                  <a:cubicBezTo>
                    <a:pt x="406956" y="69774"/>
                    <a:pt x="407775" y="70479"/>
                    <a:pt x="408232" y="70641"/>
                  </a:cubicBezTo>
                  <a:cubicBezTo>
                    <a:pt x="409699" y="71183"/>
                    <a:pt x="410737" y="71660"/>
                    <a:pt x="412175" y="72184"/>
                  </a:cubicBezTo>
                  <a:cubicBezTo>
                    <a:pt x="414604" y="73079"/>
                    <a:pt x="414976" y="73765"/>
                    <a:pt x="416366" y="74870"/>
                  </a:cubicBezTo>
                  <a:cubicBezTo>
                    <a:pt x="416757" y="75184"/>
                    <a:pt x="418186" y="74174"/>
                    <a:pt x="418662" y="74374"/>
                  </a:cubicBezTo>
                  <a:cubicBezTo>
                    <a:pt x="419757" y="74841"/>
                    <a:pt x="420567" y="76870"/>
                    <a:pt x="421710" y="77318"/>
                  </a:cubicBezTo>
                  <a:cubicBezTo>
                    <a:pt x="423291" y="77937"/>
                    <a:pt x="424996" y="76860"/>
                    <a:pt x="426548" y="77470"/>
                  </a:cubicBezTo>
                  <a:cubicBezTo>
                    <a:pt x="427625" y="77889"/>
                    <a:pt x="428473" y="79975"/>
                    <a:pt x="429587" y="80413"/>
                  </a:cubicBezTo>
                  <a:cubicBezTo>
                    <a:pt x="431130" y="81023"/>
                    <a:pt x="432959" y="79861"/>
                    <a:pt x="434426" y="80566"/>
                  </a:cubicBezTo>
                  <a:cubicBezTo>
                    <a:pt x="435540" y="81099"/>
                    <a:pt x="436407" y="82823"/>
                    <a:pt x="437474" y="83509"/>
                  </a:cubicBezTo>
                  <a:cubicBezTo>
                    <a:pt x="441141" y="85871"/>
                    <a:pt x="445465" y="87481"/>
                    <a:pt x="448399" y="89538"/>
                  </a:cubicBezTo>
                  <a:cubicBezTo>
                    <a:pt x="449551" y="90348"/>
                    <a:pt x="450352" y="91596"/>
                    <a:pt x="451437" y="92481"/>
                  </a:cubicBezTo>
                  <a:cubicBezTo>
                    <a:pt x="454152" y="94691"/>
                    <a:pt x="457953" y="96911"/>
                    <a:pt x="459819" y="97863"/>
                  </a:cubicBezTo>
                  <a:cubicBezTo>
                    <a:pt x="460219" y="98063"/>
                    <a:pt x="460029" y="99777"/>
                    <a:pt x="460315" y="100159"/>
                  </a:cubicBezTo>
                  <a:cubicBezTo>
                    <a:pt x="460410" y="100282"/>
                    <a:pt x="461305" y="99825"/>
                    <a:pt x="461467" y="99911"/>
                  </a:cubicBezTo>
                  <a:cubicBezTo>
                    <a:pt x="461905" y="100130"/>
                    <a:pt x="461591" y="101854"/>
                    <a:pt x="461963" y="102206"/>
                  </a:cubicBezTo>
                  <a:cubicBezTo>
                    <a:pt x="462306" y="102540"/>
                    <a:pt x="464039" y="102616"/>
                    <a:pt x="464506" y="102854"/>
                  </a:cubicBezTo>
                  <a:cubicBezTo>
                    <a:pt x="464953" y="103083"/>
                    <a:pt x="464620" y="104797"/>
                    <a:pt x="465001" y="105150"/>
                  </a:cubicBezTo>
                  <a:cubicBezTo>
                    <a:pt x="466963" y="106921"/>
                    <a:pt x="468849" y="106836"/>
                    <a:pt x="469440" y="108998"/>
                  </a:cubicBezTo>
                  <a:cubicBezTo>
                    <a:pt x="470011" y="111074"/>
                    <a:pt x="472516" y="111122"/>
                    <a:pt x="473631" y="111684"/>
                  </a:cubicBezTo>
                  <a:cubicBezTo>
                    <a:pt x="474726" y="112246"/>
                    <a:pt x="474602" y="115513"/>
                    <a:pt x="476669" y="114627"/>
                  </a:cubicBezTo>
                  <a:cubicBezTo>
                    <a:pt x="477117" y="117513"/>
                    <a:pt x="477669" y="120247"/>
                    <a:pt x="480212" y="119866"/>
                  </a:cubicBezTo>
                  <a:cubicBezTo>
                    <a:pt x="481784" y="114884"/>
                    <a:pt x="479355" y="112284"/>
                    <a:pt x="477974" y="109493"/>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33" id="33"/>
            <p:cNvGrpSpPr/>
            <p:nvPr/>
          </p:nvGrpSpPr>
          <p:grpSpPr>
            <a:xfrm>
              <a:off x="9370195" y="3386033"/>
              <a:ext cx="371453" cy="170276"/>
              <a:chOff x="2879455" y="789453"/>
              <a:chExt cx="371453" cy="170276"/>
            </a:xfrm>
            <a:solidFill>
              <a:srgbClr val="DFBA47"/>
            </a:solidFill>
          </p:grpSpPr>
          <p:sp>
            <p:nvSpPr>
              <p:cNvPr name="Freeform 34" id="34"/>
              <p:cNvSpPr/>
              <p:nvPr/>
            </p:nvSpPr>
            <p:spPr>
              <a:xfrm>
                <a:off x="2879455" y="882605"/>
                <a:ext cx="54027" cy="77123"/>
              </a:xfrm>
              <a:custGeom>
                <a:avLst/>
                <a:gdLst/>
                <a:ahLst/>
                <a:cxnLst/>
                <a:rect r="r" b="b" t="t" l="l"/>
                <a:pathLst>
                  <a:path w="54027" h="77123" stroke="true" fill="norm" extrusionOk="true">
                    <a:moveTo>
                      <a:pt x="53883" y="6820"/>
                    </a:moveTo>
                    <a:cubicBezTo>
                      <a:pt x="54321" y="4591"/>
                      <a:pt x="53701" y="2076"/>
                      <a:pt x="52882" y="0"/>
                    </a:cubicBezTo>
                    <a:cubicBezTo>
                      <a:pt x="50187" y="791"/>
                      <a:pt x="46044" y="4362"/>
                      <a:pt x="44186" y="6696"/>
                    </a:cubicBezTo>
                    <a:cubicBezTo>
                      <a:pt x="42071" y="9353"/>
                      <a:pt x="40024" y="12135"/>
                      <a:pt x="38557" y="13935"/>
                    </a:cubicBezTo>
                    <a:cubicBezTo>
                      <a:pt x="38366" y="14173"/>
                      <a:pt x="37595" y="13945"/>
                      <a:pt x="37414" y="14183"/>
                    </a:cubicBezTo>
                    <a:cubicBezTo>
                      <a:pt x="37100" y="14573"/>
                      <a:pt x="38214" y="16069"/>
                      <a:pt x="37909" y="16478"/>
                    </a:cubicBezTo>
                    <a:cubicBezTo>
                      <a:pt x="37576" y="16935"/>
                      <a:pt x="36080" y="16640"/>
                      <a:pt x="35614" y="16974"/>
                    </a:cubicBezTo>
                    <a:cubicBezTo>
                      <a:pt x="35328" y="17183"/>
                      <a:pt x="35242" y="19164"/>
                      <a:pt x="34966" y="19517"/>
                    </a:cubicBezTo>
                    <a:cubicBezTo>
                      <a:pt x="34061" y="20679"/>
                      <a:pt x="32927" y="21431"/>
                      <a:pt x="32023" y="22555"/>
                    </a:cubicBezTo>
                    <a:cubicBezTo>
                      <a:pt x="30127" y="24298"/>
                      <a:pt x="26917" y="25203"/>
                      <a:pt x="24488" y="26603"/>
                    </a:cubicBezTo>
                    <a:cubicBezTo>
                      <a:pt x="22403" y="30851"/>
                      <a:pt x="20974" y="35538"/>
                      <a:pt x="16164" y="38033"/>
                    </a:cubicBezTo>
                    <a:cubicBezTo>
                      <a:pt x="16992" y="39529"/>
                      <a:pt x="15611" y="40757"/>
                      <a:pt x="15773" y="41719"/>
                    </a:cubicBezTo>
                    <a:cubicBezTo>
                      <a:pt x="16040" y="43377"/>
                      <a:pt x="14487" y="42415"/>
                      <a:pt x="13725" y="43367"/>
                    </a:cubicBezTo>
                    <a:cubicBezTo>
                      <a:pt x="13477" y="43691"/>
                      <a:pt x="14287" y="45225"/>
                      <a:pt x="14220" y="45663"/>
                    </a:cubicBezTo>
                    <a:cubicBezTo>
                      <a:pt x="13801" y="48520"/>
                      <a:pt x="12430" y="49587"/>
                      <a:pt x="11782" y="51006"/>
                    </a:cubicBezTo>
                    <a:cubicBezTo>
                      <a:pt x="11268" y="52140"/>
                      <a:pt x="11830" y="53683"/>
                      <a:pt x="11382" y="54702"/>
                    </a:cubicBezTo>
                    <a:cubicBezTo>
                      <a:pt x="11106" y="55331"/>
                      <a:pt x="9648" y="55683"/>
                      <a:pt x="9344" y="56340"/>
                    </a:cubicBezTo>
                    <a:cubicBezTo>
                      <a:pt x="8801" y="57512"/>
                      <a:pt x="9448" y="58988"/>
                      <a:pt x="8943" y="60036"/>
                    </a:cubicBezTo>
                    <a:cubicBezTo>
                      <a:pt x="7648" y="62703"/>
                      <a:pt x="5181" y="64941"/>
                      <a:pt x="4457" y="67027"/>
                    </a:cubicBezTo>
                    <a:cubicBezTo>
                      <a:pt x="3257" y="70456"/>
                      <a:pt x="-200" y="73333"/>
                      <a:pt x="9" y="77124"/>
                    </a:cubicBezTo>
                    <a:cubicBezTo>
                      <a:pt x="6848" y="74371"/>
                      <a:pt x="10534" y="68418"/>
                      <a:pt x="14287" y="62484"/>
                    </a:cubicBezTo>
                    <a:cubicBezTo>
                      <a:pt x="16164" y="59512"/>
                      <a:pt x="17307" y="58388"/>
                      <a:pt x="18526" y="54350"/>
                    </a:cubicBezTo>
                    <a:cubicBezTo>
                      <a:pt x="18726" y="53673"/>
                      <a:pt x="19640" y="54273"/>
                      <a:pt x="19421" y="52959"/>
                    </a:cubicBezTo>
                    <a:cubicBezTo>
                      <a:pt x="19173" y="51464"/>
                      <a:pt x="20993" y="51102"/>
                      <a:pt x="21221" y="50159"/>
                    </a:cubicBezTo>
                    <a:cubicBezTo>
                      <a:pt x="21440" y="49216"/>
                      <a:pt x="20107" y="47606"/>
                      <a:pt x="20469" y="46720"/>
                    </a:cubicBezTo>
                    <a:cubicBezTo>
                      <a:pt x="20935" y="45558"/>
                      <a:pt x="22879" y="44787"/>
                      <a:pt x="23412" y="43672"/>
                    </a:cubicBezTo>
                    <a:cubicBezTo>
                      <a:pt x="23850" y="42758"/>
                      <a:pt x="23279" y="40957"/>
                      <a:pt x="23812" y="39986"/>
                    </a:cubicBezTo>
                    <a:cubicBezTo>
                      <a:pt x="24393" y="38929"/>
                      <a:pt x="26365" y="39081"/>
                      <a:pt x="27003" y="38090"/>
                    </a:cubicBezTo>
                    <a:cubicBezTo>
                      <a:pt x="27603" y="37157"/>
                      <a:pt x="26660" y="35242"/>
                      <a:pt x="27403" y="34395"/>
                    </a:cubicBezTo>
                    <a:cubicBezTo>
                      <a:pt x="28203" y="33490"/>
                      <a:pt x="29737" y="33204"/>
                      <a:pt x="30594" y="32499"/>
                    </a:cubicBezTo>
                    <a:cubicBezTo>
                      <a:pt x="31766" y="31537"/>
                      <a:pt x="32099" y="30166"/>
                      <a:pt x="33537" y="29461"/>
                    </a:cubicBezTo>
                    <a:cubicBezTo>
                      <a:pt x="35556" y="28461"/>
                      <a:pt x="36766" y="28746"/>
                      <a:pt x="37881" y="27308"/>
                    </a:cubicBezTo>
                    <a:cubicBezTo>
                      <a:pt x="41319" y="25270"/>
                      <a:pt x="41319" y="20622"/>
                      <a:pt x="44138" y="17555"/>
                    </a:cubicBezTo>
                    <a:cubicBezTo>
                      <a:pt x="46653" y="14821"/>
                      <a:pt x="50101" y="12964"/>
                      <a:pt x="52368" y="9982"/>
                    </a:cubicBezTo>
                    <a:cubicBezTo>
                      <a:pt x="53244" y="8792"/>
                      <a:pt x="53692" y="7791"/>
                      <a:pt x="53883" y="6820"/>
                    </a:cubicBezTo>
                    <a:close/>
                  </a:path>
                </a:pathLst>
              </a:custGeom>
              <a:solidFill>
                <a:srgbClr val="DFBA47"/>
              </a:solidFill>
              <a:ln cap="flat">
                <a:noFill/>
                <a:prstDash val="solid"/>
                <a:miter lim="800000"/>
              </a:ln>
            </p:spPr>
            <p:txBody>
              <a:bodyPr vert="horz" anchor="ctr" tIns="45720" lIns="91440" bIns="45720" rIns="91440"/>
              <a:p>
                <a:pPr algn="l" marL="0"/>
              </a:p>
            </p:txBody>
          </p:sp>
          <p:sp>
            <p:nvSpPr>
              <p:cNvPr name="Freeform 35" id="35"/>
              <p:cNvSpPr/>
              <p:nvPr/>
            </p:nvSpPr>
            <p:spPr>
              <a:xfrm>
                <a:off x="3000613" y="789453"/>
                <a:ext cx="250295" cy="60329"/>
              </a:xfrm>
              <a:custGeom>
                <a:avLst/>
                <a:gdLst/>
                <a:ahLst/>
                <a:cxnLst/>
                <a:rect r="r" b="b" t="t" l="l"/>
                <a:pathLst>
                  <a:path w="250295" h="60329" stroke="true" fill="norm" extrusionOk="true">
                    <a:moveTo>
                      <a:pt x="245231" y="34059"/>
                    </a:moveTo>
                    <a:cubicBezTo>
                      <a:pt x="245135" y="34240"/>
                      <a:pt x="244907" y="34431"/>
                      <a:pt x="244326" y="34688"/>
                    </a:cubicBezTo>
                    <a:cubicBezTo>
                      <a:pt x="243764" y="34288"/>
                      <a:pt x="243164" y="33964"/>
                      <a:pt x="242564" y="33602"/>
                    </a:cubicBezTo>
                    <a:cubicBezTo>
                      <a:pt x="239106" y="31535"/>
                      <a:pt x="235268" y="30059"/>
                      <a:pt x="232000" y="27754"/>
                    </a:cubicBezTo>
                    <a:cubicBezTo>
                      <a:pt x="228133" y="25030"/>
                      <a:pt x="225762" y="20086"/>
                      <a:pt x="220580" y="19429"/>
                    </a:cubicBezTo>
                    <a:cubicBezTo>
                      <a:pt x="219418" y="16714"/>
                      <a:pt x="212493" y="11685"/>
                      <a:pt x="210550" y="11999"/>
                    </a:cubicBezTo>
                    <a:cubicBezTo>
                      <a:pt x="209217" y="12209"/>
                      <a:pt x="209874" y="11352"/>
                      <a:pt x="209160" y="11104"/>
                    </a:cubicBezTo>
                    <a:cubicBezTo>
                      <a:pt x="207407" y="10476"/>
                      <a:pt x="205635" y="10304"/>
                      <a:pt x="204073" y="9809"/>
                    </a:cubicBezTo>
                    <a:cubicBezTo>
                      <a:pt x="203892" y="9752"/>
                      <a:pt x="203988" y="8790"/>
                      <a:pt x="203826" y="8656"/>
                    </a:cubicBezTo>
                    <a:cubicBezTo>
                      <a:pt x="203483" y="8380"/>
                      <a:pt x="201987" y="9266"/>
                      <a:pt x="201530" y="9152"/>
                    </a:cubicBezTo>
                    <a:cubicBezTo>
                      <a:pt x="201368" y="9113"/>
                      <a:pt x="201425" y="8123"/>
                      <a:pt x="201282" y="8009"/>
                    </a:cubicBezTo>
                    <a:cubicBezTo>
                      <a:pt x="200930" y="7732"/>
                      <a:pt x="199454" y="8618"/>
                      <a:pt x="198987" y="8504"/>
                    </a:cubicBezTo>
                    <a:cubicBezTo>
                      <a:pt x="197034" y="8047"/>
                      <a:pt x="195939" y="7199"/>
                      <a:pt x="193900" y="7208"/>
                    </a:cubicBezTo>
                    <a:cubicBezTo>
                      <a:pt x="190776" y="7227"/>
                      <a:pt x="187709" y="7970"/>
                      <a:pt x="184718" y="9209"/>
                    </a:cubicBezTo>
                    <a:cubicBezTo>
                      <a:pt x="182471" y="7208"/>
                      <a:pt x="180604" y="6789"/>
                      <a:pt x="179127" y="5618"/>
                    </a:cubicBezTo>
                    <a:cubicBezTo>
                      <a:pt x="178746" y="5313"/>
                      <a:pt x="177308" y="6304"/>
                      <a:pt x="176832" y="6113"/>
                    </a:cubicBezTo>
                    <a:cubicBezTo>
                      <a:pt x="175346" y="5522"/>
                      <a:pt x="176394" y="5027"/>
                      <a:pt x="175184" y="4065"/>
                    </a:cubicBezTo>
                    <a:cubicBezTo>
                      <a:pt x="174784" y="3751"/>
                      <a:pt x="173355" y="4808"/>
                      <a:pt x="172888" y="4560"/>
                    </a:cubicBezTo>
                    <a:cubicBezTo>
                      <a:pt x="171936" y="4075"/>
                      <a:pt x="171564" y="2532"/>
                      <a:pt x="170097" y="2770"/>
                    </a:cubicBezTo>
                    <a:cubicBezTo>
                      <a:pt x="168773" y="2989"/>
                      <a:pt x="162306" y="912"/>
                      <a:pt x="161315" y="1074"/>
                    </a:cubicBezTo>
                    <a:cubicBezTo>
                      <a:pt x="160163" y="1265"/>
                      <a:pt x="160344" y="227"/>
                      <a:pt x="159915" y="179"/>
                    </a:cubicBezTo>
                    <a:cubicBezTo>
                      <a:pt x="155553" y="-288"/>
                      <a:pt x="150981" y="265"/>
                      <a:pt x="146799" y="627"/>
                    </a:cubicBezTo>
                    <a:cubicBezTo>
                      <a:pt x="144456" y="836"/>
                      <a:pt x="141732" y="1998"/>
                      <a:pt x="138770" y="2379"/>
                    </a:cubicBezTo>
                    <a:cubicBezTo>
                      <a:pt x="136465" y="2684"/>
                      <a:pt x="133931" y="2284"/>
                      <a:pt x="131636" y="2732"/>
                    </a:cubicBezTo>
                    <a:cubicBezTo>
                      <a:pt x="129978" y="3056"/>
                      <a:pt x="129435" y="4370"/>
                      <a:pt x="128445" y="4627"/>
                    </a:cubicBezTo>
                    <a:cubicBezTo>
                      <a:pt x="126854" y="5056"/>
                      <a:pt x="125682" y="4008"/>
                      <a:pt x="124749" y="4237"/>
                    </a:cubicBezTo>
                    <a:cubicBezTo>
                      <a:pt x="123273" y="4589"/>
                      <a:pt x="123425" y="5723"/>
                      <a:pt x="121558" y="6132"/>
                    </a:cubicBezTo>
                    <a:cubicBezTo>
                      <a:pt x="119958" y="6475"/>
                      <a:pt x="118815" y="5551"/>
                      <a:pt x="117872" y="5742"/>
                    </a:cubicBezTo>
                    <a:cubicBezTo>
                      <a:pt x="116224" y="6075"/>
                      <a:pt x="115662" y="7380"/>
                      <a:pt x="114671" y="7637"/>
                    </a:cubicBezTo>
                    <a:cubicBezTo>
                      <a:pt x="113033" y="8075"/>
                      <a:pt x="111986" y="7056"/>
                      <a:pt x="110985" y="7247"/>
                    </a:cubicBezTo>
                    <a:cubicBezTo>
                      <a:pt x="110776" y="7285"/>
                      <a:pt x="111328" y="8628"/>
                      <a:pt x="110090" y="8637"/>
                    </a:cubicBezTo>
                    <a:cubicBezTo>
                      <a:pt x="109737" y="8647"/>
                      <a:pt x="109823" y="7608"/>
                      <a:pt x="108699" y="7742"/>
                    </a:cubicBezTo>
                    <a:cubicBezTo>
                      <a:pt x="99860" y="8761"/>
                      <a:pt x="94745" y="12523"/>
                      <a:pt x="87401" y="14781"/>
                    </a:cubicBezTo>
                    <a:cubicBezTo>
                      <a:pt x="79496" y="17219"/>
                      <a:pt x="72562" y="18524"/>
                      <a:pt x="66999" y="20429"/>
                    </a:cubicBezTo>
                    <a:cubicBezTo>
                      <a:pt x="61017" y="22477"/>
                      <a:pt x="50502" y="25182"/>
                      <a:pt x="46854" y="27220"/>
                    </a:cubicBezTo>
                    <a:cubicBezTo>
                      <a:pt x="42863" y="29440"/>
                      <a:pt x="39338" y="30373"/>
                      <a:pt x="35881" y="32012"/>
                    </a:cubicBezTo>
                    <a:cubicBezTo>
                      <a:pt x="30909" y="34374"/>
                      <a:pt x="26223" y="36288"/>
                      <a:pt x="21717" y="38698"/>
                    </a:cubicBezTo>
                    <a:cubicBezTo>
                      <a:pt x="13087" y="43318"/>
                      <a:pt x="1619" y="49566"/>
                      <a:pt x="0" y="60329"/>
                    </a:cubicBezTo>
                    <a:cubicBezTo>
                      <a:pt x="1572" y="59872"/>
                      <a:pt x="2172" y="58529"/>
                      <a:pt x="3467" y="57605"/>
                    </a:cubicBezTo>
                    <a:cubicBezTo>
                      <a:pt x="5286" y="56319"/>
                      <a:pt x="7506" y="55614"/>
                      <a:pt x="9497" y="54738"/>
                    </a:cubicBezTo>
                    <a:cubicBezTo>
                      <a:pt x="9411" y="54348"/>
                      <a:pt x="9392" y="53843"/>
                      <a:pt x="9325" y="53433"/>
                    </a:cubicBezTo>
                    <a:cubicBezTo>
                      <a:pt x="9935" y="53195"/>
                      <a:pt x="11039" y="53281"/>
                      <a:pt x="11602" y="52919"/>
                    </a:cubicBezTo>
                    <a:cubicBezTo>
                      <a:pt x="16193" y="49947"/>
                      <a:pt x="20612" y="47823"/>
                      <a:pt x="25518" y="45080"/>
                    </a:cubicBezTo>
                    <a:cubicBezTo>
                      <a:pt x="27375" y="44032"/>
                      <a:pt x="28908" y="43823"/>
                      <a:pt x="31004" y="42680"/>
                    </a:cubicBezTo>
                    <a:cubicBezTo>
                      <a:pt x="32671" y="41775"/>
                      <a:pt x="34462" y="39974"/>
                      <a:pt x="36233" y="39136"/>
                    </a:cubicBezTo>
                    <a:cubicBezTo>
                      <a:pt x="38757" y="37936"/>
                      <a:pt x="41291" y="37479"/>
                      <a:pt x="44015" y="36241"/>
                    </a:cubicBezTo>
                    <a:cubicBezTo>
                      <a:pt x="47149" y="34821"/>
                      <a:pt x="49511" y="33107"/>
                      <a:pt x="52692" y="31945"/>
                    </a:cubicBezTo>
                    <a:cubicBezTo>
                      <a:pt x="55502" y="30926"/>
                      <a:pt x="58788" y="30859"/>
                      <a:pt x="61874" y="29945"/>
                    </a:cubicBezTo>
                    <a:cubicBezTo>
                      <a:pt x="67037" y="28421"/>
                      <a:pt x="72295" y="25706"/>
                      <a:pt x="77438" y="24153"/>
                    </a:cubicBezTo>
                    <a:cubicBezTo>
                      <a:pt x="81467" y="22934"/>
                      <a:pt x="85954" y="22515"/>
                      <a:pt x="90059" y="21410"/>
                    </a:cubicBezTo>
                    <a:cubicBezTo>
                      <a:pt x="92183" y="20839"/>
                      <a:pt x="92402" y="19896"/>
                      <a:pt x="94402" y="19258"/>
                    </a:cubicBezTo>
                    <a:cubicBezTo>
                      <a:pt x="95555" y="18896"/>
                      <a:pt x="95422" y="20143"/>
                      <a:pt x="95803" y="20153"/>
                    </a:cubicBezTo>
                    <a:cubicBezTo>
                      <a:pt x="96869" y="20201"/>
                      <a:pt x="97050" y="18772"/>
                      <a:pt x="97841" y="18505"/>
                    </a:cubicBezTo>
                    <a:cubicBezTo>
                      <a:pt x="106099" y="15743"/>
                      <a:pt x="112681" y="14028"/>
                      <a:pt x="121682" y="12114"/>
                    </a:cubicBezTo>
                    <a:cubicBezTo>
                      <a:pt x="123435" y="11733"/>
                      <a:pt x="123158" y="13219"/>
                      <a:pt x="123977" y="11618"/>
                    </a:cubicBezTo>
                    <a:cubicBezTo>
                      <a:pt x="124101" y="11371"/>
                      <a:pt x="125949" y="11199"/>
                      <a:pt x="126273" y="11123"/>
                    </a:cubicBezTo>
                    <a:cubicBezTo>
                      <a:pt x="131921" y="9637"/>
                      <a:pt x="136046" y="9790"/>
                      <a:pt x="139141" y="9513"/>
                    </a:cubicBezTo>
                    <a:cubicBezTo>
                      <a:pt x="144780" y="9028"/>
                      <a:pt x="148247" y="8390"/>
                      <a:pt x="152010" y="7913"/>
                    </a:cubicBezTo>
                    <a:cubicBezTo>
                      <a:pt x="156563" y="7342"/>
                      <a:pt x="157753" y="6465"/>
                      <a:pt x="159144" y="7561"/>
                    </a:cubicBezTo>
                    <a:cubicBezTo>
                      <a:pt x="159248" y="7647"/>
                      <a:pt x="162878" y="7961"/>
                      <a:pt x="162830" y="7961"/>
                    </a:cubicBezTo>
                    <a:cubicBezTo>
                      <a:pt x="163516" y="7989"/>
                      <a:pt x="164468" y="7304"/>
                      <a:pt x="165125" y="7466"/>
                    </a:cubicBezTo>
                    <a:cubicBezTo>
                      <a:pt x="165773" y="7628"/>
                      <a:pt x="167173" y="8990"/>
                      <a:pt x="167926" y="9266"/>
                    </a:cubicBezTo>
                    <a:cubicBezTo>
                      <a:pt x="171145" y="10409"/>
                      <a:pt x="173765" y="11561"/>
                      <a:pt x="175803" y="12352"/>
                    </a:cubicBezTo>
                    <a:cubicBezTo>
                      <a:pt x="178422" y="13371"/>
                      <a:pt x="182242" y="11609"/>
                      <a:pt x="184585" y="14038"/>
                    </a:cubicBezTo>
                    <a:cubicBezTo>
                      <a:pt x="188309" y="13828"/>
                      <a:pt x="186757" y="9428"/>
                      <a:pt x="190072" y="11638"/>
                    </a:cubicBezTo>
                    <a:cubicBezTo>
                      <a:pt x="196272" y="13504"/>
                      <a:pt x="202359" y="15324"/>
                      <a:pt x="206978" y="17562"/>
                    </a:cubicBezTo>
                    <a:cubicBezTo>
                      <a:pt x="208893" y="18496"/>
                      <a:pt x="211064" y="20410"/>
                      <a:pt x="213465" y="19762"/>
                    </a:cubicBezTo>
                    <a:cubicBezTo>
                      <a:pt x="215703" y="24468"/>
                      <a:pt x="219799" y="26277"/>
                      <a:pt x="223752" y="28335"/>
                    </a:cubicBezTo>
                    <a:cubicBezTo>
                      <a:pt x="226124" y="30268"/>
                      <a:pt x="228495" y="32212"/>
                      <a:pt x="230086" y="35364"/>
                    </a:cubicBezTo>
                    <a:cubicBezTo>
                      <a:pt x="233201" y="36031"/>
                      <a:pt x="236458" y="37355"/>
                      <a:pt x="237963" y="38450"/>
                    </a:cubicBezTo>
                    <a:cubicBezTo>
                      <a:pt x="238420" y="38784"/>
                      <a:pt x="237992" y="40441"/>
                      <a:pt x="238458" y="40746"/>
                    </a:cubicBezTo>
                    <a:cubicBezTo>
                      <a:pt x="238935" y="41051"/>
                      <a:pt x="240259" y="39974"/>
                      <a:pt x="240754" y="40241"/>
                    </a:cubicBezTo>
                    <a:cubicBezTo>
                      <a:pt x="241678" y="40775"/>
                      <a:pt x="242211" y="42384"/>
                      <a:pt x="243211" y="42937"/>
                    </a:cubicBezTo>
                    <a:cubicBezTo>
                      <a:pt x="243392" y="43041"/>
                      <a:pt x="243573" y="43175"/>
                      <a:pt x="243802" y="43184"/>
                    </a:cubicBezTo>
                    <a:cubicBezTo>
                      <a:pt x="246050" y="43251"/>
                      <a:pt x="247983" y="43965"/>
                      <a:pt x="249346" y="45175"/>
                    </a:cubicBezTo>
                    <a:cubicBezTo>
                      <a:pt x="249326" y="45213"/>
                      <a:pt x="253270" y="41498"/>
                      <a:pt x="245231" y="34059"/>
                    </a:cubicBezTo>
                    <a:close/>
                  </a:path>
                </a:pathLst>
              </a:custGeom>
              <a:solidFill>
                <a:srgbClr val="DFBA47"/>
              </a:solidFill>
              <a:ln cap="flat">
                <a:noFill/>
                <a:prstDash val="solid"/>
                <a:miter lim="800000"/>
              </a:ln>
            </p:spPr>
            <p:txBody>
              <a:bodyPr vert="horz" anchor="ctr" tIns="45720" lIns="91440" bIns="45720" rIns="91440"/>
              <a:p>
                <a:pPr algn="l" marL="0"/>
              </a:p>
            </p:txBody>
          </p:sp>
        </p:grpSp>
        <p:sp>
          <p:nvSpPr>
            <p:cNvPr name="Freeform 36" id="36"/>
            <p:cNvSpPr/>
            <p:nvPr/>
          </p:nvSpPr>
          <p:spPr>
            <a:xfrm>
              <a:off x="9262867" y="3216637"/>
              <a:ext cx="177588" cy="543240"/>
            </a:xfrm>
            <a:custGeom>
              <a:avLst/>
              <a:gdLst/>
              <a:ahLst/>
              <a:cxnLst/>
              <a:rect r="r" b="b" t="t" l="l"/>
              <a:pathLst>
                <a:path w="177588" h="543240" stroke="true" fill="norm" extrusionOk="true">
                  <a:moveTo>
                    <a:pt x="176603" y="887"/>
                  </a:moveTo>
                  <a:cubicBezTo>
                    <a:pt x="172793" y="-2009"/>
                    <a:pt x="170764" y="2992"/>
                    <a:pt x="169555" y="4411"/>
                  </a:cubicBezTo>
                  <a:cubicBezTo>
                    <a:pt x="167259" y="7107"/>
                    <a:pt x="166278" y="10650"/>
                    <a:pt x="164859" y="12631"/>
                  </a:cubicBezTo>
                  <a:cubicBezTo>
                    <a:pt x="164583" y="13022"/>
                    <a:pt x="162878" y="12307"/>
                    <a:pt x="162516" y="12631"/>
                  </a:cubicBezTo>
                  <a:cubicBezTo>
                    <a:pt x="161487" y="13536"/>
                    <a:pt x="163354" y="16051"/>
                    <a:pt x="161344" y="16155"/>
                  </a:cubicBezTo>
                  <a:cubicBezTo>
                    <a:pt x="159944" y="16232"/>
                    <a:pt x="159649" y="18784"/>
                    <a:pt x="158991" y="19680"/>
                  </a:cubicBezTo>
                  <a:cubicBezTo>
                    <a:pt x="157353" y="21899"/>
                    <a:pt x="152038" y="27376"/>
                    <a:pt x="151952" y="29071"/>
                  </a:cubicBezTo>
                  <a:cubicBezTo>
                    <a:pt x="151838" y="31224"/>
                    <a:pt x="149400" y="31795"/>
                    <a:pt x="148428" y="32596"/>
                  </a:cubicBezTo>
                  <a:cubicBezTo>
                    <a:pt x="148047" y="32910"/>
                    <a:pt x="148723" y="34520"/>
                    <a:pt x="148428" y="34948"/>
                  </a:cubicBezTo>
                  <a:cubicBezTo>
                    <a:pt x="148142" y="35358"/>
                    <a:pt x="146495" y="35786"/>
                    <a:pt x="146085" y="36120"/>
                  </a:cubicBezTo>
                  <a:cubicBezTo>
                    <a:pt x="145695" y="36434"/>
                    <a:pt x="146380" y="38044"/>
                    <a:pt x="146085" y="38463"/>
                  </a:cubicBezTo>
                  <a:cubicBezTo>
                    <a:pt x="145247" y="39644"/>
                    <a:pt x="143494" y="40606"/>
                    <a:pt x="142561" y="41987"/>
                  </a:cubicBezTo>
                  <a:cubicBezTo>
                    <a:pt x="142199" y="42521"/>
                    <a:pt x="142828" y="43749"/>
                    <a:pt x="142561" y="44340"/>
                  </a:cubicBezTo>
                  <a:cubicBezTo>
                    <a:pt x="142389" y="44711"/>
                    <a:pt x="140503" y="45092"/>
                    <a:pt x="140208" y="45511"/>
                  </a:cubicBezTo>
                  <a:cubicBezTo>
                    <a:pt x="139360" y="46731"/>
                    <a:pt x="138779" y="48931"/>
                    <a:pt x="137865" y="50207"/>
                  </a:cubicBezTo>
                  <a:cubicBezTo>
                    <a:pt x="137551" y="50636"/>
                    <a:pt x="135950" y="51026"/>
                    <a:pt x="135512" y="51379"/>
                  </a:cubicBezTo>
                  <a:cubicBezTo>
                    <a:pt x="135122" y="51693"/>
                    <a:pt x="135808" y="53312"/>
                    <a:pt x="135512" y="53732"/>
                  </a:cubicBezTo>
                  <a:cubicBezTo>
                    <a:pt x="134684" y="54903"/>
                    <a:pt x="132969" y="55941"/>
                    <a:pt x="131988" y="57256"/>
                  </a:cubicBezTo>
                  <a:cubicBezTo>
                    <a:pt x="131083" y="58465"/>
                    <a:pt x="130540" y="59589"/>
                    <a:pt x="129635" y="60770"/>
                  </a:cubicBezTo>
                  <a:cubicBezTo>
                    <a:pt x="128559" y="62199"/>
                    <a:pt x="127264" y="62752"/>
                    <a:pt x="126111" y="64295"/>
                  </a:cubicBezTo>
                  <a:cubicBezTo>
                    <a:pt x="124349" y="66666"/>
                    <a:pt x="123082" y="69981"/>
                    <a:pt x="121415" y="72515"/>
                  </a:cubicBezTo>
                  <a:cubicBezTo>
                    <a:pt x="120720" y="73563"/>
                    <a:pt x="120348" y="72896"/>
                    <a:pt x="120244" y="74868"/>
                  </a:cubicBezTo>
                  <a:cubicBezTo>
                    <a:pt x="120129" y="77030"/>
                    <a:pt x="117691" y="77592"/>
                    <a:pt x="116719" y="78392"/>
                  </a:cubicBezTo>
                  <a:cubicBezTo>
                    <a:pt x="116348" y="78697"/>
                    <a:pt x="116977" y="80306"/>
                    <a:pt x="116719" y="80735"/>
                  </a:cubicBezTo>
                  <a:cubicBezTo>
                    <a:pt x="116519" y="81078"/>
                    <a:pt x="114719" y="81630"/>
                    <a:pt x="114367" y="81906"/>
                  </a:cubicBezTo>
                  <a:cubicBezTo>
                    <a:pt x="114005" y="82202"/>
                    <a:pt x="114605" y="83821"/>
                    <a:pt x="114367" y="84259"/>
                  </a:cubicBezTo>
                  <a:cubicBezTo>
                    <a:pt x="113605" y="85650"/>
                    <a:pt x="113176" y="85659"/>
                    <a:pt x="112024" y="86612"/>
                  </a:cubicBezTo>
                  <a:cubicBezTo>
                    <a:pt x="111652" y="86907"/>
                    <a:pt x="112281" y="88526"/>
                    <a:pt x="112024" y="88955"/>
                  </a:cubicBezTo>
                  <a:cubicBezTo>
                    <a:pt x="111814" y="89298"/>
                    <a:pt x="110024" y="89841"/>
                    <a:pt x="109671" y="90127"/>
                  </a:cubicBezTo>
                  <a:cubicBezTo>
                    <a:pt x="109290" y="90441"/>
                    <a:pt x="109976" y="92060"/>
                    <a:pt x="109671" y="92479"/>
                  </a:cubicBezTo>
                  <a:cubicBezTo>
                    <a:pt x="109061" y="93346"/>
                    <a:pt x="107404" y="93308"/>
                    <a:pt x="107328" y="94832"/>
                  </a:cubicBezTo>
                  <a:cubicBezTo>
                    <a:pt x="107261" y="96175"/>
                    <a:pt x="106547" y="95365"/>
                    <a:pt x="106156" y="96004"/>
                  </a:cubicBezTo>
                  <a:cubicBezTo>
                    <a:pt x="105242" y="97508"/>
                    <a:pt x="105842" y="99194"/>
                    <a:pt x="104985" y="100699"/>
                  </a:cubicBezTo>
                  <a:cubicBezTo>
                    <a:pt x="104890" y="100861"/>
                    <a:pt x="103965" y="100575"/>
                    <a:pt x="103813" y="100699"/>
                  </a:cubicBezTo>
                  <a:cubicBezTo>
                    <a:pt x="103413" y="101023"/>
                    <a:pt x="104185" y="102681"/>
                    <a:pt x="103813" y="103052"/>
                  </a:cubicBezTo>
                  <a:cubicBezTo>
                    <a:pt x="102918" y="103938"/>
                    <a:pt x="102203" y="103033"/>
                    <a:pt x="101460" y="104224"/>
                  </a:cubicBezTo>
                  <a:cubicBezTo>
                    <a:pt x="98984" y="108215"/>
                    <a:pt x="96088" y="112939"/>
                    <a:pt x="94422" y="115968"/>
                  </a:cubicBezTo>
                  <a:cubicBezTo>
                    <a:pt x="92526" y="119378"/>
                    <a:pt x="91716" y="123721"/>
                    <a:pt x="89716" y="125360"/>
                  </a:cubicBezTo>
                  <a:cubicBezTo>
                    <a:pt x="89326" y="125674"/>
                    <a:pt x="90031" y="127293"/>
                    <a:pt x="89716" y="127703"/>
                  </a:cubicBezTo>
                  <a:cubicBezTo>
                    <a:pt x="89297" y="128274"/>
                    <a:pt x="87725" y="128208"/>
                    <a:pt x="87373" y="128874"/>
                  </a:cubicBezTo>
                  <a:cubicBezTo>
                    <a:pt x="86573" y="130370"/>
                    <a:pt x="86754" y="132446"/>
                    <a:pt x="86201" y="133580"/>
                  </a:cubicBezTo>
                  <a:cubicBezTo>
                    <a:pt x="86125" y="133723"/>
                    <a:pt x="85173" y="133465"/>
                    <a:pt x="85030" y="133580"/>
                  </a:cubicBezTo>
                  <a:cubicBezTo>
                    <a:pt x="84687" y="133856"/>
                    <a:pt x="85239" y="135504"/>
                    <a:pt x="85030" y="135923"/>
                  </a:cubicBezTo>
                  <a:cubicBezTo>
                    <a:pt x="84963" y="136075"/>
                    <a:pt x="83992" y="135808"/>
                    <a:pt x="83858" y="135923"/>
                  </a:cubicBezTo>
                  <a:cubicBezTo>
                    <a:pt x="83468" y="136247"/>
                    <a:pt x="82934" y="139047"/>
                    <a:pt x="82687" y="139447"/>
                  </a:cubicBezTo>
                  <a:cubicBezTo>
                    <a:pt x="80972" y="142143"/>
                    <a:pt x="76905" y="149515"/>
                    <a:pt x="76819" y="151191"/>
                  </a:cubicBezTo>
                  <a:cubicBezTo>
                    <a:pt x="76753" y="152477"/>
                    <a:pt x="75914" y="151801"/>
                    <a:pt x="75648" y="152363"/>
                  </a:cubicBezTo>
                  <a:cubicBezTo>
                    <a:pt x="74591" y="154592"/>
                    <a:pt x="73962" y="157697"/>
                    <a:pt x="73305" y="159402"/>
                  </a:cubicBezTo>
                  <a:cubicBezTo>
                    <a:pt x="73257" y="159535"/>
                    <a:pt x="72247" y="159307"/>
                    <a:pt x="72133" y="159402"/>
                  </a:cubicBezTo>
                  <a:cubicBezTo>
                    <a:pt x="71828" y="159650"/>
                    <a:pt x="72162" y="162488"/>
                    <a:pt x="72133" y="162926"/>
                  </a:cubicBezTo>
                  <a:cubicBezTo>
                    <a:pt x="72047" y="164612"/>
                    <a:pt x="69866" y="164888"/>
                    <a:pt x="69790" y="166450"/>
                  </a:cubicBezTo>
                  <a:cubicBezTo>
                    <a:pt x="69675" y="168613"/>
                    <a:pt x="67533" y="169460"/>
                    <a:pt x="67437" y="171146"/>
                  </a:cubicBezTo>
                  <a:cubicBezTo>
                    <a:pt x="67370" y="172404"/>
                    <a:pt x="66504" y="171784"/>
                    <a:pt x="66265" y="172318"/>
                  </a:cubicBezTo>
                  <a:cubicBezTo>
                    <a:pt x="63980" y="177490"/>
                    <a:pt x="63437" y="183919"/>
                    <a:pt x="60398" y="186405"/>
                  </a:cubicBezTo>
                  <a:cubicBezTo>
                    <a:pt x="60008" y="186729"/>
                    <a:pt x="60713" y="188339"/>
                    <a:pt x="60398" y="188748"/>
                  </a:cubicBezTo>
                  <a:cubicBezTo>
                    <a:pt x="59979" y="189301"/>
                    <a:pt x="58369" y="189244"/>
                    <a:pt x="58055" y="189920"/>
                  </a:cubicBezTo>
                  <a:cubicBezTo>
                    <a:pt x="57369" y="191377"/>
                    <a:pt x="57245" y="193606"/>
                    <a:pt x="56883" y="194616"/>
                  </a:cubicBezTo>
                  <a:cubicBezTo>
                    <a:pt x="56379" y="196006"/>
                    <a:pt x="55807" y="196330"/>
                    <a:pt x="55712" y="198140"/>
                  </a:cubicBezTo>
                  <a:cubicBezTo>
                    <a:pt x="55645" y="199407"/>
                    <a:pt x="54778" y="198778"/>
                    <a:pt x="54540" y="199312"/>
                  </a:cubicBezTo>
                  <a:cubicBezTo>
                    <a:pt x="53092" y="202607"/>
                    <a:pt x="52369" y="205551"/>
                    <a:pt x="51016" y="208703"/>
                  </a:cubicBezTo>
                  <a:cubicBezTo>
                    <a:pt x="50273" y="210446"/>
                    <a:pt x="48739" y="211999"/>
                    <a:pt x="48673" y="213399"/>
                  </a:cubicBezTo>
                  <a:cubicBezTo>
                    <a:pt x="48606" y="214685"/>
                    <a:pt x="47768" y="213999"/>
                    <a:pt x="47501" y="214571"/>
                  </a:cubicBezTo>
                  <a:cubicBezTo>
                    <a:pt x="46463" y="216761"/>
                    <a:pt x="46463" y="217876"/>
                    <a:pt x="46330" y="220448"/>
                  </a:cubicBezTo>
                  <a:cubicBezTo>
                    <a:pt x="46272" y="221562"/>
                    <a:pt x="45263" y="221267"/>
                    <a:pt x="45158" y="221619"/>
                  </a:cubicBezTo>
                  <a:cubicBezTo>
                    <a:pt x="43301" y="227944"/>
                    <a:pt x="42272" y="232001"/>
                    <a:pt x="40462" y="236878"/>
                  </a:cubicBezTo>
                  <a:cubicBezTo>
                    <a:pt x="39281" y="240069"/>
                    <a:pt x="38272" y="243393"/>
                    <a:pt x="36938" y="246270"/>
                  </a:cubicBezTo>
                  <a:cubicBezTo>
                    <a:pt x="36909" y="246337"/>
                    <a:pt x="36004" y="247070"/>
                    <a:pt x="35766" y="247441"/>
                  </a:cubicBezTo>
                  <a:cubicBezTo>
                    <a:pt x="34147" y="249985"/>
                    <a:pt x="34014" y="250689"/>
                    <a:pt x="32242" y="252137"/>
                  </a:cubicBezTo>
                  <a:cubicBezTo>
                    <a:pt x="31899" y="252414"/>
                    <a:pt x="32442" y="254061"/>
                    <a:pt x="32242" y="254480"/>
                  </a:cubicBezTo>
                  <a:cubicBezTo>
                    <a:pt x="31413" y="256271"/>
                    <a:pt x="30842" y="257976"/>
                    <a:pt x="30147" y="259605"/>
                  </a:cubicBezTo>
                  <a:lnTo>
                    <a:pt x="0" y="331242"/>
                  </a:lnTo>
                  <a:lnTo>
                    <a:pt x="29232" y="507464"/>
                  </a:lnTo>
                  <a:lnTo>
                    <a:pt x="37605" y="543240"/>
                  </a:lnTo>
                  <a:lnTo>
                    <a:pt x="70190" y="507779"/>
                  </a:lnTo>
                  <a:lnTo>
                    <a:pt x="72038" y="493225"/>
                  </a:lnTo>
                  <a:cubicBezTo>
                    <a:pt x="72095" y="493301"/>
                    <a:pt x="72180" y="493348"/>
                    <a:pt x="72219" y="493434"/>
                  </a:cubicBezTo>
                  <a:cubicBezTo>
                    <a:pt x="72209" y="492986"/>
                    <a:pt x="72200" y="492463"/>
                    <a:pt x="72200" y="491977"/>
                  </a:cubicBezTo>
                  <a:lnTo>
                    <a:pt x="72200" y="491958"/>
                  </a:lnTo>
                  <a:lnTo>
                    <a:pt x="72200" y="491939"/>
                  </a:lnTo>
                  <a:cubicBezTo>
                    <a:pt x="72142" y="488205"/>
                    <a:pt x="71990" y="483509"/>
                    <a:pt x="72171" y="479928"/>
                  </a:cubicBezTo>
                  <a:cubicBezTo>
                    <a:pt x="72219" y="478947"/>
                    <a:pt x="73419" y="478785"/>
                    <a:pt x="73343" y="477575"/>
                  </a:cubicBezTo>
                  <a:cubicBezTo>
                    <a:pt x="73352" y="477727"/>
                    <a:pt x="72209" y="477127"/>
                    <a:pt x="72171" y="476403"/>
                  </a:cubicBezTo>
                  <a:cubicBezTo>
                    <a:pt x="72047" y="474022"/>
                    <a:pt x="72876" y="473213"/>
                    <a:pt x="73343" y="469355"/>
                  </a:cubicBezTo>
                  <a:cubicBezTo>
                    <a:pt x="74343" y="461144"/>
                    <a:pt x="75114" y="452762"/>
                    <a:pt x="78039" y="444695"/>
                  </a:cubicBezTo>
                  <a:cubicBezTo>
                    <a:pt x="77810" y="443685"/>
                    <a:pt x="77886" y="442371"/>
                    <a:pt x="77991" y="441028"/>
                  </a:cubicBezTo>
                  <a:lnTo>
                    <a:pt x="91878" y="322565"/>
                  </a:lnTo>
                  <a:cubicBezTo>
                    <a:pt x="93564" y="319641"/>
                    <a:pt x="92507" y="315564"/>
                    <a:pt x="93307" y="312031"/>
                  </a:cubicBezTo>
                  <a:cubicBezTo>
                    <a:pt x="93326" y="311935"/>
                    <a:pt x="94383" y="312107"/>
                    <a:pt x="94479" y="312031"/>
                  </a:cubicBezTo>
                  <a:cubicBezTo>
                    <a:pt x="94802" y="311764"/>
                    <a:pt x="94307" y="310097"/>
                    <a:pt x="94479" y="309687"/>
                  </a:cubicBezTo>
                  <a:cubicBezTo>
                    <a:pt x="95450" y="307239"/>
                    <a:pt x="95545" y="304706"/>
                    <a:pt x="96412" y="302496"/>
                  </a:cubicBezTo>
                  <a:cubicBezTo>
                    <a:pt x="96384" y="302334"/>
                    <a:pt x="96317" y="302201"/>
                    <a:pt x="96317" y="302020"/>
                  </a:cubicBezTo>
                  <a:lnTo>
                    <a:pt x="100775" y="250985"/>
                  </a:lnTo>
                  <a:lnTo>
                    <a:pt x="100575" y="250880"/>
                  </a:lnTo>
                  <a:cubicBezTo>
                    <a:pt x="104213" y="246918"/>
                    <a:pt x="102661" y="240498"/>
                    <a:pt x="103861" y="235726"/>
                  </a:cubicBezTo>
                  <a:cubicBezTo>
                    <a:pt x="103918" y="235488"/>
                    <a:pt x="104813" y="235440"/>
                    <a:pt x="105032" y="234554"/>
                  </a:cubicBezTo>
                  <a:cubicBezTo>
                    <a:pt x="105442" y="232916"/>
                    <a:pt x="105737" y="232201"/>
                    <a:pt x="106204" y="231030"/>
                  </a:cubicBezTo>
                  <a:cubicBezTo>
                    <a:pt x="106318" y="230744"/>
                    <a:pt x="106194" y="230173"/>
                    <a:pt x="106204" y="229858"/>
                  </a:cubicBezTo>
                  <a:cubicBezTo>
                    <a:pt x="106271" y="228734"/>
                    <a:pt x="107261" y="229058"/>
                    <a:pt x="107375" y="228687"/>
                  </a:cubicBezTo>
                  <a:cubicBezTo>
                    <a:pt x="108376" y="225410"/>
                    <a:pt x="107985" y="224229"/>
                    <a:pt x="108556" y="222819"/>
                  </a:cubicBezTo>
                  <a:cubicBezTo>
                    <a:pt x="109071" y="221543"/>
                    <a:pt x="109242" y="220552"/>
                    <a:pt x="109442" y="219476"/>
                  </a:cubicBezTo>
                  <a:lnTo>
                    <a:pt x="116339" y="186863"/>
                  </a:lnTo>
                  <a:lnTo>
                    <a:pt x="114186" y="185338"/>
                  </a:lnTo>
                  <a:cubicBezTo>
                    <a:pt x="115110" y="185443"/>
                    <a:pt x="115977" y="186024"/>
                    <a:pt x="116339" y="186863"/>
                  </a:cubicBezTo>
                  <a:cubicBezTo>
                    <a:pt x="120282" y="176718"/>
                    <a:pt x="124416" y="164383"/>
                    <a:pt x="124987" y="153544"/>
                  </a:cubicBezTo>
                  <a:cubicBezTo>
                    <a:pt x="125044" y="152506"/>
                    <a:pt x="126102" y="152630"/>
                    <a:pt x="126159" y="152372"/>
                  </a:cubicBezTo>
                  <a:cubicBezTo>
                    <a:pt x="127073" y="148601"/>
                    <a:pt x="127168" y="147334"/>
                    <a:pt x="127330" y="144152"/>
                  </a:cubicBezTo>
                  <a:cubicBezTo>
                    <a:pt x="127388" y="143019"/>
                    <a:pt x="128388" y="143352"/>
                    <a:pt x="128511" y="142981"/>
                  </a:cubicBezTo>
                  <a:cubicBezTo>
                    <a:pt x="129731" y="139009"/>
                    <a:pt x="131216" y="134446"/>
                    <a:pt x="132036" y="132418"/>
                  </a:cubicBezTo>
                  <a:cubicBezTo>
                    <a:pt x="132969" y="130065"/>
                    <a:pt x="133798" y="127131"/>
                    <a:pt x="134379" y="125379"/>
                  </a:cubicBezTo>
                  <a:cubicBezTo>
                    <a:pt x="135389" y="122331"/>
                    <a:pt x="135579" y="121616"/>
                    <a:pt x="136731" y="120683"/>
                  </a:cubicBezTo>
                  <a:cubicBezTo>
                    <a:pt x="136970" y="120483"/>
                    <a:pt x="136693" y="118683"/>
                    <a:pt x="136731" y="118340"/>
                  </a:cubicBezTo>
                  <a:cubicBezTo>
                    <a:pt x="136960" y="116416"/>
                    <a:pt x="136760" y="115758"/>
                    <a:pt x="137903" y="114815"/>
                  </a:cubicBezTo>
                  <a:cubicBezTo>
                    <a:pt x="137998" y="114730"/>
                    <a:pt x="139084" y="111243"/>
                    <a:pt x="139075" y="111291"/>
                  </a:cubicBezTo>
                  <a:cubicBezTo>
                    <a:pt x="139256" y="110596"/>
                    <a:pt x="138799" y="109605"/>
                    <a:pt x="139075" y="108948"/>
                  </a:cubicBezTo>
                  <a:cubicBezTo>
                    <a:pt x="139246" y="108548"/>
                    <a:pt x="141180" y="108262"/>
                    <a:pt x="141427" y="107776"/>
                  </a:cubicBezTo>
                  <a:cubicBezTo>
                    <a:pt x="142475" y="105681"/>
                    <a:pt x="140961" y="104424"/>
                    <a:pt x="142599" y="103081"/>
                  </a:cubicBezTo>
                  <a:cubicBezTo>
                    <a:pt x="142704" y="103004"/>
                    <a:pt x="143780" y="99518"/>
                    <a:pt x="143771" y="99556"/>
                  </a:cubicBezTo>
                  <a:cubicBezTo>
                    <a:pt x="144132" y="98109"/>
                    <a:pt x="143989" y="98004"/>
                    <a:pt x="144942" y="97213"/>
                  </a:cubicBezTo>
                  <a:cubicBezTo>
                    <a:pt x="145285" y="96937"/>
                    <a:pt x="144742" y="95289"/>
                    <a:pt x="144942" y="94870"/>
                  </a:cubicBezTo>
                  <a:cubicBezTo>
                    <a:pt x="145409" y="93870"/>
                    <a:pt x="147076" y="93136"/>
                    <a:pt x="147295" y="92517"/>
                  </a:cubicBezTo>
                  <a:cubicBezTo>
                    <a:pt x="147962" y="90574"/>
                    <a:pt x="147990" y="87564"/>
                    <a:pt x="148466" y="85478"/>
                  </a:cubicBezTo>
                  <a:cubicBezTo>
                    <a:pt x="148933" y="83459"/>
                    <a:pt x="149581" y="79449"/>
                    <a:pt x="150819" y="78430"/>
                  </a:cubicBezTo>
                  <a:cubicBezTo>
                    <a:pt x="150924" y="78354"/>
                    <a:pt x="152000" y="74858"/>
                    <a:pt x="151990" y="74906"/>
                  </a:cubicBezTo>
                  <a:cubicBezTo>
                    <a:pt x="152353" y="73458"/>
                    <a:pt x="152210" y="73334"/>
                    <a:pt x="153162" y="72553"/>
                  </a:cubicBezTo>
                  <a:cubicBezTo>
                    <a:pt x="153448" y="72315"/>
                    <a:pt x="153048" y="70600"/>
                    <a:pt x="153162" y="70200"/>
                  </a:cubicBezTo>
                  <a:cubicBezTo>
                    <a:pt x="153962" y="67352"/>
                    <a:pt x="153610" y="65552"/>
                    <a:pt x="154334" y="63161"/>
                  </a:cubicBezTo>
                  <a:cubicBezTo>
                    <a:pt x="154467" y="62723"/>
                    <a:pt x="156477" y="61418"/>
                    <a:pt x="156686" y="60809"/>
                  </a:cubicBezTo>
                  <a:cubicBezTo>
                    <a:pt x="157877" y="57370"/>
                    <a:pt x="157639" y="54903"/>
                    <a:pt x="159030" y="53770"/>
                  </a:cubicBezTo>
                  <a:cubicBezTo>
                    <a:pt x="159353" y="53512"/>
                    <a:pt x="158877" y="51836"/>
                    <a:pt x="159030" y="51417"/>
                  </a:cubicBezTo>
                  <a:cubicBezTo>
                    <a:pt x="160277" y="48102"/>
                    <a:pt x="161706" y="44835"/>
                    <a:pt x="162554" y="42025"/>
                  </a:cubicBezTo>
                  <a:cubicBezTo>
                    <a:pt x="163201" y="39882"/>
                    <a:pt x="162754" y="38787"/>
                    <a:pt x="163725" y="37329"/>
                  </a:cubicBezTo>
                  <a:cubicBezTo>
                    <a:pt x="165192" y="35139"/>
                    <a:pt x="165068" y="32481"/>
                    <a:pt x="166078" y="29109"/>
                  </a:cubicBezTo>
                  <a:cubicBezTo>
                    <a:pt x="166669" y="27147"/>
                    <a:pt x="166773" y="26338"/>
                    <a:pt x="167250" y="24414"/>
                  </a:cubicBezTo>
                  <a:cubicBezTo>
                    <a:pt x="167897" y="21832"/>
                    <a:pt x="170050" y="16155"/>
                    <a:pt x="170774" y="15022"/>
                  </a:cubicBezTo>
                  <a:cubicBezTo>
                    <a:pt x="171612" y="13698"/>
                    <a:pt x="172298" y="12784"/>
                    <a:pt x="173117" y="11498"/>
                  </a:cubicBezTo>
                  <a:cubicBezTo>
                    <a:pt x="173955" y="10183"/>
                    <a:pt x="174650" y="9259"/>
                    <a:pt x="175470" y="7983"/>
                  </a:cubicBezTo>
                  <a:cubicBezTo>
                    <a:pt x="177089" y="5335"/>
                    <a:pt x="178670" y="3535"/>
                    <a:pt x="176603" y="887"/>
                  </a:cubicBezTo>
                  <a:close/>
                </a:path>
              </a:pathLst>
            </a:custGeom>
            <a:solidFill>
              <a:srgbClr val="F2A122"/>
            </a:solidFill>
            <a:ln cap="flat">
              <a:noFill/>
              <a:prstDash val="solid"/>
              <a:miter lim="800000"/>
            </a:ln>
          </p:spPr>
          <p:txBody>
            <a:bodyPr vert="horz" anchor="ctr" tIns="45720" lIns="91440" bIns="45720" rIns="91440"/>
            <a:p>
              <a:pPr algn="l" marL="0"/>
            </a:p>
          </p:txBody>
        </p:sp>
        <p:sp>
          <p:nvSpPr>
            <p:cNvPr name="Freeform 37" id="37"/>
            <p:cNvSpPr/>
            <p:nvPr/>
          </p:nvSpPr>
          <p:spPr>
            <a:xfrm>
              <a:off x="9325656" y="3184628"/>
              <a:ext cx="484898" cy="308111"/>
            </a:xfrm>
            <a:custGeom>
              <a:avLst/>
              <a:gdLst/>
              <a:ahLst/>
              <a:cxnLst/>
              <a:rect r="r" b="b" t="t" l="l"/>
              <a:pathLst>
                <a:path w="484898" h="308111" stroke="true" fill="norm" extrusionOk="true">
                  <a:moveTo>
                    <a:pt x="483651" y="46993"/>
                  </a:moveTo>
                  <a:cubicBezTo>
                    <a:pt x="483518" y="44402"/>
                    <a:pt x="478498" y="41716"/>
                    <a:pt x="477784" y="41125"/>
                  </a:cubicBezTo>
                  <a:cubicBezTo>
                    <a:pt x="477383" y="40802"/>
                    <a:pt x="478155" y="39144"/>
                    <a:pt x="477784" y="38782"/>
                  </a:cubicBezTo>
                  <a:cubicBezTo>
                    <a:pt x="477422" y="38420"/>
                    <a:pt x="475917" y="39001"/>
                    <a:pt x="475440" y="38782"/>
                  </a:cubicBezTo>
                  <a:cubicBezTo>
                    <a:pt x="475050" y="38601"/>
                    <a:pt x="474707" y="36715"/>
                    <a:pt x="474269" y="36430"/>
                  </a:cubicBezTo>
                  <a:cubicBezTo>
                    <a:pt x="473831" y="36144"/>
                    <a:pt x="470830" y="35268"/>
                    <a:pt x="470745" y="35258"/>
                  </a:cubicBezTo>
                  <a:cubicBezTo>
                    <a:pt x="469525" y="35191"/>
                    <a:pt x="470059" y="34277"/>
                    <a:pt x="469573" y="34086"/>
                  </a:cubicBezTo>
                  <a:cubicBezTo>
                    <a:pt x="467897" y="33439"/>
                    <a:pt x="465639" y="33572"/>
                    <a:pt x="463706" y="32915"/>
                  </a:cubicBezTo>
                  <a:cubicBezTo>
                    <a:pt x="463591" y="32867"/>
                    <a:pt x="463801" y="31848"/>
                    <a:pt x="463706" y="31743"/>
                  </a:cubicBezTo>
                  <a:cubicBezTo>
                    <a:pt x="463458" y="31439"/>
                    <a:pt x="460629" y="31772"/>
                    <a:pt x="460181" y="31743"/>
                  </a:cubicBezTo>
                  <a:cubicBezTo>
                    <a:pt x="459114" y="31686"/>
                    <a:pt x="459296" y="30648"/>
                    <a:pt x="459010" y="30572"/>
                  </a:cubicBezTo>
                  <a:cubicBezTo>
                    <a:pt x="456562" y="29934"/>
                    <a:pt x="454123" y="29657"/>
                    <a:pt x="451971" y="29400"/>
                  </a:cubicBezTo>
                  <a:cubicBezTo>
                    <a:pt x="450752" y="29248"/>
                    <a:pt x="451161" y="30476"/>
                    <a:pt x="450799" y="30572"/>
                  </a:cubicBezTo>
                  <a:cubicBezTo>
                    <a:pt x="449694" y="30857"/>
                    <a:pt x="449342" y="29381"/>
                    <a:pt x="448446" y="29400"/>
                  </a:cubicBezTo>
                  <a:cubicBezTo>
                    <a:pt x="444132" y="29467"/>
                    <a:pt x="443732" y="30553"/>
                    <a:pt x="442579" y="29400"/>
                  </a:cubicBezTo>
                  <a:cubicBezTo>
                    <a:pt x="441531" y="28352"/>
                    <a:pt x="439026" y="30572"/>
                    <a:pt x="439055" y="30572"/>
                  </a:cubicBezTo>
                  <a:cubicBezTo>
                    <a:pt x="436283" y="30838"/>
                    <a:pt x="434407" y="30362"/>
                    <a:pt x="432016" y="30572"/>
                  </a:cubicBezTo>
                  <a:cubicBezTo>
                    <a:pt x="432254" y="32820"/>
                    <a:pt x="429549" y="31934"/>
                    <a:pt x="428492" y="32915"/>
                  </a:cubicBezTo>
                  <a:cubicBezTo>
                    <a:pt x="427806" y="33553"/>
                    <a:pt x="428063" y="38049"/>
                    <a:pt x="424967" y="36439"/>
                  </a:cubicBezTo>
                  <a:cubicBezTo>
                    <a:pt x="418176" y="32486"/>
                    <a:pt x="405289" y="34439"/>
                    <a:pt x="399136" y="32915"/>
                  </a:cubicBezTo>
                  <a:cubicBezTo>
                    <a:pt x="400660" y="29581"/>
                    <a:pt x="403479" y="27657"/>
                    <a:pt x="405003" y="24695"/>
                  </a:cubicBezTo>
                  <a:cubicBezTo>
                    <a:pt x="406251" y="22285"/>
                    <a:pt x="406403" y="19608"/>
                    <a:pt x="407356" y="18827"/>
                  </a:cubicBezTo>
                  <a:cubicBezTo>
                    <a:pt x="407803" y="18456"/>
                    <a:pt x="408565" y="14808"/>
                    <a:pt x="408527" y="14132"/>
                  </a:cubicBezTo>
                  <a:cubicBezTo>
                    <a:pt x="408451" y="12893"/>
                    <a:pt x="407584" y="13484"/>
                    <a:pt x="407356" y="12960"/>
                  </a:cubicBezTo>
                  <a:cubicBezTo>
                    <a:pt x="406927" y="11969"/>
                    <a:pt x="407803" y="10417"/>
                    <a:pt x="407356" y="9436"/>
                  </a:cubicBezTo>
                  <a:cubicBezTo>
                    <a:pt x="406927" y="8502"/>
                    <a:pt x="403327" y="4159"/>
                    <a:pt x="402660" y="3568"/>
                  </a:cubicBezTo>
                  <a:cubicBezTo>
                    <a:pt x="402231" y="3187"/>
                    <a:pt x="400707" y="3968"/>
                    <a:pt x="400307" y="3568"/>
                  </a:cubicBezTo>
                  <a:cubicBezTo>
                    <a:pt x="400040" y="3302"/>
                    <a:pt x="400621" y="1359"/>
                    <a:pt x="400307" y="1225"/>
                  </a:cubicBezTo>
                  <a:cubicBezTo>
                    <a:pt x="398802" y="549"/>
                    <a:pt x="396097" y="1463"/>
                    <a:pt x="394440" y="1225"/>
                  </a:cubicBezTo>
                  <a:cubicBezTo>
                    <a:pt x="392706" y="968"/>
                    <a:pt x="392335" y="-270"/>
                    <a:pt x="389744" y="54"/>
                  </a:cubicBezTo>
                  <a:cubicBezTo>
                    <a:pt x="388629" y="187"/>
                    <a:pt x="388315" y="1178"/>
                    <a:pt x="387401" y="1225"/>
                  </a:cubicBezTo>
                  <a:cubicBezTo>
                    <a:pt x="386106" y="1292"/>
                    <a:pt x="386801" y="2111"/>
                    <a:pt x="386229" y="2397"/>
                  </a:cubicBezTo>
                  <a:cubicBezTo>
                    <a:pt x="384705" y="3140"/>
                    <a:pt x="382800" y="2578"/>
                    <a:pt x="381533" y="3568"/>
                  </a:cubicBezTo>
                  <a:cubicBezTo>
                    <a:pt x="380324" y="4521"/>
                    <a:pt x="380047" y="6797"/>
                    <a:pt x="379181" y="8264"/>
                  </a:cubicBezTo>
                  <a:cubicBezTo>
                    <a:pt x="379086" y="8426"/>
                    <a:pt x="378171" y="8131"/>
                    <a:pt x="378009" y="8264"/>
                  </a:cubicBezTo>
                  <a:cubicBezTo>
                    <a:pt x="377666" y="8540"/>
                    <a:pt x="378209" y="10179"/>
                    <a:pt x="378009" y="10617"/>
                  </a:cubicBezTo>
                  <a:cubicBezTo>
                    <a:pt x="377933" y="10760"/>
                    <a:pt x="376971" y="10503"/>
                    <a:pt x="376837" y="10617"/>
                  </a:cubicBezTo>
                  <a:cubicBezTo>
                    <a:pt x="376495" y="10893"/>
                    <a:pt x="377028" y="12541"/>
                    <a:pt x="376837" y="12960"/>
                  </a:cubicBezTo>
                  <a:cubicBezTo>
                    <a:pt x="376771" y="13093"/>
                    <a:pt x="375799" y="12846"/>
                    <a:pt x="375666" y="12960"/>
                  </a:cubicBezTo>
                  <a:cubicBezTo>
                    <a:pt x="375342" y="13227"/>
                    <a:pt x="375838" y="14894"/>
                    <a:pt x="375666" y="15303"/>
                  </a:cubicBezTo>
                  <a:cubicBezTo>
                    <a:pt x="374495" y="18246"/>
                    <a:pt x="374018" y="21228"/>
                    <a:pt x="372142" y="23523"/>
                  </a:cubicBezTo>
                  <a:cubicBezTo>
                    <a:pt x="371761" y="27838"/>
                    <a:pt x="373142" y="33915"/>
                    <a:pt x="370970" y="36439"/>
                  </a:cubicBezTo>
                  <a:cubicBezTo>
                    <a:pt x="361340" y="36601"/>
                    <a:pt x="357273" y="38706"/>
                    <a:pt x="349834" y="38792"/>
                  </a:cubicBezTo>
                  <a:cubicBezTo>
                    <a:pt x="350996" y="32362"/>
                    <a:pt x="354949" y="30543"/>
                    <a:pt x="353358" y="23523"/>
                  </a:cubicBezTo>
                  <a:cubicBezTo>
                    <a:pt x="353016" y="22009"/>
                    <a:pt x="352006" y="21990"/>
                    <a:pt x="351006" y="21171"/>
                  </a:cubicBezTo>
                  <a:cubicBezTo>
                    <a:pt x="350606" y="20847"/>
                    <a:pt x="351358" y="19218"/>
                    <a:pt x="351006" y="18827"/>
                  </a:cubicBezTo>
                  <a:cubicBezTo>
                    <a:pt x="349748" y="17418"/>
                    <a:pt x="347348" y="16532"/>
                    <a:pt x="346310" y="16475"/>
                  </a:cubicBezTo>
                  <a:cubicBezTo>
                    <a:pt x="344938" y="16408"/>
                    <a:pt x="345796" y="15798"/>
                    <a:pt x="345139" y="15303"/>
                  </a:cubicBezTo>
                  <a:cubicBezTo>
                    <a:pt x="344033" y="14484"/>
                    <a:pt x="344710" y="14494"/>
                    <a:pt x="342795" y="14132"/>
                  </a:cubicBezTo>
                  <a:cubicBezTo>
                    <a:pt x="340081" y="13627"/>
                    <a:pt x="335680" y="13522"/>
                    <a:pt x="333404" y="14132"/>
                  </a:cubicBezTo>
                  <a:cubicBezTo>
                    <a:pt x="333080" y="14217"/>
                    <a:pt x="331499" y="16208"/>
                    <a:pt x="331051" y="16484"/>
                  </a:cubicBezTo>
                  <a:cubicBezTo>
                    <a:pt x="327736" y="18551"/>
                    <a:pt x="321850" y="22218"/>
                    <a:pt x="321659" y="25876"/>
                  </a:cubicBezTo>
                  <a:cubicBezTo>
                    <a:pt x="321602" y="27028"/>
                    <a:pt x="320612" y="26657"/>
                    <a:pt x="320488" y="27048"/>
                  </a:cubicBezTo>
                  <a:cubicBezTo>
                    <a:pt x="318240" y="34010"/>
                    <a:pt x="322078" y="41078"/>
                    <a:pt x="321659" y="47012"/>
                  </a:cubicBezTo>
                  <a:cubicBezTo>
                    <a:pt x="318221" y="46707"/>
                    <a:pt x="318049" y="49669"/>
                    <a:pt x="314620" y="49365"/>
                  </a:cubicBezTo>
                  <a:cubicBezTo>
                    <a:pt x="315744" y="53613"/>
                    <a:pt x="309553" y="50555"/>
                    <a:pt x="308743" y="52889"/>
                  </a:cubicBezTo>
                  <a:cubicBezTo>
                    <a:pt x="308963" y="50784"/>
                    <a:pt x="309429" y="50136"/>
                    <a:pt x="309924" y="48193"/>
                  </a:cubicBezTo>
                  <a:cubicBezTo>
                    <a:pt x="310058" y="47631"/>
                    <a:pt x="311125" y="46888"/>
                    <a:pt x="311096" y="47021"/>
                  </a:cubicBezTo>
                  <a:cubicBezTo>
                    <a:pt x="311734" y="43564"/>
                    <a:pt x="309753" y="42030"/>
                    <a:pt x="309924" y="41154"/>
                  </a:cubicBezTo>
                  <a:cubicBezTo>
                    <a:pt x="310010" y="40725"/>
                    <a:pt x="311563" y="41335"/>
                    <a:pt x="311096" y="39982"/>
                  </a:cubicBezTo>
                  <a:cubicBezTo>
                    <a:pt x="311039" y="39801"/>
                    <a:pt x="307667" y="36458"/>
                    <a:pt x="307572" y="36458"/>
                  </a:cubicBezTo>
                  <a:cubicBezTo>
                    <a:pt x="305914" y="36372"/>
                    <a:pt x="306248" y="33715"/>
                    <a:pt x="305229" y="32934"/>
                  </a:cubicBezTo>
                  <a:cubicBezTo>
                    <a:pt x="304314" y="32667"/>
                    <a:pt x="302914" y="32896"/>
                    <a:pt x="302876" y="31762"/>
                  </a:cubicBezTo>
                  <a:cubicBezTo>
                    <a:pt x="298771" y="32305"/>
                    <a:pt x="294275" y="31019"/>
                    <a:pt x="291132" y="31762"/>
                  </a:cubicBezTo>
                  <a:cubicBezTo>
                    <a:pt x="290817" y="31829"/>
                    <a:pt x="289255" y="33867"/>
                    <a:pt x="288788" y="34106"/>
                  </a:cubicBezTo>
                  <a:cubicBezTo>
                    <a:pt x="287303" y="34868"/>
                    <a:pt x="285322" y="34267"/>
                    <a:pt x="284093" y="35277"/>
                  </a:cubicBezTo>
                  <a:cubicBezTo>
                    <a:pt x="283131" y="36068"/>
                    <a:pt x="283655" y="37696"/>
                    <a:pt x="282921" y="38801"/>
                  </a:cubicBezTo>
                  <a:cubicBezTo>
                    <a:pt x="282302" y="39725"/>
                    <a:pt x="281188" y="39887"/>
                    <a:pt x="280578" y="41144"/>
                  </a:cubicBezTo>
                  <a:cubicBezTo>
                    <a:pt x="277539" y="47364"/>
                    <a:pt x="276549" y="61185"/>
                    <a:pt x="280578" y="65805"/>
                  </a:cubicBezTo>
                  <a:cubicBezTo>
                    <a:pt x="275349" y="66833"/>
                    <a:pt x="273768" y="71520"/>
                    <a:pt x="266490" y="70501"/>
                  </a:cubicBezTo>
                  <a:cubicBezTo>
                    <a:pt x="267119" y="64871"/>
                    <a:pt x="271091" y="62576"/>
                    <a:pt x="270015" y="55232"/>
                  </a:cubicBezTo>
                  <a:cubicBezTo>
                    <a:pt x="268786" y="51451"/>
                    <a:pt x="264147" y="50460"/>
                    <a:pt x="261795" y="49365"/>
                  </a:cubicBezTo>
                  <a:cubicBezTo>
                    <a:pt x="261195" y="49079"/>
                    <a:pt x="261823" y="48488"/>
                    <a:pt x="260623" y="48193"/>
                  </a:cubicBezTo>
                  <a:cubicBezTo>
                    <a:pt x="255718" y="46964"/>
                    <a:pt x="253270" y="50650"/>
                    <a:pt x="252403" y="51717"/>
                  </a:cubicBezTo>
                  <a:cubicBezTo>
                    <a:pt x="252089" y="52108"/>
                    <a:pt x="250469" y="51403"/>
                    <a:pt x="250060" y="51717"/>
                  </a:cubicBezTo>
                  <a:cubicBezTo>
                    <a:pt x="249088" y="52441"/>
                    <a:pt x="248593" y="54365"/>
                    <a:pt x="247707" y="55241"/>
                  </a:cubicBezTo>
                  <a:cubicBezTo>
                    <a:pt x="244993" y="57966"/>
                    <a:pt x="243983" y="58394"/>
                    <a:pt x="243011" y="62290"/>
                  </a:cubicBezTo>
                  <a:cubicBezTo>
                    <a:pt x="242830" y="63014"/>
                    <a:pt x="241859" y="63395"/>
                    <a:pt x="241840" y="63462"/>
                  </a:cubicBezTo>
                  <a:cubicBezTo>
                    <a:pt x="240620" y="68034"/>
                    <a:pt x="241545" y="70529"/>
                    <a:pt x="241840" y="71682"/>
                  </a:cubicBezTo>
                  <a:cubicBezTo>
                    <a:pt x="243126" y="76835"/>
                    <a:pt x="244135" y="80749"/>
                    <a:pt x="245364" y="84598"/>
                  </a:cubicBezTo>
                  <a:cubicBezTo>
                    <a:pt x="240268" y="86150"/>
                    <a:pt x="236658" y="89198"/>
                    <a:pt x="231277" y="90465"/>
                  </a:cubicBezTo>
                  <a:cubicBezTo>
                    <a:pt x="233629" y="86550"/>
                    <a:pt x="236001" y="82664"/>
                    <a:pt x="237144" y="77549"/>
                  </a:cubicBezTo>
                  <a:cubicBezTo>
                    <a:pt x="235334" y="75254"/>
                    <a:pt x="234448" y="73606"/>
                    <a:pt x="232439" y="71682"/>
                  </a:cubicBezTo>
                  <a:cubicBezTo>
                    <a:pt x="230496" y="69805"/>
                    <a:pt x="230105" y="69110"/>
                    <a:pt x="227743" y="68157"/>
                  </a:cubicBezTo>
                  <a:cubicBezTo>
                    <a:pt x="226600" y="67700"/>
                    <a:pt x="224171" y="66700"/>
                    <a:pt x="223047" y="66986"/>
                  </a:cubicBezTo>
                  <a:cubicBezTo>
                    <a:pt x="222733" y="67062"/>
                    <a:pt x="221399" y="68176"/>
                    <a:pt x="221875" y="68157"/>
                  </a:cubicBezTo>
                  <a:cubicBezTo>
                    <a:pt x="220237" y="68224"/>
                    <a:pt x="219723" y="66338"/>
                    <a:pt x="217179" y="66986"/>
                  </a:cubicBezTo>
                  <a:cubicBezTo>
                    <a:pt x="217084" y="67005"/>
                    <a:pt x="217256" y="68062"/>
                    <a:pt x="217179" y="68157"/>
                  </a:cubicBezTo>
                  <a:cubicBezTo>
                    <a:pt x="216894" y="68500"/>
                    <a:pt x="215255" y="67957"/>
                    <a:pt x="214827" y="68157"/>
                  </a:cubicBezTo>
                  <a:cubicBezTo>
                    <a:pt x="214674" y="68224"/>
                    <a:pt x="214941" y="69186"/>
                    <a:pt x="214827" y="69329"/>
                  </a:cubicBezTo>
                  <a:cubicBezTo>
                    <a:pt x="214522" y="69700"/>
                    <a:pt x="212903" y="69053"/>
                    <a:pt x="212484" y="69329"/>
                  </a:cubicBezTo>
                  <a:cubicBezTo>
                    <a:pt x="212017" y="69624"/>
                    <a:pt x="211750" y="71263"/>
                    <a:pt x="211312" y="71672"/>
                  </a:cubicBezTo>
                  <a:cubicBezTo>
                    <a:pt x="210512" y="72415"/>
                    <a:pt x="208559" y="72072"/>
                    <a:pt x="207788" y="72844"/>
                  </a:cubicBezTo>
                  <a:cubicBezTo>
                    <a:pt x="207426" y="73206"/>
                    <a:pt x="207997" y="74711"/>
                    <a:pt x="207788" y="75196"/>
                  </a:cubicBezTo>
                  <a:cubicBezTo>
                    <a:pt x="207588" y="75625"/>
                    <a:pt x="205702" y="75863"/>
                    <a:pt x="205435" y="76368"/>
                  </a:cubicBezTo>
                  <a:cubicBezTo>
                    <a:pt x="204892" y="77397"/>
                    <a:pt x="204654" y="80654"/>
                    <a:pt x="204264" y="82235"/>
                  </a:cubicBezTo>
                  <a:cubicBezTo>
                    <a:pt x="203273" y="86264"/>
                    <a:pt x="202178" y="88779"/>
                    <a:pt x="204264" y="90455"/>
                  </a:cubicBezTo>
                  <a:cubicBezTo>
                    <a:pt x="204940" y="90998"/>
                    <a:pt x="203159" y="92037"/>
                    <a:pt x="203092" y="91627"/>
                  </a:cubicBezTo>
                  <a:cubicBezTo>
                    <a:pt x="203454" y="93913"/>
                    <a:pt x="204568" y="95323"/>
                    <a:pt x="205445" y="97494"/>
                  </a:cubicBezTo>
                  <a:cubicBezTo>
                    <a:pt x="206312" y="99666"/>
                    <a:pt x="205807" y="102085"/>
                    <a:pt x="207797" y="103362"/>
                  </a:cubicBezTo>
                  <a:cubicBezTo>
                    <a:pt x="205054" y="104086"/>
                    <a:pt x="204121" y="105638"/>
                    <a:pt x="203102" y="106886"/>
                  </a:cubicBezTo>
                  <a:cubicBezTo>
                    <a:pt x="202797" y="107258"/>
                    <a:pt x="201187" y="106619"/>
                    <a:pt x="200758" y="106886"/>
                  </a:cubicBezTo>
                  <a:cubicBezTo>
                    <a:pt x="200006" y="107353"/>
                    <a:pt x="199358" y="108620"/>
                    <a:pt x="198406" y="109229"/>
                  </a:cubicBezTo>
                  <a:cubicBezTo>
                    <a:pt x="197977" y="109515"/>
                    <a:pt x="196434" y="110382"/>
                    <a:pt x="196063" y="110401"/>
                  </a:cubicBezTo>
                  <a:cubicBezTo>
                    <a:pt x="194710" y="110467"/>
                    <a:pt x="195539" y="111163"/>
                    <a:pt x="194891" y="111572"/>
                  </a:cubicBezTo>
                  <a:cubicBezTo>
                    <a:pt x="192624" y="113001"/>
                    <a:pt x="192367" y="113344"/>
                    <a:pt x="190195" y="113915"/>
                  </a:cubicBezTo>
                  <a:cubicBezTo>
                    <a:pt x="188700" y="114316"/>
                    <a:pt x="189852" y="115821"/>
                    <a:pt x="189024" y="116268"/>
                  </a:cubicBezTo>
                  <a:cubicBezTo>
                    <a:pt x="187843" y="116897"/>
                    <a:pt x="185109" y="117192"/>
                    <a:pt x="184328" y="117440"/>
                  </a:cubicBezTo>
                  <a:cubicBezTo>
                    <a:pt x="183956" y="117554"/>
                    <a:pt x="184156" y="118364"/>
                    <a:pt x="183156" y="118611"/>
                  </a:cubicBezTo>
                  <a:cubicBezTo>
                    <a:pt x="182356" y="118811"/>
                    <a:pt x="180747" y="118202"/>
                    <a:pt x="180804" y="117440"/>
                  </a:cubicBezTo>
                  <a:cubicBezTo>
                    <a:pt x="184185" y="117935"/>
                    <a:pt x="183604" y="113363"/>
                    <a:pt x="184328" y="111572"/>
                  </a:cubicBezTo>
                  <a:cubicBezTo>
                    <a:pt x="184537" y="111048"/>
                    <a:pt x="185223" y="111515"/>
                    <a:pt x="185509" y="110401"/>
                  </a:cubicBezTo>
                  <a:cubicBezTo>
                    <a:pt x="185899" y="108839"/>
                    <a:pt x="186347" y="107981"/>
                    <a:pt x="186680" y="106877"/>
                  </a:cubicBezTo>
                  <a:cubicBezTo>
                    <a:pt x="188262" y="101628"/>
                    <a:pt x="181442" y="97456"/>
                    <a:pt x="179632" y="96313"/>
                  </a:cubicBezTo>
                  <a:cubicBezTo>
                    <a:pt x="173603" y="92465"/>
                    <a:pt x="169155" y="94180"/>
                    <a:pt x="164364" y="97485"/>
                  </a:cubicBezTo>
                  <a:cubicBezTo>
                    <a:pt x="159944" y="100533"/>
                    <a:pt x="159001" y="102771"/>
                    <a:pt x="157324" y="106877"/>
                  </a:cubicBezTo>
                  <a:cubicBezTo>
                    <a:pt x="157191" y="107200"/>
                    <a:pt x="156467" y="107248"/>
                    <a:pt x="156153" y="108048"/>
                  </a:cubicBezTo>
                  <a:cubicBezTo>
                    <a:pt x="156038" y="108334"/>
                    <a:pt x="156172" y="108905"/>
                    <a:pt x="156153" y="109220"/>
                  </a:cubicBezTo>
                  <a:cubicBezTo>
                    <a:pt x="156096" y="110296"/>
                    <a:pt x="155057" y="110096"/>
                    <a:pt x="154981" y="110391"/>
                  </a:cubicBezTo>
                  <a:cubicBezTo>
                    <a:pt x="154191" y="113392"/>
                    <a:pt x="155496" y="117154"/>
                    <a:pt x="153810" y="119783"/>
                  </a:cubicBezTo>
                  <a:cubicBezTo>
                    <a:pt x="155953" y="122231"/>
                    <a:pt x="156401" y="127174"/>
                    <a:pt x="157334" y="129175"/>
                  </a:cubicBezTo>
                  <a:cubicBezTo>
                    <a:pt x="157648" y="129860"/>
                    <a:pt x="159410" y="130660"/>
                    <a:pt x="158505" y="132699"/>
                  </a:cubicBezTo>
                  <a:cubicBezTo>
                    <a:pt x="152390" y="133632"/>
                    <a:pt x="150657" y="138938"/>
                    <a:pt x="143246" y="138566"/>
                  </a:cubicBezTo>
                  <a:cubicBezTo>
                    <a:pt x="144351" y="131984"/>
                    <a:pt x="140865" y="129994"/>
                    <a:pt x="139722" y="125650"/>
                  </a:cubicBezTo>
                  <a:cubicBezTo>
                    <a:pt x="134417" y="122545"/>
                    <a:pt x="128378" y="120621"/>
                    <a:pt x="123292" y="122126"/>
                  </a:cubicBezTo>
                  <a:cubicBezTo>
                    <a:pt x="122996" y="122212"/>
                    <a:pt x="121320" y="124174"/>
                    <a:pt x="120939" y="124479"/>
                  </a:cubicBezTo>
                  <a:cubicBezTo>
                    <a:pt x="118910" y="126136"/>
                    <a:pt x="115157" y="129813"/>
                    <a:pt x="115071" y="131518"/>
                  </a:cubicBezTo>
                  <a:cubicBezTo>
                    <a:pt x="115005" y="132756"/>
                    <a:pt x="114110" y="132184"/>
                    <a:pt x="113900" y="132689"/>
                  </a:cubicBezTo>
                  <a:cubicBezTo>
                    <a:pt x="113167" y="134480"/>
                    <a:pt x="113186" y="138128"/>
                    <a:pt x="112728" y="140909"/>
                  </a:cubicBezTo>
                  <a:cubicBezTo>
                    <a:pt x="111290" y="149558"/>
                    <a:pt x="111585" y="155016"/>
                    <a:pt x="113900" y="160864"/>
                  </a:cubicBezTo>
                  <a:cubicBezTo>
                    <a:pt x="110452" y="162760"/>
                    <a:pt x="107556" y="165550"/>
                    <a:pt x="104508" y="167913"/>
                  </a:cubicBezTo>
                  <a:cubicBezTo>
                    <a:pt x="103937" y="168360"/>
                    <a:pt x="103946" y="169808"/>
                    <a:pt x="103337" y="170265"/>
                  </a:cubicBezTo>
                  <a:cubicBezTo>
                    <a:pt x="102413" y="170961"/>
                    <a:pt x="100651" y="170913"/>
                    <a:pt x="99813" y="171437"/>
                  </a:cubicBezTo>
                  <a:cubicBezTo>
                    <a:pt x="99641" y="171551"/>
                    <a:pt x="99955" y="172447"/>
                    <a:pt x="99813" y="172609"/>
                  </a:cubicBezTo>
                  <a:cubicBezTo>
                    <a:pt x="99517" y="172971"/>
                    <a:pt x="97889" y="172370"/>
                    <a:pt x="97460" y="172609"/>
                  </a:cubicBezTo>
                  <a:cubicBezTo>
                    <a:pt x="96831" y="172951"/>
                    <a:pt x="95755" y="174466"/>
                    <a:pt x="95117" y="174961"/>
                  </a:cubicBezTo>
                  <a:cubicBezTo>
                    <a:pt x="93507" y="176190"/>
                    <a:pt x="91821" y="177076"/>
                    <a:pt x="90421" y="178485"/>
                  </a:cubicBezTo>
                  <a:cubicBezTo>
                    <a:pt x="88821" y="180086"/>
                    <a:pt x="87287" y="183096"/>
                    <a:pt x="85725" y="183181"/>
                  </a:cubicBezTo>
                  <a:cubicBezTo>
                    <a:pt x="84353" y="183248"/>
                    <a:pt x="85220" y="183829"/>
                    <a:pt x="84554" y="184353"/>
                  </a:cubicBezTo>
                  <a:cubicBezTo>
                    <a:pt x="81705" y="186591"/>
                    <a:pt x="78467" y="188049"/>
                    <a:pt x="76333" y="190220"/>
                  </a:cubicBezTo>
                  <a:cubicBezTo>
                    <a:pt x="75400" y="191173"/>
                    <a:pt x="74733" y="192649"/>
                    <a:pt x="73990" y="193745"/>
                  </a:cubicBezTo>
                  <a:cubicBezTo>
                    <a:pt x="73123" y="195011"/>
                    <a:pt x="72790" y="195154"/>
                    <a:pt x="71637" y="196097"/>
                  </a:cubicBezTo>
                  <a:cubicBezTo>
                    <a:pt x="71247" y="196412"/>
                    <a:pt x="71961" y="198031"/>
                    <a:pt x="71637" y="198440"/>
                  </a:cubicBezTo>
                  <a:cubicBezTo>
                    <a:pt x="70771" y="199583"/>
                    <a:pt x="69399" y="200536"/>
                    <a:pt x="68113" y="201965"/>
                  </a:cubicBezTo>
                  <a:cubicBezTo>
                    <a:pt x="67104" y="203098"/>
                    <a:pt x="65532" y="204212"/>
                    <a:pt x="64589" y="205489"/>
                  </a:cubicBezTo>
                  <a:cubicBezTo>
                    <a:pt x="62894" y="207794"/>
                    <a:pt x="61560" y="211366"/>
                    <a:pt x="59893" y="213709"/>
                  </a:cubicBezTo>
                  <a:cubicBezTo>
                    <a:pt x="58903" y="215100"/>
                    <a:pt x="57531" y="215719"/>
                    <a:pt x="56369" y="217233"/>
                  </a:cubicBezTo>
                  <a:cubicBezTo>
                    <a:pt x="55636" y="218186"/>
                    <a:pt x="55321" y="221205"/>
                    <a:pt x="53407" y="220891"/>
                  </a:cubicBezTo>
                  <a:cubicBezTo>
                    <a:pt x="53397" y="220900"/>
                    <a:pt x="53407" y="220900"/>
                    <a:pt x="53397" y="220910"/>
                  </a:cubicBezTo>
                  <a:cubicBezTo>
                    <a:pt x="50492" y="225606"/>
                    <a:pt x="45996" y="229978"/>
                    <a:pt x="45082" y="235607"/>
                  </a:cubicBezTo>
                  <a:cubicBezTo>
                    <a:pt x="44882" y="236836"/>
                    <a:pt x="44025" y="237350"/>
                    <a:pt x="43091" y="237359"/>
                  </a:cubicBezTo>
                  <a:cubicBezTo>
                    <a:pt x="39510" y="238588"/>
                    <a:pt x="37643" y="241284"/>
                    <a:pt x="35233" y="244237"/>
                  </a:cubicBezTo>
                  <a:cubicBezTo>
                    <a:pt x="34604" y="244999"/>
                    <a:pt x="33366" y="245903"/>
                    <a:pt x="32880" y="246580"/>
                  </a:cubicBezTo>
                  <a:cubicBezTo>
                    <a:pt x="31909" y="247970"/>
                    <a:pt x="32480" y="249685"/>
                    <a:pt x="31709" y="251275"/>
                  </a:cubicBezTo>
                  <a:cubicBezTo>
                    <a:pt x="31423" y="251857"/>
                    <a:pt x="30604" y="251161"/>
                    <a:pt x="30537" y="252457"/>
                  </a:cubicBezTo>
                  <a:cubicBezTo>
                    <a:pt x="30451" y="254009"/>
                    <a:pt x="28280" y="254295"/>
                    <a:pt x="28185" y="255981"/>
                  </a:cubicBezTo>
                  <a:cubicBezTo>
                    <a:pt x="28108" y="257543"/>
                    <a:pt x="25927" y="257819"/>
                    <a:pt x="25841" y="259505"/>
                  </a:cubicBezTo>
                  <a:cubicBezTo>
                    <a:pt x="25775" y="260648"/>
                    <a:pt x="24422" y="260420"/>
                    <a:pt x="23489" y="260677"/>
                  </a:cubicBezTo>
                  <a:cubicBezTo>
                    <a:pt x="23260" y="264449"/>
                    <a:pt x="20336" y="267001"/>
                    <a:pt x="18793" y="270068"/>
                  </a:cubicBezTo>
                  <a:cubicBezTo>
                    <a:pt x="18574" y="270497"/>
                    <a:pt x="19145" y="272135"/>
                    <a:pt x="18793" y="272421"/>
                  </a:cubicBezTo>
                  <a:cubicBezTo>
                    <a:pt x="17659" y="273345"/>
                    <a:pt x="17136" y="273316"/>
                    <a:pt x="16450" y="274774"/>
                  </a:cubicBezTo>
                  <a:cubicBezTo>
                    <a:pt x="16240" y="275193"/>
                    <a:pt x="16793" y="276841"/>
                    <a:pt x="16450" y="277117"/>
                  </a:cubicBezTo>
                  <a:cubicBezTo>
                    <a:pt x="16316" y="277222"/>
                    <a:pt x="15345" y="276964"/>
                    <a:pt x="15278" y="277117"/>
                  </a:cubicBezTo>
                  <a:cubicBezTo>
                    <a:pt x="15078" y="277545"/>
                    <a:pt x="15621" y="279184"/>
                    <a:pt x="15278" y="279460"/>
                  </a:cubicBezTo>
                  <a:cubicBezTo>
                    <a:pt x="14192" y="280355"/>
                    <a:pt x="13154" y="281765"/>
                    <a:pt x="11754" y="284156"/>
                  </a:cubicBezTo>
                  <a:cubicBezTo>
                    <a:pt x="11382" y="284784"/>
                    <a:pt x="10649" y="283984"/>
                    <a:pt x="10582" y="285327"/>
                  </a:cubicBezTo>
                  <a:cubicBezTo>
                    <a:pt x="10487" y="287023"/>
                    <a:pt x="8344" y="287861"/>
                    <a:pt x="8230" y="290023"/>
                  </a:cubicBezTo>
                  <a:cubicBezTo>
                    <a:pt x="8106" y="292519"/>
                    <a:pt x="6658" y="295081"/>
                    <a:pt x="4705" y="297072"/>
                  </a:cubicBezTo>
                  <a:cubicBezTo>
                    <a:pt x="4591" y="297691"/>
                    <a:pt x="4610" y="298177"/>
                    <a:pt x="4601" y="298700"/>
                  </a:cubicBezTo>
                  <a:lnTo>
                    <a:pt x="0" y="308111"/>
                  </a:lnTo>
                  <a:lnTo>
                    <a:pt x="9487" y="305492"/>
                  </a:lnTo>
                  <a:lnTo>
                    <a:pt x="14992" y="295405"/>
                  </a:lnTo>
                  <a:cubicBezTo>
                    <a:pt x="15078" y="295176"/>
                    <a:pt x="15192" y="294995"/>
                    <a:pt x="15269" y="294738"/>
                  </a:cubicBezTo>
                  <a:cubicBezTo>
                    <a:pt x="15897" y="292652"/>
                    <a:pt x="15202" y="291328"/>
                    <a:pt x="16440" y="290042"/>
                  </a:cubicBezTo>
                  <a:cubicBezTo>
                    <a:pt x="17469" y="288966"/>
                    <a:pt x="17936" y="287852"/>
                    <a:pt x="18783" y="286518"/>
                  </a:cubicBezTo>
                  <a:cubicBezTo>
                    <a:pt x="19621" y="285204"/>
                    <a:pt x="20307" y="284280"/>
                    <a:pt x="21136" y="282994"/>
                  </a:cubicBezTo>
                  <a:cubicBezTo>
                    <a:pt x="22517" y="280822"/>
                    <a:pt x="23355" y="279498"/>
                    <a:pt x="23479" y="277126"/>
                  </a:cubicBezTo>
                  <a:cubicBezTo>
                    <a:pt x="23555" y="275812"/>
                    <a:pt x="24346" y="276545"/>
                    <a:pt x="24651" y="275955"/>
                  </a:cubicBezTo>
                  <a:cubicBezTo>
                    <a:pt x="27527" y="270383"/>
                    <a:pt x="29394" y="264487"/>
                    <a:pt x="34042" y="260686"/>
                  </a:cubicBezTo>
                  <a:cubicBezTo>
                    <a:pt x="35014" y="257752"/>
                    <a:pt x="37262" y="256076"/>
                    <a:pt x="37567" y="252466"/>
                  </a:cubicBezTo>
                  <a:cubicBezTo>
                    <a:pt x="38529" y="252552"/>
                    <a:pt x="39053" y="251618"/>
                    <a:pt x="39481" y="251761"/>
                  </a:cubicBezTo>
                  <a:cubicBezTo>
                    <a:pt x="41148" y="249790"/>
                    <a:pt x="43262" y="248304"/>
                    <a:pt x="45072" y="246399"/>
                  </a:cubicBezTo>
                  <a:cubicBezTo>
                    <a:pt x="47444" y="243903"/>
                    <a:pt x="48816" y="240703"/>
                    <a:pt x="51121" y="238169"/>
                  </a:cubicBezTo>
                  <a:cubicBezTo>
                    <a:pt x="51378" y="237074"/>
                    <a:pt x="51588" y="235988"/>
                    <a:pt x="51654" y="234854"/>
                  </a:cubicBezTo>
                  <a:cubicBezTo>
                    <a:pt x="55769" y="234692"/>
                    <a:pt x="54969" y="230035"/>
                    <a:pt x="56350" y="227806"/>
                  </a:cubicBezTo>
                  <a:cubicBezTo>
                    <a:pt x="56340" y="227825"/>
                    <a:pt x="57436" y="226730"/>
                    <a:pt x="57521" y="226634"/>
                  </a:cubicBezTo>
                  <a:cubicBezTo>
                    <a:pt x="58464" y="225653"/>
                    <a:pt x="58912" y="224110"/>
                    <a:pt x="59874" y="223110"/>
                  </a:cubicBezTo>
                  <a:cubicBezTo>
                    <a:pt x="60903" y="222034"/>
                    <a:pt x="61370" y="220919"/>
                    <a:pt x="62217" y="219586"/>
                  </a:cubicBezTo>
                  <a:cubicBezTo>
                    <a:pt x="63608" y="217405"/>
                    <a:pt x="64360" y="217195"/>
                    <a:pt x="65742" y="216071"/>
                  </a:cubicBezTo>
                  <a:cubicBezTo>
                    <a:pt x="66123" y="215757"/>
                    <a:pt x="65437" y="214138"/>
                    <a:pt x="65742" y="213718"/>
                  </a:cubicBezTo>
                  <a:cubicBezTo>
                    <a:pt x="66427" y="212747"/>
                    <a:pt x="68580" y="212385"/>
                    <a:pt x="69266" y="211366"/>
                  </a:cubicBezTo>
                  <a:cubicBezTo>
                    <a:pt x="70190" y="209975"/>
                    <a:pt x="69456" y="207984"/>
                    <a:pt x="70437" y="206670"/>
                  </a:cubicBezTo>
                  <a:cubicBezTo>
                    <a:pt x="71161" y="205689"/>
                    <a:pt x="73133" y="205270"/>
                    <a:pt x="73962" y="204317"/>
                  </a:cubicBezTo>
                  <a:cubicBezTo>
                    <a:pt x="74895" y="203231"/>
                    <a:pt x="75400" y="201831"/>
                    <a:pt x="76305" y="200793"/>
                  </a:cubicBezTo>
                  <a:cubicBezTo>
                    <a:pt x="82058" y="194278"/>
                    <a:pt x="87897" y="188020"/>
                    <a:pt x="93917" y="183181"/>
                  </a:cubicBezTo>
                  <a:cubicBezTo>
                    <a:pt x="97622" y="180209"/>
                    <a:pt x="101975" y="177800"/>
                    <a:pt x="105651" y="174961"/>
                  </a:cubicBezTo>
                  <a:cubicBezTo>
                    <a:pt x="109719" y="171818"/>
                    <a:pt x="112786" y="167970"/>
                    <a:pt x="117396" y="165570"/>
                  </a:cubicBezTo>
                  <a:cubicBezTo>
                    <a:pt x="118405" y="169608"/>
                    <a:pt x="120348" y="173209"/>
                    <a:pt x="122091" y="174961"/>
                  </a:cubicBezTo>
                  <a:cubicBezTo>
                    <a:pt x="124330" y="177200"/>
                    <a:pt x="126244" y="177504"/>
                    <a:pt x="129140" y="178485"/>
                  </a:cubicBezTo>
                  <a:cubicBezTo>
                    <a:pt x="130550" y="178971"/>
                    <a:pt x="130826" y="179562"/>
                    <a:pt x="132664" y="179657"/>
                  </a:cubicBezTo>
                  <a:cubicBezTo>
                    <a:pt x="133655" y="179705"/>
                    <a:pt x="133645" y="180791"/>
                    <a:pt x="133836" y="180829"/>
                  </a:cubicBezTo>
                  <a:cubicBezTo>
                    <a:pt x="138103" y="181724"/>
                    <a:pt x="148485" y="181924"/>
                    <a:pt x="153800" y="180829"/>
                  </a:cubicBezTo>
                  <a:cubicBezTo>
                    <a:pt x="153838" y="180819"/>
                    <a:pt x="154286" y="179867"/>
                    <a:pt x="154972" y="179657"/>
                  </a:cubicBezTo>
                  <a:cubicBezTo>
                    <a:pt x="158829" y="178495"/>
                    <a:pt x="158791" y="178981"/>
                    <a:pt x="160839" y="177314"/>
                  </a:cubicBezTo>
                  <a:cubicBezTo>
                    <a:pt x="163944" y="174780"/>
                    <a:pt x="168050" y="171799"/>
                    <a:pt x="167888" y="167913"/>
                  </a:cubicBezTo>
                  <a:cubicBezTo>
                    <a:pt x="166764" y="167665"/>
                    <a:pt x="166783" y="166913"/>
                    <a:pt x="166716" y="165570"/>
                  </a:cubicBezTo>
                  <a:cubicBezTo>
                    <a:pt x="166649" y="164207"/>
                    <a:pt x="165954" y="165046"/>
                    <a:pt x="165545" y="164398"/>
                  </a:cubicBezTo>
                  <a:cubicBezTo>
                    <a:pt x="162430" y="159540"/>
                    <a:pt x="156677" y="156378"/>
                    <a:pt x="151457" y="155006"/>
                  </a:cubicBezTo>
                  <a:cubicBezTo>
                    <a:pt x="149666" y="154530"/>
                    <a:pt x="147847" y="154063"/>
                    <a:pt x="146761" y="153835"/>
                  </a:cubicBezTo>
                  <a:cubicBezTo>
                    <a:pt x="143132" y="153073"/>
                    <a:pt x="139113" y="154187"/>
                    <a:pt x="136198" y="151482"/>
                  </a:cubicBezTo>
                  <a:cubicBezTo>
                    <a:pt x="139760" y="149377"/>
                    <a:pt x="143056" y="147653"/>
                    <a:pt x="146761" y="145615"/>
                  </a:cubicBezTo>
                  <a:cubicBezTo>
                    <a:pt x="148466" y="144681"/>
                    <a:pt x="149523" y="143043"/>
                    <a:pt x="151457" y="142090"/>
                  </a:cubicBezTo>
                  <a:cubicBezTo>
                    <a:pt x="153505" y="141081"/>
                    <a:pt x="156534" y="141852"/>
                    <a:pt x="158505" y="139747"/>
                  </a:cubicBezTo>
                  <a:cubicBezTo>
                    <a:pt x="162573" y="144472"/>
                    <a:pt x="164763" y="148434"/>
                    <a:pt x="171422" y="149139"/>
                  </a:cubicBezTo>
                  <a:cubicBezTo>
                    <a:pt x="173107" y="149320"/>
                    <a:pt x="173822" y="150091"/>
                    <a:pt x="174946" y="150310"/>
                  </a:cubicBezTo>
                  <a:cubicBezTo>
                    <a:pt x="181613" y="151644"/>
                    <a:pt x="183718" y="151577"/>
                    <a:pt x="189033" y="150310"/>
                  </a:cubicBezTo>
                  <a:cubicBezTo>
                    <a:pt x="194091" y="149110"/>
                    <a:pt x="195110" y="148425"/>
                    <a:pt x="197253" y="146786"/>
                  </a:cubicBezTo>
                  <a:cubicBezTo>
                    <a:pt x="200368" y="144396"/>
                    <a:pt x="203083" y="141776"/>
                    <a:pt x="203121" y="138566"/>
                  </a:cubicBezTo>
                  <a:cubicBezTo>
                    <a:pt x="203140" y="137128"/>
                    <a:pt x="202044" y="136871"/>
                    <a:pt x="201949" y="135042"/>
                  </a:cubicBezTo>
                  <a:cubicBezTo>
                    <a:pt x="201882" y="133842"/>
                    <a:pt x="197777" y="129575"/>
                    <a:pt x="197253" y="129175"/>
                  </a:cubicBezTo>
                  <a:cubicBezTo>
                    <a:pt x="193843" y="126574"/>
                    <a:pt x="188061" y="126803"/>
                    <a:pt x="185509" y="124479"/>
                  </a:cubicBezTo>
                  <a:cubicBezTo>
                    <a:pt x="187766" y="122821"/>
                    <a:pt x="190233" y="121374"/>
                    <a:pt x="193729" y="120954"/>
                  </a:cubicBezTo>
                  <a:cubicBezTo>
                    <a:pt x="195129" y="118049"/>
                    <a:pt x="197749" y="116363"/>
                    <a:pt x="200778" y="115087"/>
                  </a:cubicBezTo>
                  <a:cubicBezTo>
                    <a:pt x="199882" y="120926"/>
                    <a:pt x="207150" y="126079"/>
                    <a:pt x="210169" y="126831"/>
                  </a:cubicBezTo>
                  <a:cubicBezTo>
                    <a:pt x="211598" y="127184"/>
                    <a:pt x="211989" y="127574"/>
                    <a:pt x="213693" y="128003"/>
                  </a:cubicBezTo>
                  <a:cubicBezTo>
                    <a:pt x="214389" y="128174"/>
                    <a:pt x="214836" y="129165"/>
                    <a:pt x="214865" y="129175"/>
                  </a:cubicBezTo>
                  <a:cubicBezTo>
                    <a:pt x="221066" y="130727"/>
                    <a:pt x="230372" y="129946"/>
                    <a:pt x="233648" y="129175"/>
                  </a:cubicBezTo>
                  <a:cubicBezTo>
                    <a:pt x="235077" y="128841"/>
                    <a:pt x="236982" y="129679"/>
                    <a:pt x="238344" y="129175"/>
                  </a:cubicBezTo>
                  <a:cubicBezTo>
                    <a:pt x="238811" y="129003"/>
                    <a:pt x="240135" y="127174"/>
                    <a:pt x="240697" y="126831"/>
                  </a:cubicBezTo>
                  <a:cubicBezTo>
                    <a:pt x="241554" y="126298"/>
                    <a:pt x="243430" y="126365"/>
                    <a:pt x="244221" y="125660"/>
                  </a:cubicBezTo>
                  <a:cubicBezTo>
                    <a:pt x="246507" y="123593"/>
                    <a:pt x="247517" y="120402"/>
                    <a:pt x="247745" y="118621"/>
                  </a:cubicBezTo>
                  <a:cubicBezTo>
                    <a:pt x="248241" y="114754"/>
                    <a:pt x="246640" y="112858"/>
                    <a:pt x="246574" y="111572"/>
                  </a:cubicBezTo>
                  <a:cubicBezTo>
                    <a:pt x="246507" y="110353"/>
                    <a:pt x="240897" y="104638"/>
                    <a:pt x="240706" y="104524"/>
                  </a:cubicBezTo>
                  <a:cubicBezTo>
                    <a:pt x="239116" y="103590"/>
                    <a:pt x="235620" y="105124"/>
                    <a:pt x="234839" y="102171"/>
                  </a:cubicBezTo>
                  <a:cubicBezTo>
                    <a:pt x="229753" y="101314"/>
                    <a:pt x="227571" y="104829"/>
                    <a:pt x="225447" y="101000"/>
                  </a:cubicBezTo>
                  <a:cubicBezTo>
                    <a:pt x="232820" y="99771"/>
                    <a:pt x="235420" y="93751"/>
                    <a:pt x="243059" y="92779"/>
                  </a:cubicBezTo>
                  <a:cubicBezTo>
                    <a:pt x="242821" y="97723"/>
                    <a:pt x="247517" y="97713"/>
                    <a:pt x="247755" y="102171"/>
                  </a:cubicBezTo>
                  <a:cubicBezTo>
                    <a:pt x="252489" y="103590"/>
                    <a:pt x="257365" y="108305"/>
                    <a:pt x="264195" y="109220"/>
                  </a:cubicBezTo>
                  <a:cubicBezTo>
                    <a:pt x="268700" y="109820"/>
                    <a:pt x="274701" y="108829"/>
                    <a:pt x="275939" y="108048"/>
                  </a:cubicBezTo>
                  <a:cubicBezTo>
                    <a:pt x="278559" y="106381"/>
                    <a:pt x="282855" y="104600"/>
                    <a:pt x="282978" y="102171"/>
                  </a:cubicBezTo>
                  <a:cubicBezTo>
                    <a:pt x="283055" y="100857"/>
                    <a:pt x="283836" y="101609"/>
                    <a:pt x="284150" y="101000"/>
                  </a:cubicBezTo>
                  <a:cubicBezTo>
                    <a:pt x="287626" y="94408"/>
                    <a:pt x="283140" y="92722"/>
                    <a:pt x="281797" y="86912"/>
                  </a:cubicBezTo>
                  <a:cubicBezTo>
                    <a:pt x="278292" y="86160"/>
                    <a:pt x="273691" y="82350"/>
                    <a:pt x="271234" y="82216"/>
                  </a:cubicBezTo>
                  <a:cubicBezTo>
                    <a:pt x="270081" y="82150"/>
                    <a:pt x="270462" y="81169"/>
                    <a:pt x="270053" y="81045"/>
                  </a:cubicBezTo>
                  <a:cubicBezTo>
                    <a:pt x="267710" y="80283"/>
                    <a:pt x="265738" y="82645"/>
                    <a:pt x="264185" y="79873"/>
                  </a:cubicBezTo>
                  <a:cubicBezTo>
                    <a:pt x="266719" y="78378"/>
                    <a:pt x="270091" y="76558"/>
                    <a:pt x="273577" y="75177"/>
                  </a:cubicBezTo>
                  <a:cubicBezTo>
                    <a:pt x="275568" y="74387"/>
                    <a:pt x="278025" y="74558"/>
                    <a:pt x="279445" y="74006"/>
                  </a:cubicBezTo>
                  <a:cubicBezTo>
                    <a:pt x="280168" y="73720"/>
                    <a:pt x="283035" y="69891"/>
                    <a:pt x="282969" y="72834"/>
                  </a:cubicBezTo>
                  <a:lnTo>
                    <a:pt x="282969" y="82235"/>
                  </a:lnTo>
                  <a:cubicBezTo>
                    <a:pt x="287664" y="86074"/>
                    <a:pt x="289484" y="92465"/>
                    <a:pt x="295885" y="92799"/>
                  </a:cubicBezTo>
                  <a:cubicBezTo>
                    <a:pt x="296951" y="92856"/>
                    <a:pt x="296771" y="93903"/>
                    <a:pt x="297056" y="93970"/>
                  </a:cubicBezTo>
                  <a:cubicBezTo>
                    <a:pt x="305771" y="96228"/>
                    <a:pt x="312982" y="94675"/>
                    <a:pt x="320535" y="91627"/>
                  </a:cubicBezTo>
                  <a:cubicBezTo>
                    <a:pt x="324069" y="87503"/>
                    <a:pt x="325060" y="79397"/>
                    <a:pt x="322888" y="72834"/>
                  </a:cubicBezTo>
                  <a:cubicBezTo>
                    <a:pt x="319802" y="71986"/>
                    <a:pt x="319478" y="68272"/>
                    <a:pt x="317020" y="68138"/>
                  </a:cubicBezTo>
                  <a:cubicBezTo>
                    <a:pt x="315659" y="68062"/>
                    <a:pt x="316497" y="67395"/>
                    <a:pt x="315849" y="66967"/>
                  </a:cubicBezTo>
                  <a:cubicBezTo>
                    <a:pt x="314220" y="65881"/>
                    <a:pt x="312820" y="65395"/>
                    <a:pt x="311153" y="64614"/>
                  </a:cubicBezTo>
                  <a:cubicBezTo>
                    <a:pt x="311010" y="64547"/>
                    <a:pt x="311268" y="63576"/>
                    <a:pt x="311153" y="63443"/>
                  </a:cubicBezTo>
                  <a:cubicBezTo>
                    <a:pt x="310353" y="62471"/>
                    <a:pt x="306096" y="64452"/>
                    <a:pt x="306457" y="62271"/>
                  </a:cubicBezTo>
                  <a:cubicBezTo>
                    <a:pt x="313211" y="59633"/>
                    <a:pt x="320392" y="57423"/>
                    <a:pt x="326422" y="54051"/>
                  </a:cubicBezTo>
                  <a:cubicBezTo>
                    <a:pt x="328193" y="60461"/>
                    <a:pt x="329660" y="68443"/>
                    <a:pt x="332289" y="71663"/>
                  </a:cubicBezTo>
                  <a:cubicBezTo>
                    <a:pt x="334251" y="74063"/>
                    <a:pt x="335175" y="75244"/>
                    <a:pt x="336985" y="76358"/>
                  </a:cubicBezTo>
                  <a:cubicBezTo>
                    <a:pt x="337909" y="76930"/>
                    <a:pt x="339500" y="78654"/>
                    <a:pt x="340509" y="78711"/>
                  </a:cubicBezTo>
                  <a:cubicBezTo>
                    <a:pt x="341671" y="78768"/>
                    <a:pt x="341271" y="79740"/>
                    <a:pt x="341681" y="79883"/>
                  </a:cubicBezTo>
                  <a:cubicBezTo>
                    <a:pt x="345234" y="81064"/>
                    <a:pt x="346596" y="80626"/>
                    <a:pt x="349901" y="81054"/>
                  </a:cubicBezTo>
                  <a:cubicBezTo>
                    <a:pt x="352149" y="81349"/>
                    <a:pt x="352577" y="82092"/>
                    <a:pt x="353425" y="81054"/>
                  </a:cubicBezTo>
                  <a:cubicBezTo>
                    <a:pt x="353625" y="80807"/>
                    <a:pt x="355425" y="81092"/>
                    <a:pt x="355768" y="81054"/>
                  </a:cubicBezTo>
                  <a:cubicBezTo>
                    <a:pt x="360559" y="80473"/>
                    <a:pt x="359493" y="79683"/>
                    <a:pt x="361636" y="77530"/>
                  </a:cubicBezTo>
                  <a:cubicBezTo>
                    <a:pt x="363836" y="75330"/>
                    <a:pt x="364465" y="75596"/>
                    <a:pt x="365160" y="72834"/>
                  </a:cubicBezTo>
                  <a:cubicBezTo>
                    <a:pt x="366103" y="69072"/>
                    <a:pt x="365636" y="65624"/>
                    <a:pt x="365160" y="63443"/>
                  </a:cubicBezTo>
                  <a:cubicBezTo>
                    <a:pt x="364265" y="59328"/>
                    <a:pt x="364855" y="60423"/>
                    <a:pt x="362817" y="58747"/>
                  </a:cubicBezTo>
                  <a:cubicBezTo>
                    <a:pt x="362426" y="58423"/>
                    <a:pt x="363122" y="56813"/>
                    <a:pt x="362817" y="56394"/>
                  </a:cubicBezTo>
                  <a:cubicBezTo>
                    <a:pt x="361455" y="54527"/>
                    <a:pt x="359588" y="54708"/>
                    <a:pt x="358121" y="54041"/>
                  </a:cubicBezTo>
                  <a:cubicBezTo>
                    <a:pt x="357711" y="53860"/>
                    <a:pt x="357426" y="51974"/>
                    <a:pt x="356949" y="51698"/>
                  </a:cubicBezTo>
                  <a:cubicBezTo>
                    <a:pt x="354444" y="50250"/>
                    <a:pt x="350273" y="50327"/>
                    <a:pt x="348729" y="48174"/>
                  </a:cubicBezTo>
                  <a:cubicBezTo>
                    <a:pt x="351472" y="45831"/>
                    <a:pt x="356197" y="45469"/>
                    <a:pt x="361645" y="45821"/>
                  </a:cubicBezTo>
                  <a:cubicBezTo>
                    <a:pt x="362045" y="43507"/>
                    <a:pt x="365465" y="44821"/>
                    <a:pt x="367513" y="44650"/>
                  </a:cubicBezTo>
                  <a:cubicBezTo>
                    <a:pt x="369827" y="44450"/>
                    <a:pt x="372761" y="43440"/>
                    <a:pt x="373380" y="44650"/>
                  </a:cubicBezTo>
                  <a:cubicBezTo>
                    <a:pt x="372408" y="49898"/>
                    <a:pt x="375428" y="58213"/>
                    <a:pt x="376904" y="61090"/>
                  </a:cubicBezTo>
                  <a:cubicBezTo>
                    <a:pt x="377485" y="62233"/>
                    <a:pt x="377352" y="63385"/>
                    <a:pt x="378076" y="64614"/>
                  </a:cubicBezTo>
                  <a:cubicBezTo>
                    <a:pt x="378362" y="65090"/>
                    <a:pt x="380047" y="65290"/>
                    <a:pt x="380419" y="65786"/>
                  </a:cubicBezTo>
                  <a:cubicBezTo>
                    <a:pt x="381248" y="66891"/>
                    <a:pt x="380695" y="68367"/>
                    <a:pt x="381591" y="69310"/>
                  </a:cubicBezTo>
                  <a:cubicBezTo>
                    <a:pt x="382743" y="70501"/>
                    <a:pt x="385982" y="71367"/>
                    <a:pt x="386286" y="71653"/>
                  </a:cubicBezTo>
                  <a:cubicBezTo>
                    <a:pt x="387267" y="72596"/>
                    <a:pt x="388811" y="73044"/>
                    <a:pt x="389811" y="73996"/>
                  </a:cubicBezTo>
                  <a:cubicBezTo>
                    <a:pt x="391801" y="75901"/>
                    <a:pt x="395697" y="76473"/>
                    <a:pt x="398031" y="76349"/>
                  </a:cubicBezTo>
                  <a:cubicBezTo>
                    <a:pt x="399097" y="76292"/>
                    <a:pt x="398907" y="75254"/>
                    <a:pt x="399202" y="75177"/>
                  </a:cubicBezTo>
                  <a:cubicBezTo>
                    <a:pt x="403889" y="73949"/>
                    <a:pt x="403088" y="75254"/>
                    <a:pt x="405070" y="72825"/>
                  </a:cubicBezTo>
                  <a:cubicBezTo>
                    <a:pt x="405394" y="72434"/>
                    <a:pt x="407003" y="73139"/>
                    <a:pt x="407423" y="72825"/>
                  </a:cubicBezTo>
                  <a:cubicBezTo>
                    <a:pt x="410042" y="70853"/>
                    <a:pt x="412280" y="66795"/>
                    <a:pt x="413290" y="64605"/>
                  </a:cubicBezTo>
                  <a:cubicBezTo>
                    <a:pt x="413566" y="64004"/>
                    <a:pt x="414156" y="64633"/>
                    <a:pt x="414461" y="63433"/>
                  </a:cubicBezTo>
                  <a:cubicBezTo>
                    <a:pt x="416281" y="56165"/>
                    <a:pt x="411356" y="52279"/>
                    <a:pt x="408594" y="49345"/>
                  </a:cubicBezTo>
                  <a:cubicBezTo>
                    <a:pt x="405727" y="46307"/>
                    <a:pt x="400974" y="44497"/>
                    <a:pt x="398031" y="41125"/>
                  </a:cubicBezTo>
                  <a:cubicBezTo>
                    <a:pt x="406603" y="38982"/>
                    <a:pt x="413871" y="42611"/>
                    <a:pt x="423853" y="42297"/>
                  </a:cubicBezTo>
                  <a:cubicBezTo>
                    <a:pt x="426673" y="48879"/>
                    <a:pt x="430682" y="54251"/>
                    <a:pt x="434416" y="59909"/>
                  </a:cubicBezTo>
                  <a:cubicBezTo>
                    <a:pt x="444332" y="63090"/>
                    <a:pt x="457276" y="73053"/>
                    <a:pt x="470811" y="69300"/>
                  </a:cubicBezTo>
                  <a:cubicBezTo>
                    <a:pt x="470916" y="69272"/>
                    <a:pt x="470726" y="68224"/>
                    <a:pt x="470811" y="68129"/>
                  </a:cubicBezTo>
                  <a:cubicBezTo>
                    <a:pt x="471088" y="67786"/>
                    <a:pt x="472735" y="68329"/>
                    <a:pt x="473154" y="68129"/>
                  </a:cubicBezTo>
                  <a:cubicBezTo>
                    <a:pt x="473307" y="68062"/>
                    <a:pt x="473050" y="67091"/>
                    <a:pt x="473154" y="66957"/>
                  </a:cubicBezTo>
                  <a:cubicBezTo>
                    <a:pt x="473469" y="66576"/>
                    <a:pt x="475079" y="67252"/>
                    <a:pt x="475507" y="66957"/>
                  </a:cubicBezTo>
                  <a:cubicBezTo>
                    <a:pt x="476364" y="66367"/>
                    <a:pt x="479879" y="61614"/>
                    <a:pt x="480203" y="61090"/>
                  </a:cubicBezTo>
                  <a:cubicBezTo>
                    <a:pt x="480746" y="60214"/>
                    <a:pt x="482251" y="59385"/>
                    <a:pt x="482546" y="58747"/>
                  </a:cubicBezTo>
                  <a:cubicBezTo>
                    <a:pt x="483861" y="55965"/>
                    <a:pt x="482403" y="51803"/>
                    <a:pt x="484899" y="49355"/>
                  </a:cubicBezTo>
                  <a:cubicBezTo>
                    <a:pt x="483699" y="49088"/>
                    <a:pt x="483718" y="48336"/>
                    <a:pt x="483651" y="46993"/>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38" id="38"/>
            <p:cNvGrpSpPr/>
            <p:nvPr/>
          </p:nvGrpSpPr>
          <p:grpSpPr>
            <a:xfrm>
              <a:off x="9437438" y="3184609"/>
              <a:ext cx="373078" cy="181605"/>
              <a:chOff x="2946698" y="588029"/>
              <a:chExt cx="373078" cy="181605"/>
            </a:xfrm>
          </p:grpSpPr>
          <p:sp>
            <p:nvSpPr>
              <p:cNvPr name="Freeform 39" id="39"/>
              <p:cNvSpPr/>
              <p:nvPr/>
            </p:nvSpPr>
            <p:spPr>
              <a:xfrm>
                <a:off x="2946698" y="709652"/>
                <a:ext cx="31502" cy="38984"/>
              </a:xfrm>
              <a:custGeom>
                <a:avLst/>
                <a:gdLst/>
                <a:ahLst/>
                <a:cxnLst/>
                <a:rect r="r" b="b" t="t" l="l"/>
                <a:pathLst>
                  <a:path w="31502" h="38984" stroke="true" fill="norm" extrusionOk="true">
                    <a:moveTo>
                      <a:pt x="2108" y="38879"/>
                    </a:moveTo>
                    <a:cubicBezTo>
                      <a:pt x="2156" y="38917"/>
                      <a:pt x="2194" y="38946"/>
                      <a:pt x="2242" y="38984"/>
                    </a:cubicBezTo>
                    <a:cubicBezTo>
                      <a:pt x="9071" y="32974"/>
                      <a:pt x="17596" y="28669"/>
                      <a:pt x="26426" y="26316"/>
                    </a:cubicBezTo>
                    <a:cubicBezTo>
                      <a:pt x="28226" y="24211"/>
                      <a:pt x="29159" y="22115"/>
                      <a:pt x="29435" y="19153"/>
                    </a:cubicBezTo>
                    <a:cubicBezTo>
                      <a:pt x="29645" y="16943"/>
                      <a:pt x="30093" y="15000"/>
                      <a:pt x="31502" y="13333"/>
                    </a:cubicBezTo>
                    <a:cubicBezTo>
                      <a:pt x="31083" y="9457"/>
                      <a:pt x="28759" y="7466"/>
                      <a:pt x="27864" y="4046"/>
                    </a:cubicBezTo>
                    <a:cubicBezTo>
                      <a:pt x="22558" y="941"/>
                      <a:pt x="16520" y="-983"/>
                      <a:pt x="11433" y="522"/>
                    </a:cubicBezTo>
                    <a:cubicBezTo>
                      <a:pt x="11138" y="608"/>
                      <a:pt x="9462" y="2570"/>
                      <a:pt x="9081" y="2875"/>
                    </a:cubicBezTo>
                    <a:cubicBezTo>
                      <a:pt x="7052" y="4532"/>
                      <a:pt x="3299" y="8209"/>
                      <a:pt x="3213" y="9914"/>
                    </a:cubicBezTo>
                    <a:cubicBezTo>
                      <a:pt x="3147" y="11152"/>
                      <a:pt x="2251" y="10581"/>
                      <a:pt x="2042" y="11085"/>
                    </a:cubicBezTo>
                    <a:cubicBezTo>
                      <a:pt x="1318" y="12876"/>
                      <a:pt x="1337" y="16524"/>
                      <a:pt x="870" y="19305"/>
                    </a:cubicBezTo>
                    <a:cubicBezTo>
                      <a:pt x="-530" y="27726"/>
                      <a:pt x="-273" y="33117"/>
                      <a:pt x="1880" y="38794"/>
                    </a:cubicBezTo>
                    <a:cubicBezTo>
                      <a:pt x="1946" y="38832"/>
                      <a:pt x="2023" y="38832"/>
                      <a:pt x="2108" y="38879"/>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40" id="40"/>
              <p:cNvSpPr/>
              <p:nvPr/>
            </p:nvSpPr>
            <p:spPr>
              <a:xfrm>
                <a:off x="2952092" y="740949"/>
                <a:ext cx="50639" cy="28685"/>
              </a:xfrm>
              <a:custGeom>
                <a:avLst/>
                <a:gdLst/>
                <a:ahLst/>
                <a:cxnLst/>
                <a:rect r="r" b="b" t="t" l="l"/>
                <a:pathLst>
                  <a:path w="50639" h="28685" stroke="true" fill="norm" extrusionOk="true">
                    <a:moveTo>
                      <a:pt x="49473" y="12668"/>
                    </a:moveTo>
                    <a:cubicBezTo>
                      <a:pt x="49397" y="11306"/>
                      <a:pt x="48711" y="12144"/>
                      <a:pt x="48301" y="11497"/>
                    </a:cubicBezTo>
                    <a:cubicBezTo>
                      <a:pt x="45186" y="6639"/>
                      <a:pt x="39424" y="3477"/>
                      <a:pt x="34204" y="2105"/>
                    </a:cubicBezTo>
                    <a:cubicBezTo>
                      <a:pt x="32414" y="1629"/>
                      <a:pt x="30594" y="1162"/>
                      <a:pt x="29518" y="933"/>
                    </a:cubicBezTo>
                    <a:cubicBezTo>
                      <a:pt x="26841" y="371"/>
                      <a:pt x="23965" y="810"/>
                      <a:pt x="21460" y="0"/>
                    </a:cubicBezTo>
                    <a:cubicBezTo>
                      <a:pt x="13611" y="2229"/>
                      <a:pt x="6087" y="6067"/>
                      <a:pt x="0" y="11439"/>
                    </a:cubicBezTo>
                    <a:cubicBezTo>
                      <a:pt x="86" y="11525"/>
                      <a:pt x="172" y="11621"/>
                      <a:pt x="238" y="11725"/>
                    </a:cubicBezTo>
                    <a:cubicBezTo>
                      <a:pt x="695" y="12430"/>
                      <a:pt x="695" y="13106"/>
                      <a:pt x="476" y="13678"/>
                    </a:cubicBezTo>
                    <a:cubicBezTo>
                      <a:pt x="1534" y="17297"/>
                      <a:pt x="3258" y="20469"/>
                      <a:pt x="4858" y="22069"/>
                    </a:cubicBezTo>
                    <a:cubicBezTo>
                      <a:pt x="7096" y="24308"/>
                      <a:pt x="9011" y="24613"/>
                      <a:pt x="11906" y="25594"/>
                    </a:cubicBezTo>
                    <a:cubicBezTo>
                      <a:pt x="13316" y="26079"/>
                      <a:pt x="13592" y="26670"/>
                      <a:pt x="15421" y="26765"/>
                    </a:cubicBezTo>
                    <a:cubicBezTo>
                      <a:pt x="16411" y="26813"/>
                      <a:pt x="16402" y="27899"/>
                      <a:pt x="16593" y="27937"/>
                    </a:cubicBezTo>
                    <a:cubicBezTo>
                      <a:pt x="20860" y="28832"/>
                      <a:pt x="31252" y="29032"/>
                      <a:pt x="36547" y="27937"/>
                    </a:cubicBezTo>
                    <a:cubicBezTo>
                      <a:pt x="36586" y="27927"/>
                      <a:pt x="37033" y="26975"/>
                      <a:pt x="37719" y="26765"/>
                    </a:cubicBezTo>
                    <a:cubicBezTo>
                      <a:pt x="41567" y="25603"/>
                      <a:pt x="41538" y="26089"/>
                      <a:pt x="43586" y="24422"/>
                    </a:cubicBezTo>
                    <a:cubicBezTo>
                      <a:pt x="46692" y="21888"/>
                      <a:pt x="50797" y="18907"/>
                      <a:pt x="50635" y="15021"/>
                    </a:cubicBezTo>
                    <a:cubicBezTo>
                      <a:pt x="49521" y="14773"/>
                      <a:pt x="49539" y="14011"/>
                      <a:pt x="49473" y="1266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1" id="41"/>
              <p:cNvSpPr/>
              <p:nvPr/>
            </p:nvSpPr>
            <p:spPr>
              <a:xfrm>
                <a:off x="2988649" y="682150"/>
                <a:ext cx="33096" cy="34720"/>
              </a:xfrm>
              <a:custGeom>
                <a:avLst/>
                <a:gdLst/>
                <a:ahLst/>
                <a:cxnLst/>
                <a:rect r="r" b="b" t="t" l="l"/>
                <a:pathLst>
                  <a:path w="33096" h="34720" stroke="true" fill="norm" extrusionOk="true">
                    <a:moveTo>
                      <a:pt x="3410" y="34720"/>
                    </a:moveTo>
                    <a:cubicBezTo>
                      <a:pt x="7067" y="32492"/>
                      <a:pt x="11020" y="30806"/>
                      <a:pt x="15135" y="29339"/>
                    </a:cubicBezTo>
                    <a:cubicBezTo>
                      <a:pt x="19298" y="27862"/>
                      <a:pt x="22946" y="25605"/>
                      <a:pt x="26965" y="24252"/>
                    </a:cubicBezTo>
                    <a:cubicBezTo>
                      <a:pt x="27022" y="24081"/>
                      <a:pt x="27079" y="23910"/>
                      <a:pt x="27175" y="23748"/>
                    </a:cubicBezTo>
                    <a:cubicBezTo>
                      <a:pt x="27079" y="23614"/>
                      <a:pt x="26984" y="23481"/>
                      <a:pt x="26994" y="23329"/>
                    </a:cubicBezTo>
                    <a:cubicBezTo>
                      <a:pt x="27184" y="23357"/>
                      <a:pt x="27327" y="23319"/>
                      <a:pt x="27489" y="23319"/>
                    </a:cubicBezTo>
                    <a:cubicBezTo>
                      <a:pt x="27937" y="22805"/>
                      <a:pt x="28546" y="22443"/>
                      <a:pt x="29213" y="22414"/>
                    </a:cubicBezTo>
                    <a:cubicBezTo>
                      <a:pt x="30099" y="21071"/>
                      <a:pt x="30032" y="18661"/>
                      <a:pt x="30508" y="17461"/>
                    </a:cubicBezTo>
                    <a:cubicBezTo>
                      <a:pt x="30718" y="16937"/>
                      <a:pt x="31394" y="17404"/>
                      <a:pt x="31690" y="16290"/>
                    </a:cubicBezTo>
                    <a:cubicBezTo>
                      <a:pt x="32080" y="14727"/>
                      <a:pt x="32528" y="13870"/>
                      <a:pt x="32861" y="12765"/>
                    </a:cubicBezTo>
                    <a:cubicBezTo>
                      <a:pt x="34442" y="7517"/>
                      <a:pt x="27613" y="3345"/>
                      <a:pt x="25813" y="2202"/>
                    </a:cubicBezTo>
                    <a:cubicBezTo>
                      <a:pt x="19783" y="-1646"/>
                      <a:pt x="15345" y="68"/>
                      <a:pt x="10554" y="3374"/>
                    </a:cubicBezTo>
                    <a:cubicBezTo>
                      <a:pt x="6134" y="6422"/>
                      <a:pt x="5191" y="8660"/>
                      <a:pt x="3515" y="12765"/>
                    </a:cubicBezTo>
                    <a:cubicBezTo>
                      <a:pt x="3381" y="13089"/>
                      <a:pt x="2657" y="13137"/>
                      <a:pt x="2343" y="13937"/>
                    </a:cubicBezTo>
                    <a:cubicBezTo>
                      <a:pt x="2229" y="14223"/>
                      <a:pt x="2362" y="14794"/>
                      <a:pt x="2343" y="15108"/>
                    </a:cubicBezTo>
                    <a:cubicBezTo>
                      <a:pt x="2286" y="16185"/>
                      <a:pt x="1248" y="15985"/>
                      <a:pt x="1171" y="16280"/>
                    </a:cubicBezTo>
                    <a:cubicBezTo>
                      <a:pt x="381" y="19280"/>
                      <a:pt x="1676" y="23043"/>
                      <a:pt x="0" y="25672"/>
                    </a:cubicBezTo>
                    <a:cubicBezTo>
                      <a:pt x="2057" y="28015"/>
                      <a:pt x="2562" y="32568"/>
                      <a:pt x="3410" y="3472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2" id="42"/>
              <p:cNvSpPr/>
              <p:nvPr/>
            </p:nvSpPr>
            <p:spPr>
              <a:xfrm>
                <a:off x="2992933" y="710622"/>
                <a:ext cx="45036" cy="28712"/>
              </a:xfrm>
              <a:custGeom>
                <a:avLst/>
                <a:gdLst/>
                <a:ahLst/>
                <a:cxnLst/>
                <a:rect r="r" b="b" t="t" l="l"/>
                <a:pathLst>
                  <a:path w="45036" h="28712" stroke="true" fill="norm" extrusionOk="true">
                    <a:moveTo>
                      <a:pt x="43856" y="12468"/>
                    </a:moveTo>
                    <a:cubicBezTo>
                      <a:pt x="43798" y="11268"/>
                      <a:pt x="39684" y="7001"/>
                      <a:pt x="39160" y="6601"/>
                    </a:cubicBezTo>
                    <a:cubicBezTo>
                      <a:pt x="36150" y="4305"/>
                      <a:pt x="31292" y="4210"/>
                      <a:pt x="28444" y="2619"/>
                    </a:cubicBezTo>
                    <a:cubicBezTo>
                      <a:pt x="27215" y="2638"/>
                      <a:pt x="26044" y="1857"/>
                      <a:pt x="26177" y="276"/>
                    </a:cubicBezTo>
                    <a:cubicBezTo>
                      <a:pt x="26149" y="686"/>
                      <a:pt x="25768" y="352"/>
                      <a:pt x="25387" y="0"/>
                    </a:cubicBezTo>
                    <a:cubicBezTo>
                      <a:pt x="20776" y="1076"/>
                      <a:pt x="16528" y="3905"/>
                      <a:pt x="12147" y="5591"/>
                    </a:cubicBezTo>
                    <a:cubicBezTo>
                      <a:pt x="7975" y="7201"/>
                      <a:pt x="3974" y="8792"/>
                      <a:pt x="336" y="11230"/>
                    </a:cubicBezTo>
                    <a:cubicBezTo>
                      <a:pt x="-312" y="13421"/>
                      <a:pt x="22" y="15745"/>
                      <a:pt x="955" y="17821"/>
                    </a:cubicBezTo>
                    <a:cubicBezTo>
                      <a:pt x="4679" y="22250"/>
                      <a:pt x="6984" y="25898"/>
                      <a:pt x="13328" y="26565"/>
                    </a:cubicBezTo>
                    <a:cubicBezTo>
                      <a:pt x="15023" y="26746"/>
                      <a:pt x="15738" y="27518"/>
                      <a:pt x="16852" y="27737"/>
                    </a:cubicBezTo>
                    <a:cubicBezTo>
                      <a:pt x="23510" y="29070"/>
                      <a:pt x="25625" y="29004"/>
                      <a:pt x="30940" y="27737"/>
                    </a:cubicBezTo>
                    <a:cubicBezTo>
                      <a:pt x="35997" y="26537"/>
                      <a:pt x="37017" y="25851"/>
                      <a:pt x="39169" y="24213"/>
                    </a:cubicBezTo>
                    <a:cubicBezTo>
                      <a:pt x="42284" y="21822"/>
                      <a:pt x="44989" y="19202"/>
                      <a:pt x="45037" y="15992"/>
                    </a:cubicBezTo>
                    <a:cubicBezTo>
                      <a:pt x="45046" y="14554"/>
                      <a:pt x="43951" y="14297"/>
                      <a:pt x="43856" y="124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43" id="43"/>
              <p:cNvSpPr/>
              <p:nvPr/>
            </p:nvSpPr>
            <p:spPr>
              <a:xfrm>
                <a:off x="3037939" y="654850"/>
                <a:ext cx="34072" cy="34749"/>
              </a:xfrm>
              <a:custGeom>
                <a:avLst/>
                <a:gdLst/>
                <a:ahLst/>
                <a:cxnLst/>
                <a:rect r="r" b="b" t="t" l="l"/>
                <a:pathLst>
                  <a:path w="34072" h="34749" stroke="true" fill="norm" extrusionOk="true">
                    <a:moveTo>
                      <a:pt x="21" y="24796"/>
                    </a:moveTo>
                    <a:cubicBezTo>
                      <a:pt x="373" y="27082"/>
                      <a:pt x="1497" y="28492"/>
                      <a:pt x="2373" y="30663"/>
                    </a:cubicBezTo>
                    <a:cubicBezTo>
                      <a:pt x="2926" y="32054"/>
                      <a:pt x="2964" y="33511"/>
                      <a:pt x="3412" y="34750"/>
                    </a:cubicBezTo>
                    <a:cubicBezTo>
                      <a:pt x="6517" y="33711"/>
                      <a:pt x="9641" y="32644"/>
                      <a:pt x="12870" y="32292"/>
                    </a:cubicBezTo>
                    <a:cubicBezTo>
                      <a:pt x="16299" y="31921"/>
                      <a:pt x="19671" y="32006"/>
                      <a:pt x="23024" y="31597"/>
                    </a:cubicBezTo>
                    <a:cubicBezTo>
                      <a:pt x="23185" y="31263"/>
                      <a:pt x="23405" y="30949"/>
                      <a:pt x="23757" y="30682"/>
                    </a:cubicBezTo>
                    <a:cubicBezTo>
                      <a:pt x="26234" y="28815"/>
                      <a:pt x="27443" y="26358"/>
                      <a:pt x="28358" y="23558"/>
                    </a:cubicBezTo>
                    <a:cubicBezTo>
                      <a:pt x="28301" y="23567"/>
                      <a:pt x="28253" y="23596"/>
                      <a:pt x="28196" y="23615"/>
                    </a:cubicBezTo>
                    <a:cubicBezTo>
                      <a:pt x="28310" y="23434"/>
                      <a:pt x="28415" y="23243"/>
                      <a:pt x="28519" y="23062"/>
                    </a:cubicBezTo>
                    <a:cubicBezTo>
                      <a:pt x="28596" y="22824"/>
                      <a:pt x="28681" y="22605"/>
                      <a:pt x="28758" y="22357"/>
                    </a:cubicBezTo>
                    <a:cubicBezTo>
                      <a:pt x="28939" y="21748"/>
                      <a:pt x="29291" y="21357"/>
                      <a:pt x="29701" y="21081"/>
                    </a:cubicBezTo>
                    <a:cubicBezTo>
                      <a:pt x="31511" y="17966"/>
                      <a:pt x="33168" y="14709"/>
                      <a:pt x="34073" y="10699"/>
                    </a:cubicBezTo>
                    <a:cubicBezTo>
                      <a:pt x="32263" y="8403"/>
                      <a:pt x="31377" y="6756"/>
                      <a:pt x="29367" y="4832"/>
                    </a:cubicBezTo>
                    <a:cubicBezTo>
                      <a:pt x="27415" y="2955"/>
                      <a:pt x="27034" y="2260"/>
                      <a:pt x="24671" y="1307"/>
                    </a:cubicBezTo>
                    <a:cubicBezTo>
                      <a:pt x="23528" y="850"/>
                      <a:pt x="21109" y="-150"/>
                      <a:pt x="19975" y="136"/>
                    </a:cubicBezTo>
                    <a:cubicBezTo>
                      <a:pt x="19661" y="212"/>
                      <a:pt x="18328" y="1326"/>
                      <a:pt x="18804" y="1307"/>
                    </a:cubicBezTo>
                    <a:cubicBezTo>
                      <a:pt x="17166" y="1374"/>
                      <a:pt x="16651" y="-512"/>
                      <a:pt x="14108" y="136"/>
                    </a:cubicBezTo>
                    <a:cubicBezTo>
                      <a:pt x="14013" y="155"/>
                      <a:pt x="14185" y="1212"/>
                      <a:pt x="14108" y="1307"/>
                    </a:cubicBezTo>
                    <a:cubicBezTo>
                      <a:pt x="13822" y="1650"/>
                      <a:pt x="12174" y="1107"/>
                      <a:pt x="11756" y="1307"/>
                    </a:cubicBezTo>
                    <a:cubicBezTo>
                      <a:pt x="11603" y="1374"/>
                      <a:pt x="11870" y="2336"/>
                      <a:pt x="11756" y="2479"/>
                    </a:cubicBezTo>
                    <a:cubicBezTo>
                      <a:pt x="11451" y="2850"/>
                      <a:pt x="9832" y="2203"/>
                      <a:pt x="9403" y="2479"/>
                    </a:cubicBezTo>
                    <a:cubicBezTo>
                      <a:pt x="8946" y="2774"/>
                      <a:pt x="8669" y="4412"/>
                      <a:pt x="8231" y="4822"/>
                    </a:cubicBezTo>
                    <a:cubicBezTo>
                      <a:pt x="7441" y="5565"/>
                      <a:pt x="5479" y="5222"/>
                      <a:pt x="4717" y="5993"/>
                    </a:cubicBezTo>
                    <a:cubicBezTo>
                      <a:pt x="4355" y="6355"/>
                      <a:pt x="4926" y="7860"/>
                      <a:pt x="4717" y="8346"/>
                    </a:cubicBezTo>
                    <a:cubicBezTo>
                      <a:pt x="4517" y="8775"/>
                      <a:pt x="2631" y="9013"/>
                      <a:pt x="2364" y="9518"/>
                    </a:cubicBezTo>
                    <a:cubicBezTo>
                      <a:pt x="1821" y="10546"/>
                      <a:pt x="1583" y="13804"/>
                      <a:pt x="1192" y="15385"/>
                    </a:cubicBezTo>
                    <a:cubicBezTo>
                      <a:pt x="202" y="19414"/>
                      <a:pt x="-903" y="21929"/>
                      <a:pt x="1192" y="23605"/>
                    </a:cubicBezTo>
                    <a:cubicBezTo>
                      <a:pt x="1869" y="24167"/>
                      <a:pt x="87" y="25205"/>
                      <a:pt x="21" y="2479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4" id="44"/>
              <p:cNvSpPr/>
              <p:nvPr/>
            </p:nvSpPr>
            <p:spPr>
              <a:xfrm>
                <a:off x="3035799" y="690083"/>
                <a:ext cx="46858" cy="28025"/>
              </a:xfrm>
              <a:custGeom>
                <a:avLst/>
                <a:gdLst/>
                <a:ahLst/>
                <a:cxnLst/>
                <a:rect r="r" b="b" t="t" l="l"/>
                <a:pathLst>
                  <a:path w="46858" h="28025" stroke="true" fill="norm" extrusionOk="true">
                    <a:moveTo>
                      <a:pt x="45605" y="9528"/>
                    </a:moveTo>
                    <a:cubicBezTo>
                      <a:pt x="45538" y="8309"/>
                      <a:pt x="39918" y="2594"/>
                      <a:pt x="39728" y="2479"/>
                    </a:cubicBezTo>
                    <a:cubicBezTo>
                      <a:pt x="38127" y="1546"/>
                      <a:pt x="34641" y="3080"/>
                      <a:pt x="33860" y="127"/>
                    </a:cubicBezTo>
                    <a:cubicBezTo>
                      <a:pt x="32841" y="-45"/>
                      <a:pt x="31965" y="-16"/>
                      <a:pt x="31165" y="60"/>
                    </a:cubicBezTo>
                    <a:cubicBezTo>
                      <a:pt x="31117" y="79"/>
                      <a:pt x="31089" y="117"/>
                      <a:pt x="31051" y="127"/>
                    </a:cubicBezTo>
                    <a:cubicBezTo>
                      <a:pt x="26317" y="1708"/>
                      <a:pt x="21811" y="1213"/>
                      <a:pt x="16944" y="1746"/>
                    </a:cubicBezTo>
                    <a:cubicBezTo>
                      <a:pt x="11953" y="2279"/>
                      <a:pt x="7324" y="4289"/>
                      <a:pt x="2514" y="5575"/>
                    </a:cubicBezTo>
                    <a:cubicBezTo>
                      <a:pt x="2428" y="5937"/>
                      <a:pt x="2266" y="6299"/>
                      <a:pt x="1961" y="6642"/>
                    </a:cubicBezTo>
                    <a:cubicBezTo>
                      <a:pt x="-201" y="9052"/>
                      <a:pt x="-420" y="13967"/>
                      <a:pt x="552" y="16900"/>
                    </a:cubicBezTo>
                    <a:cubicBezTo>
                      <a:pt x="618" y="17110"/>
                      <a:pt x="599" y="17281"/>
                      <a:pt x="618" y="17472"/>
                    </a:cubicBezTo>
                    <a:cubicBezTo>
                      <a:pt x="2504" y="21301"/>
                      <a:pt x="6990" y="24235"/>
                      <a:pt x="9200" y="24787"/>
                    </a:cubicBezTo>
                    <a:cubicBezTo>
                      <a:pt x="10629" y="25139"/>
                      <a:pt x="11010" y="25530"/>
                      <a:pt x="12724" y="25959"/>
                    </a:cubicBezTo>
                    <a:cubicBezTo>
                      <a:pt x="13410" y="26130"/>
                      <a:pt x="13858" y="27121"/>
                      <a:pt x="13896" y="27130"/>
                    </a:cubicBezTo>
                    <a:cubicBezTo>
                      <a:pt x="20087" y="28683"/>
                      <a:pt x="29403" y="27902"/>
                      <a:pt x="32679" y="27130"/>
                    </a:cubicBezTo>
                    <a:cubicBezTo>
                      <a:pt x="34108" y="26797"/>
                      <a:pt x="36003" y="27635"/>
                      <a:pt x="37366" y="27130"/>
                    </a:cubicBezTo>
                    <a:cubicBezTo>
                      <a:pt x="37832" y="26959"/>
                      <a:pt x="39166" y="25130"/>
                      <a:pt x="39718" y="24787"/>
                    </a:cubicBezTo>
                    <a:cubicBezTo>
                      <a:pt x="40576" y="24254"/>
                      <a:pt x="42461" y="24320"/>
                      <a:pt x="43243" y="23615"/>
                    </a:cubicBezTo>
                    <a:cubicBezTo>
                      <a:pt x="45528" y="21548"/>
                      <a:pt x="46538" y="18358"/>
                      <a:pt x="46757" y="16576"/>
                    </a:cubicBezTo>
                    <a:cubicBezTo>
                      <a:pt x="47272" y="12709"/>
                      <a:pt x="45671" y="10814"/>
                      <a:pt x="45605" y="952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45" id="45"/>
              <p:cNvSpPr/>
              <p:nvPr/>
            </p:nvSpPr>
            <p:spPr>
              <a:xfrm>
                <a:off x="3078022" y="668920"/>
                <a:ext cx="42237" cy="28531"/>
              </a:xfrm>
              <a:custGeom>
                <a:avLst/>
                <a:gdLst/>
                <a:ahLst/>
                <a:cxnLst/>
                <a:rect r="r" b="b" t="t" l="l"/>
                <a:pathLst>
                  <a:path w="42237" h="28531" stroke="true" fill="norm" extrusionOk="true">
                    <a:moveTo>
                      <a:pt x="38605" y="6030"/>
                    </a:moveTo>
                    <a:cubicBezTo>
                      <a:pt x="35100" y="5278"/>
                      <a:pt x="30489" y="1468"/>
                      <a:pt x="28042" y="1334"/>
                    </a:cubicBezTo>
                    <a:cubicBezTo>
                      <a:pt x="26889" y="1268"/>
                      <a:pt x="27270" y="287"/>
                      <a:pt x="26870" y="163"/>
                    </a:cubicBezTo>
                    <a:cubicBezTo>
                      <a:pt x="25517" y="-275"/>
                      <a:pt x="24289" y="306"/>
                      <a:pt x="23203" y="344"/>
                    </a:cubicBezTo>
                    <a:cubicBezTo>
                      <a:pt x="15745" y="5306"/>
                      <a:pt x="6448" y="7287"/>
                      <a:pt x="0" y="13574"/>
                    </a:cubicBezTo>
                    <a:cubicBezTo>
                      <a:pt x="762" y="16908"/>
                      <a:pt x="4353" y="17403"/>
                      <a:pt x="4553" y="21299"/>
                    </a:cubicBezTo>
                    <a:cubicBezTo>
                      <a:pt x="9296" y="22718"/>
                      <a:pt x="14164" y="27433"/>
                      <a:pt x="20993" y="28347"/>
                    </a:cubicBezTo>
                    <a:cubicBezTo>
                      <a:pt x="25498" y="28947"/>
                      <a:pt x="31499" y="27957"/>
                      <a:pt x="32737" y="27176"/>
                    </a:cubicBezTo>
                    <a:cubicBezTo>
                      <a:pt x="35357" y="25509"/>
                      <a:pt x="39643" y="23728"/>
                      <a:pt x="39776" y="21299"/>
                    </a:cubicBezTo>
                    <a:cubicBezTo>
                      <a:pt x="39843" y="19984"/>
                      <a:pt x="40624" y="20737"/>
                      <a:pt x="40948" y="20127"/>
                    </a:cubicBezTo>
                    <a:cubicBezTo>
                      <a:pt x="44415" y="13536"/>
                      <a:pt x="39938" y="11850"/>
                      <a:pt x="38605" y="603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6" id="46"/>
              <p:cNvSpPr/>
              <p:nvPr/>
            </p:nvSpPr>
            <p:spPr>
              <a:xfrm>
                <a:off x="3076087" y="635974"/>
                <a:ext cx="28970" cy="39338"/>
              </a:xfrm>
              <a:custGeom>
                <a:avLst/>
                <a:gdLst/>
                <a:ahLst/>
                <a:cxnLst/>
                <a:rect r="r" b="b" t="t" l="l"/>
                <a:pathLst>
                  <a:path w="28970" h="39338" stroke="true" fill="norm" extrusionOk="true">
                    <a:moveTo>
                      <a:pt x="4145" y="36633"/>
                    </a:moveTo>
                    <a:cubicBezTo>
                      <a:pt x="3926" y="36700"/>
                      <a:pt x="3735" y="36814"/>
                      <a:pt x="3516" y="36890"/>
                    </a:cubicBezTo>
                    <a:cubicBezTo>
                      <a:pt x="3535" y="37071"/>
                      <a:pt x="3592" y="37224"/>
                      <a:pt x="3564" y="37424"/>
                    </a:cubicBezTo>
                    <a:cubicBezTo>
                      <a:pt x="3488" y="38138"/>
                      <a:pt x="3278" y="38729"/>
                      <a:pt x="3059" y="39338"/>
                    </a:cubicBezTo>
                    <a:cubicBezTo>
                      <a:pt x="9155" y="35385"/>
                      <a:pt x="16394" y="33214"/>
                      <a:pt x="22528" y="29147"/>
                    </a:cubicBezTo>
                    <a:cubicBezTo>
                      <a:pt x="23004" y="26518"/>
                      <a:pt x="24242" y="23994"/>
                      <a:pt x="25443" y="21612"/>
                    </a:cubicBezTo>
                    <a:cubicBezTo>
                      <a:pt x="26376" y="16659"/>
                      <a:pt x="29796" y="14192"/>
                      <a:pt x="28786" y="7287"/>
                    </a:cubicBezTo>
                    <a:cubicBezTo>
                      <a:pt x="27567" y="3505"/>
                      <a:pt x="22919" y="2515"/>
                      <a:pt x="20566" y="1419"/>
                    </a:cubicBezTo>
                    <a:cubicBezTo>
                      <a:pt x="19966" y="1134"/>
                      <a:pt x="20594" y="543"/>
                      <a:pt x="19394" y="248"/>
                    </a:cubicBezTo>
                    <a:cubicBezTo>
                      <a:pt x="14489" y="-981"/>
                      <a:pt x="12051" y="2705"/>
                      <a:pt x="11174" y="3772"/>
                    </a:cubicBezTo>
                    <a:cubicBezTo>
                      <a:pt x="10860" y="4163"/>
                      <a:pt x="9241" y="3458"/>
                      <a:pt x="8822" y="3772"/>
                    </a:cubicBezTo>
                    <a:cubicBezTo>
                      <a:pt x="7859" y="4496"/>
                      <a:pt x="7345" y="6420"/>
                      <a:pt x="6469" y="7296"/>
                    </a:cubicBezTo>
                    <a:cubicBezTo>
                      <a:pt x="3754" y="10020"/>
                      <a:pt x="2754" y="10449"/>
                      <a:pt x="1783" y="14345"/>
                    </a:cubicBezTo>
                    <a:cubicBezTo>
                      <a:pt x="1602" y="15069"/>
                      <a:pt x="630" y="15450"/>
                      <a:pt x="611" y="15516"/>
                    </a:cubicBezTo>
                    <a:cubicBezTo>
                      <a:pt x="-608" y="20088"/>
                      <a:pt x="325" y="22584"/>
                      <a:pt x="611" y="23736"/>
                    </a:cubicBezTo>
                    <a:cubicBezTo>
                      <a:pt x="1906" y="28870"/>
                      <a:pt x="2907" y="32785"/>
                      <a:pt x="4145" y="3663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47" id="47"/>
              <p:cNvSpPr/>
              <p:nvPr/>
            </p:nvSpPr>
            <p:spPr>
              <a:xfrm>
                <a:off x="3112807" y="619554"/>
                <a:ext cx="33293" cy="37032"/>
              </a:xfrm>
              <a:custGeom>
                <a:avLst/>
                <a:gdLst/>
                <a:ahLst/>
                <a:cxnLst/>
                <a:rect r="r" b="b" t="t" l="l"/>
                <a:pathLst>
                  <a:path w="33293" h="37032" stroke="true" fill="norm" extrusionOk="true">
                    <a:moveTo>
                      <a:pt x="4067" y="37033"/>
                    </a:moveTo>
                    <a:cubicBezTo>
                      <a:pt x="11488" y="32813"/>
                      <a:pt x="20070" y="30727"/>
                      <a:pt x="28289" y="28422"/>
                    </a:cubicBezTo>
                    <a:cubicBezTo>
                      <a:pt x="28918" y="25917"/>
                      <a:pt x="30452" y="23650"/>
                      <a:pt x="30995" y="21155"/>
                    </a:cubicBezTo>
                    <a:cubicBezTo>
                      <a:pt x="30947" y="21231"/>
                      <a:pt x="30861" y="21269"/>
                      <a:pt x="30823" y="21364"/>
                    </a:cubicBezTo>
                    <a:cubicBezTo>
                      <a:pt x="31042" y="19259"/>
                      <a:pt x="31509" y="18611"/>
                      <a:pt x="31995" y="16668"/>
                    </a:cubicBezTo>
                    <a:cubicBezTo>
                      <a:pt x="32138" y="16106"/>
                      <a:pt x="33195" y="15363"/>
                      <a:pt x="33167" y="15497"/>
                    </a:cubicBezTo>
                    <a:cubicBezTo>
                      <a:pt x="33805" y="12039"/>
                      <a:pt x="31823" y="10506"/>
                      <a:pt x="31995" y="9629"/>
                    </a:cubicBezTo>
                    <a:cubicBezTo>
                      <a:pt x="32081" y="9201"/>
                      <a:pt x="33633" y="9810"/>
                      <a:pt x="33167" y="8458"/>
                    </a:cubicBezTo>
                    <a:cubicBezTo>
                      <a:pt x="33109" y="8277"/>
                      <a:pt x="29737" y="4934"/>
                      <a:pt x="29642" y="4934"/>
                    </a:cubicBezTo>
                    <a:cubicBezTo>
                      <a:pt x="27985" y="4848"/>
                      <a:pt x="28318" y="2190"/>
                      <a:pt x="27299" y="1409"/>
                    </a:cubicBezTo>
                    <a:cubicBezTo>
                      <a:pt x="26385" y="1143"/>
                      <a:pt x="24975" y="1371"/>
                      <a:pt x="24946" y="238"/>
                    </a:cubicBezTo>
                    <a:cubicBezTo>
                      <a:pt x="20841" y="781"/>
                      <a:pt x="16336" y="-505"/>
                      <a:pt x="13202" y="238"/>
                    </a:cubicBezTo>
                    <a:cubicBezTo>
                      <a:pt x="12888" y="304"/>
                      <a:pt x="11316" y="2343"/>
                      <a:pt x="10849" y="2581"/>
                    </a:cubicBezTo>
                    <a:cubicBezTo>
                      <a:pt x="9363" y="3343"/>
                      <a:pt x="7392" y="2743"/>
                      <a:pt x="6154" y="3752"/>
                    </a:cubicBezTo>
                    <a:cubicBezTo>
                      <a:pt x="5191" y="4543"/>
                      <a:pt x="5715" y="6172"/>
                      <a:pt x="4982" y="7277"/>
                    </a:cubicBezTo>
                    <a:cubicBezTo>
                      <a:pt x="4363" y="8201"/>
                      <a:pt x="3239" y="8363"/>
                      <a:pt x="2629" y="9620"/>
                    </a:cubicBezTo>
                    <a:cubicBezTo>
                      <a:pt x="-238" y="15487"/>
                      <a:pt x="-1219" y="28003"/>
                      <a:pt x="2039" y="33299"/>
                    </a:cubicBezTo>
                    <a:cubicBezTo>
                      <a:pt x="2963" y="34404"/>
                      <a:pt x="3582" y="35680"/>
                      <a:pt x="4067" y="3703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48" id="48"/>
              <p:cNvSpPr/>
              <p:nvPr/>
            </p:nvSpPr>
            <p:spPr>
              <a:xfrm>
                <a:off x="3117799" y="651395"/>
                <a:ext cx="41066" cy="31677"/>
              </a:xfrm>
              <a:custGeom>
                <a:avLst/>
                <a:gdLst/>
                <a:ahLst/>
                <a:cxnLst/>
                <a:rect r="r" b="b" t="t" l="l"/>
                <a:pathLst>
                  <a:path w="41066" h="31677" stroke="true" fill="norm" extrusionOk="true">
                    <a:moveTo>
                      <a:pt x="39919" y="9468"/>
                    </a:moveTo>
                    <a:cubicBezTo>
                      <a:pt x="36833" y="8620"/>
                      <a:pt x="36509" y="4905"/>
                      <a:pt x="34042" y="4772"/>
                    </a:cubicBezTo>
                    <a:cubicBezTo>
                      <a:pt x="32690" y="4696"/>
                      <a:pt x="33528" y="4029"/>
                      <a:pt x="32871" y="3600"/>
                    </a:cubicBezTo>
                    <a:cubicBezTo>
                      <a:pt x="31242" y="2515"/>
                      <a:pt x="29851" y="2029"/>
                      <a:pt x="28175" y="1248"/>
                    </a:cubicBezTo>
                    <a:cubicBezTo>
                      <a:pt x="28032" y="1181"/>
                      <a:pt x="28289" y="210"/>
                      <a:pt x="28175" y="76"/>
                    </a:cubicBezTo>
                    <a:cubicBezTo>
                      <a:pt x="28137" y="38"/>
                      <a:pt x="28080" y="29"/>
                      <a:pt x="28032" y="0"/>
                    </a:cubicBezTo>
                    <a:cubicBezTo>
                      <a:pt x="27775" y="257"/>
                      <a:pt x="27451" y="476"/>
                      <a:pt x="27013" y="610"/>
                    </a:cubicBezTo>
                    <a:cubicBezTo>
                      <a:pt x="18193" y="3200"/>
                      <a:pt x="8191" y="5010"/>
                      <a:pt x="267" y="10030"/>
                    </a:cubicBezTo>
                    <a:cubicBezTo>
                      <a:pt x="219" y="10354"/>
                      <a:pt x="133" y="10659"/>
                      <a:pt x="0" y="10925"/>
                    </a:cubicBezTo>
                    <a:lnTo>
                      <a:pt x="0" y="18869"/>
                    </a:lnTo>
                    <a:cubicBezTo>
                      <a:pt x="4686" y="22708"/>
                      <a:pt x="6515" y="29099"/>
                      <a:pt x="12916" y="29432"/>
                    </a:cubicBezTo>
                    <a:cubicBezTo>
                      <a:pt x="13973" y="29489"/>
                      <a:pt x="13792" y="30537"/>
                      <a:pt x="14078" y="30604"/>
                    </a:cubicBezTo>
                    <a:cubicBezTo>
                      <a:pt x="22803" y="32861"/>
                      <a:pt x="30004" y="31309"/>
                      <a:pt x="37567" y="28261"/>
                    </a:cubicBezTo>
                    <a:cubicBezTo>
                      <a:pt x="41091" y="24127"/>
                      <a:pt x="42100" y="16031"/>
                      <a:pt x="39919" y="94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49" id="49"/>
              <p:cNvSpPr/>
              <p:nvPr/>
            </p:nvSpPr>
            <p:spPr>
              <a:xfrm>
                <a:off x="3206400" y="588029"/>
                <a:ext cx="37016" cy="37829"/>
              </a:xfrm>
              <a:custGeom>
                <a:avLst/>
                <a:gdLst/>
                <a:ahLst/>
                <a:cxnLst/>
                <a:rect r="r" b="b" t="t" l="l"/>
                <a:pathLst>
                  <a:path w="37016" h="37829" stroke="true" fill="norm" extrusionOk="true">
                    <a:moveTo>
                      <a:pt x="800" y="37830"/>
                    </a:moveTo>
                    <a:cubicBezTo>
                      <a:pt x="9144" y="35449"/>
                      <a:pt x="17621" y="35315"/>
                      <a:pt x="26213" y="35325"/>
                    </a:cubicBezTo>
                    <a:cubicBezTo>
                      <a:pt x="26336" y="33220"/>
                      <a:pt x="27061" y="31324"/>
                      <a:pt x="29089" y="30495"/>
                    </a:cubicBezTo>
                    <a:cubicBezTo>
                      <a:pt x="30575" y="28486"/>
                      <a:pt x="32375" y="26857"/>
                      <a:pt x="33499" y="24695"/>
                    </a:cubicBezTo>
                    <a:cubicBezTo>
                      <a:pt x="34738" y="22285"/>
                      <a:pt x="34900" y="19608"/>
                      <a:pt x="35852" y="18827"/>
                    </a:cubicBezTo>
                    <a:cubicBezTo>
                      <a:pt x="36290" y="18456"/>
                      <a:pt x="37062" y="14808"/>
                      <a:pt x="37014" y="14132"/>
                    </a:cubicBezTo>
                    <a:cubicBezTo>
                      <a:pt x="36938" y="12893"/>
                      <a:pt x="36071" y="13484"/>
                      <a:pt x="35852" y="12960"/>
                    </a:cubicBezTo>
                    <a:cubicBezTo>
                      <a:pt x="35423" y="11969"/>
                      <a:pt x="36290" y="10417"/>
                      <a:pt x="35852" y="9436"/>
                    </a:cubicBezTo>
                    <a:cubicBezTo>
                      <a:pt x="35423" y="8502"/>
                      <a:pt x="31823" y="4159"/>
                      <a:pt x="31156" y="3568"/>
                    </a:cubicBezTo>
                    <a:cubicBezTo>
                      <a:pt x="30727" y="3187"/>
                      <a:pt x="29204" y="3968"/>
                      <a:pt x="28803" y="3568"/>
                    </a:cubicBezTo>
                    <a:cubicBezTo>
                      <a:pt x="28537" y="3302"/>
                      <a:pt x="29118" y="1359"/>
                      <a:pt x="28803" y="1225"/>
                    </a:cubicBezTo>
                    <a:cubicBezTo>
                      <a:pt x="27289" y="549"/>
                      <a:pt x="24594" y="1463"/>
                      <a:pt x="22927" y="1225"/>
                    </a:cubicBezTo>
                    <a:cubicBezTo>
                      <a:pt x="21193" y="968"/>
                      <a:pt x="20822" y="-270"/>
                      <a:pt x="18231" y="54"/>
                    </a:cubicBezTo>
                    <a:cubicBezTo>
                      <a:pt x="17116" y="187"/>
                      <a:pt x="16802" y="1178"/>
                      <a:pt x="15878" y="1225"/>
                    </a:cubicBezTo>
                    <a:cubicBezTo>
                      <a:pt x="14592" y="1292"/>
                      <a:pt x="15287" y="2111"/>
                      <a:pt x="14707" y="2397"/>
                    </a:cubicBezTo>
                    <a:cubicBezTo>
                      <a:pt x="13192" y="3140"/>
                      <a:pt x="11287" y="2578"/>
                      <a:pt x="10020" y="3568"/>
                    </a:cubicBezTo>
                    <a:cubicBezTo>
                      <a:pt x="8811" y="4521"/>
                      <a:pt x="8534" y="6797"/>
                      <a:pt x="7668" y="8264"/>
                    </a:cubicBezTo>
                    <a:cubicBezTo>
                      <a:pt x="7572" y="8426"/>
                      <a:pt x="6658" y="8131"/>
                      <a:pt x="6496" y="8264"/>
                    </a:cubicBezTo>
                    <a:cubicBezTo>
                      <a:pt x="6153" y="8540"/>
                      <a:pt x="6696" y="10179"/>
                      <a:pt x="6496" y="10617"/>
                    </a:cubicBezTo>
                    <a:cubicBezTo>
                      <a:pt x="6429" y="10760"/>
                      <a:pt x="5467" y="10503"/>
                      <a:pt x="5324" y="10617"/>
                    </a:cubicBezTo>
                    <a:cubicBezTo>
                      <a:pt x="4991" y="10893"/>
                      <a:pt x="5515" y="12541"/>
                      <a:pt x="5324" y="12960"/>
                    </a:cubicBezTo>
                    <a:cubicBezTo>
                      <a:pt x="5267" y="13093"/>
                      <a:pt x="4286" y="12846"/>
                      <a:pt x="4153" y="12960"/>
                    </a:cubicBezTo>
                    <a:cubicBezTo>
                      <a:pt x="3838" y="13227"/>
                      <a:pt x="4324" y="14894"/>
                      <a:pt x="4153" y="15303"/>
                    </a:cubicBezTo>
                    <a:cubicBezTo>
                      <a:pt x="2981" y="18246"/>
                      <a:pt x="2505" y="21228"/>
                      <a:pt x="638" y="23523"/>
                    </a:cubicBezTo>
                    <a:cubicBezTo>
                      <a:pt x="295" y="27400"/>
                      <a:pt x="1353" y="32677"/>
                      <a:pt x="0" y="35534"/>
                    </a:cubicBezTo>
                    <a:cubicBezTo>
                      <a:pt x="210" y="36306"/>
                      <a:pt x="505" y="37068"/>
                      <a:pt x="800" y="37830"/>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50" id="50"/>
              <p:cNvSpPr/>
              <p:nvPr/>
            </p:nvSpPr>
            <p:spPr>
              <a:xfrm>
                <a:off x="3208019" y="628239"/>
                <a:ext cx="41653" cy="36164"/>
              </a:xfrm>
              <a:custGeom>
                <a:avLst/>
                <a:gdLst/>
                <a:ahLst/>
                <a:cxnLst/>
                <a:rect r="r" b="b" t="t" l="l"/>
                <a:pathLst>
                  <a:path w="41653" h="36164" stroke="true" fill="norm" extrusionOk="true">
                    <a:moveTo>
                      <a:pt x="35395" y="9145"/>
                    </a:moveTo>
                    <a:cubicBezTo>
                      <a:pt x="32538" y="6106"/>
                      <a:pt x="27775" y="4297"/>
                      <a:pt x="24832" y="925"/>
                    </a:cubicBezTo>
                    <a:cubicBezTo>
                      <a:pt x="25013" y="877"/>
                      <a:pt x="25194" y="868"/>
                      <a:pt x="25375" y="830"/>
                    </a:cubicBezTo>
                    <a:cubicBezTo>
                      <a:pt x="25298" y="572"/>
                      <a:pt x="25232" y="277"/>
                      <a:pt x="25165" y="1"/>
                    </a:cubicBezTo>
                    <a:cubicBezTo>
                      <a:pt x="16774" y="-9"/>
                      <a:pt x="8544" y="10"/>
                      <a:pt x="391" y="2354"/>
                    </a:cubicBezTo>
                    <a:cubicBezTo>
                      <a:pt x="267" y="2392"/>
                      <a:pt x="172" y="2363"/>
                      <a:pt x="57" y="2382"/>
                    </a:cubicBezTo>
                    <a:cubicBezTo>
                      <a:pt x="48" y="3039"/>
                      <a:pt x="29" y="3706"/>
                      <a:pt x="67" y="4373"/>
                    </a:cubicBezTo>
                    <a:cubicBezTo>
                      <a:pt x="95" y="4411"/>
                      <a:pt x="162" y="4411"/>
                      <a:pt x="181" y="4440"/>
                    </a:cubicBezTo>
                    <a:cubicBezTo>
                      <a:pt x="143" y="4621"/>
                      <a:pt x="153" y="4830"/>
                      <a:pt x="124" y="5021"/>
                    </a:cubicBezTo>
                    <a:cubicBezTo>
                      <a:pt x="143" y="5135"/>
                      <a:pt x="133" y="5249"/>
                      <a:pt x="162" y="5363"/>
                    </a:cubicBezTo>
                    <a:cubicBezTo>
                      <a:pt x="257" y="5887"/>
                      <a:pt x="172" y="6335"/>
                      <a:pt x="0" y="6745"/>
                    </a:cubicBezTo>
                    <a:cubicBezTo>
                      <a:pt x="19" y="11869"/>
                      <a:pt x="2429" y="18403"/>
                      <a:pt x="3696" y="20889"/>
                    </a:cubicBezTo>
                    <a:cubicBezTo>
                      <a:pt x="4277" y="22032"/>
                      <a:pt x="4143" y="23185"/>
                      <a:pt x="4867" y="24413"/>
                    </a:cubicBezTo>
                    <a:cubicBezTo>
                      <a:pt x="5153" y="24890"/>
                      <a:pt x="6849" y="25090"/>
                      <a:pt x="7220" y="25585"/>
                    </a:cubicBezTo>
                    <a:cubicBezTo>
                      <a:pt x="8049" y="26690"/>
                      <a:pt x="7487" y="28166"/>
                      <a:pt x="8392" y="29109"/>
                    </a:cubicBezTo>
                    <a:cubicBezTo>
                      <a:pt x="9535" y="30300"/>
                      <a:pt x="12783" y="31167"/>
                      <a:pt x="13078" y="31453"/>
                    </a:cubicBezTo>
                    <a:cubicBezTo>
                      <a:pt x="14059" y="32395"/>
                      <a:pt x="15602" y="32843"/>
                      <a:pt x="16602" y="33796"/>
                    </a:cubicBezTo>
                    <a:cubicBezTo>
                      <a:pt x="18593" y="35701"/>
                      <a:pt x="22489" y="36272"/>
                      <a:pt x="24822" y="36148"/>
                    </a:cubicBezTo>
                    <a:cubicBezTo>
                      <a:pt x="25889" y="36091"/>
                      <a:pt x="25698" y="35053"/>
                      <a:pt x="25994" y="34977"/>
                    </a:cubicBezTo>
                    <a:cubicBezTo>
                      <a:pt x="30680" y="33748"/>
                      <a:pt x="29871" y="35053"/>
                      <a:pt x="31861" y="32624"/>
                    </a:cubicBezTo>
                    <a:cubicBezTo>
                      <a:pt x="32176" y="32234"/>
                      <a:pt x="33795" y="32938"/>
                      <a:pt x="34214" y="32624"/>
                    </a:cubicBezTo>
                    <a:cubicBezTo>
                      <a:pt x="36833" y="30652"/>
                      <a:pt x="39072" y="26595"/>
                      <a:pt x="40081" y="24404"/>
                    </a:cubicBezTo>
                    <a:cubicBezTo>
                      <a:pt x="40357" y="23804"/>
                      <a:pt x="40948" y="24433"/>
                      <a:pt x="41253" y="23232"/>
                    </a:cubicBezTo>
                    <a:cubicBezTo>
                      <a:pt x="43091" y="15955"/>
                      <a:pt x="38167" y="12079"/>
                      <a:pt x="35395" y="9145"/>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51" id="51"/>
              <p:cNvSpPr/>
              <p:nvPr/>
            </p:nvSpPr>
            <p:spPr>
              <a:xfrm>
                <a:off x="3259769" y="617167"/>
                <a:ext cx="60007" cy="41033"/>
              </a:xfrm>
              <a:custGeom>
                <a:avLst/>
                <a:gdLst/>
                <a:ahLst/>
                <a:cxnLst/>
                <a:rect r="r" b="b" t="t" l="l"/>
                <a:pathLst>
                  <a:path w="60007" h="41033" stroke="true" fill="norm" extrusionOk="true">
                    <a:moveTo>
                      <a:pt x="58798" y="17874"/>
                    </a:moveTo>
                    <a:cubicBezTo>
                      <a:pt x="58664" y="15283"/>
                      <a:pt x="53645" y="12597"/>
                      <a:pt x="52921" y="12006"/>
                    </a:cubicBezTo>
                    <a:cubicBezTo>
                      <a:pt x="52530" y="11683"/>
                      <a:pt x="53292" y="10025"/>
                      <a:pt x="52921" y="9663"/>
                    </a:cubicBezTo>
                    <a:cubicBezTo>
                      <a:pt x="52569" y="9301"/>
                      <a:pt x="51054" y="9882"/>
                      <a:pt x="50578" y="9663"/>
                    </a:cubicBezTo>
                    <a:cubicBezTo>
                      <a:pt x="50187" y="9482"/>
                      <a:pt x="49844" y="7596"/>
                      <a:pt x="49406" y="7310"/>
                    </a:cubicBezTo>
                    <a:cubicBezTo>
                      <a:pt x="48968" y="7025"/>
                      <a:pt x="45968" y="6148"/>
                      <a:pt x="45882" y="6139"/>
                    </a:cubicBezTo>
                    <a:cubicBezTo>
                      <a:pt x="44663" y="6072"/>
                      <a:pt x="45196" y="5158"/>
                      <a:pt x="44710" y="4967"/>
                    </a:cubicBezTo>
                    <a:cubicBezTo>
                      <a:pt x="43024" y="4320"/>
                      <a:pt x="40777" y="4453"/>
                      <a:pt x="38843" y="3796"/>
                    </a:cubicBezTo>
                    <a:cubicBezTo>
                      <a:pt x="38729" y="3748"/>
                      <a:pt x="38929" y="2729"/>
                      <a:pt x="38843" y="2624"/>
                    </a:cubicBezTo>
                    <a:cubicBezTo>
                      <a:pt x="38595" y="2319"/>
                      <a:pt x="35757" y="2653"/>
                      <a:pt x="35319" y="2624"/>
                    </a:cubicBezTo>
                    <a:cubicBezTo>
                      <a:pt x="34252" y="2567"/>
                      <a:pt x="34442" y="1529"/>
                      <a:pt x="34147" y="1453"/>
                    </a:cubicBezTo>
                    <a:cubicBezTo>
                      <a:pt x="31699" y="814"/>
                      <a:pt x="29261" y="538"/>
                      <a:pt x="27108" y="281"/>
                    </a:cubicBezTo>
                    <a:cubicBezTo>
                      <a:pt x="25898" y="129"/>
                      <a:pt x="26298" y="1357"/>
                      <a:pt x="25936" y="1453"/>
                    </a:cubicBezTo>
                    <a:cubicBezTo>
                      <a:pt x="24832" y="1738"/>
                      <a:pt x="24489" y="262"/>
                      <a:pt x="23584" y="281"/>
                    </a:cubicBezTo>
                    <a:cubicBezTo>
                      <a:pt x="19269" y="348"/>
                      <a:pt x="18878" y="1434"/>
                      <a:pt x="17716" y="281"/>
                    </a:cubicBezTo>
                    <a:cubicBezTo>
                      <a:pt x="16678" y="-767"/>
                      <a:pt x="14173" y="1453"/>
                      <a:pt x="14192" y="1453"/>
                    </a:cubicBezTo>
                    <a:cubicBezTo>
                      <a:pt x="11421" y="1719"/>
                      <a:pt x="9544" y="1243"/>
                      <a:pt x="7153" y="1453"/>
                    </a:cubicBezTo>
                    <a:cubicBezTo>
                      <a:pt x="7391" y="3701"/>
                      <a:pt x="4686" y="2815"/>
                      <a:pt x="3629" y="3796"/>
                    </a:cubicBezTo>
                    <a:cubicBezTo>
                      <a:pt x="3172" y="4215"/>
                      <a:pt x="3115" y="6301"/>
                      <a:pt x="2248" y="7215"/>
                    </a:cubicBezTo>
                    <a:cubicBezTo>
                      <a:pt x="2457" y="8177"/>
                      <a:pt x="2019" y="9120"/>
                      <a:pt x="1210" y="9758"/>
                    </a:cubicBezTo>
                    <a:cubicBezTo>
                      <a:pt x="1295" y="11740"/>
                      <a:pt x="933" y="13778"/>
                      <a:pt x="0" y="15369"/>
                    </a:cubicBezTo>
                    <a:cubicBezTo>
                      <a:pt x="2715" y="20960"/>
                      <a:pt x="6191" y="25799"/>
                      <a:pt x="9506" y="30809"/>
                    </a:cubicBezTo>
                    <a:cubicBezTo>
                      <a:pt x="19412" y="33990"/>
                      <a:pt x="32366" y="43953"/>
                      <a:pt x="45901" y="40200"/>
                    </a:cubicBezTo>
                    <a:cubicBezTo>
                      <a:pt x="46006" y="40172"/>
                      <a:pt x="45815" y="39124"/>
                      <a:pt x="45901" y="39029"/>
                    </a:cubicBezTo>
                    <a:cubicBezTo>
                      <a:pt x="46177" y="38686"/>
                      <a:pt x="47825" y="39229"/>
                      <a:pt x="48254" y="39029"/>
                    </a:cubicBezTo>
                    <a:cubicBezTo>
                      <a:pt x="48396" y="38962"/>
                      <a:pt x="48139" y="37991"/>
                      <a:pt x="48254" y="37857"/>
                    </a:cubicBezTo>
                    <a:cubicBezTo>
                      <a:pt x="48568" y="37476"/>
                      <a:pt x="50178" y="38152"/>
                      <a:pt x="50606" y="37857"/>
                    </a:cubicBezTo>
                    <a:cubicBezTo>
                      <a:pt x="51463" y="37267"/>
                      <a:pt x="54969" y="32514"/>
                      <a:pt x="55302" y="31990"/>
                    </a:cubicBezTo>
                    <a:cubicBezTo>
                      <a:pt x="55845" y="31113"/>
                      <a:pt x="57350" y="30285"/>
                      <a:pt x="57655" y="29647"/>
                    </a:cubicBezTo>
                    <a:cubicBezTo>
                      <a:pt x="58960" y="26865"/>
                      <a:pt x="57512" y="22703"/>
                      <a:pt x="60007" y="20255"/>
                    </a:cubicBezTo>
                    <a:cubicBezTo>
                      <a:pt x="58846" y="19969"/>
                      <a:pt x="58864" y="19217"/>
                      <a:pt x="58798" y="1787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52" id="52"/>
              <p:cNvSpPr/>
              <p:nvPr/>
            </p:nvSpPr>
            <p:spPr>
              <a:xfrm>
                <a:off x="3154665" y="601742"/>
                <a:ext cx="33961" cy="37328"/>
              </a:xfrm>
              <a:custGeom>
                <a:avLst/>
                <a:gdLst/>
                <a:ahLst/>
                <a:cxnLst/>
                <a:rect r="r" b="b" t="t" l="l"/>
                <a:pathLst>
                  <a:path w="33961" h="37328" stroke="true" fill="norm" extrusionOk="true">
                    <a:moveTo>
                      <a:pt x="4748" y="37328"/>
                    </a:moveTo>
                    <a:cubicBezTo>
                      <a:pt x="8635" y="35242"/>
                      <a:pt x="11844" y="31966"/>
                      <a:pt x="16064" y="30556"/>
                    </a:cubicBezTo>
                    <a:cubicBezTo>
                      <a:pt x="20436" y="29089"/>
                      <a:pt x="24789" y="29375"/>
                      <a:pt x="29313" y="29261"/>
                    </a:cubicBezTo>
                    <a:cubicBezTo>
                      <a:pt x="29551" y="28689"/>
                      <a:pt x="29790" y="28127"/>
                      <a:pt x="30037" y="27556"/>
                    </a:cubicBezTo>
                    <a:cubicBezTo>
                      <a:pt x="29199" y="26689"/>
                      <a:pt x="28932" y="25317"/>
                      <a:pt x="30066" y="24260"/>
                    </a:cubicBezTo>
                    <a:cubicBezTo>
                      <a:pt x="30142" y="24193"/>
                      <a:pt x="30228" y="24155"/>
                      <a:pt x="30304" y="24079"/>
                    </a:cubicBezTo>
                    <a:cubicBezTo>
                      <a:pt x="31666" y="18469"/>
                      <a:pt x="35085" y="16440"/>
                      <a:pt x="33590" y="9810"/>
                    </a:cubicBezTo>
                    <a:cubicBezTo>
                      <a:pt x="33247" y="8296"/>
                      <a:pt x="32228" y="8277"/>
                      <a:pt x="31237" y="7458"/>
                    </a:cubicBezTo>
                    <a:cubicBezTo>
                      <a:pt x="30837" y="7134"/>
                      <a:pt x="31580" y="5505"/>
                      <a:pt x="31237" y="5115"/>
                    </a:cubicBezTo>
                    <a:cubicBezTo>
                      <a:pt x="29980" y="3705"/>
                      <a:pt x="27580" y="2819"/>
                      <a:pt x="26541" y="2762"/>
                    </a:cubicBezTo>
                    <a:cubicBezTo>
                      <a:pt x="25180" y="2695"/>
                      <a:pt x="26037" y="2086"/>
                      <a:pt x="25370" y="1590"/>
                    </a:cubicBezTo>
                    <a:cubicBezTo>
                      <a:pt x="24275" y="771"/>
                      <a:pt x="24951" y="781"/>
                      <a:pt x="23027" y="419"/>
                    </a:cubicBezTo>
                    <a:cubicBezTo>
                      <a:pt x="20303" y="-86"/>
                      <a:pt x="15912" y="-191"/>
                      <a:pt x="13635" y="419"/>
                    </a:cubicBezTo>
                    <a:cubicBezTo>
                      <a:pt x="13311" y="505"/>
                      <a:pt x="11730" y="2495"/>
                      <a:pt x="11283" y="2771"/>
                    </a:cubicBezTo>
                    <a:cubicBezTo>
                      <a:pt x="7958" y="4838"/>
                      <a:pt x="2081" y="8506"/>
                      <a:pt x="1891" y="12163"/>
                    </a:cubicBezTo>
                    <a:cubicBezTo>
                      <a:pt x="1834" y="13316"/>
                      <a:pt x="843" y="12944"/>
                      <a:pt x="719" y="13335"/>
                    </a:cubicBezTo>
                    <a:cubicBezTo>
                      <a:pt x="-1443" y="20021"/>
                      <a:pt x="1967" y="26784"/>
                      <a:pt x="1881" y="32566"/>
                    </a:cubicBezTo>
                    <a:cubicBezTo>
                      <a:pt x="2396" y="34366"/>
                      <a:pt x="3577" y="35842"/>
                      <a:pt x="4748" y="3732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53" id="53"/>
              <p:cNvSpPr/>
              <p:nvPr/>
            </p:nvSpPr>
            <p:spPr>
              <a:xfrm>
                <a:off x="3161680" y="635927"/>
                <a:ext cx="38844" cy="33700"/>
              </a:xfrm>
              <a:custGeom>
                <a:avLst/>
                <a:gdLst/>
                <a:ahLst/>
                <a:cxnLst/>
                <a:rect r="r" b="b" t="t" l="l"/>
                <a:pathLst>
                  <a:path w="38844" h="33700" stroke="true" fill="norm" extrusionOk="true">
                    <a:moveTo>
                      <a:pt x="38300" y="15545"/>
                    </a:moveTo>
                    <a:cubicBezTo>
                      <a:pt x="37414" y="11430"/>
                      <a:pt x="38005" y="12525"/>
                      <a:pt x="35957" y="10849"/>
                    </a:cubicBezTo>
                    <a:cubicBezTo>
                      <a:pt x="35566" y="10525"/>
                      <a:pt x="36262" y="8915"/>
                      <a:pt x="35957" y="8496"/>
                    </a:cubicBezTo>
                    <a:cubicBezTo>
                      <a:pt x="34595" y="6629"/>
                      <a:pt x="32728" y="6810"/>
                      <a:pt x="31261" y="6144"/>
                    </a:cubicBezTo>
                    <a:cubicBezTo>
                      <a:pt x="30852" y="5963"/>
                      <a:pt x="30575" y="4077"/>
                      <a:pt x="30080" y="3800"/>
                    </a:cubicBezTo>
                    <a:cubicBezTo>
                      <a:pt x="28051" y="2629"/>
                      <a:pt x="24994" y="2400"/>
                      <a:pt x="23070" y="1229"/>
                    </a:cubicBezTo>
                    <a:cubicBezTo>
                      <a:pt x="22250" y="1172"/>
                      <a:pt x="21517" y="762"/>
                      <a:pt x="21231" y="0"/>
                    </a:cubicBezTo>
                    <a:cubicBezTo>
                      <a:pt x="16078" y="86"/>
                      <a:pt x="11421" y="-38"/>
                      <a:pt x="6848" y="3219"/>
                    </a:cubicBezTo>
                    <a:cubicBezTo>
                      <a:pt x="4591" y="4820"/>
                      <a:pt x="2410" y="6325"/>
                      <a:pt x="28" y="7553"/>
                    </a:cubicBezTo>
                    <a:cubicBezTo>
                      <a:pt x="19" y="7639"/>
                      <a:pt x="28" y="7744"/>
                      <a:pt x="0" y="7830"/>
                    </a:cubicBezTo>
                    <a:cubicBezTo>
                      <a:pt x="1581" y="13897"/>
                      <a:pt x="3029" y="20822"/>
                      <a:pt x="5429" y="23774"/>
                    </a:cubicBezTo>
                    <a:cubicBezTo>
                      <a:pt x="7391" y="26175"/>
                      <a:pt x="8315" y="27356"/>
                      <a:pt x="10116" y="28470"/>
                    </a:cubicBezTo>
                    <a:cubicBezTo>
                      <a:pt x="11039" y="29042"/>
                      <a:pt x="12640" y="30766"/>
                      <a:pt x="13640" y="30823"/>
                    </a:cubicBezTo>
                    <a:cubicBezTo>
                      <a:pt x="14802" y="30880"/>
                      <a:pt x="14402" y="31852"/>
                      <a:pt x="14811" y="31994"/>
                    </a:cubicBezTo>
                    <a:cubicBezTo>
                      <a:pt x="18355" y="33176"/>
                      <a:pt x="19726" y="32737"/>
                      <a:pt x="23031" y="33166"/>
                    </a:cubicBezTo>
                    <a:cubicBezTo>
                      <a:pt x="25279" y="33461"/>
                      <a:pt x="25708" y="34204"/>
                      <a:pt x="26556" y="33166"/>
                    </a:cubicBezTo>
                    <a:cubicBezTo>
                      <a:pt x="26746" y="32918"/>
                      <a:pt x="28556" y="33204"/>
                      <a:pt x="28899" y="33166"/>
                    </a:cubicBezTo>
                    <a:cubicBezTo>
                      <a:pt x="33699" y="32585"/>
                      <a:pt x="32623" y="31794"/>
                      <a:pt x="34776" y="29642"/>
                    </a:cubicBezTo>
                    <a:cubicBezTo>
                      <a:pt x="36976" y="27441"/>
                      <a:pt x="37605" y="27708"/>
                      <a:pt x="38290" y="24946"/>
                    </a:cubicBezTo>
                    <a:cubicBezTo>
                      <a:pt x="39243" y="21174"/>
                      <a:pt x="38776" y="17726"/>
                      <a:pt x="38300" y="15545"/>
                    </a:cubicBezTo>
                    <a:close/>
                  </a:path>
                </a:pathLst>
              </a:custGeom>
              <a:solidFill>
                <a:srgbClr val="F4CF4A"/>
              </a:solidFill>
              <a:ln cap="flat">
                <a:noFill/>
                <a:prstDash val="solid"/>
                <a:miter lim="800000"/>
              </a:ln>
            </p:spPr>
            <p:txBody>
              <a:bodyPr vert="horz" anchor="ctr" tIns="45720" lIns="91440" bIns="45720" rIns="91440"/>
              <a:p>
                <a:pPr algn="l" marL="0"/>
              </a:p>
            </p:txBody>
          </p:sp>
        </p:grpSp>
        <p:sp>
          <p:nvSpPr>
            <p:cNvPr name="Freeform 54" id="54"/>
            <p:cNvSpPr/>
            <p:nvPr/>
          </p:nvSpPr>
          <p:spPr>
            <a:xfrm>
              <a:off x="9038906" y="3314403"/>
              <a:ext cx="116899" cy="313077"/>
            </a:xfrm>
            <a:custGeom>
              <a:avLst/>
              <a:gdLst/>
              <a:ahLst/>
              <a:cxnLst/>
              <a:rect r="r" b="b" t="t" l="l"/>
              <a:pathLst>
                <a:path w="116899" h="313077" stroke="true" fill="norm" extrusionOk="true">
                  <a:moveTo>
                    <a:pt x="116899" y="29985"/>
                  </a:moveTo>
                  <a:lnTo>
                    <a:pt x="84810" y="0"/>
                  </a:lnTo>
                  <a:lnTo>
                    <a:pt x="78485" y="4020"/>
                  </a:lnTo>
                  <a:lnTo>
                    <a:pt x="79009" y="4829"/>
                  </a:lnTo>
                  <a:cubicBezTo>
                    <a:pt x="78933" y="4753"/>
                    <a:pt x="78857" y="4667"/>
                    <a:pt x="78790" y="4582"/>
                  </a:cubicBezTo>
                  <a:cubicBezTo>
                    <a:pt x="78638" y="4401"/>
                    <a:pt x="78580" y="4210"/>
                    <a:pt x="78485" y="4020"/>
                  </a:cubicBezTo>
                  <a:cubicBezTo>
                    <a:pt x="77199" y="4582"/>
                    <a:pt x="75932" y="5163"/>
                    <a:pt x="74170" y="5267"/>
                  </a:cubicBezTo>
                  <a:cubicBezTo>
                    <a:pt x="73189" y="7296"/>
                    <a:pt x="70513" y="9916"/>
                    <a:pt x="69474" y="9963"/>
                  </a:cubicBezTo>
                  <a:cubicBezTo>
                    <a:pt x="68122" y="10039"/>
                    <a:pt x="68960" y="10706"/>
                    <a:pt x="68303" y="11135"/>
                  </a:cubicBezTo>
                  <a:cubicBezTo>
                    <a:pt x="63655" y="14221"/>
                    <a:pt x="61216" y="19250"/>
                    <a:pt x="55387" y="20526"/>
                  </a:cubicBezTo>
                  <a:cubicBezTo>
                    <a:pt x="54835" y="22631"/>
                    <a:pt x="53787" y="24251"/>
                    <a:pt x="52548" y="25679"/>
                  </a:cubicBezTo>
                  <a:lnTo>
                    <a:pt x="25345" y="67875"/>
                  </a:lnTo>
                  <a:cubicBezTo>
                    <a:pt x="24898" y="68637"/>
                    <a:pt x="24488" y="69428"/>
                    <a:pt x="23688" y="69837"/>
                  </a:cubicBezTo>
                  <a:cubicBezTo>
                    <a:pt x="23393" y="73123"/>
                    <a:pt x="20507" y="76695"/>
                    <a:pt x="20164" y="78057"/>
                  </a:cubicBezTo>
                  <a:cubicBezTo>
                    <a:pt x="19992" y="78753"/>
                    <a:pt x="20449" y="79753"/>
                    <a:pt x="20164" y="80401"/>
                  </a:cubicBezTo>
                  <a:cubicBezTo>
                    <a:pt x="19916" y="80972"/>
                    <a:pt x="18125" y="82058"/>
                    <a:pt x="17820" y="82753"/>
                  </a:cubicBezTo>
                  <a:cubicBezTo>
                    <a:pt x="16849" y="84944"/>
                    <a:pt x="16573" y="87335"/>
                    <a:pt x="15468" y="89792"/>
                  </a:cubicBezTo>
                  <a:cubicBezTo>
                    <a:pt x="15211" y="90383"/>
                    <a:pt x="14591" y="89792"/>
                    <a:pt x="14296" y="90964"/>
                  </a:cubicBezTo>
                  <a:cubicBezTo>
                    <a:pt x="13877" y="92640"/>
                    <a:pt x="13877" y="93355"/>
                    <a:pt x="13125" y="94488"/>
                  </a:cubicBezTo>
                  <a:cubicBezTo>
                    <a:pt x="11439" y="97012"/>
                    <a:pt x="11982" y="100822"/>
                    <a:pt x="10772" y="102708"/>
                  </a:cubicBezTo>
                  <a:cubicBezTo>
                    <a:pt x="10372" y="103327"/>
                    <a:pt x="9772" y="104451"/>
                    <a:pt x="9600" y="105061"/>
                  </a:cubicBezTo>
                  <a:cubicBezTo>
                    <a:pt x="8714" y="108252"/>
                    <a:pt x="8076" y="111462"/>
                    <a:pt x="7248" y="114452"/>
                  </a:cubicBezTo>
                  <a:cubicBezTo>
                    <a:pt x="4285" y="125120"/>
                    <a:pt x="2476" y="134150"/>
                    <a:pt x="1380" y="144980"/>
                  </a:cubicBezTo>
                  <a:cubicBezTo>
                    <a:pt x="780" y="150847"/>
                    <a:pt x="-296" y="157915"/>
                    <a:pt x="209" y="162592"/>
                  </a:cubicBezTo>
                  <a:cubicBezTo>
                    <a:pt x="294" y="163478"/>
                    <a:pt x="1361" y="163649"/>
                    <a:pt x="1380" y="163763"/>
                  </a:cubicBezTo>
                  <a:cubicBezTo>
                    <a:pt x="1571" y="164687"/>
                    <a:pt x="209" y="165002"/>
                    <a:pt x="209" y="164935"/>
                  </a:cubicBezTo>
                  <a:cubicBezTo>
                    <a:pt x="237" y="166468"/>
                    <a:pt x="1514" y="166507"/>
                    <a:pt x="1380" y="168450"/>
                  </a:cubicBezTo>
                  <a:cubicBezTo>
                    <a:pt x="1390" y="168259"/>
                    <a:pt x="352" y="169050"/>
                    <a:pt x="209" y="169621"/>
                  </a:cubicBezTo>
                  <a:cubicBezTo>
                    <a:pt x="-506" y="172488"/>
                    <a:pt x="790" y="174984"/>
                    <a:pt x="1457" y="177594"/>
                  </a:cubicBezTo>
                  <a:lnTo>
                    <a:pt x="2523" y="203968"/>
                  </a:lnTo>
                  <a:cubicBezTo>
                    <a:pt x="2504" y="204273"/>
                    <a:pt x="2514" y="204568"/>
                    <a:pt x="2561" y="204845"/>
                  </a:cubicBezTo>
                  <a:cubicBezTo>
                    <a:pt x="3057" y="207712"/>
                    <a:pt x="4381" y="209960"/>
                    <a:pt x="4914" y="213065"/>
                  </a:cubicBezTo>
                  <a:cubicBezTo>
                    <a:pt x="5409" y="216008"/>
                    <a:pt x="5476" y="218713"/>
                    <a:pt x="5857" y="221894"/>
                  </a:cubicBezTo>
                  <a:lnTo>
                    <a:pt x="7467" y="239973"/>
                  </a:lnTo>
                  <a:cubicBezTo>
                    <a:pt x="7686" y="242259"/>
                    <a:pt x="7800" y="244669"/>
                    <a:pt x="9296" y="245678"/>
                  </a:cubicBezTo>
                  <a:cubicBezTo>
                    <a:pt x="9410" y="245755"/>
                    <a:pt x="9477" y="245878"/>
                    <a:pt x="9600" y="245945"/>
                  </a:cubicBezTo>
                  <a:cubicBezTo>
                    <a:pt x="9324" y="246898"/>
                    <a:pt x="8962" y="247174"/>
                    <a:pt x="8543" y="247155"/>
                  </a:cubicBezTo>
                  <a:lnTo>
                    <a:pt x="8534" y="247174"/>
                  </a:lnTo>
                  <a:cubicBezTo>
                    <a:pt x="8534" y="247174"/>
                    <a:pt x="12182" y="253822"/>
                    <a:pt x="11953" y="261214"/>
                  </a:cubicBezTo>
                  <a:lnTo>
                    <a:pt x="26298" y="313077"/>
                  </a:lnTo>
                  <a:lnTo>
                    <a:pt x="77533" y="215160"/>
                  </a:lnTo>
                  <a:cubicBezTo>
                    <a:pt x="74951" y="164935"/>
                    <a:pt x="107060" y="65141"/>
                    <a:pt x="107060" y="65141"/>
                  </a:cubicBezTo>
                  <a:cubicBezTo>
                    <a:pt x="108879" y="62760"/>
                    <a:pt x="108508" y="59684"/>
                    <a:pt x="109403" y="56921"/>
                  </a:cubicBezTo>
                  <a:cubicBezTo>
                    <a:pt x="109537" y="56521"/>
                    <a:pt x="110518" y="56902"/>
                    <a:pt x="110575" y="55750"/>
                  </a:cubicBezTo>
                  <a:cubicBezTo>
                    <a:pt x="110623" y="54788"/>
                    <a:pt x="110241" y="53130"/>
                    <a:pt x="110575" y="52226"/>
                  </a:cubicBezTo>
                  <a:cubicBezTo>
                    <a:pt x="110832" y="51530"/>
                    <a:pt x="112708" y="50425"/>
                    <a:pt x="112928" y="49882"/>
                  </a:cubicBezTo>
                  <a:cubicBezTo>
                    <a:pt x="113633" y="48092"/>
                    <a:pt x="113433" y="47063"/>
                    <a:pt x="114099" y="45187"/>
                  </a:cubicBezTo>
                  <a:cubicBezTo>
                    <a:pt x="114194" y="44920"/>
                    <a:pt x="115052" y="44882"/>
                    <a:pt x="115271" y="44015"/>
                  </a:cubicBezTo>
                  <a:cubicBezTo>
                    <a:pt x="115509" y="43082"/>
                    <a:pt x="115557" y="41586"/>
                    <a:pt x="115966" y="40291"/>
                  </a:cubicBezTo>
                  <a:cubicBezTo>
                    <a:pt x="115642" y="40119"/>
                    <a:pt x="115347" y="39891"/>
                    <a:pt x="115099" y="39557"/>
                  </a:cubicBezTo>
                  <a:lnTo>
                    <a:pt x="116899" y="29985"/>
                  </a:ln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55" id="55"/>
            <p:cNvSpPr/>
            <p:nvPr/>
          </p:nvSpPr>
          <p:spPr>
            <a:xfrm>
              <a:off x="9033124" y="2981735"/>
              <a:ext cx="233701" cy="499374"/>
            </a:xfrm>
            <a:custGeom>
              <a:avLst/>
              <a:gdLst/>
              <a:ahLst/>
              <a:cxnLst/>
              <a:rect r="r" b="b" t="t" l="l"/>
              <a:pathLst>
                <a:path w="233701" h="499374" stroke="true" fill="norm" extrusionOk="true">
                  <a:moveTo>
                    <a:pt x="227209" y="278128"/>
                  </a:moveTo>
                  <a:lnTo>
                    <a:pt x="225705" y="265555"/>
                  </a:lnTo>
                  <a:cubicBezTo>
                    <a:pt x="224657" y="261659"/>
                    <a:pt x="224638" y="256744"/>
                    <a:pt x="222952" y="253496"/>
                  </a:cubicBezTo>
                  <a:lnTo>
                    <a:pt x="222952" y="253496"/>
                  </a:lnTo>
                  <a:lnTo>
                    <a:pt x="221542" y="223349"/>
                  </a:lnTo>
                  <a:cubicBezTo>
                    <a:pt x="220856" y="216196"/>
                    <a:pt x="219923" y="209281"/>
                    <a:pt x="218503" y="202909"/>
                  </a:cubicBezTo>
                  <a:cubicBezTo>
                    <a:pt x="218485" y="202813"/>
                    <a:pt x="217418" y="202975"/>
                    <a:pt x="217332" y="202909"/>
                  </a:cubicBezTo>
                  <a:cubicBezTo>
                    <a:pt x="217046" y="202670"/>
                    <a:pt x="217437" y="200946"/>
                    <a:pt x="217332" y="200556"/>
                  </a:cubicBezTo>
                  <a:cubicBezTo>
                    <a:pt x="216656" y="198070"/>
                    <a:pt x="216275" y="195717"/>
                    <a:pt x="214989" y="194688"/>
                  </a:cubicBezTo>
                  <a:cubicBezTo>
                    <a:pt x="214360" y="194184"/>
                    <a:pt x="216046" y="193050"/>
                    <a:pt x="216160" y="193517"/>
                  </a:cubicBezTo>
                  <a:cubicBezTo>
                    <a:pt x="215789" y="192012"/>
                    <a:pt x="215084" y="191869"/>
                    <a:pt x="214989" y="189993"/>
                  </a:cubicBezTo>
                  <a:cubicBezTo>
                    <a:pt x="214922" y="188869"/>
                    <a:pt x="213932" y="189193"/>
                    <a:pt x="213817" y="188821"/>
                  </a:cubicBezTo>
                  <a:cubicBezTo>
                    <a:pt x="213112" y="186545"/>
                    <a:pt x="213370" y="184259"/>
                    <a:pt x="212646" y="181782"/>
                  </a:cubicBezTo>
                  <a:cubicBezTo>
                    <a:pt x="212131" y="180001"/>
                    <a:pt x="210760" y="178629"/>
                    <a:pt x="210303" y="177086"/>
                  </a:cubicBezTo>
                  <a:cubicBezTo>
                    <a:pt x="209721" y="175153"/>
                    <a:pt x="209703" y="173067"/>
                    <a:pt x="209131" y="171209"/>
                  </a:cubicBezTo>
                  <a:cubicBezTo>
                    <a:pt x="208798" y="170143"/>
                    <a:pt x="207988" y="168257"/>
                    <a:pt x="207959" y="167685"/>
                  </a:cubicBezTo>
                  <a:cubicBezTo>
                    <a:pt x="207893" y="166514"/>
                    <a:pt x="206931" y="166933"/>
                    <a:pt x="206788" y="166514"/>
                  </a:cubicBezTo>
                  <a:cubicBezTo>
                    <a:pt x="206016" y="164285"/>
                    <a:pt x="206369" y="161551"/>
                    <a:pt x="205616" y="159465"/>
                  </a:cubicBezTo>
                  <a:cubicBezTo>
                    <a:pt x="204302" y="155874"/>
                    <a:pt x="202530" y="152731"/>
                    <a:pt x="200920" y="148892"/>
                  </a:cubicBezTo>
                  <a:cubicBezTo>
                    <a:pt x="199520" y="145578"/>
                    <a:pt x="198796" y="141291"/>
                    <a:pt x="196225" y="138329"/>
                  </a:cubicBezTo>
                  <a:lnTo>
                    <a:pt x="196225" y="131281"/>
                  </a:lnTo>
                  <a:cubicBezTo>
                    <a:pt x="192910" y="129899"/>
                    <a:pt x="192653" y="125461"/>
                    <a:pt x="191529" y="121889"/>
                  </a:cubicBezTo>
                  <a:cubicBezTo>
                    <a:pt x="188576" y="121308"/>
                    <a:pt x="188747" y="120022"/>
                    <a:pt x="188004" y="118365"/>
                  </a:cubicBezTo>
                  <a:cubicBezTo>
                    <a:pt x="187871" y="118050"/>
                    <a:pt x="185947" y="117517"/>
                    <a:pt x="185661" y="117193"/>
                  </a:cubicBezTo>
                  <a:cubicBezTo>
                    <a:pt x="184052" y="115355"/>
                    <a:pt x="184013" y="114059"/>
                    <a:pt x="183309" y="112497"/>
                  </a:cubicBezTo>
                  <a:cubicBezTo>
                    <a:pt x="183156" y="112173"/>
                    <a:pt x="181251" y="111678"/>
                    <a:pt x="180965" y="111326"/>
                  </a:cubicBezTo>
                  <a:cubicBezTo>
                    <a:pt x="180194" y="110383"/>
                    <a:pt x="180585" y="108821"/>
                    <a:pt x="179794" y="107801"/>
                  </a:cubicBezTo>
                  <a:cubicBezTo>
                    <a:pt x="179127" y="106954"/>
                    <a:pt x="177527" y="108230"/>
                    <a:pt x="177451" y="106630"/>
                  </a:cubicBezTo>
                  <a:cubicBezTo>
                    <a:pt x="177375" y="105201"/>
                    <a:pt x="172660" y="100762"/>
                    <a:pt x="172755" y="100762"/>
                  </a:cubicBezTo>
                  <a:cubicBezTo>
                    <a:pt x="171107" y="100677"/>
                    <a:pt x="169364" y="95028"/>
                    <a:pt x="169231" y="94895"/>
                  </a:cubicBezTo>
                  <a:cubicBezTo>
                    <a:pt x="168231" y="93847"/>
                    <a:pt x="167821" y="92542"/>
                    <a:pt x="166887" y="91371"/>
                  </a:cubicBezTo>
                  <a:cubicBezTo>
                    <a:pt x="166697" y="91133"/>
                    <a:pt x="167078" y="90437"/>
                    <a:pt x="166887" y="90190"/>
                  </a:cubicBezTo>
                  <a:cubicBezTo>
                    <a:pt x="166564" y="89809"/>
                    <a:pt x="164868" y="90571"/>
                    <a:pt x="164535" y="90190"/>
                  </a:cubicBezTo>
                  <a:cubicBezTo>
                    <a:pt x="164164" y="89761"/>
                    <a:pt x="164773" y="88380"/>
                    <a:pt x="164535" y="87847"/>
                  </a:cubicBezTo>
                  <a:cubicBezTo>
                    <a:pt x="164382" y="87513"/>
                    <a:pt x="162478" y="87027"/>
                    <a:pt x="162192" y="86675"/>
                  </a:cubicBezTo>
                  <a:cubicBezTo>
                    <a:pt x="161525" y="85846"/>
                    <a:pt x="162478" y="84399"/>
                    <a:pt x="161020" y="84322"/>
                  </a:cubicBezTo>
                  <a:cubicBezTo>
                    <a:pt x="159696" y="84256"/>
                    <a:pt x="160439" y="83865"/>
                    <a:pt x="159849" y="83151"/>
                  </a:cubicBezTo>
                  <a:cubicBezTo>
                    <a:pt x="157277" y="80065"/>
                    <a:pt x="154448" y="75569"/>
                    <a:pt x="150457" y="74931"/>
                  </a:cubicBezTo>
                  <a:cubicBezTo>
                    <a:pt x="150838" y="72568"/>
                    <a:pt x="149143" y="72368"/>
                    <a:pt x="148114" y="71406"/>
                  </a:cubicBezTo>
                  <a:cubicBezTo>
                    <a:pt x="144247" y="67806"/>
                    <a:pt x="141113" y="64663"/>
                    <a:pt x="136370" y="63186"/>
                  </a:cubicBezTo>
                  <a:cubicBezTo>
                    <a:pt x="136617" y="60376"/>
                    <a:pt x="133131" y="59814"/>
                    <a:pt x="131674" y="58491"/>
                  </a:cubicBezTo>
                  <a:cubicBezTo>
                    <a:pt x="129988" y="56957"/>
                    <a:pt x="129121" y="53357"/>
                    <a:pt x="125806" y="53795"/>
                  </a:cubicBezTo>
                  <a:cubicBezTo>
                    <a:pt x="124635" y="50270"/>
                    <a:pt x="121301" y="48908"/>
                    <a:pt x="119939" y="45575"/>
                  </a:cubicBezTo>
                  <a:cubicBezTo>
                    <a:pt x="117920" y="45641"/>
                    <a:pt x="116929" y="44670"/>
                    <a:pt x="116415" y="43222"/>
                  </a:cubicBezTo>
                  <a:lnTo>
                    <a:pt x="109366" y="43222"/>
                  </a:lnTo>
                  <a:cubicBezTo>
                    <a:pt x="109909" y="40850"/>
                    <a:pt x="108137" y="41669"/>
                    <a:pt x="107023" y="40869"/>
                  </a:cubicBezTo>
                  <a:cubicBezTo>
                    <a:pt x="106280" y="40336"/>
                    <a:pt x="105499" y="39060"/>
                    <a:pt x="104670" y="38526"/>
                  </a:cubicBezTo>
                  <a:cubicBezTo>
                    <a:pt x="103537" y="37783"/>
                    <a:pt x="102118" y="38012"/>
                    <a:pt x="101146" y="37355"/>
                  </a:cubicBezTo>
                  <a:cubicBezTo>
                    <a:pt x="100746" y="37078"/>
                    <a:pt x="100308" y="35411"/>
                    <a:pt x="99974" y="35002"/>
                  </a:cubicBezTo>
                  <a:cubicBezTo>
                    <a:pt x="99660" y="34621"/>
                    <a:pt x="98050" y="35288"/>
                    <a:pt x="97631" y="35002"/>
                  </a:cubicBezTo>
                  <a:cubicBezTo>
                    <a:pt x="96984" y="34564"/>
                    <a:pt x="96012" y="33249"/>
                    <a:pt x="95279" y="32649"/>
                  </a:cubicBezTo>
                  <a:cubicBezTo>
                    <a:pt x="94221" y="31792"/>
                    <a:pt x="92993" y="31125"/>
                    <a:pt x="91754" y="30306"/>
                  </a:cubicBezTo>
                  <a:cubicBezTo>
                    <a:pt x="91021" y="29811"/>
                    <a:pt x="90231" y="28439"/>
                    <a:pt x="89411" y="27963"/>
                  </a:cubicBezTo>
                  <a:cubicBezTo>
                    <a:pt x="88821" y="27620"/>
                    <a:pt x="87678" y="28239"/>
                    <a:pt x="87059" y="27963"/>
                  </a:cubicBezTo>
                  <a:cubicBezTo>
                    <a:pt x="86620" y="27763"/>
                    <a:pt x="86439" y="25848"/>
                    <a:pt x="85887" y="25610"/>
                  </a:cubicBezTo>
                  <a:cubicBezTo>
                    <a:pt x="84077" y="24839"/>
                    <a:pt x="81048" y="24905"/>
                    <a:pt x="78848" y="24439"/>
                  </a:cubicBezTo>
                  <a:cubicBezTo>
                    <a:pt x="76400" y="23924"/>
                    <a:pt x="71647" y="22734"/>
                    <a:pt x="70628" y="22086"/>
                  </a:cubicBezTo>
                  <a:cubicBezTo>
                    <a:pt x="68056" y="20438"/>
                    <a:pt x="65122" y="20371"/>
                    <a:pt x="62408" y="19743"/>
                  </a:cubicBezTo>
                  <a:cubicBezTo>
                    <a:pt x="61570" y="19543"/>
                    <a:pt x="62408" y="18266"/>
                    <a:pt x="61236" y="19743"/>
                  </a:cubicBezTo>
                  <a:cubicBezTo>
                    <a:pt x="60617" y="20514"/>
                    <a:pt x="59808" y="18543"/>
                    <a:pt x="60065" y="18571"/>
                  </a:cubicBezTo>
                  <a:cubicBezTo>
                    <a:pt x="56102" y="18181"/>
                    <a:pt x="53073" y="17704"/>
                    <a:pt x="51844" y="17400"/>
                  </a:cubicBezTo>
                  <a:cubicBezTo>
                    <a:pt x="50197" y="16990"/>
                    <a:pt x="49492" y="16695"/>
                    <a:pt x="48320" y="16228"/>
                  </a:cubicBezTo>
                  <a:cubicBezTo>
                    <a:pt x="44768" y="14809"/>
                    <a:pt x="40719" y="13685"/>
                    <a:pt x="36576" y="13875"/>
                  </a:cubicBezTo>
                  <a:cubicBezTo>
                    <a:pt x="36986" y="10046"/>
                    <a:pt x="31404" y="11161"/>
                    <a:pt x="29537" y="10351"/>
                  </a:cubicBezTo>
                  <a:cubicBezTo>
                    <a:pt x="29537" y="10351"/>
                    <a:pt x="28689" y="9389"/>
                    <a:pt x="28365" y="9180"/>
                  </a:cubicBezTo>
                  <a:cubicBezTo>
                    <a:pt x="26175" y="7789"/>
                    <a:pt x="22698" y="8294"/>
                    <a:pt x="22498" y="5655"/>
                  </a:cubicBezTo>
                  <a:cubicBezTo>
                    <a:pt x="17374" y="6474"/>
                    <a:pt x="15888" y="3655"/>
                    <a:pt x="10763" y="4474"/>
                  </a:cubicBezTo>
                  <a:cubicBezTo>
                    <a:pt x="7306" y="2807"/>
                    <a:pt x="6325" y="-2031"/>
                    <a:pt x="1372" y="950"/>
                  </a:cubicBezTo>
                  <a:cubicBezTo>
                    <a:pt x="-2096" y="4122"/>
                    <a:pt x="1886" y="5465"/>
                    <a:pt x="3715" y="7998"/>
                  </a:cubicBezTo>
                  <a:cubicBezTo>
                    <a:pt x="7191" y="12809"/>
                    <a:pt x="12002" y="17647"/>
                    <a:pt x="17802" y="18562"/>
                  </a:cubicBezTo>
                  <a:cubicBezTo>
                    <a:pt x="22898" y="25610"/>
                    <a:pt x="31032" y="29601"/>
                    <a:pt x="37757" y="35002"/>
                  </a:cubicBezTo>
                  <a:cubicBezTo>
                    <a:pt x="39357" y="41403"/>
                    <a:pt x="44815" y="44460"/>
                    <a:pt x="48320" y="47918"/>
                  </a:cubicBezTo>
                  <a:cubicBezTo>
                    <a:pt x="49092" y="48680"/>
                    <a:pt x="49940" y="49470"/>
                    <a:pt x="50663" y="50270"/>
                  </a:cubicBezTo>
                  <a:cubicBezTo>
                    <a:pt x="51626" y="51318"/>
                    <a:pt x="52073" y="52728"/>
                    <a:pt x="53016" y="53795"/>
                  </a:cubicBezTo>
                  <a:cubicBezTo>
                    <a:pt x="55855" y="56995"/>
                    <a:pt x="59045" y="59662"/>
                    <a:pt x="61236" y="62015"/>
                  </a:cubicBezTo>
                  <a:cubicBezTo>
                    <a:pt x="61636" y="62443"/>
                    <a:pt x="60893" y="63882"/>
                    <a:pt x="61236" y="64367"/>
                  </a:cubicBezTo>
                  <a:cubicBezTo>
                    <a:pt x="61665" y="64968"/>
                    <a:pt x="63941" y="64129"/>
                    <a:pt x="63589" y="65539"/>
                  </a:cubicBezTo>
                  <a:cubicBezTo>
                    <a:pt x="65942" y="75702"/>
                    <a:pt x="73800" y="80369"/>
                    <a:pt x="75324" y="91361"/>
                  </a:cubicBezTo>
                  <a:cubicBezTo>
                    <a:pt x="80706" y="95076"/>
                    <a:pt x="82744" y="102134"/>
                    <a:pt x="85049" y="108916"/>
                  </a:cubicBezTo>
                  <a:cubicBezTo>
                    <a:pt x="85068" y="108897"/>
                    <a:pt x="85097" y="108887"/>
                    <a:pt x="85125" y="108868"/>
                  </a:cubicBezTo>
                  <a:lnTo>
                    <a:pt x="94269" y="131900"/>
                  </a:lnTo>
                  <a:cubicBezTo>
                    <a:pt x="96926" y="137453"/>
                    <a:pt x="97765" y="143977"/>
                    <a:pt x="99984" y="150064"/>
                  </a:cubicBezTo>
                  <a:cubicBezTo>
                    <a:pt x="100098" y="150359"/>
                    <a:pt x="100937" y="150340"/>
                    <a:pt x="101155" y="151235"/>
                  </a:cubicBezTo>
                  <a:cubicBezTo>
                    <a:pt x="101918" y="154283"/>
                    <a:pt x="103527" y="157150"/>
                    <a:pt x="104680" y="160627"/>
                  </a:cubicBezTo>
                  <a:cubicBezTo>
                    <a:pt x="105518" y="163161"/>
                    <a:pt x="105747" y="165809"/>
                    <a:pt x="106575" y="168152"/>
                  </a:cubicBezTo>
                  <a:lnTo>
                    <a:pt x="106547" y="168199"/>
                  </a:lnTo>
                  <a:lnTo>
                    <a:pt x="111871" y="196051"/>
                  </a:lnTo>
                  <a:lnTo>
                    <a:pt x="171983" y="270917"/>
                  </a:lnTo>
                  <a:lnTo>
                    <a:pt x="217884" y="499374"/>
                  </a:lnTo>
                  <a:lnTo>
                    <a:pt x="232372" y="480210"/>
                  </a:lnTo>
                  <a:cubicBezTo>
                    <a:pt x="237230" y="429289"/>
                    <a:pt x="227209" y="278128"/>
                    <a:pt x="227209" y="278128"/>
                  </a:cubicBezTo>
                  <a:close/>
                </a:path>
              </a:pathLst>
            </a:custGeom>
            <a:solidFill>
              <a:srgbClr val="F0BF43"/>
            </a:solidFill>
            <a:ln cap="flat">
              <a:noFill/>
              <a:prstDash val="solid"/>
              <a:miter lim="800000"/>
            </a:ln>
          </p:spPr>
          <p:txBody>
            <a:bodyPr vert="horz" anchor="ctr" tIns="45720" lIns="91440" bIns="45720" rIns="91440"/>
            <a:p>
              <a:pPr algn="l" marL="0"/>
            </a:p>
          </p:txBody>
        </p:sp>
        <p:sp>
          <p:nvSpPr>
            <p:cNvPr name="Freeform 56" id="56"/>
            <p:cNvSpPr/>
            <p:nvPr/>
          </p:nvSpPr>
          <p:spPr>
            <a:xfrm>
              <a:off x="8922569" y="3032358"/>
              <a:ext cx="216997" cy="141084"/>
            </a:xfrm>
            <a:custGeom>
              <a:avLst/>
              <a:gdLst/>
              <a:ahLst/>
              <a:cxnLst/>
              <a:rect r="r" b="b" t="t" l="l"/>
              <a:pathLst>
                <a:path w="216997" h="141084" stroke="true" fill="norm" extrusionOk="true">
                  <a:moveTo>
                    <a:pt x="214482" y="129807"/>
                  </a:moveTo>
                  <a:cubicBezTo>
                    <a:pt x="214578" y="129235"/>
                    <a:pt x="214844" y="128711"/>
                    <a:pt x="215225" y="128311"/>
                  </a:cubicBezTo>
                  <a:cubicBezTo>
                    <a:pt x="215244" y="128073"/>
                    <a:pt x="215244" y="127835"/>
                    <a:pt x="215159" y="127645"/>
                  </a:cubicBezTo>
                  <a:cubicBezTo>
                    <a:pt x="214540" y="126235"/>
                    <a:pt x="213540" y="125559"/>
                    <a:pt x="212816" y="124130"/>
                  </a:cubicBezTo>
                  <a:cubicBezTo>
                    <a:pt x="211625" y="121768"/>
                    <a:pt x="210349" y="118586"/>
                    <a:pt x="209291" y="115910"/>
                  </a:cubicBezTo>
                  <a:cubicBezTo>
                    <a:pt x="208625" y="114224"/>
                    <a:pt x="208958" y="112871"/>
                    <a:pt x="208120" y="111214"/>
                  </a:cubicBezTo>
                  <a:cubicBezTo>
                    <a:pt x="207815" y="110623"/>
                    <a:pt x="207015" y="111347"/>
                    <a:pt x="206948" y="110042"/>
                  </a:cubicBezTo>
                  <a:cubicBezTo>
                    <a:pt x="206872" y="108490"/>
                    <a:pt x="204691" y="108204"/>
                    <a:pt x="204605" y="106518"/>
                  </a:cubicBezTo>
                  <a:cubicBezTo>
                    <a:pt x="204491" y="104461"/>
                    <a:pt x="201709" y="102699"/>
                    <a:pt x="199909" y="100651"/>
                  </a:cubicBezTo>
                  <a:cubicBezTo>
                    <a:pt x="197509" y="97927"/>
                    <a:pt x="194966" y="93440"/>
                    <a:pt x="191689" y="90087"/>
                  </a:cubicBezTo>
                  <a:cubicBezTo>
                    <a:pt x="190613" y="86944"/>
                    <a:pt x="194070" y="88687"/>
                    <a:pt x="195213" y="87744"/>
                  </a:cubicBezTo>
                  <a:cubicBezTo>
                    <a:pt x="196280" y="86858"/>
                    <a:pt x="195871" y="84477"/>
                    <a:pt x="197566" y="84220"/>
                  </a:cubicBezTo>
                  <a:cubicBezTo>
                    <a:pt x="198881" y="81667"/>
                    <a:pt x="201424" y="80334"/>
                    <a:pt x="202224" y="77257"/>
                  </a:cubicBezTo>
                  <a:cubicBezTo>
                    <a:pt x="202634" y="76133"/>
                    <a:pt x="203148" y="74705"/>
                    <a:pt x="203567" y="73238"/>
                  </a:cubicBezTo>
                  <a:cubicBezTo>
                    <a:pt x="203433" y="72962"/>
                    <a:pt x="203310" y="72666"/>
                    <a:pt x="203272" y="72323"/>
                  </a:cubicBezTo>
                  <a:cubicBezTo>
                    <a:pt x="203233" y="71980"/>
                    <a:pt x="203195" y="71609"/>
                    <a:pt x="203157" y="71247"/>
                  </a:cubicBezTo>
                  <a:lnTo>
                    <a:pt x="201519" y="67161"/>
                  </a:lnTo>
                  <a:cubicBezTo>
                    <a:pt x="201471" y="67046"/>
                    <a:pt x="201490" y="66951"/>
                    <a:pt x="201462" y="66846"/>
                  </a:cubicBezTo>
                  <a:cubicBezTo>
                    <a:pt x="201338" y="66732"/>
                    <a:pt x="201262" y="66580"/>
                    <a:pt x="201119" y="66484"/>
                  </a:cubicBezTo>
                  <a:cubicBezTo>
                    <a:pt x="200376" y="65999"/>
                    <a:pt x="200062" y="65322"/>
                    <a:pt x="200023" y="64627"/>
                  </a:cubicBezTo>
                  <a:cubicBezTo>
                    <a:pt x="198223" y="63818"/>
                    <a:pt x="196642" y="62922"/>
                    <a:pt x="195356" y="61017"/>
                  </a:cubicBezTo>
                  <a:cubicBezTo>
                    <a:pt x="195318" y="60960"/>
                    <a:pt x="195309" y="60903"/>
                    <a:pt x="195280" y="60855"/>
                  </a:cubicBezTo>
                  <a:cubicBezTo>
                    <a:pt x="193956" y="60589"/>
                    <a:pt x="193585" y="58617"/>
                    <a:pt x="192861" y="58388"/>
                  </a:cubicBezTo>
                  <a:cubicBezTo>
                    <a:pt x="186222" y="56226"/>
                    <a:pt x="180507" y="60379"/>
                    <a:pt x="176421" y="60731"/>
                  </a:cubicBezTo>
                  <a:cubicBezTo>
                    <a:pt x="175620" y="65018"/>
                    <a:pt x="174782" y="69275"/>
                    <a:pt x="175249" y="74819"/>
                  </a:cubicBezTo>
                  <a:cubicBezTo>
                    <a:pt x="172239" y="74114"/>
                    <a:pt x="173677" y="71399"/>
                    <a:pt x="171725" y="71295"/>
                  </a:cubicBezTo>
                  <a:cubicBezTo>
                    <a:pt x="170039" y="71209"/>
                    <a:pt x="169753" y="69218"/>
                    <a:pt x="168200" y="68942"/>
                  </a:cubicBezTo>
                  <a:cubicBezTo>
                    <a:pt x="167562" y="64894"/>
                    <a:pt x="160866" y="66885"/>
                    <a:pt x="159980" y="63075"/>
                  </a:cubicBezTo>
                  <a:cubicBezTo>
                    <a:pt x="161800" y="56426"/>
                    <a:pt x="166743" y="53731"/>
                    <a:pt x="165848" y="46634"/>
                  </a:cubicBezTo>
                  <a:cubicBezTo>
                    <a:pt x="165505" y="43910"/>
                    <a:pt x="163533" y="42929"/>
                    <a:pt x="162323" y="41939"/>
                  </a:cubicBezTo>
                  <a:cubicBezTo>
                    <a:pt x="161943" y="41624"/>
                    <a:pt x="162619" y="40015"/>
                    <a:pt x="162323" y="39586"/>
                  </a:cubicBezTo>
                  <a:cubicBezTo>
                    <a:pt x="160285" y="36671"/>
                    <a:pt x="156913" y="36157"/>
                    <a:pt x="154104" y="34900"/>
                  </a:cubicBezTo>
                  <a:cubicBezTo>
                    <a:pt x="153675" y="34700"/>
                    <a:pt x="153503" y="32690"/>
                    <a:pt x="152932" y="32547"/>
                  </a:cubicBezTo>
                  <a:cubicBezTo>
                    <a:pt x="148874" y="31528"/>
                    <a:pt x="145064" y="32928"/>
                    <a:pt x="141197" y="33719"/>
                  </a:cubicBezTo>
                  <a:cubicBezTo>
                    <a:pt x="141083" y="35566"/>
                    <a:pt x="141349" y="37786"/>
                    <a:pt x="138844" y="37243"/>
                  </a:cubicBezTo>
                  <a:cubicBezTo>
                    <a:pt x="138178" y="41491"/>
                    <a:pt x="142330" y="46977"/>
                    <a:pt x="138844" y="50159"/>
                  </a:cubicBezTo>
                  <a:cubicBezTo>
                    <a:pt x="137092" y="48787"/>
                    <a:pt x="134044" y="48701"/>
                    <a:pt x="132977" y="46634"/>
                  </a:cubicBezTo>
                  <a:cubicBezTo>
                    <a:pt x="136120" y="42767"/>
                    <a:pt x="137654" y="38481"/>
                    <a:pt x="137673" y="33719"/>
                  </a:cubicBezTo>
                  <a:cubicBezTo>
                    <a:pt x="137730" y="23251"/>
                    <a:pt x="127176" y="13030"/>
                    <a:pt x="121242" y="13764"/>
                  </a:cubicBezTo>
                  <a:cubicBezTo>
                    <a:pt x="121176" y="13773"/>
                    <a:pt x="121309" y="14859"/>
                    <a:pt x="121242" y="14935"/>
                  </a:cubicBezTo>
                  <a:cubicBezTo>
                    <a:pt x="120728" y="15564"/>
                    <a:pt x="117185" y="15583"/>
                    <a:pt x="116546" y="16107"/>
                  </a:cubicBezTo>
                  <a:cubicBezTo>
                    <a:pt x="115451" y="17002"/>
                    <a:pt x="112756" y="21441"/>
                    <a:pt x="113022" y="20803"/>
                  </a:cubicBezTo>
                  <a:cubicBezTo>
                    <a:pt x="112622" y="21774"/>
                    <a:pt x="113251" y="23298"/>
                    <a:pt x="113022" y="24327"/>
                  </a:cubicBezTo>
                  <a:cubicBezTo>
                    <a:pt x="112641" y="26070"/>
                    <a:pt x="111936" y="25584"/>
                    <a:pt x="113022" y="26670"/>
                  </a:cubicBezTo>
                  <a:cubicBezTo>
                    <a:pt x="113622" y="27270"/>
                    <a:pt x="112813" y="30480"/>
                    <a:pt x="113022" y="31366"/>
                  </a:cubicBezTo>
                  <a:cubicBezTo>
                    <a:pt x="113670" y="34128"/>
                    <a:pt x="115280" y="35547"/>
                    <a:pt x="115375" y="37233"/>
                  </a:cubicBezTo>
                  <a:cubicBezTo>
                    <a:pt x="115480" y="39233"/>
                    <a:pt x="119623" y="40148"/>
                    <a:pt x="116546" y="40757"/>
                  </a:cubicBezTo>
                  <a:cubicBezTo>
                    <a:pt x="112927" y="38500"/>
                    <a:pt x="107021" y="38538"/>
                    <a:pt x="104802" y="34890"/>
                  </a:cubicBezTo>
                  <a:cubicBezTo>
                    <a:pt x="106917" y="29042"/>
                    <a:pt x="108469" y="22850"/>
                    <a:pt x="107145" y="17278"/>
                  </a:cubicBezTo>
                  <a:cubicBezTo>
                    <a:pt x="107097" y="17078"/>
                    <a:pt x="106193" y="16974"/>
                    <a:pt x="105974" y="16107"/>
                  </a:cubicBezTo>
                  <a:cubicBezTo>
                    <a:pt x="105326" y="13535"/>
                    <a:pt x="105002" y="14059"/>
                    <a:pt x="103621" y="12583"/>
                  </a:cubicBezTo>
                  <a:cubicBezTo>
                    <a:pt x="102926" y="11840"/>
                    <a:pt x="103192" y="9744"/>
                    <a:pt x="102449" y="9058"/>
                  </a:cubicBezTo>
                  <a:cubicBezTo>
                    <a:pt x="101821" y="8477"/>
                    <a:pt x="99563" y="8277"/>
                    <a:pt x="98925" y="7887"/>
                  </a:cubicBezTo>
                  <a:cubicBezTo>
                    <a:pt x="98611" y="7696"/>
                    <a:pt x="98287" y="7068"/>
                    <a:pt x="97754" y="6715"/>
                  </a:cubicBezTo>
                  <a:cubicBezTo>
                    <a:pt x="95144" y="4972"/>
                    <a:pt x="89229" y="4086"/>
                    <a:pt x="87190" y="4362"/>
                  </a:cubicBezTo>
                  <a:cubicBezTo>
                    <a:pt x="86809" y="4410"/>
                    <a:pt x="86295" y="6420"/>
                    <a:pt x="84838" y="5534"/>
                  </a:cubicBezTo>
                  <a:cubicBezTo>
                    <a:pt x="81647" y="8668"/>
                    <a:pt x="80904" y="12849"/>
                    <a:pt x="81313" y="18450"/>
                  </a:cubicBezTo>
                  <a:cubicBezTo>
                    <a:pt x="81475" y="20641"/>
                    <a:pt x="83609" y="24479"/>
                    <a:pt x="83656" y="25498"/>
                  </a:cubicBezTo>
                  <a:cubicBezTo>
                    <a:pt x="83761" y="27499"/>
                    <a:pt x="87914" y="28404"/>
                    <a:pt x="84828" y="29023"/>
                  </a:cubicBezTo>
                  <a:cubicBezTo>
                    <a:pt x="79275" y="28727"/>
                    <a:pt x="77103" y="28537"/>
                    <a:pt x="74265" y="27851"/>
                  </a:cubicBezTo>
                  <a:cubicBezTo>
                    <a:pt x="76037" y="22565"/>
                    <a:pt x="73855" y="18907"/>
                    <a:pt x="73179" y="13259"/>
                  </a:cubicBezTo>
                  <a:cubicBezTo>
                    <a:pt x="72874" y="12878"/>
                    <a:pt x="72674" y="12411"/>
                    <a:pt x="72703" y="11773"/>
                  </a:cubicBezTo>
                  <a:cubicBezTo>
                    <a:pt x="72732" y="11240"/>
                    <a:pt x="72674" y="10773"/>
                    <a:pt x="72550" y="10354"/>
                  </a:cubicBezTo>
                  <a:cubicBezTo>
                    <a:pt x="72407" y="10220"/>
                    <a:pt x="72246" y="10125"/>
                    <a:pt x="72122" y="9954"/>
                  </a:cubicBezTo>
                  <a:cubicBezTo>
                    <a:pt x="71455" y="9039"/>
                    <a:pt x="70893" y="8115"/>
                    <a:pt x="69941" y="7468"/>
                  </a:cubicBezTo>
                  <a:cubicBezTo>
                    <a:pt x="69522" y="7182"/>
                    <a:pt x="69274" y="6829"/>
                    <a:pt x="69102" y="6448"/>
                  </a:cubicBezTo>
                  <a:cubicBezTo>
                    <a:pt x="68864" y="6544"/>
                    <a:pt x="68636" y="6601"/>
                    <a:pt x="68398" y="6725"/>
                  </a:cubicBezTo>
                  <a:cubicBezTo>
                    <a:pt x="67664" y="3858"/>
                    <a:pt x="63587" y="2734"/>
                    <a:pt x="62530" y="2019"/>
                  </a:cubicBezTo>
                  <a:cubicBezTo>
                    <a:pt x="61359" y="1248"/>
                    <a:pt x="60597" y="1248"/>
                    <a:pt x="59006" y="848"/>
                  </a:cubicBezTo>
                  <a:cubicBezTo>
                    <a:pt x="56920" y="333"/>
                    <a:pt x="54129" y="133"/>
                    <a:pt x="50919" y="0"/>
                  </a:cubicBezTo>
                  <a:cubicBezTo>
                    <a:pt x="48700" y="1800"/>
                    <a:pt x="47528" y="5191"/>
                    <a:pt x="46033" y="7772"/>
                  </a:cubicBezTo>
                  <a:cubicBezTo>
                    <a:pt x="45804" y="11192"/>
                    <a:pt x="46614" y="13564"/>
                    <a:pt x="47262" y="16116"/>
                  </a:cubicBezTo>
                  <a:cubicBezTo>
                    <a:pt x="49786" y="18888"/>
                    <a:pt x="52881" y="25251"/>
                    <a:pt x="56758" y="26089"/>
                  </a:cubicBezTo>
                  <a:lnTo>
                    <a:pt x="58749" y="27861"/>
                  </a:lnTo>
                  <a:cubicBezTo>
                    <a:pt x="51719" y="27527"/>
                    <a:pt x="43766" y="28137"/>
                    <a:pt x="36689" y="27851"/>
                  </a:cubicBezTo>
                  <a:cubicBezTo>
                    <a:pt x="36679" y="26299"/>
                    <a:pt x="34632" y="26775"/>
                    <a:pt x="34336" y="25508"/>
                  </a:cubicBezTo>
                  <a:cubicBezTo>
                    <a:pt x="29431" y="17497"/>
                    <a:pt x="18610" y="15402"/>
                    <a:pt x="7333" y="13764"/>
                  </a:cubicBezTo>
                  <a:cubicBezTo>
                    <a:pt x="6971" y="15354"/>
                    <a:pt x="4828" y="15183"/>
                    <a:pt x="3809" y="16116"/>
                  </a:cubicBezTo>
                  <a:cubicBezTo>
                    <a:pt x="2723" y="17097"/>
                    <a:pt x="65" y="21469"/>
                    <a:pt x="284" y="20812"/>
                  </a:cubicBezTo>
                  <a:cubicBezTo>
                    <a:pt x="-745" y="23946"/>
                    <a:pt x="1342" y="34442"/>
                    <a:pt x="1456" y="34909"/>
                  </a:cubicBezTo>
                  <a:cubicBezTo>
                    <a:pt x="1865" y="36547"/>
                    <a:pt x="3561" y="40700"/>
                    <a:pt x="4980" y="40777"/>
                  </a:cubicBezTo>
                  <a:cubicBezTo>
                    <a:pt x="6237" y="40843"/>
                    <a:pt x="5618" y="41720"/>
                    <a:pt x="6152" y="41948"/>
                  </a:cubicBezTo>
                  <a:cubicBezTo>
                    <a:pt x="14781" y="45710"/>
                    <a:pt x="20534" y="43405"/>
                    <a:pt x="27288" y="40777"/>
                  </a:cubicBezTo>
                  <a:cubicBezTo>
                    <a:pt x="27764" y="37490"/>
                    <a:pt x="30869" y="36166"/>
                    <a:pt x="31983" y="34909"/>
                  </a:cubicBezTo>
                  <a:cubicBezTo>
                    <a:pt x="32755" y="34042"/>
                    <a:pt x="31850" y="31690"/>
                    <a:pt x="34327" y="32556"/>
                  </a:cubicBezTo>
                  <a:cubicBezTo>
                    <a:pt x="42232" y="33347"/>
                    <a:pt x="47576" y="30985"/>
                    <a:pt x="53119" y="32556"/>
                  </a:cubicBezTo>
                  <a:cubicBezTo>
                    <a:pt x="52234" y="35195"/>
                    <a:pt x="48948" y="35433"/>
                    <a:pt x="47252" y="37252"/>
                  </a:cubicBezTo>
                  <a:cubicBezTo>
                    <a:pt x="43442" y="41310"/>
                    <a:pt x="42223" y="48368"/>
                    <a:pt x="43728" y="52521"/>
                  </a:cubicBezTo>
                  <a:cubicBezTo>
                    <a:pt x="44042" y="53378"/>
                    <a:pt x="44280" y="55216"/>
                    <a:pt x="44899" y="56045"/>
                  </a:cubicBezTo>
                  <a:cubicBezTo>
                    <a:pt x="45623" y="57017"/>
                    <a:pt x="47414" y="56464"/>
                    <a:pt x="48424" y="57217"/>
                  </a:cubicBezTo>
                  <a:cubicBezTo>
                    <a:pt x="48928" y="57598"/>
                    <a:pt x="48938" y="59350"/>
                    <a:pt x="49595" y="59560"/>
                  </a:cubicBezTo>
                  <a:cubicBezTo>
                    <a:pt x="53434" y="60798"/>
                    <a:pt x="58225" y="58779"/>
                    <a:pt x="58987" y="58388"/>
                  </a:cubicBezTo>
                  <a:cubicBezTo>
                    <a:pt x="60006" y="57864"/>
                    <a:pt x="61483" y="57941"/>
                    <a:pt x="62511" y="57217"/>
                  </a:cubicBezTo>
                  <a:cubicBezTo>
                    <a:pt x="63473" y="56531"/>
                    <a:pt x="62987" y="54740"/>
                    <a:pt x="63683" y="53692"/>
                  </a:cubicBezTo>
                  <a:cubicBezTo>
                    <a:pt x="64283" y="52797"/>
                    <a:pt x="65407" y="52540"/>
                    <a:pt x="66035" y="51340"/>
                  </a:cubicBezTo>
                  <a:cubicBezTo>
                    <a:pt x="67035" y="49444"/>
                    <a:pt x="68121" y="47701"/>
                    <a:pt x="68379" y="46644"/>
                  </a:cubicBezTo>
                  <a:cubicBezTo>
                    <a:pt x="68541" y="45977"/>
                    <a:pt x="68083" y="44901"/>
                    <a:pt x="68379" y="44301"/>
                  </a:cubicBezTo>
                  <a:cubicBezTo>
                    <a:pt x="68683" y="43682"/>
                    <a:pt x="70341" y="42662"/>
                    <a:pt x="70731" y="41948"/>
                  </a:cubicBezTo>
                  <a:cubicBezTo>
                    <a:pt x="71379" y="40748"/>
                    <a:pt x="71407" y="39395"/>
                    <a:pt x="71903" y="38424"/>
                  </a:cubicBezTo>
                  <a:cubicBezTo>
                    <a:pt x="73122" y="36024"/>
                    <a:pt x="73722" y="33585"/>
                    <a:pt x="75427" y="32556"/>
                  </a:cubicBezTo>
                  <a:cubicBezTo>
                    <a:pt x="77399" y="34890"/>
                    <a:pt x="82161" y="34433"/>
                    <a:pt x="83647" y="37252"/>
                  </a:cubicBezTo>
                  <a:cubicBezTo>
                    <a:pt x="82142" y="37671"/>
                    <a:pt x="82114" y="39681"/>
                    <a:pt x="81304" y="40777"/>
                  </a:cubicBezTo>
                  <a:cubicBezTo>
                    <a:pt x="80666" y="41634"/>
                    <a:pt x="79037" y="41615"/>
                    <a:pt x="78951" y="43129"/>
                  </a:cubicBezTo>
                  <a:cubicBezTo>
                    <a:pt x="78885" y="44434"/>
                    <a:pt x="78084" y="43710"/>
                    <a:pt x="77780" y="44301"/>
                  </a:cubicBezTo>
                  <a:cubicBezTo>
                    <a:pt x="76494" y="46825"/>
                    <a:pt x="74646" y="50587"/>
                    <a:pt x="75437" y="54864"/>
                  </a:cubicBezTo>
                  <a:cubicBezTo>
                    <a:pt x="75932" y="57560"/>
                    <a:pt x="77837" y="58636"/>
                    <a:pt x="78961" y="59560"/>
                  </a:cubicBezTo>
                  <a:cubicBezTo>
                    <a:pt x="79361" y="59884"/>
                    <a:pt x="78599" y="61541"/>
                    <a:pt x="78961" y="61913"/>
                  </a:cubicBezTo>
                  <a:cubicBezTo>
                    <a:pt x="79323" y="62284"/>
                    <a:pt x="80989" y="61512"/>
                    <a:pt x="81313" y="61913"/>
                  </a:cubicBezTo>
                  <a:cubicBezTo>
                    <a:pt x="81980" y="62732"/>
                    <a:pt x="85533" y="64265"/>
                    <a:pt x="87181" y="64265"/>
                  </a:cubicBezTo>
                  <a:cubicBezTo>
                    <a:pt x="90819" y="64265"/>
                    <a:pt x="95382" y="60760"/>
                    <a:pt x="96573" y="59560"/>
                  </a:cubicBezTo>
                  <a:cubicBezTo>
                    <a:pt x="98277" y="57855"/>
                    <a:pt x="98468" y="56664"/>
                    <a:pt x="98916" y="54864"/>
                  </a:cubicBezTo>
                  <a:cubicBezTo>
                    <a:pt x="99116" y="54073"/>
                    <a:pt x="100039" y="53845"/>
                    <a:pt x="100087" y="53692"/>
                  </a:cubicBezTo>
                  <a:cubicBezTo>
                    <a:pt x="101745" y="48244"/>
                    <a:pt x="100725" y="45044"/>
                    <a:pt x="100087" y="39595"/>
                  </a:cubicBezTo>
                  <a:cubicBezTo>
                    <a:pt x="102545" y="42901"/>
                    <a:pt x="104507" y="39414"/>
                    <a:pt x="105955" y="43120"/>
                  </a:cubicBezTo>
                  <a:cubicBezTo>
                    <a:pt x="108955" y="44025"/>
                    <a:pt x="112613" y="44291"/>
                    <a:pt x="114175" y="46644"/>
                  </a:cubicBezTo>
                  <a:cubicBezTo>
                    <a:pt x="110984" y="47368"/>
                    <a:pt x="108679" y="48968"/>
                    <a:pt x="107126" y="51340"/>
                  </a:cubicBezTo>
                  <a:cubicBezTo>
                    <a:pt x="105640" y="51768"/>
                    <a:pt x="105574" y="53759"/>
                    <a:pt x="104783" y="54864"/>
                  </a:cubicBezTo>
                  <a:cubicBezTo>
                    <a:pt x="103688" y="56388"/>
                    <a:pt x="102716" y="57045"/>
                    <a:pt x="101259" y="58388"/>
                  </a:cubicBezTo>
                  <a:cubicBezTo>
                    <a:pt x="103992" y="59998"/>
                    <a:pt x="101678" y="63684"/>
                    <a:pt x="102430" y="66608"/>
                  </a:cubicBezTo>
                  <a:cubicBezTo>
                    <a:pt x="103145" y="69352"/>
                    <a:pt x="104983" y="70495"/>
                    <a:pt x="105955" y="72476"/>
                  </a:cubicBezTo>
                  <a:cubicBezTo>
                    <a:pt x="110260" y="72676"/>
                    <a:pt x="112860" y="70561"/>
                    <a:pt x="114175" y="68952"/>
                  </a:cubicBezTo>
                  <a:cubicBezTo>
                    <a:pt x="114498" y="68561"/>
                    <a:pt x="116108" y="69266"/>
                    <a:pt x="116527" y="68952"/>
                  </a:cubicBezTo>
                  <a:cubicBezTo>
                    <a:pt x="117432" y="68275"/>
                    <a:pt x="118147" y="66351"/>
                    <a:pt x="118871" y="65437"/>
                  </a:cubicBezTo>
                  <a:cubicBezTo>
                    <a:pt x="119480" y="64675"/>
                    <a:pt x="121938" y="62760"/>
                    <a:pt x="122395" y="61913"/>
                  </a:cubicBezTo>
                  <a:cubicBezTo>
                    <a:pt x="123881" y="59131"/>
                    <a:pt x="123700" y="56893"/>
                    <a:pt x="124748" y="56045"/>
                  </a:cubicBezTo>
                  <a:cubicBezTo>
                    <a:pt x="125729" y="55245"/>
                    <a:pt x="123738" y="50987"/>
                    <a:pt x="125919" y="51349"/>
                  </a:cubicBezTo>
                  <a:cubicBezTo>
                    <a:pt x="129862" y="52883"/>
                    <a:pt x="134873" y="53359"/>
                    <a:pt x="136482" y="57217"/>
                  </a:cubicBezTo>
                  <a:cubicBezTo>
                    <a:pt x="132434" y="58312"/>
                    <a:pt x="130729" y="61608"/>
                    <a:pt x="128262" y="64265"/>
                  </a:cubicBezTo>
                  <a:cubicBezTo>
                    <a:pt x="127424" y="65161"/>
                    <a:pt x="125729" y="64637"/>
                    <a:pt x="124738" y="65437"/>
                  </a:cubicBezTo>
                  <a:cubicBezTo>
                    <a:pt x="124357" y="65751"/>
                    <a:pt x="125033" y="67361"/>
                    <a:pt x="124738" y="67780"/>
                  </a:cubicBezTo>
                  <a:cubicBezTo>
                    <a:pt x="124033" y="68799"/>
                    <a:pt x="122757" y="69837"/>
                    <a:pt x="122385" y="71304"/>
                  </a:cubicBezTo>
                  <a:cubicBezTo>
                    <a:pt x="122071" y="72571"/>
                    <a:pt x="122004" y="75924"/>
                    <a:pt x="122385" y="77172"/>
                  </a:cubicBezTo>
                  <a:cubicBezTo>
                    <a:pt x="122499" y="77533"/>
                    <a:pt x="124433" y="79057"/>
                    <a:pt x="124738" y="79515"/>
                  </a:cubicBezTo>
                  <a:cubicBezTo>
                    <a:pt x="126681" y="82429"/>
                    <a:pt x="128081" y="83582"/>
                    <a:pt x="130605" y="84211"/>
                  </a:cubicBezTo>
                  <a:cubicBezTo>
                    <a:pt x="134158" y="85096"/>
                    <a:pt x="140759" y="85420"/>
                    <a:pt x="143521" y="84211"/>
                  </a:cubicBezTo>
                  <a:cubicBezTo>
                    <a:pt x="143864" y="84058"/>
                    <a:pt x="144312" y="82144"/>
                    <a:pt x="144693" y="81858"/>
                  </a:cubicBezTo>
                  <a:cubicBezTo>
                    <a:pt x="145807" y="81020"/>
                    <a:pt x="147284" y="81620"/>
                    <a:pt x="148217" y="80686"/>
                  </a:cubicBezTo>
                  <a:cubicBezTo>
                    <a:pt x="149875" y="79029"/>
                    <a:pt x="148970" y="76324"/>
                    <a:pt x="151741" y="75990"/>
                  </a:cubicBezTo>
                  <a:cubicBezTo>
                    <a:pt x="154275" y="75000"/>
                    <a:pt x="151303" y="68504"/>
                    <a:pt x="154094" y="67770"/>
                  </a:cubicBezTo>
                  <a:cubicBezTo>
                    <a:pt x="160352" y="70895"/>
                    <a:pt x="165762" y="74867"/>
                    <a:pt x="170487" y="79515"/>
                  </a:cubicBezTo>
                  <a:cubicBezTo>
                    <a:pt x="170506" y="79515"/>
                    <a:pt x="170515" y="79505"/>
                    <a:pt x="170534" y="79505"/>
                  </a:cubicBezTo>
                  <a:cubicBezTo>
                    <a:pt x="170534" y="79505"/>
                    <a:pt x="170544" y="79562"/>
                    <a:pt x="170544" y="79572"/>
                  </a:cubicBezTo>
                  <a:cubicBezTo>
                    <a:pt x="170801" y="79829"/>
                    <a:pt x="171058" y="80067"/>
                    <a:pt x="171325" y="80315"/>
                  </a:cubicBezTo>
                  <a:lnTo>
                    <a:pt x="170810" y="80410"/>
                  </a:lnTo>
                  <a:cubicBezTo>
                    <a:pt x="170639" y="80077"/>
                    <a:pt x="170553" y="79667"/>
                    <a:pt x="170544" y="79572"/>
                  </a:cubicBezTo>
                  <a:cubicBezTo>
                    <a:pt x="170515" y="79553"/>
                    <a:pt x="170506" y="79534"/>
                    <a:pt x="170477" y="79515"/>
                  </a:cubicBezTo>
                  <a:cubicBezTo>
                    <a:pt x="169458" y="79362"/>
                    <a:pt x="169486" y="80667"/>
                    <a:pt x="169353" y="80677"/>
                  </a:cubicBezTo>
                  <a:cubicBezTo>
                    <a:pt x="168191" y="80791"/>
                    <a:pt x="166991" y="80620"/>
                    <a:pt x="165829" y="80677"/>
                  </a:cubicBezTo>
                  <a:cubicBezTo>
                    <a:pt x="164562" y="80743"/>
                    <a:pt x="165210" y="81601"/>
                    <a:pt x="164657" y="81848"/>
                  </a:cubicBezTo>
                  <a:cubicBezTo>
                    <a:pt x="158923" y="84439"/>
                    <a:pt x="157704" y="86478"/>
                    <a:pt x="156437" y="92412"/>
                  </a:cubicBezTo>
                  <a:cubicBezTo>
                    <a:pt x="155418" y="97174"/>
                    <a:pt x="155875" y="98384"/>
                    <a:pt x="156437" y="100632"/>
                  </a:cubicBezTo>
                  <a:cubicBezTo>
                    <a:pt x="157085" y="103203"/>
                    <a:pt x="157628" y="102613"/>
                    <a:pt x="158790" y="104156"/>
                  </a:cubicBezTo>
                  <a:cubicBezTo>
                    <a:pt x="159542" y="105166"/>
                    <a:pt x="158723" y="107194"/>
                    <a:pt x="159961" y="107671"/>
                  </a:cubicBezTo>
                  <a:cubicBezTo>
                    <a:pt x="164410" y="108166"/>
                    <a:pt x="167734" y="109623"/>
                    <a:pt x="171696" y="108842"/>
                  </a:cubicBezTo>
                  <a:cubicBezTo>
                    <a:pt x="173144" y="108566"/>
                    <a:pt x="174039" y="107223"/>
                    <a:pt x="175220" y="106499"/>
                  </a:cubicBezTo>
                  <a:cubicBezTo>
                    <a:pt x="176944" y="105442"/>
                    <a:pt x="178830" y="104756"/>
                    <a:pt x="179916" y="104156"/>
                  </a:cubicBezTo>
                  <a:cubicBezTo>
                    <a:pt x="182450" y="100822"/>
                    <a:pt x="182841" y="95336"/>
                    <a:pt x="185784" y="92412"/>
                  </a:cubicBezTo>
                  <a:cubicBezTo>
                    <a:pt x="186993" y="94107"/>
                    <a:pt x="188460" y="94983"/>
                    <a:pt x="189308" y="95936"/>
                  </a:cubicBezTo>
                  <a:cubicBezTo>
                    <a:pt x="191575" y="98469"/>
                    <a:pt x="193242" y="100232"/>
                    <a:pt x="195175" y="101803"/>
                  </a:cubicBezTo>
                  <a:cubicBezTo>
                    <a:pt x="195566" y="102118"/>
                    <a:pt x="194871" y="103737"/>
                    <a:pt x="195175" y="104156"/>
                  </a:cubicBezTo>
                  <a:cubicBezTo>
                    <a:pt x="195556" y="104670"/>
                    <a:pt x="197071" y="104832"/>
                    <a:pt x="197528" y="105327"/>
                  </a:cubicBezTo>
                  <a:cubicBezTo>
                    <a:pt x="198423" y="106289"/>
                    <a:pt x="197928" y="107680"/>
                    <a:pt x="198699" y="108852"/>
                  </a:cubicBezTo>
                  <a:cubicBezTo>
                    <a:pt x="199566" y="110157"/>
                    <a:pt x="201500" y="111262"/>
                    <a:pt x="202224" y="112376"/>
                  </a:cubicBezTo>
                  <a:cubicBezTo>
                    <a:pt x="202900" y="113424"/>
                    <a:pt x="203319" y="114348"/>
                    <a:pt x="203395" y="115900"/>
                  </a:cubicBezTo>
                  <a:cubicBezTo>
                    <a:pt x="203462" y="117177"/>
                    <a:pt x="204310" y="116519"/>
                    <a:pt x="204576" y="117072"/>
                  </a:cubicBezTo>
                  <a:cubicBezTo>
                    <a:pt x="206043" y="120234"/>
                    <a:pt x="206500" y="123615"/>
                    <a:pt x="207586" y="127187"/>
                  </a:cubicBezTo>
                  <a:lnTo>
                    <a:pt x="209663" y="137189"/>
                  </a:lnTo>
                  <a:lnTo>
                    <a:pt x="216997" y="141084"/>
                  </a:lnTo>
                  <a:lnTo>
                    <a:pt x="214482" y="129807"/>
                  </a:ln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57" id="57"/>
            <p:cNvGrpSpPr/>
            <p:nvPr/>
          </p:nvGrpSpPr>
          <p:grpSpPr>
            <a:xfrm>
              <a:off x="8922597" y="3032358"/>
              <a:ext cx="203538" cy="109067"/>
              <a:chOff x="2431857" y="435778"/>
              <a:chExt cx="203538" cy="109067"/>
            </a:xfrm>
          </p:grpSpPr>
          <p:sp>
            <p:nvSpPr>
              <p:cNvPr name="Freeform 58" id="58"/>
              <p:cNvSpPr/>
              <p:nvPr/>
            </p:nvSpPr>
            <p:spPr>
              <a:xfrm>
                <a:off x="2431857" y="449541"/>
                <a:ext cx="34164" cy="30160"/>
              </a:xfrm>
              <a:custGeom>
                <a:avLst/>
                <a:gdLst/>
                <a:ahLst/>
                <a:cxnLst/>
                <a:rect r="r" b="b" t="t" l="l"/>
                <a:pathLst>
                  <a:path w="34164" h="30160" stroke="true" fill="norm" extrusionOk="true">
                    <a:moveTo>
                      <a:pt x="32526" y="18479"/>
                    </a:moveTo>
                    <a:cubicBezTo>
                      <a:pt x="33736" y="16774"/>
                      <a:pt x="34250" y="14964"/>
                      <a:pt x="33965" y="12868"/>
                    </a:cubicBezTo>
                    <a:cubicBezTo>
                      <a:pt x="33888" y="12363"/>
                      <a:pt x="33993" y="11925"/>
                      <a:pt x="34165" y="11525"/>
                    </a:cubicBezTo>
                    <a:cubicBezTo>
                      <a:pt x="29192" y="3705"/>
                      <a:pt x="18496" y="1619"/>
                      <a:pt x="7333" y="0"/>
                    </a:cubicBezTo>
                    <a:cubicBezTo>
                      <a:pt x="6971" y="1591"/>
                      <a:pt x="4828" y="1419"/>
                      <a:pt x="3808" y="2353"/>
                    </a:cubicBezTo>
                    <a:cubicBezTo>
                      <a:pt x="2723" y="3334"/>
                      <a:pt x="65" y="7706"/>
                      <a:pt x="284" y="7049"/>
                    </a:cubicBezTo>
                    <a:cubicBezTo>
                      <a:pt x="-744" y="10182"/>
                      <a:pt x="1341" y="20679"/>
                      <a:pt x="1456" y="21146"/>
                    </a:cubicBezTo>
                    <a:cubicBezTo>
                      <a:pt x="1865" y="22784"/>
                      <a:pt x="3561" y="26937"/>
                      <a:pt x="4980" y="27013"/>
                    </a:cubicBezTo>
                    <a:cubicBezTo>
                      <a:pt x="6237" y="27080"/>
                      <a:pt x="5618" y="27956"/>
                      <a:pt x="6152" y="28184"/>
                    </a:cubicBezTo>
                    <a:cubicBezTo>
                      <a:pt x="14781" y="31947"/>
                      <a:pt x="20534" y="29642"/>
                      <a:pt x="27288" y="27013"/>
                    </a:cubicBezTo>
                    <a:cubicBezTo>
                      <a:pt x="27764" y="23727"/>
                      <a:pt x="30869" y="22403"/>
                      <a:pt x="31983" y="21146"/>
                    </a:cubicBezTo>
                    <a:cubicBezTo>
                      <a:pt x="32136" y="20974"/>
                      <a:pt x="32212" y="20755"/>
                      <a:pt x="32269" y="20517"/>
                    </a:cubicBezTo>
                    <a:cubicBezTo>
                      <a:pt x="32012" y="19898"/>
                      <a:pt x="32012" y="19202"/>
                      <a:pt x="32526" y="1847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59" id="59"/>
              <p:cNvSpPr/>
              <p:nvPr/>
            </p:nvSpPr>
            <p:spPr>
              <a:xfrm>
                <a:off x="2477832" y="435778"/>
                <a:ext cx="28949" cy="29851"/>
              </a:xfrm>
              <a:custGeom>
                <a:avLst/>
                <a:gdLst/>
                <a:ahLst/>
                <a:cxnLst/>
                <a:rect r="r" b="b" t="t" l="l"/>
                <a:pathLst>
                  <a:path w="28949" h="29851" stroke="true" fill="norm" extrusionOk="true">
                    <a:moveTo>
                      <a:pt x="10774" y="26079"/>
                    </a:moveTo>
                    <a:lnTo>
                      <a:pt x="10812" y="26108"/>
                    </a:lnTo>
                    <a:cubicBezTo>
                      <a:pt x="11269" y="26299"/>
                      <a:pt x="11631" y="26622"/>
                      <a:pt x="11879" y="27061"/>
                    </a:cubicBezTo>
                    <a:lnTo>
                      <a:pt x="12136" y="27299"/>
                    </a:lnTo>
                    <a:cubicBezTo>
                      <a:pt x="15441" y="27203"/>
                      <a:pt x="18613" y="28013"/>
                      <a:pt x="21909" y="28527"/>
                    </a:cubicBezTo>
                    <a:cubicBezTo>
                      <a:pt x="23928" y="28842"/>
                      <a:pt x="25890" y="29242"/>
                      <a:pt x="27795" y="29851"/>
                    </a:cubicBezTo>
                    <a:cubicBezTo>
                      <a:pt x="27824" y="29670"/>
                      <a:pt x="27824" y="29489"/>
                      <a:pt x="27890" y="29308"/>
                    </a:cubicBezTo>
                    <a:cubicBezTo>
                      <a:pt x="28100" y="28756"/>
                      <a:pt x="28338" y="28327"/>
                      <a:pt x="28615" y="27927"/>
                    </a:cubicBezTo>
                    <a:cubicBezTo>
                      <a:pt x="28500" y="27899"/>
                      <a:pt x="28395" y="27880"/>
                      <a:pt x="28272" y="27851"/>
                    </a:cubicBezTo>
                    <a:cubicBezTo>
                      <a:pt x="30043" y="22565"/>
                      <a:pt x="27862" y="18907"/>
                      <a:pt x="27186" y="13259"/>
                    </a:cubicBezTo>
                    <a:cubicBezTo>
                      <a:pt x="26881" y="12878"/>
                      <a:pt x="26681" y="12411"/>
                      <a:pt x="26709" y="11773"/>
                    </a:cubicBezTo>
                    <a:cubicBezTo>
                      <a:pt x="26738" y="11240"/>
                      <a:pt x="26681" y="10773"/>
                      <a:pt x="26557" y="10354"/>
                    </a:cubicBezTo>
                    <a:cubicBezTo>
                      <a:pt x="26414" y="10220"/>
                      <a:pt x="26252" y="10125"/>
                      <a:pt x="26128" y="9954"/>
                    </a:cubicBezTo>
                    <a:cubicBezTo>
                      <a:pt x="25462" y="9039"/>
                      <a:pt x="24900" y="8115"/>
                      <a:pt x="23947" y="7468"/>
                    </a:cubicBezTo>
                    <a:cubicBezTo>
                      <a:pt x="23528" y="7182"/>
                      <a:pt x="23281" y="6829"/>
                      <a:pt x="23109" y="6448"/>
                    </a:cubicBezTo>
                    <a:cubicBezTo>
                      <a:pt x="22871" y="6544"/>
                      <a:pt x="22642" y="6601"/>
                      <a:pt x="22404" y="6725"/>
                    </a:cubicBezTo>
                    <a:cubicBezTo>
                      <a:pt x="21671" y="3858"/>
                      <a:pt x="17594" y="2734"/>
                      <a:pt x="16537" y="2019"/>
                    </a:cubicBezTo>
                    <a:cubicBezTo>
                      <a:pt x="15365" y="1248"/>
                      <a:pt x="14603" y="1248"/>
                      <a:pt x="13013" y="848"/>
                    </a:cubicBezTo>
                    <a:cubicBezTo>
                      <a:pt x="10926" y="333"/>
                      <a:pt x="8136" y="133"/>
                      <a:pt x="4926" y="0"/>
                    </a:cubicBezTo>
                    <a:cubicBezTo>
                      <a:pt x="2707" y="1800"/>
                      <a:pt x="1535" y="5191"/>
                      <a:pt x="40" y="7772"/>
                    </a:cubicBezTo>
                    <a:cubicBezTo>
                      <a:pt x="-189" y="11192"/>
                      <a:pt x="620" y="13564"/>
                      <a:pt x="1268" y="16116"/>
                    </a:cubicBezTo>
                    <a:cubicBezTo>
                      <a:pt x="3792" y="18879"/>
                      <a:pt x="6898" y="25241"/>
                      <a:pt x="10774" y="26079"/>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0" id="60"/>
              <p:cNvSpPr/>
              <p:nvPr/>
            </p:nvSpPr>
            <p:spPr>
              <a:xfrm>
                <a:off x="2474949" y="467487"/>
                <a:ext cx="30439" cy="28219"/>
              </a:xfrm>
              <a:custGeom>
                <a:avLst/>
                <a:gdLst/>
                <a:ahLst/>
                <a:cxnLst/>
                <a:rect r="r" b="b" t="t" l="l"/>
                <a:pathLst>
                  <a:path w="30439" h="28219" stroke="true" fill="norm" extrusionOk="true">
                    <a:moveTo>
                      <a:pt x="23496" y="1524"/>
                    </a:moveTo>
                    <a:cubicBezTo>
                      <a:pt x="20077" y="1029"/>
                      <a:pt x="16905" y="86"/>
                      <a:pt x="13409" y="533"/>
                    </a:cubicBezTo>
                    <a:cubicBezTo>
                      <a:pt x="12628" y="629"/>
                      <a:pt x="12056" y="400"/>
                      <a:pt x="11666" y="0"/>
                    </a:cubicBezTo>
                    <a:cubicBezTo>
                      <a:pt x="10942" y="467"/>
                      <a:pt x="10256" y="991"/>
                      <a:pt x="9561" y="1524"/>
                    </a:cubicBezTo>
                    <a:cubicBezTo>
                      <a:pt x="8351" y="3448"/>
                      <a:pt x="5665" y="3905"/>
                      <a:pt x="4151" y="5515"/>
                    </a:cubicBezTo>
                    <a:cubicBezTo>
                      <a:pt x="340" y="9573"/>
                      <a:pt x="-879" y="16631"/>
                      <a:pt x="627" y="20784"/>
                    </a:cubicBezTo>
                    <a:cubicBezTo>
                      <a:pt x="941" y="21641"/>
                      <a:pt x="1179" y="23479"/>
                      <a:pt x="1798" y="24308"/>
                    </a:cubicBezTo>
                    <a:cubicBezTo>
                      <a:pt x="2522" y="25279"/>
                      <a:pt x="4313" y="24727"/>
                      <a:pt x="5322" y="25479"/>
                    </a:cubicBezTo>
                    <a:cubicBezTo>
                      <a:pt x="5827" y="25860"/>
                      <a:pt x="5837" y="27613"/>
                      <a:pt x="6494" y="27823"/>
                    </a:cubicBezTo>
                    <a:cubicBezTo>
                      <a:pt x="10332" y="29061"/>
                      <a:pt x="15123" y="27041"/>
                      <a:pt x="15885" y="26651"/>
                    </a:cubicBezTo>
                    <a:cubicBezTo>
                      <a:pt x="16905" y="26127"/>
                      <a:pt x="18381" y="26203"/>
                      <a:pt x="19410" y="25479"/>
                    </a:cubicBezTo>
                    <a:cubicBezTo>
                      <a:pt x="20372" y="24794"/>
                      <a:pt x="19886" y="23003"/>
                      <a:pt x="20581" y="21955"/>
                    </a:cubicBezTo>
                    <a:cubicBezTo>
                      <a:pt x="21181" y="21060"/>
                      <a:pt x="22305" y="20803"/>
                      <a:pt x="22934" y="19602"/>
                    </a:cubicBezTo>
                    <a:cubicBezTo>
                      <a:pt x="23934" y="17707"/>
                      <a:pt x="25020" y="15964"/>
                      <a:pt x="25277" y="14907"/>
                    </a:cubicBezTo>
                    <a:cubicBezTo>
                      <a:pt x="25439" y="14240"/>
                      <a:pt x="24982" y="13164"/>
                      <a:pt x="25277" y="12563"/>
                    </a:cubicBezTo>
                    <a:cubicBezTo>
                      <a:pt x="25582" y="11944"/>
                      <a:pt x="27239" y="10925"/>
                      <a:pt x="27630" y="10211"/>
                    </a:cubicBezTo>
                    <a:cubicBezTo>
                      <a:pt x="28277" y="9011"/>
                      <a:pt x="28306" y="7658"/>
                      <a:pt x="28801" y="6687"/>
                    </a:cubicBezTo>
                    <a:cubicBezTo>
                      <a:pt x="29430" y="5458"/>
                      <a:pt x="29906" y="4258"/>
                      <a:pt x="30440" y="3210"/>
                    </a:cubicBezTo>
                    <a:cubicBezTo>
                      <a:pt x="28230" y="2315"/>
                      <a:pt x="25858" y="1876"/>
                      <a:pt x="23496" y="152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61" id="61"/>
              <p:cNvSpPr/>
              <p:nvPr/>
            </p:nvSpPr>
            <p:spPr>
              <a:xfrm>
                <a:off x="2513039" y="440100"/>
                <a:ext cx="26424" cy="32844"/>
              </a:xfrm>
              <a:custGeom>
                <a:avLst/>
                <a:gdLst/>
                <a:ahLst/>
                <a:cxnLst/>
                <a:rect r="r" b="b" t="t" l="l"/>
                <a:pathLst>
                  <a:path w="26424" h="32844" stroke="true" fill="norm" extrusionOk="true">
                    <a:moveTo>
                      <a:pt x="2456" y="21176"/>
                    </a:moveTo>
                    <a:cubicBezTo>
                      <a:pt x="2561" y="23157"/>
                      <a:pt x="6609" y="24062"/>
                      <a:pt x="3694" y="24681"/>
                    </a:cubicBezTo>
                    <a:cubicBezTo>
                      <a:pt x="4370" y="25586"/>
                      <a:pt x="4561" y="26625"/>
                      <a:pt x="4551" y="27672"/>
                    </a:cubicBezTo>
                    <a:cubicBezTo>
                      <a:pt x="10390" y="28425"/>
                      <a:pt x="16143" y="30235"/>
                      <a:pt x="21449" y="32844"/>
                    </a:cubicBezTo>
                    <a:cubicBezTo>
                      <a:pt x="21591" y="32663"/>
                      <a:pt x="21734" y="32425"/>
                      <a:pt x="21934" y="32159"/>
                    </a:cubicBezTo>
                    <a:cubicBezTo>
                      <a:pt x="22410" y="31501"/>
                      <a:pt x="22972" y="31025"/>
                      <a:pt x="23649" y="30644"/>
                    </a:cubicBezTo>
                    <a:cubicBezTo>
                      <a:pt x="23639" y="30625"/>
                      <a:pt x="23611" y="30606"/>
                      <a:pt x="23591" y="30577"/>
                    </a:cubicBezTo>
                    <a:cubicBezTo>
                      <a:pt x="25706" y="24729"/>
                      <a:pt x="27259" y="18538"/>
                      <a:pt x="25935" y="12966"/>
                    </a:cubicBezTo>
                    <a:cubicBezTo>
                      <a:pt x="25887" y="12766"/>
                      <a:pt x="24982" y="12661"/>
                      <a:pt x="24763" y="11794"/>
                    </a:cubicBezTo>
                    <a:cubicBezTo>
                      <a:pt x="24116" y="9222"/>
                      <a:pt x="23792" y="9746"/>
                      <a:pt x="22410" y="8270"/>
                    </a:cubicBezTo>
                    <a:cubicBezTo>
                      <a:pt x="21715" y="7527"/>
                      <a:pt x="21982" y="5431"/>
                      <a:pt x="21239" y="4746"/>
                    </a:cubicBezTo>
                    <a:cubicBezTo>
                      <a:pt x="20610" y="4165"/>
                      <a:pt x="18353" y="3965"/>
                      <a:pt x="17715" y="3574"/>
                    </a:cubicBezTo>
                    <a:cubicBezTo>
                      <a:pt x="17400" y="3384"/>
                      <a:pt x="17076" y="2755"/>
                      <a:pt x="16543" y="2402"/>
                    </a:cubicBezTo>
                    <a:cubicBezTo>
                      <a:pt x="13933" y="659"/>
                      <a:pt x="8018" y="-226"/>
                      <a:pt x="5980" y="50"/>
                    </a:cubicBezTo>
                    <a:cubicBezTo>
                      <a:pt x="5599" y="97"/>
                      <a:pt x="5084" y="2107"/>
                      <a:pt x="3627" y="1221"/>
                    </a:cubicBezTo>
                    <a:cubicBezTo>
                      <a:pt x="436" y="4355"/>
                      <a:pt x="-307" y="8537"/>
                      <a:pt x="103" y="14137"/>
                    </a:cubicBezTo>
                    <a:cubicBezTo>
                      <a:pt x="274" y="16318"/>
                      <a:pt x="2408" y="20157"/>
                      <a:pt x="2456" y="21176"/>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62" id="62"/>
              <p:cNvSpPr/>
              <p:nvPr/>
            </p:nvSpPr>
            <p:spPr>
              <a:xfrm>
                <a:off x="2507094" y="472401"/>
                <a:ext cx="25742" cy="27632"/>
              </a:xfrm>
              <a:custGeom>
                <a:avLst/>
                <a:gdLst/>
                <a:ahLst/>
                <a:cxnLst/>
                <a:rect r="r" b="b" t="t" l="l"/>
                <a:pathLst>
                  <a:path w="25742" h="27632" stroke="true" fill="norm" extrusionOk="true">
                    <a:moveTo>
                      <a:pt x="8515" y="0"/>
                    </a:moveTo>
                    <a:cubicBezTo>
                      <a:pt x="8401" y="124"/>
                      <a:pt x="8344" y="267"/>
                      <a:pt x="8220" y="381"/>
                    </a:cubicBezTo>
                    <a:cubicBezTo>
                      <a:pt x="8267" y="467"/>
                      <a:pt x="8344" y="524"/>
                      <a:pt x="8401" y="619"/>
                    </a:cubicBezTo>
                    <a:cubicBezTo>
                      <a:pt x="6896" y="1038"/>
                      <a:pt x="6867" y="3048"/>
                      <a:pt x="6058" y="4143"/>
                    </a:cubicBezTo>
                    <a:cubicBezTo>
                      <a:pt x="5420" y="5001"/>
                      <a:pt x="3791" y="4982"/>
                      <a:pt x="3705" y="6496"/>
                    </a:cubicBezTo>
                    <a:cubicBezTo>
                      <a:pt x="3638" y="7801"/>
                      <a:pt x="2838" y="7077"/>
                      <a:pt x="2533" y="7668"/>
                    </a:cubicBezTo>
                    <a:cubicBezTo>
                      <a:pt x="1247" y="10192"/>
                      <a:pt x="-600" y="13954"/>
                      <a:pt x="190" y="18231"/>
                    </a:cubicBezTo>
                    <a:cubicBezTo>
                      <a:pt x="686" y="20926"/>
                      <a:pt x="2591" y="22003"/>
                      <a:pt x="3714" y="22927"/>
                    </a:cubicBezTo>
                    <a:cubicBezTo>
                      <a:pt x="4115" y="23251"/>
                      <a:pt x="3353" y="24908"/>
                      <a:pt x="3714" y="25279"/>
                    </a:cubicBezTo>
                    <a:cubicBezTo>
                      <a:pt x="4077" y="25651"/>
                      <a:pt x="5743" y="24879"/>
                      <a:pt x="6067" y="25279"/>
                    </a:cubicBezTo>
                    <a:cubicBezTo>
                      <a:pt x="6734" y="26098"/>
                      <a:pt x="10287" y="27632"/>
                      <a:pt x="11935" y="27632"/>
                    </a:cubicBezTo>
                    <a:cubicBezTo>
                      <a:pt x="15573" y="27632"/>
                      <a:pt x="20136" y="24127"/>
                      <a:pt x="21326" y="22927"/>
                    </a:cubicBezTo>
                    <a:cubicBezTo>
                      <a:pt x="23031" y="21222"/>
                      <a:pt x="23222" y="20031"/>
                      <a:pt x="23669" y="18231"/>
                    </a:cubicBezTo>
                    <a:cubicBezTo>
                      <a:pt x="23869" y="17440"/>
                      <a:pt x="24793" y="17212"/>
                      <a:pt x="24841" y="17059"/>
                    </a:cubicBezTo>
                    <a:cubicBezTo>
                      <a:pt x="26289" y="12297"/>
                      <a:pt x="25698" y="9173"/>
                      <a:pt x="25098" y="4839"/>
                    </a:cubicBezTo>
                    <a:cubicBezTo>
                      <a:pt x="19907" y="2296"/>
                      <a:pt x="14211" y="495"/>
                      <a:pt x="8515" y="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3" id="63"/>
              <p:cNvSpPr/>
              <p:nvPr/>
            </p:nvSpPr>
            <p:spPr>
              <a:xfrm>
                <a:off x="2544272" y="449496"/>
                <a:ext cx="25229" cy="33773"/>
              </a:xfrm>
              <a:custGeom>
                <a:avLst/>
                <a:gdLst/>
                <a:ahLst/>
                <a:cxnLst/>
                <a:rect r="r" b="b" t="t" l="l"/>
                <a:pathLst>
                  <a:path w="25229" h="33773" stroke="true" fill="norm" extrusionOk="true">
                    <a:moveTo>
                      <a:pt x="8799" y="36"/>
                    </a:moveTo>
                    <a:cubicBezTo>
                      <a:pt x="8732" y="46"/>
                      <a:pt x="8866" y="1132"/>
                      <a:pt x="8799" y="1208"/>
                    </a:cubicBezTo>
                    <a:cubicBezTo>
                      <a:pt x="8284" y="1837"/>
                      <a:pt x="4741" y="1856"/>
                      <a:pt x="4103" y="2379"/>
                    </a:cubicBezTo>
                    <a:cubicBezTo>
                      <a:pt x="3008" y="3275"/>
                      <a:pt x="312" y="7713"/>
                      <a:pt x="579" y="7075"/>
                    </a:cubicBezTo>
                    <a:cubicBezTo>
                      <a:pt x="179" y="8047"/>
                      <a:pt x="808" y="9571"/>
                      <a:pt x="579" y="10600"/>
                    </a:cubicBezTo>
                    <a:cubicBezTo>
                      <a:pt x="198" y="12343"/>
                      <a:pt x="-507" y="11857"/>
                      <a:pt x="579" y="12943"/>
                    </a:cubicBezTo>
                    <a:cubicBezTo>
                      <a:pt x="1179" y="13543"/>
                      <a:pt x="369" y="16753"/>
                      <a:pt x="579" y="17639"/>
                    </a:cubicBezTo>
                    <a:cubicBezTo>
                      <a:pt x="1226" y="20401"/>
                      <a:pt x="2836" y="21820"/>
                      <a:pt x="2932" y="23506"/>
                    </a:cubicBezTo>
                    <a:cubicBezTo>
                      <a:pt x="3027" y="25411"/>
                      <a:pt x="6723" y="26325"/>
                      <a:pt x="4418" y="26935"/>
                    </a:cubicBezTo>
                    <a:cubicBezTo>
                      <a:pt x="4932" y="27297"/>
                      <a:pt x="5256" y="27849"/>
                      <a:pt x="5275" y="28526"/>
                    </a:cubicBezTo>
                    <a:cubicBezTo>
                      <a:pt x="8180" y="29707"/>
                      <a:pt x="11123" y="30831"/>
                      <a:pt x="14066" y="31897"/>
                    </a:cubicBezTo>
                    <a:cubicBezTo>
                      <a:pt x="15590" y="32450"/>
                      <a:pt x="17095" y="33031"/>
                      <a:pt x="18495" y="33774"/>
                    </a:cubicBezTo>
                    <a:cubicBezTo>
                      <a:pt x="18829" y="33383"/>
                      <a:pt x="19172" y="33002"/>
                      <a:pt x="19562" y="32669"/>
                    </a:cubicBezTo>
                    <a:cubicBezTo>
                      <a:pt x="20038" y="32269"/>
                      <a:pt x="20629" y="32021"/>
                      <a:pt x="21239" y="31869"/>
                    </a:cubicBezTo>
                    <a:cubicBezTo>
                      <a:pt x="23858" y="28268"/>
                      <a:pt x="25201" y="24335"/>
                      <a:pt x="25230" y="19982"/>
                    </a:cubicBezTo>
                    <a:cubicBezTo>
                      <a:pt x="25296" y="9533"/>
                      <a:pt x="14733" y="-688"/>
                      <a:pt x="8799" y="3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4" id="64"/>
              <p:cNvSpPr/>
              <p:nvPr/>
            </p:nvSpPr>
            <p:spPr>
              <a:xfrm>
                <a:off x="2533097" y="482450"/>
                <a:ext cx="24345" cy="25797"/>
              </a:xfrm>
              <a:custGeom>
                <a:avLst/>
                <a:gdLst/>
                <a:ahLst/>
                <a:cxnLst/>
                <a:rect r="r" b="b" t="t" l="l"/>
                <a:pathLst>
                  <a:path w="24345" h="25797" stroke="true" fill="norm" extrusionOk="true">
                    <a:moveTo>
                      <a:pt x="23756" y="5048"/>
                    </a:moveTo>
                    <a:cubicBezTo>
                      <a:pt x="23841" y="4591"/>
                      <a:pt x="24051" y="4181"/>
                      <a:pt x="24346" y="3839"/>
                    </a:cubicBezTo>
                    <a:cubicBezTo>
                      <a:pt x="23165" y="3419"/>
                      <a:pt x="21974" y="3029"/>
                      <a:pt x="20812" y="2581"/>
                    </a:cubicBezTo>
                    <a:cubicBezTo>
                      <a:pt x="18669" y="1762"/>
                      <a:pt x="16545" y="876"/>
                      <a:pt x="14421" y="0"/>
                    </a:cubicBezTo>
                    <a:cubicBezTo>
                      <a:pt x="13764" y="457"/>
                      <a:pt x="12973" y="438"/>
                      <a:pt x="12259" y="162"/>
                    </a:cubicBezTo>
                    <a:cubicBezTo>
                      <a:pt x="9420" y="952"/>
                      <a:pt x="7306" y="2457"/>
                      <a:pt x="5868" y="4648"/>
                    </a:cubicBezTo>
                    <a:cubicBezTo>
                      <a:pt x="4382" y="5077"/>
                      <a:pt x="4315" y="7068"/>
                      <a:pt x="3524" y="8172"/>
                    </a:cubicBezTo>
                    <a:cubicBezTo>
                      <a:pt x="2429" y="9696"/>
                      <a:pt x="1457" y="10354"/>
                      <a:pt x="0" y="11697"/>
                    </a:cubicBezTo>
                    <a:cubicBezTo>
                      <a:pt x="2734" y="13306"/>
                      <a:pt x="419" y="16993"/>
                      <a:pt x="1172" y="19917"/>
                    </a:cubicBezTo>
                    <a:cubicBezTo>
                      <a:pt x="1886" y="22660"/>
                      <a:pt x="3724" y="23803"/>
                      <a:pt x="4696" y="25784"/>
                    </a:cubicBezTo>
                    <a:cubicBezTo>
                      <a:pt x="9001" y="25984"/>
                      <a:pt x="11602" y="23870"/>
                      <a:pt x="12916" y="22260"/>
                    </a:cubicBezTo>
                    <a:cubicBezTo>
                      <a:pt x="13240" y="21869"/>
                      <a:pt x="14850" y="22574"/>
                      <a:pt x="15269" y="22260"/>
                    </a:cubicBezTo>
                    <a:cubicBezTo>
                      <a:pt x="16174" y="21584"/>
                      <a:pt x="16888" y="19660"/>
                      <a:pt x="17612" y="18745"/>
                    </a:cubicBezTo>
                    <a:cubicBezTo>
                      <a:pt x="18222" y="17983"/>
                      <a:pt x="20679" y="16069"/>
                      <a:pt x="21136" y="15221"/>
                    </a:cubicBezTo>
                    <a:cubicBezTo>
                      <a:pt x="22622" y="12440"/>
                      <a:pt x="22441" y="10201"/>
                      <a:pt x="23489" y="9354"/>
                    </a:cubicBezTo>
                    <a:cubicBezTo>
                      <a:pt x="24251" y="8725"/>
                      <a:pt x="23260" y="6077"/>
                      <a:pt x="23756" y="504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65" id="65"/>
              <p:cNvSpPr/>
              <p:nvPr/>
            </p:nvSpPr>
            <p:spPr>
              <a:xfrm>
                <a:off x="2587670" y="515607"/>
                <a:ext cx="29275" cy="29238"/>
              </a:xfrm>
              <a:custGeom>
                <a:avLst/>
                <a:gdLst/>
                <a:ahLst/>
                <a:cxnLst/>
                <a:rect r="r" b="b" t="t" l="l"/>
                <a:pathLst>
                  <a:path w="29275" h="29238" stroke="true" fill="norm" extrusionOk="true">
                    <a:moveTo>
                      <a:pt x="29275" y="12468"/>
                    </a:moveTo>
                    <a:cubicBezTo>
                      <a:pt x="27551" y="10287"/>
                      <a:pt x="25922" y="7991"/>
                      <a:pt x="23884" y="6096"/>
                    </a:cubicBezTo>
                    <a:cubicBezTo>
                      <a:pt x="21503" y="3886"/>
                      <a:pt x="18903" y="2267"/>
                      <a:pt x="16083" y="695"/>
                    </a:cubicBezTo>
                    <a:cubicBezTo>
                      <a:pt x="15769" y="524"/>
                      <a:pt x="15626" y="248"/>
                      <a:pt x="15445" y="0"/>
                    </a:cubicBezTo>
                    <a:cubicBezTo>
                      <a:pt x="15350" y="48"/>
                      <a:pt x="15264" y="124"/>
                      <a:pt x="15159" y="162"/>
                    </a:cubicBezTo>
                    <a:cubicBezTo>
                      <a:pt x="15264" y="267"/>
                      <a:pt x="15378" y="381"/>
                      <a:pt x="15493" y="486"/>
                    </a:cubicBezTo>
                    <a:lnTo>
                      <a:pt x="14978" y="581"/>
                    </a:lnTo>
                    <a:cubicBezTo>
                      <a:pt x="14921" y="467"/>
                      <a:pt x="14883" y="352"/>
                      <a:pt x="14845" y="238"/>
                    </a:cubicBezTo>
                    <a:cubicBezTo>
                      <a:pt x="14502" y="324"/>
                      <a:pt x="14130" y="352"/>
                      <a:pt x="13711" y="324"/>
                    </a:cubicBezTo>
                    <a:cubicBezTo>
                      <a:pt x="13626" y="591"/>
                      <a:pt x="13578" y="848"/>
                      <a:pt x="13521" y="848"/>
                    </a:cubicBezTo>
                    <a:cubicBezTo>
                      <a:pt x="12359" y="962"/>
                      <a:pt x="11159" y="791"/>
                      <a:pt x="9997" y="848"/>
                    </a:cubicBezTo>
                    <a:cubicBezTo>
                      <a:pt x="8730" y="914"/>
                      <a:pt x="9378" y="1772"/>
                      <a:pt x="8825" y="2019"/>
                    </a:cubicBezTo>
                    <a:cubicBezTo>
                      <a:pt x="3091" y="4610"/>
                      <a:pt x="1872" y="6648"/>
                      <a:pt x="605" y="12583"/>
                    </a:cubicBezTo>
                    <a:cubicBezTo>
                      <a:pt x="-414" y="17345"/>
                      <a:pt x="43" y="18555"/>
                      <a:pt x="605" y="20803"/>
                    </a:cubicBezTo>
                    <a:cubicBezTo>
                      <a:pt x="1253" y="23374"/>
                      <a:pt x="1795" y="22784"/>
                      <a:pt x="2958" y="24327"/>
                    </a:cubicBezTo>
                    <a:cubicBezTo>
                      <a:pt x="3710" y="25336"/>
                      <a:pt x="2891" y="27365"/>
                      <a:pt x="4129" y="27842"/>
                    </a:cubicBezTo>
                    <a:cubicBezTo>
                      <a:pt x="8577" y="28337"/>
                      <a:pt x="11901" y="29794"/>
                      <a:pt x="15864" y="29013"/>
                    </a:cubicBezTo>
                    <a:cubicBezTo>
                      <a:pt x="17312" y="28737"/>
                      <a:pt x="18207" y="27394"/>
                      <a:pt x="19388" y="26670"/>
                    </a:cubicBezTo>
                    <a:cubicBezTo>
                      <a:pt x="21112" y="25613"/>
                      <a:pt x="22998" y="24927"/>
                      <a:pt x="24084" y="24327"/>
                    </a:cubicBezTo>
                    <a:cubicBezTo>
                      <a:pt x="26208" y="21526"/>
                      <a:pt x="26903" y="17297"/>
                      <a:pt x="28789" y="14259"/>
                    </a:cubicBezTo>
                    <a:cubicBezTo>
                      <a:pt x="28694" y="13754"/>
                      <a:pt x="28751" y="13211"/>
                      <a:pt x="29113" y="12640"/>
                    </a:cubicBezTo>
                    <a:cubicBezTo>
                      <a:pt x="29170" y="12573"/>
                      <a:pt x="29237" y="12535"/>
                      <a:pt x="29275" y="124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66" id="66"/>
              <p:cNvSpPr/>
              <p:nvPr/>
            </p:nvSpPr>
            <p:spPr>
              <a:xfrm>
                <a:off x="2606944" y="493526"/>
                <a:ext cx="28452" cy="31710"/>
              </a:xfrm>
              <a:custGeom>
                <a:avLst/>
                <a:gdLst/>
                <a:ahLst/>
                <a:cxnLst/>
                <a:rect r="r" b="b" t="t" l="l"/>
                <a:pathLst>
                  <a:path w="28452" h="31710" stroke="true" fill="norm" extrusionOk="true">
                    <a:moveTo>
                      <a:pt x="28157" y="14556"/>
                    </a:moveTo>
                    <a:cubicBezTo>
                      <a:pt x="28119" y="14213"/>
                      <a:pt x="28081" y="13841"/>
                      <a:pt x="28042" y="13479"/>
                    </a:cubicBezTo>
                    <a:lnTo>
                      <a:pt x="26404" y="9393"/>
                    </a:lnTo>
                    <a:cubicBezTo>
                      <a:pt x="26356" y="9279"/>
                      <a:pt x="26375" y="9184"/>
                      <a:pt x="26347" y="9079"/>
                    </a:cubicBezTo>
                    <a:cubicBezTo>
                      <a:pt x="26223" y="8965"/>
                      <a:pt x="26147" y="8812"/>
                      <a:pt x="26004" y="8717"/>
                    </a:cubicBezTo>
                    <a:cubicBezTo>
                      <a:pt x="25261" y="8231"/>
                      <a:pt x="24947" y="7555"/>
                      <a:pt x="24909" y="6860"/>
                    </a:cubicBezTo>
                    <a:cubicBezTo>
                      <a:pt x="23108" y="6050"/>
                      <a:pt x="21527" y="5155"/>
                      <a:pt x="20241" y="3250"/>
                    </a:cubicBezTo>
                    <a:cubicBezTo>
                      <a:pt x="20203" y="3192"/>
                      <a:pt x="20194" y="3135"/>
                      <a:pt x="20165" y="3088"/>
                    </a:cubicBezTo>
                    <a:cubicBezTo>
                      <a:pt x="18841" y="2821"/>
                      <a:pt x="18470" y="849"/>
                      <a:pt x="17746" y="621"/>
                    </a:cubicBezTo>
                    <a:cubicBezTo>
                      <a:pt x="11107" y="-1541"/>
                      <a:pt x="5392" y="2611"/>
                      <a:pt x="1306" y="2964"/>
                    </a:cubicBezTo>
                    <a:cubicBezTo>
                      <a:pt x="505" y="7250"/>
                      <a:pt x="-333" y="11508"/>
                      <a:pt x="134" y="17051"/>
                    </a:cubicBezTo>
                    <a:cubicBezTo>
                      <a:pt x="96" y="17042"/>
                      <a:pt x="67" y="17032"/>
                      <a:pt x="39" y="17013"/>
                    </a:cubicBezTo>
                    <a:cubicBezTo>
                      <a:pt x="1239" y="17794"/>
                      <a:pt x="2229" y="18871"/>
                      <a:pt x="2554" y="20318"/>
                    </a:cubicBezTo>
                    <a:cubicBezTo>
                      <a:pt x="2572" y="20385"/>
                      <a:pt x="2544" y="20433"/>
                      <a:pt x="2554" y="20490"/>
                    </a:cubicBezTo>
                    <a:cubicBezTo>
                      <a:pt x="4211" y="21528"/>
                      <a:pt x="5830" y="22633"/>
                      <a:pt x="7278" y="23976"/>
                    </a:cubicBezTo>
                    <a:cubicBezTo>
                      <a:pt x="9792" y="26319"/>
                      <a:pt x="11793" y="29062"/>
                      <a:pt x="13965" y="31710"/>
                    </a:cubicBezTo>
                    <a:cubicBezTo>
                      <a:pt x="14764" y="31425"/>
                      <a:pt x="15603" y="31177"/>
                      <a:pt x="16460" y="30967"/>
                    </a:cubicBezTo>
                    <a:cubicBezTo>
                      <a:pt x="16850" y="29805"/>
                      <a:pt x="19184" y="30720"/>
                      <a:pt x="20098" y="29967"/>
                    </a:cubicBezTo>
                    <a:cubicBezTo>
                      <a:pt x="21165" y="29081"/>
                      <a:pt x="20756" y="26700"/>
                      <a:pt x="22451" y="26443"/>
                    </a:cubicBezTo>
                    <a:cubicBezTo>
                      <a:pt x="23766" y="23890"/>
                      <a:pt x="26309" y="22557"/>
                      <a:pt x="27109" y="19480"/>
                    </a:cubicBezTo>
                    <a:cubicBezTo>
                      <a:pt x="27519" y="18356"/>
                      <a:pt x="28033" y="16927"/>
                      <a:pt x="28452" y="15461"/>
                    </a:cubicBezTo>
                    <a:cubicBezTo>
                      <a:pt x="28309" y="15194"/>
                      <a:pt x="28195" y="14899"/>
                      <a:pt x="28157" y="14556"/>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67" id="67"/>
              <p:cNvSpPr/>
              <p:nvPr/>
            </p:nvSpPr>
            <p:spPr>
              <a:xfrm>
                <a:off x="2570435" y="467957"/>
                <a:ext cx="27351" cy="31152"/>
              </a:xfrm>
              <a:custGeom>
                <a:avLst/>
                <a:gdLst/>
                <a:ahLst/>
                <a:cxnLst/>
                <a:rect r="r" b="b" t="t" l="l"/>
                <a:pathLst>
                  <a:path w="27351" h="31152" stroke="true" fill="norm" extrusionOk="true">
                    <a:moveTo>
                      <a:pt x="181" y="17932"/>
                    </a:moveTo>
                    <a:cubicBezTo>
                      <a:pt x="267" y="18341"/>
                      <a:pt x="333" y="18760"/>
                      <a:pt x="324" y="19179"/>
                    </a:cubicBezTo>
                    <a:cubicBezTo>
                      <a:pt x="314" y="19875"/>
                      <a:pt x="181" y="20418"/>
                      <a:pt x="0" y="20913"/>
                    </a:cubicBezTo>
                    <a:cubicBezTo>
                      <a:pt x="7163" y="23551"/>
                      <a:pt x="13983" y="26876"/>
                      <a:pt x="20279" y="31152"/>
                    </a:cubicBezTo>
                    <a:cubicBezTo>
                      <a:pt x="20717" y="30857"/>
                      <a:pt x="21155" y="30562"/>
                      <a:pt x="21584" y="30295"/>
                    </a:cubicBezTo>
                    <a:cubicBezTo>
                      <a:pt x="23527" y="24094"/>
                      <a:pt x="28118" y="21323"/>
                      <a:pt x="27241" y="14446"/>
                    </a:cubicBezTo>
                    <a:cubicBezTo>
                      <a:pt x="26899" y="11721"/>
                      <a:pt x="24927" y="10740"/>
                      <a:pt x="23717" y="9750"/>
                    </a:cubicBezTo>
                    <a:cubicBezTo>
                      <a:pt x="23336" y="9435"/>
                      <a:pt x="24012" y="7826"/>
                      <a:pt x="23717" y="7397"/>
                    </a:cubicBezTo>
                    <a:cubicBezTo>
                      <a:pt x="21679" y="4482"/>
                      <a:pt x="18307" y="3968"/>
                      <a:pt x="15497" y="2711"/>
                    </a:cubicBezTo>
                    <a:cubicBezTo>
                      <a:pt x="15069" y="2511"/>
                      <a:pt x="14897" y="501"/>
                      <a:pt x="14326" y="358"/>
                    </a:cubicBezTo>
                    <a:cubicBezTo>
                      <a:pt x="10268" y="-661"/>
                      <a:pt x="6458" y="739"/>
                      <a:pt x="2591" y="1530"/>
                    </a:cubicBezTo>
                    <a:cubicBezTo>
                      <a:pt x="2477" y="3378"/>
                      <a:pt x="2743" y="5597"/>
                      <a:pt x="238" y="5054"/>
                    </a:cubicBezTo>
                    <a:cubicBezTo>
                      <a:pt x="-429" y="9302"/>
                      <a:pt x="3724" y="14788"/>
                      <a:pt x="238" y="17970"/>
                    </a:cubicBezTo>
                    <a:cubicBezTo>
                      <a:pt x="228" y="17951"/>
                      <a:pt x="200" y="17941"/>
                      <a:pt x="181" y="17932"/>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8" id="68"/>
              <p:cNvSpPr/>
              <p:nvPr/>
            </p:nvSpPr>
            <p:spPr>
              <a:xfrm>
                <a:off x="2553981" y="493147"/>
                <a:ext cx="32856" cy="27612"/>
              </a:xfrm>
              <a:custGeom>
                <a:avLst/>
                <a:gdLst/>
                <a:ahLst/>
                <a:cxnLst/>
                <a:rect r="r" b="b" t="t" l="l"/>
                <a:pathLst>
                  <a:path w="32856" h="27612" stroke="true" fill="norm" extrusionOk="true">
                    <a:moveTo>
                      <a:pt x="32856" y="9144"/>
                    </a:moveTo>
                    <a:cubicBezTo>
                      <a:pt x="26979" y="5305"/>
                      <a:pt x="20597" y="2362"/>
                      <a:pt x="13968" y="0"/>
                    </a:cubicBezTo>
                    <a:cubicBezTo>
                      <a:pt x="10225" y="1210"/>
                      <a:pt x="8510" y="4315"/>
                      <a:pt x="6138" y="6877"/>
                    </a:cubicBezTo>
                    <a:cubicBezTo>
                      <a:pt x="5300" y="7772"/>
                      <a:pt x="3605" y="7249"/>
                      <a:pt x="2614" y="8049"/>
                    </a:cubicBezTo>
                    <a:cubicBezTo>
                      <a:pt x="2233" y="8363"/>
                      <a:pt x="2909" y="9973"/>
                      <a:pt x="2614" y="10392"/>
                    </a:cubicBezTo>
                    <a:cubicBezTo>
                      <a:pt x="1909" y="11411"/>
                      <a:pt x="633" y="12449"/>
                      <a:pt x="261" y="13916"/>
                    </a:cubicBezTo>
                    <a:cubicBezTo>
                      <a:pt x="-53" y="15183"/>
                      <a:pt x="-120" y="18536"/>
                      <a:pt x="261" y="19783"/>
                    </a:cubicBezTo>
                    <a:cubicBezTo>
                      <a:pt x="376" y="20145"/>
                      <a:pt x="2309" y="21669"/>
                      <a:pt x="2614" y="22127"/>
                    </a:cubicBezTo>
                    <a:cubicBezTo>
                      <a:pt x="4557" y="25041"/>
                      <a:pt x="5957" y="26194"/>
                      <a:pt x="8481" y="26822"/>
                    </a:cubicBezTo>
                    <a:cubicBezTo>
                      <a:pt x="12034" y="27708"/>
                      <a:pt x="18635" y="28032"/>
                      <a:pt x="21397" y="26822"/>
                    </a:cubicBezTo>
                    <a:cubicBezTo>
                      <a:pt x="21740" y="26670"/>
                      <a:pt x="22188" y="24756"/>
                      <a:pt x="22569" y="24470"/>
                    </a:cubicBezTo>
                    <a:cubicBezTo>
                      <a:pt x="23683" y="23632"/>
                      <a:pt x="25160" y="24232"/>
                      <a:pt x="26093" y="23298"/>
                    </a:cubicBezTo>
                    <a:cubicBezTo>
                      <a:pt x="27751" y="21641"/>
                      <a:pt x="26846" y="18936"/>
                      <a:pt x="29617" y="18602"/>
                    </a:cubicBezTo>
                    <a:cubicBezTo>
                      <a:pt x="32046" y="17659"/>
                      <a:pt x="29475" y="11706"/>
                      <a:pt x="31703" y="10563"/>
                    </a:cubicBezTo>
                    <a:cubicBezTo>
                      <a:pt x="32027" y="10068"/>
                      <a:pt x="32427" y="9601"/>
                      <a:pt x="32856" y="9144"/>
                    </a:cubicBezTo>
                    <a:close/>
                  </a:path>
                </a:pathLst>
              </a:custGeom>
              <a:solidFill>
                <a:srgbClr val="F4CF4A"/>
              </a:solidFill>
              <a:ln cap="flat">
                <a:noFill/>
                <a:prstDash val="solid"/>
                <a:miter lim="800000"/>
              </a:ln>
            </p:spPr>
            <p:txBody>
              <a:bodyPr vert="horz" anchor="ctr" tIns="45720" lIns="91440" bIns="45720" rIns="91440"/>
              <a:p>
                <a:pPr algn="l" marL="0"/>
              </a:p>
            </p:txBody>
          </p:sp>
        </p:grpSp>
        <p:sp>
          <p:nvSpPr>
            <p:cNvPr name="Freeform 69" id="69"/>
            <p:cNvSpPr/>
            <p:nvPr/>
          </p:nvSpPr>
          <p:spPr>
            <a:xfrm>
              <a:off x="9246932" y="3134462"/>
              <a:ext cx="61192" cy="331331"/>
            </a:xfrm>
            <a:custGeom>
              <a:avLst/>
              <a:gdLst/>
              <a:ahLst/>
              <a:cxnLst/>
              <a:rect r="r" b="b" t="t" l="l"/>
              <a:pathLst>
                <a:path w="61192" h="331331" stroke="true" fill="norm" extrusionOk="true">
                  <a:moveTo>
                    <a:pt x="52826" y="65450"/>
                  </a:moveTo>
                  <a:cubicBezTo>
                    <a:pt x="49044" y="64784"/>
                    <a:pt x="46863" y="66193"/>
                    <a:pt x="45786" y="66622"/>
                  </a:cubicBezTo>
                  <a:cubicBezTo>
                    <a:pt x="44910" y="66974"/>
                    <a:pt x="43443" y="66584"/>
                    <a:pt x="43434" y="67794"/>
                  </a:cubicBezTo>
                  <a:cubicBezTo>
                    <a:pt x="39538" y="66736"/>
                    <a:pt x="38338" y="74318"/>
                    <a:pt x="36395" y="71318"/>
                  </a:cubicBezTo>
                  <a:cubicBezTo>
                    <a:pt x="36128" y="65184"/>
                    <a:pt x="36414" y="59602"/>
                    <a:pt x="37567" y="54878"/>
                  </a:cubicBezTo>
                  <a:cubicBezTo>
                    <a:pt x="39605" y="53401"/>
                    <a:pt x="41224" y="53535"/>
                    <a:pt x="43434" y="52534"/>
                  </a:cubicBezTo>
                  <a:cubicBezTo>
                    <a:pt x="43739" y="52401"/>
                    <a:pt x="44291" y="50468"/>
                    <a:pt x="44615" y="50191"/>
                  </a:cubicBezTo>
                  <a:cubicBezTo>
                    <a:pt x="45634" y="49286"/>
                    <a:pt x="47292" y="48886"/>
                    <a:pt x="48139" y="47839"/>
                  </a:cubicBezTo>
                  <a:cubicBezTo>
                    <a:pt x="48511" y="47381"/>
                    <a:pt x="47892" y="46038"/>
                    <a:pt x="48139" y="45486"/>
                  </a:cubicBezTo>
                  <a:cubicBezTo>
                    <a:pt x="48339" y="45048"/>
                    <a:pt x="50273" y="44876"/>
                    <a:pt x="50492" y="44314"/>
                  </a:cubicBezTo>
                  <a:cubicBezTo>
                    <a:pt x="51111" y="42686"/>
                    <a:pt x="50235" y="40181"/>
                    <a:pt x="50492" y="38447"/>
                  </a:cubicBezTo>
                  <a:cubicBezTo>
                    <a:pt x="50740" y="36694"/>
                    <a:pt x="51635" y="36323"/>
                    <a:pt x="51663" y="33751"/>
                  </a:cubicBezTo>
                  <a:cubicBezTo>
                    <a:pt x="51692" y="31494"/>
                    <a:pt x="50682" y="30370"/>
                    <a:pt x="50492" y="29055"/>
                  </a:cubicBezTo>
                  <a:cubicBezTo>
                    <a:pt x="50025" y="25893"/>
                    <a:pt x="51149" y="21112"/>
                    <a:pt x="50492" y="19664"/>
                  </a:cubicBezTo>
                  <a:cubicBezTo>
                    <a:pt x="50301" y="19245"/>
                    <a:pt x="48263" y="19064"/>
                    <a:pt x="48139" y="18492"/>
                  </a:cubicBezTo>
                  <a:cubicBezTo>
                    <a:pt x="47930" y="17473"/>
                    <a:pt x="49139" y="16940"/>
                    <a:pt x="49311" y="16139"/>
                  </a:cubicBezTo>
                  <a:cubicBezTo>
                    <a:pt x="49739" y="14158"/>
                    <a:pt x="48777" y="12453"/>
                    <a:pt x="48139" y="11444"/>
                  </a:cubicBezTo>
                  <a:cubicBezTo>
                    <a:pt x="46529" y="8900"/>
                    <a:pt x="46396" y="8205"/>
                    <a:pt x="44615" y="6748"/>
                  </a:cubicBezTo>
                  <a:cubicBezTo>
                    <a:pt x="44215" y="6424"/>
                    <a:pt x="44948" y="4805"/>
                    <a:pt x="44615" y="4405"/>
                  </a:cubicBezTo>
                  <a:cubicBezTo>
                    <a:pt x="36947" y="-4787"/>
                    <a:pt x="27994" y="2404"/>
                    <a:pt x="23479" y="7929"/>
                  </a:cubicBezTo>
                  <a:cubicBezTo>
                    <a:pt x="23155" y="8319"/>
                    <a:pt x="21469" y="7548"/>
                    <a:pt x="21136" y="7929"/>
                  </a:cubicBezTo>
                  <a:cubicBezTo>
                    <a:pt x="20193" y="8996"/>
                    <a:pt x="20593" y="11329"/>
                    <a:pt x="19964" y="12625"/>
                  </a:cubicBezTo>
                  <a:cubicBezTo>
                    <a:pt x="19907" y="12739"/>
                    <a:pt x="19050" y="13396"/>
                    <a:pt x="18793" y="13796"/>
                  </a:cubicBezTo>
                  <a:cubicBezTo>
                    <a:pt x="17954" y="15120"/>
                    <a:pt x="17269" y="16035"/>
                    <a:pt x="16450" y="17321"/>
                  </a:cubicBezTo>
                  <a:cubicBezTo>
                    <a:pt x="14364" y="20597"/>
                    <a:pt x="13887" y="25036"/>
                    <a:pt x="14097" y="29065"/>
                  </a:cubicBezTo>
                  <a:cubicBezTo>
                    <a:pt x="14144" y="29922"/>
                    <a:pt x="15269" y="30217"/>
                    <a:pt x="15269" y="30236"/>
                  </a:cubicBezTo>
                  <a:cubicBezTo>
                    <a:pt x="15869" y="34828"/>
                    <a:pt x="14964" y="36066"/>
                    <a:pt x="16440" y="37275"/>
                  </a:cubicBezTo>
                  <a:cubicBezTo>
                    <a:pt x="16973" y="37714"/>
                    <a:pt x="17211" y="41428"/>
                    <a:pt x="17612" y="41971"/>
                  </a:cubicBezTo>
                  <a:cubicBezTo>
                    <a:pt x="18154" y="42714"/>
                    <a:pt x="19507" y="43457"/>
                    <a:pt x="19964" y="44324"/>
                  </a:cubicBezTo>
                  <a:cubicBezTo>
                    <a:pt x="20269" y="44905"/>
                    <a:pt x="19802" y="46029"/>
                    <a:pt x="19964" y="46667"/>
                  </a:cubicBezTo>
                  <a:cubicBezTo>
                    <a:pt x="20221" y="47705"/>
                    <a:pt x="20926" y="47381"/>
                    <a:pt x="21136" y="47839"/>
                  </a:cubicBezTo>
                  <a:cubicBezTo>
                    <a:pt x="22365" y="50487"/>
                    <a:pt x="23393" y="52163"/>
                    <a:pt x="24660" y="53706"/>
                  </a:cubicBezTo>
                  <a:cubicBezTo>
                    <a:pt x="28975" y="58983"/>
                    <a:pt x="30823" y="60374"/>
                    <a:pt x="30527" y="68975"/>
                  </a:cubicBezTo>
                  <a:cubicBezTo>
                    <a:pt x="30461" y="70832"/>
                    <a:pt x="31604" y="73480"/>
                    <a:pt x="29356" y="74842"/>
                  </a:cubicBezTo>
                  <a:cubicBezTo>
                    <a:pt x="24460" y="75433"/>
                    <a:pt x="24174" y="71413"/>
                    <a:pt x="18793" y="72499"/>
                  </a:cubicBezTo>
                  <a:cubicBezTo>
                    <a:pt x="13859" y="72070"/>
                    <a:pt x="12811" y="75509"/>
                    <a:pt x="8734" y="75956"/>
                  </a:cubicBezTo>
                  <a:cubicBezTo>
                    <a:pt x="5248" y="79881"/>
                    <a:pt x="4172" y="85129"/>
                    <a:pt x="4000" y="90349"/>
                  </a:cubicBezTo>
                  <a:cubicBezTo>
                    <a:pt x="4324" y="91368"/>
                    <a:pt x="4867" y="92292"/>
                    <a:pt x="5877" y="93635"/>
                  </a:cubicBezTo>
                  <a:cubicBezTo>
                    <a:pt x="6372" y="94302"/>
                    <a:pt x="6982" y="93444"/>
                    <a:pt x="7048" y="94806"/>
                  </a:cubicBezTo>
                  <a:cubicBezTo>
                    <a:pt x="7172" y="97254"/>
                    <a:pt x="9182" y="96950"/>
                    <a:pt x="11744" y="98331"/>
                  </a:cubicBezTo>
                  <a:cubicBezTo>
                    <a:pt x="12478" y="98721"/>
                    <a:pt x="13459" y="100350"/>
                    <a:pt x="14087" y="100674"/>
                  </a:cubicBezTo>
                  <a:cubicBezTo>
                    <a:pt x="15459" y="101379"/>
                    <a:pt x="16392" y="101226"/>
                    <a:pt x="17612" y="101845"/>
                  </a:cubicBezTo>
                  <a:cubicBezTo>
                    <a:pt x="20536" y="103350"/>
                    <a:pt x="25975" y="104131"/>
                    <a:pt x="30527" y="103017"/>
                  </a:cubicBezTo>
                  <a:cubicBezTo>
                    <a:pt x="28194" y="106732"/>
                    <a:pt x="32737" y="113837"/>
                    <a:pt x="29356" y="118276"/>
                  </a:cubicBezTo>
                  <a:cubicBezTo>
                    <a:pt x="25289" y="119219"/>
                    <a:pt x="24841" y="116533"/>
                    <a:pt x="21136" y="117104"/>
                  </a:cubicBezTo>
                  <a:cubicBezTo>
                    <a:pt x="21260" y="115914"/>
                    <a:pt x="18478" y="115466"/>
                    <a:pt x="16373" y="115742"/>
                  </a:cubicBezTo>
                  <a:cubicBezTo>
                    <a:pt x="16164" y="115942"/>
                    <a:pt x="15926" y="116123"/>
                    <a:pt x="15630" y="116247"/>
                  </a:cubicBezTo>
                  <a:cubicBezTo>
                    <a:pt x="12401" y="117600"/>
                    <a:pt x="10173" y="120476"/>
                    <a:pt x="7534" y="122658"/>
                  </a:cubicBezTo>
                  <a:cubicBezTo>
                    <a:pt x="7382" y="122781"/>
                    <a:pt x="7229" y="122829"/>
                    <a:pt x="7077" y="122905"/>
                  </a:cubicBezTo>
                  <a:cubicBezTo>
                    <a:pt x="6058" y="125867"/>
                    <a:pt x="5067" y="128496"/>
                    <a:pt x="7048" y="132373"/>
                  </a:cubicBezTo>
                  <a:cubicBezTo>
                    <a:pt x="7486" y="133240"/>
                    <a:pt x="8868" y="133992"/>
                    <a:pt x="9392" y="134716"/>
                  </a:cubicBezTo>
                  <a:cubicBezTo>
                    <a:pt x="10706" y="136564"/>
                    <a:pt x="12592" y="139641"/>
                    <a:pt x="14087" y="140584"/>
                  </a:cubicBezTo>
                  <a:cubicBezTo>
                    <a:pt x="14926" y="141117"/>
                    <a:pt x="16707" y="140155"/>
                    <a:pt x="17612" y="140584"/>
                  </a:cubicBezTo>
                  <a:cubicBezTo>
                    <a:pt x="18040" y="140784"/>
                    <a:pt x="18469" y="142822"/>
                    <a:pt x="18783" y="142927"/>
                  </a:cubicBezTo>
                  <a:cubicBezTo>
                    <a:pt x="21660" y="143889"/>
                    <a:pt x="25717" y="142974"/>
                    <a:pt x="28175" y="144098"/>
                  </a:cubicBezTo>
                  <a:cubicBezTo>
                    <a:pt x="26556" y="147813"/>
                    <a:pt x="31080" y="151185"/>
                    <a:pt x="28175" y="152318"/>
                  </a:cubicBezTo>
                  <a:cubicBezTo>
                    <a:pt x="28508" y="157891"/>
                    <a:pt x="22603" y="148870"/>
                    <a:pt x="18783" y="149975"/>
                  </a:cubicBezTo>
                  <a:cubicBezTo>
                    <a:pt x="10658" y="152614"/>
                    <a:pt x="6058" y="160577"/>
                    <a:pt x="7048" y="168768"/>
                  </a:cubicBezTo>
                  <a:cubicBezTo>
                    <a:pt x="8220" y="178598"/>
                    <a:pt x="16764" y="181074"/>
                    <a:pt x="25832" y="182856"/>
                  </a:cubicBezTo>
                  <a:cubicBezTo>
                    <a:pt x="26698" y="188418"/>
                    <a:pt x="24508" y="190933"/>
                    <a:pt x="24660" y="195771"/>
                  </a:cubicBezTo>
                  <a:cubicBezTo>
                    <a:pt x="19640" y="194400"/>
                    <a:pt x="18164" y="188780"/>
                    <a:pt x="12916" y="188723"/>
                  </a:cubicBezTo>
                  <a:cubicBezTo>
                    <a:pt x="8620" y="188675"/>
                    <a:pt x="5448" y="190980"/>
                    <a:pt x="3238" y="194428"/>
                  </a:cubicBezTo>
                  <a:cubicBezTo>
                    <a:pt x="1714" y="196800"/>
                    <a:pt x="628" y="199696"/>
                    <a:pt x="0" y="202810"/>
                  </a:cubicBezTo>
                  <a:lnTo>
                    <a:pt x="2495" y="213898"/>
                  </a:lnTo>
                  <a:cubicBezTo>
                    <a:pt x="3210" y="213745"/>
                    <a:pt x="3905" y="213945"/>
                    <a:pt x="4696" y="214555"/>
                  </a:cubicBezTo>
                  <a:cubicBezTo>
                    <a:pt x="5096" y="214860"/>
                    <a:pt x="4334" y="216545"/>
                    <a:pt x="4696" y="216907"/>
                  </a:cubicBezTo>
                  <a:cubicBezTo>
                    <a:pt x="5096" y="217308"/>
                    <a:pt x="6591" y="216545"/>
                    <a:pt x="7048" y="216907"/>
                  </a:cubicBezTo>
                  <a:cubicBezTo>
                    <a:pt x="7525" y="217288"/>
                    <a:pt x="7858" y="217688"/>
                    <a:pt x="8191" y="218098"/>
                  </a:cubicBezTo>
                  <a:cubicBezTo>
                    <a:pt x="8763" y="218822"/>
                    <a:pt x="9325" y="219593"/>
                    <a:pt x="10573" y="220422"/>
                  </a:cubicBezTo>
                  <a:cubicBezTo>
                    <a:pt x="11163" y="220822"/>
                    <a:pt x="11992" y="220413"/>
                    <a:pt x="11744" y="221594"/>
                  </a:cubicBezTo>
                  <a:lnTo>
                    <a:pt x="22307" y="221594"/>
                  </a:lnTo>
                  <a:cubicBezTo>
                    <a:pt x="22803" y="224051"/>
                    <a:pt x="21498" y="224708"/>
                    <a:pt x="21136" y="226290"/>
                  </a:cubicBezTo>
                  <a:cubicBezTo>
                    <a:pt x="21050" y="226956"/>
                    <a:pt x="20955" y="227394"/>
                    <a:pt x="20859" y="227699"/>
                  </a:cubicBezTo>
                  <a:cubicBezTo>
                    <a:pt x="20983" y="228652"/>
                    <a:pt x="20926" y="229719"/>
                    <a:pt x="20498" y="230976"/>
                  </a:cubicBezTo>
                  <a:cubicBezTo>
                    <a:pt x="20403" y="231243"/>
                    <a:pt x="20288" y="231462"/>
                    <a:pt x="20193" y="231709"/>
                  </a:cubicBezTo>
                  <a:cubicBezTo>
                    <a:pt x="19145" y="235653"/>
                    <a:pt x="17612" y="239510"/>
                    <a:pt x="17021" y="243549"/>
                  </a:cubicBezTo>
                  <a:cubicBezTo>
                    <a:pt x="16364" y="248102"/>
                    <a:pt x="16954" y="252693"/>
                    <a:pt x="16802" y="257265"/>
                  </a:cubicBezTo>
                  <a:cubicBezTo>
                    <a:pt x="16783" y="257827"/>
                    <a:pt x="16583" y="258236"/>
                    <a:pt x="16345" y="258598"/>
                  </a:cubicBezTo>
                  <a:cubicBezTo>
                    <a:pt x="16373" y="258789"/>
                    <a:pt x="16421" y="258922"/>
                    <a:pt x="16430" y="259151"/>
                  </a:cubicBezTo>
                  <a:cubicBezTo>
                    <a:pt x="17421" y="276248"/>
                    <a:pt x="15287" y="295698"/>
                    <a:pt x="16430" y="309633"/>
                  </a:cubicBezTo>
                  <a:cubicBezTo>
                    <a:pt x="16459" y="309910"/>
                    <a:pt x="16497" y="310167"/>
                    <a:pt x="16526" y="310433"/>
                  </a:cubicBezTo>
                  <a:lnTo>
                    <a:pt x="14649" y="331331"/>
                  </a:lnTo>
                  <a:lnTo>
                    <a:pt x="20155" y="321321"/>
                  </a:lnTo>
                  <a:lnTo>
                    <a:pt x="22498" y="305395"/>
                  </a:lnTo>
                  <a:cubicBezTo>
                    <a:pt x="22336" y="303966"/>
                    <a:pt x="22022" y="302604"/>
                    <a:pt x="21726" y="301480"/>
                  </a:cubicBezTo>
                  <a:lnTo>
                    <a:pt x="21202" y="298794"/>
                  </a:lnTo>
                  <a:cubicBezTo>
                    <a:pt x="21412" y="298118"/>
                    <a:pt x="22279" y="297956"/>
                    <a:pt x="22288" y="297889"/>
                  </a:cubicBezTo>
                  <a:cubicBezTo>
                    <a:pt x="22488" y="296384"/>
                    <a:pt x="22288" y="294717"/>
                    <a:pt x="22288" y="293193"/>
                  </a:cubicBezTo>
                  <a:cubicBezTo>
                    <a:pt x="22279" y="292145"/>
                    <a:pt x="21155" y="292241"/>
                    <a:pt x="21117" y="292022"/>
                  </a:cubicBezTo>
                  <a:cubicBezTo>
                    <a:pt x="20955" y="291221"/>
                    <a:pt x="22260" y="290612"/>
                    <a:pt x="22288" y="290850"/>
                  </a:cubicBezTo>
                  <a:cubicBezTo>
                    <a:pt x="21831" y="286754"/>
                    <a:pt x="21622" y="288821"/>
                    <a:pt x="22288" y="286154"/>
                  </a:cubicBezTo>
                  <a:cubicBezTo>
                    <a:pt x="22984" y="283344"/>
                    <a:pt x="21841" y="281277"/>
                    <a:pt x="22288" y="279106"/>
                  </a:cubicBezTo>
                  <a:cubicBezTo>
                    <a:pt x="22965" y="275791"/>
                    <a:pt x="24184" y="276239"/>
                    <a:pt x="24632" y="274410"/>
                  </a:cubicBezTo>
                  <a:cubicBezTo>
                    <a:pt x="24812" y="273676"/>
                    <a:pt x="24527" y="272800"/>
                    <a:pt x="24632" y="272057"/>
                  </a:cubicBezTo>
                  <a:cubicBezTo>
                    <a:pt x="26756" y="256427"/>
                    <a:pt x="24841" y="239453"/>
                    <a:pt x="29327" y="223918"/>
                  </a:cubicBezTo>
                  <a:cubicBezTo>
                    <a:pt x="35280" y="225023"/>
                    <a:pt x="37938" y="222708"/>
                    <a:pt x="39891" y="221565"/>
                  </a:cubicBezTo>
                  <a:cubicBezTo>
                    <a:pt x="43215" y="219641"/>
                    <a:pt x="46406" y="217288"/>
                    <a:pt x="48111" y="214526"/>
                  </a:cubicBezTo>
                  <a:cubicBezTo>
                    <a:pt x="49921" y="211602"/>
                    <a:pt x="50635" y="209983"/>
                    <a:pt x="51635" y="206306"/>
                  </a:cubicBezTo>
                  <a:cubicBezTo>
                    <a:pt x="51663" y="206201"/>
                    <a:pt x="52702" y="206382"/>
                    <a:pt x="52806" y="206306"/>
                  </a:cubicBezTo>
                  <a:cubicBezTo>
                    <a:pt x="53769" y="205525"/>
                    <a:pt x="52083" y="201505"/>
                    <a:pt x="52806" y="200439"/>
                  </a:cubicBezTo>
                  <a:cubicBezTo>
                    <a:pt x="52968" y="200467"/>
                    <a:pt x="53073" y="200439"/>
                    <a:pt x="53216" y="200439"/>
                  </a:cubicBezTo>
                  <a:cubicBezTo>
                    <a:pt x="52330" y="198115"/>
                    <a:pt x="51873" y="195676"/>
                    <a:pt x="51282" y="193285"/>
                  </a:cubicBezTo>
                  <a:cubicBezTo>
                    <a:pt x="49606" y="192762"/>
                    <a:pt x="50644" y="189533"/>
                    <a:pt x="48111" y="189866"/>
                  </a:cubicBezTo>
                  <a:cubicBezTo>
                    <a:pt x="46749" y="188885"/>
                    <a:pt x="44958" y="188323"/>
                    <a:pt x="42243" y="188694"/>
                  </a:cubicBezTo>
                  <a:cubicBezTo>
                    <a:pt x="38424" y="188094"/>
                    <a:pt x="37747" y="190199"/>
                    <a:pt x="36376" y="191047"/>
                  </a:cubicBezTo>
                  <a:cubicBezTo>
                    <a:pt x="34642" y="192104"/>
                    <a:pt x="32718" y="195476"/>
                    <a:pt x="31680" y="193390"/>
                  </a:cubicBezTo>
                  <a:cubicBezTo>
                    <a:pt x="32395" y="190580"/>
                    <a:pt x="30204" y="184875"/>
                    <a:pt x="32851" y="183999"/>
                  </a:cubicBezTo>
                  <a:cubicBezTo>
                    <a:pt x="33909" y="183379"/>
                    <a:pt x="34985" y="185142"/>
                    <a:pt x="35204" y="185170"/>
                  </a:cubicBezTo>
                  <a:cubicBezTo>
                    <a:pt x="37852" y="185599"/>
                    <a:pt x="39557" y="182894"/>
                    <a:pt x="39900" y="182817"/>
                  </a:cubicBezTo>
                  <a:cubicBezTo>
                    <a:pt x="40605" y="182675"/>
                    <a:pt x="41434" y="183932"/>
                    <a:pt x="41072" y="183989"/>
                  </a:cubicBezTo>
                  <a:cubicBezTo>
                    <a:pt x="42396" y="183751"/>
                    <a:pt x="43853" y="182551"/>
                    <a:pt x="44596" y="181636"/>
                  </a:cubicBezTo>
                  <a:cubicBezTo>
                    <a:pt x="44920" y="181246"/>
                    <a:pt x="46539" y="181979"/>
                    <a:pt x="46939" y="181636"/>
                  </a:cubicBezTo>
                  <a:cubicBezTo>
                    <a:pt x="47454" y="181208"/>
                    <a:pt x="50454" y="177179"/>
                    <a:pt x="50463" y="176941"/>
                  </a:cubicBezTo>
                  <a:cubicBezTo>
                    <a:pt x="50540" y="175578"/>
                    <a:pt x="51206" y="176417"/>
                    <a:pt x="51635" y="175769"/>
                  </a:cubicBezTo>
                  <a:cubicBezTo>
                    <a:pt x="53292" y="173254"/>
                    <a:pt x="53816" y="173092"/>
                    <a:pt x="53978" y="169902"/>
                  </a:cubicBezTo>
                  <a:cubicBezTo>
                    <a:pt x="54026" y="168987"/>
                    <a:pt x="55131" y="168825"/>
                    <a:pt x="55150" y="168730"/>
                  </a:cubicBezTo>
                  <a:cubicBezTo>
                    <a:pt x="55807" y="164691"/>
                    <a:pt x="54978" y="156862"/>
                    <a:pt x="53978" y="154633"/>
                  </a:cubicBezTo>
                  <a:cubicBezTo>
                    <a:pt x="53854" y="154347"/>
                    <a:pt x="51911" y="153757"/>
                    <a:pt x="51635" y="153461"/>
                  </a:cubicBezTo>
                  <a:cubicBezTo>
                    <a:pt x="50406" y="152156"/>
                    <a:pt x="49777" y="151271"/>
                    <a:pt x="48111" y="149937"/>
                  </a:cubicBezTo>
                  <a:cubicBezTo>
                    <a:pt x="42405" y="150499"/>
                    <a:pt x="38109" y="152461"/>
                    <a:pt x="35195" y="155805"/>
                  </a:cubicBezTo>
                  <a:cubicBezTo>
                    <a:pt x="36243" y="151318"/>
                    <a:pt x="33280" y="148308"/>
                    <a:pt x="35195" y="146413"/>
                  </a:cubicBezTo>
                  <a:cubicBezTo>
                    <a:pt x="36995" y="147165"/>
                    <a:pt x="36185" y="148556"/>
                    <a:pt x="38719" y="148766"/>
                  </a:cubicBezTo>
                  <a:cubicBezTo>
                    <a:pt x="38157" y="148718"/>
                    <a:pt x="39624" y="147670"/>
                    <a:pt x="39891" y="147594"/>
                  </a:cubicBezTo>
                  <a:cubicBezTo>
                    <a:pt x="40967" y="147270"/>
                    <a:pt x="42320" y="147851"/>
                    <a:pt x="43415" y="147594"/>
                  </a:cubicBezTo>
                  <a:cubicBezTo>
                    <a:pt x="43796" y="146022"/>
                    <a:pt x="45891" y="146137"/>
                    <a:pt x="46939" y="145241"/>
                  </a:cubicBezTo>
                  <a:cubicBezTo>
                    <a:pt x="49416" y="143098"/>
                    <a:pt x="50282" y="140193"/>
                    <a:pt x="51645" y="138202"/>
                  </a:cubicBezTo>
                  <a:cubicBezTo>
                    <a:pt x="52254" y="137297"/>
                    <a:pt x="54940" y="135212"/>
                    <a:pt x="55169" y="134678"/>
                  </a:cubicBezTo>
                  <a:cubicBezTo>
                    <a:pt x="55540" y="133802"/>
                    <a:pt x="55893" y="130716"/>
                    <a:pt x="56340" y="128811"/>
                  </a:cubicBezTo>
                  <a:cubicBezTo>
                    <a:pt x="56731" y="127172"/>
                    <a:pt x="57474" y="124058"/>
                    <a:pt x="57512" y="122934"/>
                  </a:cubicBezTo>
                  <a:cubicBezTo>
                    <a:pt x="57540" y="122124"/>
                    <a:pt x="55959" y="123039"/>
                    <a:pt x="57512" y="121762"/>
                  </a:cubicBezTo>
                  <a:cubicBezTo>
                    <a:pt x="58331" y="121095"/>
                    <a:pt x="56397" y="119476"/>
                    <a:pt x="56340" y="119419"/>
                  </a:cubicBezTo>
                  <a:cubicBezTo>
                    <a:pt x="55293" y="118371"/>
                    <a:pt x="55950" y="114780"/>
                    <a:pt x="55169" y="113542"/>
                  </a:cubicBezTo>
                  <a:cubicBezTo>
                    <a:pt x="54635" y="112713"/>
                    <a:pt x="54645" y="111875"/>
                    <a:pt x="53997" y="111199"/>
                  </a:cubicBezTo>
                  <a:cubicBezTo>
                    <a:pt x="53083" y="110932"/>
                    <a:pt x="51683" y="111161"/>
                    <a:pt x="51654" y="110027"/>
                  </a:cubicBezTo>
                  <a:cubicBezTo>
                    <a:pt x="46634" y="109618"/>
                    <a:pt x="42120" y="110904"/>
                    <a:pt x="39909" y="112371"/>
                  </a:cubicBezTo>
                  <a:cubicBezTo>
                    <a:pt x="39128" y="112894"/>
                    <a:pt x="38357" y="115761"/>
                    <a:pt x="37557" y="113542"/>
                  </a:cubicBezTo>
                  <a:cubicBezTo>
                    <a:pt x="37186" y="110789"/>
                    <a:pt x="35700" y="109142"/>
                    <a:pt x="36385" y="105322"/>
                  </a:cubicBezTo>
                  <a:cubicBezTo>
                    <a:pt x="39033" y="105874"/>
                    <a:pt x="33680" y="98950"/>
                    <a:pt x="37557" y="98283"/>
                  </a:cubicBezTo>
                  <a:cubicBezTo>
                    <a:pt x="43015" y="99159"/>
                    <a:pt x="48073" y="97416"/>
                    <a:pt x="49301" y="97112"/>
                  </a:cubicBezTo>
                  <a:cubicBezTo>
                    <a:pt x="50749" y="96750"/>
                    <a:pt x="50863" y="96892"/>
                    <a:pt x="51654" y="95930"/>
                  </a:cubicBezTo>
                  <a:cubicBezTo>
                    <a:pt x="51949" y="95559"/>
                    <a:pt x="53569" y="96188"/>
                    <a:pt x="53997" y="95930"/>
                  </a:cubicBezTo>
                  <a:cubicBezTo>
                    <a:pt x="54397" y="95692"/>
                    <a:pt x="54797" y="93949"/>
                    <a:pt x="55169" y="93578"/>
                  </a:cubicBezTo>
                  <a:cubicBezTo>
                    <a:pt x="57455" y="91292"/>
                    <a:pt x="58893" y="89625"/>
                    <a:pt x="61036" y="87710"/>
                  </a:cubicBezTo>
                  <a:cubicBezTo>
                    <a:pt x="61627" y="77747"/>
                    <a:pt x="60874" y="66879"/>
                    <a:pt x="52826" y="65450"/>
                  </a:cubicBezTo>
                  <a:close/>
                </a:path>
              </a:pathLst>
            </a:custGeom>
            <a:solidFill>
              <a:srgbClr val="F2A120"/>
            </a:solidFill>
            <a:ln cap="flat">
              <a:noFill/>
              <a:prstDash val="solid"/>
              <a:miter lim="800000"/>
            </a:ln>
          </p:spPr>
          <p:txBody>
            <a:bodyPr vert="horz" anchor="ctr" tIns="45720" lIns="91440" bIns="45720" rIns="91440"/>
            <a:p>
              <a:pPr algn="l" marL="0"/>
            </a:p>
          </p:txBody>
        </p:sp>
        <p:grpSp>
          <p:nvGrpSpPr>
            <p:cNvPr name="Group 70" id="70"/>
            <p:cNvGrpSpPr/>
            <p:nvPr/>
          </p:nvGrpSpPr>
          <p:grpSpPr>
            <a:xfrm>
              <a:off x="9246922" y="3199736"/>
              <a:ext cx="61207" cy="158824"/>
              <a:chOff x="2756182" y="603156"/>
              <a:chExt cx="61207" cy="158824"/>
            </a:xfrm>
          </p:grpSpPr>
          <p:sp>
            <p:nvSpPr>
              <p:cNvPr name="Freeform 71" id="71"/>
              <p:cNvSpPr/>
              <p:nvPr/>
            </p:nvSpPr>
            <p:spPr>
              <a:xfrm>
                <a:off x="2756182" y="726613"/>
                <a:ext cx="24393" cy="32871"/>
              </a:xfrm>
              <a:custGeom>
                <a:avLst/>
                <a:gdLst/>
                <a:ahLst/>
                <a:cxnLst/>
                <a:rect r="r" b="b" t="t" l="l"/>
                <a:pathLst>
                  <a:path w="24393" h="32871" stroke="true" fill="norm" extrusionOk="true">
                    <a:moveTo>
                      <a:pt x="20679" y="32795"/>
                    </a:moveTo>
                    <a:cubicBezTo>
                      <a:pt x="21765" y="24318"/>
                      <a:pt x="22755" y="15831"/>
                      <a:pt x="24394" y="7449"/>
                    </a:cubicBezTo>
                    <a:cubicBezTo>
                      <a:pt x="23946" y="7230"/>
                      <a:pt x="23584" y="6935"/>
                      <a:pt x="23355" y="6525"/>
                    </a:cubicBezTo>
                    <a:cubicBezTo>
                      <a:pt x="19345" y="4630"/>
                      <a:pt x="17669" y="48"/>
                      <a:pt x="12916" y="1"/>
                    </a:cubicBezTo>
                    <a:cubicBezTo>
                      <a:pt x="8620" y="-47"/>
                      <a:pt x="5448" y="2258"/>
                      <a:pt x="3238" y="5706"/>
                    </a:cubicBezTo>
                    <a:cubicBezTo>
                      <a:pt x="1714" y="8078"/>
                      <a:pt x="628" y="10973"/>
                      <a:pt x="0" y="14088"/>
                    </a:cubicBezTo>
                    <a:lnTo>
                      <a:pt x="2495" y="25175"/>
                    </a:lnTo>
                    <a:cubicBezTo>
                      <a:pt x="3210" y="25023"/>
                      <a:pt x="3905" y="25223"/>
                      <a:pt x="4696" y="25833"/>
                    </a:cubicBezTo>
                    <a:cubicBezTo>
                      <a:pt x="5096" y="26137"/>
                      <a:pt x="4334" y="27823"/>
                      <a:pt x="4696" y="28185"/>
                    </a:cubicBezTo>
                    <a:cubicBezTo>
                      <a:pt x="5096" y="28585"/>
                      <a:pt x="6591" y="27823"/>
                      <a:pt x="7048" y="28185"/>
                    </a:cubicBezTo>
                    <a:cubicBezTo>
                      <a:pt x="7525" y="28566"/>
                      <a:pt x="7858" y="28966"/>
                      <a:pt x="8191" y="29376"/>
                    </a:cubicBezTo>
                    <a:cubicBezTo>
                      <a:pt x="8763" y="30100"/>
                      <a:pt x="9325" y="30871"/>
                      <a:pt x="10573" y="31700"/>
                    </a:cubicBezTo>
                    <a:cubicBezTo>
                      <a:pt x="11163" y="32100"/>
                      <a:pt x="11992" y="31690"/>
                      <a:pt x="11744" y="32871"/>
                    </a:cubicBezTo>
                    <a:lnTo>
                      <a:pt x="20431" y="32871"/>
                    </a:lnTo>
                    <a:cubicBezTo>
                      <a:pt x="20507" y="32833"/>
                      <a:pt x="20593" y="32843"/>
                      <a:pt x="20679" y="32814"/>
                    </a:cubicBezTo>
                    <a:cubicBezTo>
                      <a:pt x="20679" y="32805"/>
                      <a:pt x="20679" y="32805"/>
                      <a:pt x="20679" y="3279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2" id="72"/>
              <p:cNvSpPr/>
              <p:nvPr/>
            </p:nvSpPr>
            <p:spPr>
              <a:xfrm>
                <a:off x="2781319" y="726499"/>
                <a:ext cx="28108" cy="35481"/>
              </a:xfrm>
              <a:custGeom>
                <a:avLst/>
                <a:gdLst/>
                <a:ahLst/>
                <a:cxnLst/>
                <a:rect r="r" b="b" t="t" l="l"/>
                <a:pathLst>
                  <a:path w="28108" h="35481" stroke="true" fill="norm" extrusionOk="true">
                    <a:moveTo>
                      <a:pt x="27699" y="11860"/>
                    </a:moveTo>
                    <a:cubicBezTo>
                      <a:pt x="27861" y="11888"/>
                      <a:pt x="27965" y="11860"/>
                      <a:pt x="28108" y="11860"/>
                    </a:cubicBezTo>
                    <a:cubicBezTo>
                      <a:pt x="27222" y="9536"/>
                      <a:pt x="26765" y="7097"/>
                      <a:pt x="26175" y="4706"/>
                    </a:cubicBezTo>
                    <a:cubicBezTo>
                      <a:pt x="24498" y="4182"/>
                      <a:pt x="25537" y="953"/>
                      <a:pt x="23003" y="1287"/>
                    </a:cubicBezTo>
                    <a:cubicBezTo>
                      <a:pt x="21641" y="306"/>
                      <a:pt x="19850" y="-256"/>
                      <a:pt x="17135" y="115"/>
                    </a:cubicBezTo>
                    <a:cubicBezTo>
                      <a:pt x="13316" y="-485"/>
                      <a:pt x="12640" y="1620"/>
                      <a:pt x="11268" y="2468"/>
                    </a:cubicBezTo>
                    <a:cubicBezTo>
                      <a:pt x="10515" y="2925"/>
                      <a:pt x="9734" y="3801"/>
                      <a:pt x="9001" y="4497"/>
                    </a:cubicBezTo>
                    <a:cubicBezTo>
                      <a:pt x="8782" y="5154"/>
                      <a:pt x="8296" y="5706"/>
                      <a:pt x="7410" y="5916"/>
                    </a:cubicBezTo>
                    <a:cubicBezTo>
                      <a:pt x="6344" y="6173"/>
                      <a:pt x="5353" y="6564"/>
                      <a:pt x="4372" y="6926"/>
                    </a:cubicBezTo>
                    <a:cubicBezTo>
                      <a:pt x="2572" y="15508"/>
                      <a:pt x="1562" y="24214"/>
                      <a:pt x="438" y="32900"/>
                    </a:cubicBezTo>
                    <a:cubicBezTo>
                      <a:pt x="381" y="33348"/>
                      <a:pt x="209" y="33710"/>
                      <a:pt x="0" y="34024"/>
                    </a:cubicBezTo>
                    <a:cubicBezTo>
                      <a:pt x="2372" y="34720"/>
                      <a:pt x="4858" y="34910"/>
                      <a:pt x="7363" y="34929"/>
                    </a:cubicBezTo>
                    <a:cubicBezTo>
                      <a:pt x="7991" y="34939"/>
                      <a:pt x="8458" y="35167"/>
                      <a:pt x="8839" y="35482"/>
                    </a:cubicBezTo>
                    <a:cubicBezTo>
                      <a:pt x="11716" y="35091"/>
                      <a:pt x="13430" y="33758"/>
                      <a:pt x="14783" y="32977"/>
                    </a:cubicBezTo>
                    <a:cubicBezTo>
                      <a:pt x="18107" y="31052"/>
                      <a:pt x="21298" y="28700"/>
                      <a:pt x="23003" y="25938"/>
                    </a:cubicBezTo>
                    <a:cubicBezTo>
                      <a:pt x="24812" y="23013"/>
                      <a:pt x="25527" y="21394"/>
                      <a:pt x="26527" y="17718"/>
                    </a:cubicBezTo>
                    <a:cubicBezTo>
                      <a:pt x="26556" y="17613"/>
                      <a:pt x="27594" y="17794"/>
                      <a:pt x="27699" y="17718"/>
                    </a:cubicBezTo>
                    <a:cubicBezTo>
                      <a:pt x="28660" y="16946"/>
                      <a:pt x="26975" y="12926"/>
                      <a:pt x="27699" y="11860"/>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73" id="73"/>
              <p:cNvSpPr/>
              <p:nvPr/>
            </p:nvSpPr>
            <p:spPr>
              <a:xfrm>
                <a:off x="2763097" y="687780"/>
                <a:ext cx="24673" cy="32824"/>
              </a:xfrm>
              <a:custGeom>
                <a:avLst/>
                <a:gdLst/>
                <a:ahLst/>
                <a:cxnLst/>
                <a:rect r="r" b="b" t="t" l="l"/>
                <a:pathLst>
                  <a:path w="24673" h="32824" stroke="true" fill="norm" extrusionOk="true">
                    <a:moveTo>
                      <a:pt x="23279" y="18165"/>
                    </a:moveTo>
                    <a:cubicBezTo>
                      <a:pt x="23955" y="13965"/>
                      <a:pt x="25222" y="9735"/>
                      <a:pt x="24412" y="5516"/>
                    </a:cubicBezTo>
                    <a:cubicBezTo>
                      <a:pt x="23927" y="5335"/>
                      <a:pt x="23441" y="5192"/>
                      <a:pt x="22936" y="5182"/>
                    </a:cubicBezTo>
                    <a:cubicBezTo>
                      <a:pt x="21974" y="5173"/>
                      <a:pt x="21345" y="4687"/>
                      <a:pt x="20964" y="4059"/>
                    </a:cubicBezTo>
                    <a:cubicBezTo>
                      <a:pt x="19755" y="5364"/>
                      <a:pt x="15078" y="-837"/>
                      <a:pt x="11868" y="96"/>
                    </a:cubicBezTo>
                    <a:cubicBezTo>
                      <a:pt x="3743" y="2735"/>
                      <a:pt x="-858" y="10697"/>
                      <a:pt x="133" y="18889"/>
                    </a:cubicBezTo>
                    <a:cubicBezTo>
                      <a:pt x="1276" y="28471"/>
                      <a:pt x="9420" y="31052"/>
                      <a:pt x="18221" y="32824"/>
                    </a:cubicBezTo>
                    <a:cubicBezTo>
                      <a:pt x="18478" y="32748"/>
                      <a:pt x="18745" y="32681"/>
                      <a:pt x="19069" y="32700"/>
                    </a:cubicBezTo>
                    <a:cubicBezTo>
                      <a:pt x="19355" y="32719"/>
                      <a:pt x="19631" y="32767"/>
                      <a:pt x="19916" y="32815"/>
                    </a:cubicBezTo>
                    <a:cubicBezTo>
                      <a:pt x="20936" y="27909"/>
                      <a:pt x="22479" y="23099"/>
                      <a:pt x="23279" y="1816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74" id="74"/>
              <p:cNvSpPr/>
              <p:nvPr/>
            </p:nvSpPr>
            <p:spPr>
              <a:xfrm>
                <a:off x="2787786" y="687866"/>
                <a:ext cx="23806" cy="35278"/>
              </a:xfrm>
              <a:custGeom>
                <a:avLst/>
                <a:gdLst/>
                <a:ahLst/>
                <a:cxnLst/>
                <a:rect r="r" b="b" t="t" l="l"/>
                <a:pathLst>
                  <a:path w="23806" h="35278" stroke="true" fill="norm" extrusionOk="true">
                    <a:moveTo>
                      <a:pt x="22403" y="4696"/>
                    </a:moveTo>
                    <a:cubicBezTo>
                      <a:pt x="22279" y="4410"/>
                      <a:pt x="20336" y="3819"/>
                      <a:pt x="20060" y="3524"/>
                    </a:cubicBezTo>
                    <a:cubicBezTo>
                      <a:pt x="18831" y="2219"/>
                      <a:pt x="18202" y="1333"/>
                      <a:pt x="16535" y="0"/>
                    </a:cubicBezTo>
                    <a:cubicBezTo>
                      <a:pt x="12411" y="410"/>
                      <a:pt x="9049" y="1562"/>
                      <a:pt x="6382" y="3439"/>
                    </a:cubicBezTo>
                    <a:cubicBezTo>
                      <a:pt x="6620" y="4334"/>
                      <a:pt x="6334" y="5296"/>
                      <a:pt x="5191" y="5782"/>
                    </a:cubicBezTo>
                    <a:cubicBezTo>
                      <a:pt x="5067" y="5839"/>
                      <a:pt x="4934" y="5858"/>
                      <a:pt x="4801" y="5905"/>
                    </a:cubicBezTo>
                    <a:cubicBezTo>
                      <a:pt x="6010" y="14878"/>
                      <a:pt x="1848" y="25184"/>
                      <a:pt x="0" y="33766"/>
                    </a:cubicBezTo>
                    <a:cubicBezTo>
                      <a:pt x="438" y="33871"/>
                      <a:pt x="886" y="33966"/>
                      <a:pt x="1334" y="34052"/>
                    </a:cubicBezTo>
                    <a:cubicBezTo>
                      <a:pt x="2362" y="33547"/>
                      <a:pt x="3400" y="35204"/>
                      <a:pt x="3610" y="35233"/>
                    </a:cubicBezTo>
                    <a:cubicBezTo>
                      <a:pt x="6258" y="35662"/>
                      <a:pt x="7963" y="32956"/>
                      <a:pt x="8306" y="32880"/>
                    </a:cubicBezTo>
                    <a:cubicBezTo>
                      <a:pt x="9011" y="32737"/>
                      <a:pt x="9839" y="33995"/>
                      <a:pt x="9477" y="34052"/>
                    </a:cubicBezTo>
                    <a:cubicBezTo>
                      <a:pt x="10801" y="33814"/>
                      <a:pt x="12259" y="32614"/>
                      <a:pt x="13002" y="31699"/>
                    </a:cubicBezTo>
                    <a:cubicBezTo>
                      <a:pt x="13325" y="31309"/>
                      <a:pt x="14945" y="32042"/>
                      <a:pt x="15345" y="31699"/>
                    </a:cubicBezTo>
                    <a:cubicBezTo>
                      <a:pt x="15859" y="31271"/>
                      <a:pt x="18860" y="27242"/>
                      <a:pt x="18869" y="27003"/>
                    </a:cubicBezTo>
                    <a:cubicBezTo>
                      <a:pt x="18945" y="25641"/>
                      <a:pt x="19612" y="26479"/>
                      <a:pt x="20041" y="25832"/>
                    </a:cubicBezTo>
                    <a:cubicBezTo>
                      <a:pt x="21698" y="23317"/>
                      <a:pt x="22222" y="23155"/>
                      <a:pt x="22384" y="19964"/>
                    </a:cubicBezTo>
                    <a:cubicBezTo>
                      <a:pt x="22431" y="19050"/>
                      <a:pt x="23536" y="18888"/>
                      <a:pt x="23555" y="18793"/>
                    </a:cubicBezTo>
                    <a:cubicBezTo>
                      <a:pt x="24241" y="14754"/>
                      <a:pt x="23413" y="6925"/>
                      <a:pt x="22403" y="4696"/>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5" id="75"/>
              <p:cNvSpPr/>
              <p:nvPr/>
            </p:nvSpPr>
            <p:spPr>
              <a:xfrm>
                <a:off x="2787626" y="647879"/>
                <a:ext cx="26289" cy="38825"/>
              </a:xfrm>
              <a:custGeom>
                <a:avLst/>
                <a:gdLst/>
                <a:ahLst/>
                <a:cxnLst/>
                <a:rect r="r" b="b" t="t" l="l"/>
                <a:pathLst>
                  <a:path w="26289" h="38825" stroke="true" fill="norm" extrusionOk="true">
                    <a:moveTo>
                      <a:pt x="26087" y="11813"/>
                    </a:moveTo>
                    <a:cubicBezTo>
                      <a:pt x="26906" y="11146"/>
                      <a:pt x="24973" y="9527"/>
                      <a:pt x="24915" y="9470"/>
                    </a:cubicBezTo>
                    <a:cubicBezTo>
                      <a:pt x="23868" y="8422"/>
                      <a:pt x="24525" y="4831"/>
                      <a:pt x="23744" y="3593"/>
                    </a:cubicBezTo>
                    <a:cubicBezTo>
                      <a:pt x="23211" y="2764"/>
                      <a:pt x="23220" y="1926"/>
                      <a:pt x="22572" y="1250"/>
                    </a:cubicBezTo>
                    <a:cubicBezTo>
                      <a:pt x="21658" y="983"/>
                      <a:pt x="20258" y="1212"/>
                      <a:pt x="20229" y="78"/>
                    </a:cubicBezTo>
                    <a:cubicBezTo>
                      <a:pt x="15505" y="-312"/>
                      <a:pt x="11304" y="821"/>
                      <a:pt x="8980" y="2174"/>
                    </a:cubicBezTo>
                    <a:cubicBezTo>
                      <a:pt x="8942" y="2869"/>
                      <a:pt x="8618" y="3536"/>
                      <a:pt x="7809" y="3983"/>
                    </a:cubicBezTo>
                    <a:cubicBezTo>
                      <a:pt x="5408" y="5279"/>
                      <a:pt x="3360" y="6917"/>
                      <a:pt x="855" y="7717"/>
                    </a:cubicBezTo>
                    <a:cubicBezTo>
                      <a:pt x="198" y="12727"/>
                      <a:pt x="760" y="17671"/>
                      <a:pt x="417" y="22738"/>
                    </a:cubicBezTo>
                    <a:cubicBezTo>
                      <a:pt x="131" y="26853"/>
                      <a:pt x="-555" y="31091"/>
                      <a:pt x="874" y="35044"/>
                    </a:cubicBezTo>
                    <a:cubicBezTo>
                      <a:pt x="1836" y="35492"/>
                      <a:pt x="2760" y="36016"/>
                      <a:pt x="3751" y="36540"/>
                    </a:cubicBezTo>
                    <a:cubicBezTo>
                      <a:pt x="3770" y="36521"/>
                      <a:pt x="3770" y="36492"/>
                      <a:pt x="3789" y="36473"/>
                    </a:cubicBezTo>
                    <a:cubicBezTo>
                      <a:pt x="4313" y="36692"/>
                      <a:pt x="4608" y="36968"/>
                      <a:pt x="4837" y="37245"/>
                    </a:cubicBezTo>
                    <a:cubicBezTo>
                      <a:pt x="5094" y="37464"/>
                      <a:pt x="5284" y="37721"/>
                      <a:pt x="5399" y="37997"/>
                    </a:cubicBezTo>
                    <a:cubicBezTo>
                      <a:pt x="5732" y="38397"/>
                      <a:pt x="6180" y="38730"/>
                      <a:pt x="7313" y="38826"/>
                    </a:cubicBezTo>
                    <a:cubicBezTo>
                      <a:pt x="6751" y="38778"/>
                      <a:pt x="8218" y="37730"/>
                      <a:pt x="8485" y="37654"/>
                    </a:cubicBezTo>
                    <a:cubicBezTo>
                      <a:pt x="9561" y="37330"/>
                      <a:pt x="10914" y="37911"/>
                      <a:pt x="12009" y="37654"/>
                    </a:cubicBezTo>
                    <a:cubicBezTo>
                      <a:pt x="12390" y="36083"/>
                      <a:pt x="14486" y="36197"/>
                      <a:pt x="15533" y="35301"/>
                    </a:cubicBezTo>
                    <a:cubicBezTo>
                      <a:pt x="18010" y="33158"/>
                      <a:pt x="18877" y="30253"/>
                      <a:pt x="20239" y="28263"/>
                    </a:cubicBezTo>
                    <a:cubicBezTo>
                      <a:pt x="20848" y="27358"/>
                      <a:pt x="23534" y="25272"/>
                      <a:pt x="23763" y="24738"/>
                    </a:cubicBezTo>
                    <a:cubicBezTo>
                      <a:pt x="24134" y="23862"/>
                      <a:pt x="24487" y="20776"/>
                      <a:pt x="24935" y="18871"/>
                    </a:cubicBezTo>
                    <a:cubicBezTo>
                      <a:pt x="25325" y="17233"/>
                      <a:pt x="26068" y="14118"/>
                      <a:pt x="26106" y="12994"/>
                    </a:cubicBezTo>
                    <a:cubicBezTo>
                      <a:pt x="26116" y="12175"/>
                      <a:pt x="24534" y="13089"/>
                      <a:pt x="26087" y="1181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6" id="76"/>
              <p:cNvSpPr/>
              <p:nvPr/>
            </p:nvSpPr>
            <p:spPr>
              <a:xfrm>
                <a:off x="2762098" y="653555"/>
                <a:ext cx="21306" cy="28120"/>
              </a:xfrm>
              <a:custGeom>
                <a:avLst/>
                <a:gdLst/>
                <a:ahLst/>
                <a:cxnLst/>
                <a:rect r="r" b="b" t="t" l="l"/>
                <a:pathLst>
                  <a:path w="21306" h="28120" stroke="true" fill="norm" extrusionOk="true">
                    <a:moveTo>
                      <a:pt x="21087" y="15548"/>
                    </a:moveTo>
                    <a:cubicBezTo>
                      <a:pt x="21030" y="11233"/>
                      <a:pt x="20868" y="6994"/>
                      <a:pt x="21306" y="2765"/>
                    </a:cubicBezTo>
                    <a:cubicBezTo>
                      <a:pt x="19058" y="2536"/>
                      <a:pt x="18144" y="984"/>
                      <a:pt x="15229" y="1441"/>
                    </a:cubicBezTo>
                    <a:cubicBezTo>
                      <a:pt x="15353" y="250"/>
                      <a:pt x="12572" y="-197"/>
                      <a:pt x="10467" y="79"/>
                    </a:cubicBezTo>
                    <a:cubicBezTo>
                      <a:pt x="10257" y="279"/>
                      <a:pt x="10019" y="460"/>
                      <a:pt x="9724" y="584"/>
                    </a:cubicBezTo>
                    <a:cubicBezTo>
                      <a:pt x="6495" y="1936"/>
                      <a:pt x="4266" y="4813"/>
                      <a:pt x="1627" y="6994"/>
                    </a:cubicBezTo>
                    <a:cubicBezTo>
                      <a:pt x="1475" y="7118"/>
                      <a:pt x="1323" y="7165"/>
                      <a:pt x="1170" y="7242"/>
                    </a:cubicBezTo>
                    <a:cubicBezTo>
                      <a:pt x="151" y="10204"/>
                      <a:pt x="-840" y="12833"/>
                      <a:pt x="1142" y="16710"/>
                    </a:cubicBezTo>
                    <a:cubicBezTo>
                      <a:pt x="1580" y="17576"/>
                      <a:pt x="2961" y="18329"/>
                      <a:pt x="3485" y="19053"/>
                    </a:cubicBezTo>
                    <a:cubicBezTo>
                      <a:pt x="4799" y="20901"/>
                      <a:pt x="6685" y="23977"/>
                      <a:pt x="8181" y="24920"/>
                    </a:cubicBezTo>
                    <a:cubicBezTo>
                      <a:pt x="9019" y="25454"/>
                      <a:pt x="10800" y="24491"/>
                      <a:pt x="11705" y="24920"/>
                    </a:cubicBezTo>
                    <a:cubicBezTo>
                      <a:pt x="12134" y="25120"/>
                      <a:pt x="12562" y="27159"/>
                      <a:pt x="12876" y="27263"/>
                    </a:cubicBezTo>
                    <a:cubicBezTo>
                      <a:pt x="15305" y="28073"/>
                      <a:pt x="18544" y="27616"/>
                      <a:pt x="20982" y="28121"/>
                    </a:cubicBezTo>
                    <a:cubicBezTo>
                      <a:pt x="20258" y="23996"/>
                      <a:pt x="21135" y="19796"/>
                      <a:pt x="21087" y="15548"/>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77" id="77"/>
              <p:cNvSpPr/>
              <p:nvPr/>
            </p:nvSpPr>
            <p:spPr>
              <a:xfrm>
                <a:off x="2760173" y="610189"/>
                <a:ext cx="29803" cy="31180"/>
              </a:xfrm>
              <a:custGeom>
                <a:avLst/>
                <a:gdLst/>
                <a:ahLst/>
                <a:cxnLst/>
                <a:rect r="r" b="b" t="t" l="l"/>
                <a:pathLst>
                  <a:path w="29803" h="31180" stroke="true" fill="norm" extrusionOk="true">
                    <a:moveTo>
                      <a:pt x="24231" y="2554"/>
                    </a:moveTo>
                    <a:cubicBezTo>
                      <a:pt x="20421" y="2430"/>
                      <a:pt x="19717" y="-809"/>
                      <a:pt x="14792" y="191"/>
                    </a:cubicBezTo>
                    <a:cubicBezTo>
                      <a:pt x="9858" y="-237"/>
                      <a:pt x="8811" y="3201"/>
                      <a:pt x="4734" y="3649"/>
                    </a:cubicBezTo>
                    <a:cubicBezTo>
                      <a:pt x="1248" y="7573"/>
                      <a:pt x="171" y="12822"/>
                      <a:pt x="0" y="18041"/>
                    </a:cubicBezTo>
                    <a:cubicBezTo>
                      <a:pt x="324" y="19060"/>
                      <a:pt x="867" y="19984"/>
                      <a:pt x="1876" y="21327"/>
                    </a:cubicBezTo>
                    <a:cubicBezTo>
                      <a:pt x="2372" y="21994"/>
                      <a:pt x="2981" y="21137"/>
                      <a:pt x="3048" y="22499"/>
                    </a:cubicBezTo>
                    <a:cubicBezTo>
                      <a:pt x="3172" y="24947"/>
                      <a:pt x="5181" y="24642"/>
                      <a:pt x="7744" y="26023"/>
                    </a:cubicBezTo>
                    <a:cubicBezTo>
                      <a:pt x="8477" y="26414"/>
                      <a:pt x="9458" y="28042"/>
                      <a:pt x="10087" y="28366"/>
                    </a:cubicBezTo>
                    <a:cubicBezTo>
                      <a:pt x="11458" y="29071"/>
                      <a:pt x="12392" y="28919"/>
                      <a:pt x="13611" y="29538"/>
                    </a:cubicBezTo>
                    <a:cubicBezTo>
                      <a:pt x="16326" y="30929"/>
                      <a:pt x="21184" y="31643"/>
                      <a:pt x="25527" y="30852"/>
                    </a:cubicBezTo>
                    <a:cubicBezTo>
                      <a:pt x="25632" y="30795"/>
                      <a:pt x="25698" y="30710"/>
                      <a:pt x="25813" y="30662"/>
                    </a:cubicBezTo>
                    <a:cubicBezTo>
                      <a:pt x="27356" y="30071"/>
                      <a:pt x="28422" y="28490"/>
                      <a:pt x="29804" y="27604"/>
                    </a:cubicBezTo>
                    <a:cubicBezTo>
                      <a:pt x="28042" y="19308"/>
                      <a:pt x="25070" y="11031"/>
                      <a:pt x="24231" y="255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8" id="78"/>
              <p:cNvSpPr/>
              <p:nvPr/>
            </p:nvSpPr>
            <p:spPr>
              <a:xfrm>
                <a:off x="2789224" y="603156"/>
                <a:ext cx="28165" cy="33264"/>
              </a:xfrm>
              <a:custGeom>
                <a:avLst/>
                <a:gdLst/>
                <a:ahLst/>
                <a:cxnLst/>
                <a:rect r="r" b="b" t="t" l="l"/>
                <a:pathLst>
                  <a:path w="28165" h="33264" stroke="true" fill="norm" extrusionOk="true">
                    <a:moveTo>
                      <a:pt x="19793" y="176"/>
                    </a:moveTo>
                    <a:cubicBezTo>
                      <a:pt x="16012" y="-491"/>
                      <a:pt x="13830" y="919"/>
                      <a:pt x="12754" y="1348"/>
                    </a:cubicBezTo>
                    <a:cubicBezTo>
                      <a:pt x="11878" y="1700"/>
                      <a:pt x="10411" y="1310"/>
                      <a:pt x="10401" y="2519"/>
                    </a:cubicBezTo>
                    <a:cubicBezTo>
                      <a:pt x="7906" y="1834"/>
                      <a:pt x="6515" y="4701"/>
                      <a:pt x="5324" y="6053"/>
                    </a:cubicBezTo>
                    <a:cubicBezTo>
                      <a:pt x="4982" y="7196"/>
                      <a:pt x="3943" y="8072"/>
                      <a:pt x="2477" y="7568"/>
                    </a:cubicBezTo>
                    <a:cubicBezTo>
                      <a:pt x="1886" y="7358"/>
                      <a:pt x="838" y="7968"/>
                      <a:pt x="0" y="8520"/>
                    </a:cubicBezTo>
                    <a:cubicBezTo>
                      <a:pt x="657" y="16816"/>
                      <a:pt x="3658" y="25008"/>
                      <a:pt x="5429" y="33142"/>
                    </a:cubicBezTo>
                    <a:cubicBezTo>
                      <a:pt x="10535" y="33704"/>
                      <a:pt x="15116" y="32161"/>
                      <a:pt x="16278" y="31875"/>
                    </a:cubicBezTo>
                    <a:cubicBezTo>
                      <a:pt x="17726" y="31514"/>
                      <a:pt x="17840" y="31656"/>
                      <a:pt x="18631" y="30694"/>
                    </a:cubicBezTo>
                    <a:cubicBezTo>
                      <a:pt x="18926" y="30323"/>
                      <a:pt x="20546" y="30951"/>
                      <a:pt x="20974" y="30694"/>
                    </a:cubicBezTo>
                    <a:cubicBezTo>
                      <a:pt x="21374" y="30456"/>
                      <a:pt x="21774" y="28713"/>
                      <a:pt x="22146" y="28342"/>
                    </a:cubicBezTo>
                    <a:cubicBezTo>
                      <a:pt x="24432" y="26056"/>
                      <a:pt x="25870" y="24389"/>
                      <a:pt x="28013" y="22474"/>
                    </a:cubicBezTo>
                    <a:cubicBezTo>
                      <a:pt x="28594" y="12473"/>
                      <a:pt x="27842" y="1605"/>
                      <a:pt x="19793" y="176"/>
                    </a:cubicBezTo>
                    <a:close/>
                  </a:path>
                </a:pathLst>
              </a:custGeom>
              <a:solidFill>
                <a:srgbClr val="EDD443"/>
              </a:solidFill>
              <a:ln cap="flat">
                <a:noFill/>
                <a:prstDash val="solid"/>
                <a:miter lim="800000"/>
              </a:ln>
            </p:spPr>
            <p:txBody>
              <a:bodyPr vert="horz" anchor="ctr" tIns="45720" lIns="91440" bIns="45720" rIns="91440"/>
              <a:p>
                <a:pPr algn="l" marL="0"/>
              </a:p>
            </p:txBody>
          </p:sp>
        </p:grpSp>
        <p:sp>
          <p:nvSpPr>
            <p:cNvPr name="Freeform 79" id="79"/>
            <p:cNvSpPr/>
            <p:nvPr/>
          </p:nvSpPr>
          <p:spPr>
            <a:xfrm>
              <a:off x="8585820" y="3359404"/>
              <a:ext cx="483012" cy="370764"/>
            </a:xfrm>
            <a:custGeom>
              <a:avLst/>
              <a:gdLst/>
              <a:ahLst/>
              <a:cxnLst/>
              <a:rect r="r" b="b" t="t" l="l"/>
              <a:pathLst>
                <a:path w="483012" h="370764" stroke="true" fill="norm" extrusionOk="true">
                  <a:moveTo>
                    <a:pt x="476326" y="330055"/>
                  </a:moveTo>
                  <a:cubicBezTo>
                    <a:pt x="476326" y="330055"/>
                    <a:pt x="470621" y="314158"/>
                    <a:pt x="470621" y="313548"/>
                  </a:cubicBezTo>
                  <a:cubicBezTo>
                    <a:pt x="470621" y="313034"/>
                    <a:pt x="465858" y="303528"/>
                    <a:pt x="464334" y="300518"/>
                  </a:cubicBezTo>
                  <a:cubicBezTo>
                    <a:pt x="464201" y="300203"/>
                    <a:pt x="464039" y="299889"/>
                    <a:pt x="463858" y="299584"/>
                  </a:cubicBezTo>
                  <a:cubicBezTo>
                    <a:pt x="463525" y="298994"/>
                    <a:pt x="461696" y="297717"/>
                    <a:pt x="461515" y="297232"/>
                  </a:cubicBezTo>
                  <a:cubicBezTo>
                    <a:pt x="460858" y="295479"/>
                    <a:pt x="461077" y="292574"/>
                    <a:pt x="460343" y="290193"/>
                  </a:cubicBezTo>
                  <a:cubicBezTo>
                    <a:pt x="459639" y="287888"/>
                    <a:pt x="458714" y="285735"/>
                    <a:pt x="458000" y="283144"/>
                  </a:cubicBezTo>
                  <a:cubicBezTo>
                    <a:pt x="457410" y="281030"/>
                    <a:pt x="459038" y="277582"/>
                    <a:pt x="455647" y="277267"/>
                  </a:cubicBezTo>
                  <a:cubicBezTo>
                    <a:pt x="458905" y="274515"/>
                    <a:pt x="462486" y="274686"/>
                    <a:pt x="465039" y="273743"/>
                  </a:cubicBezTo>
                  <a:cubicBezTo>
                    <a:pt x="466315" y="273010"/>
                    <a:pt x="466573" y="271438"/>
                    <a:pt x="467392" y="270219"/>
                  </a:cubicBezTo>
                  <a:cubicBezTo>
                    <a:pt x="467811" y="269590"/>
                    <a:pt x="469468" y="268438"/>
                    <a:pt x="469735" y="267876"/>
                  </a:cubicBezTo>
                  <a:cubicBezTo>
                    <a:pt x="470535" y="266180"/>
                    <a:pt x="470354" y="265056"/>
                    <a:pt x="470906" y="263180"/>
                  </a:cubicBezTo>
                  <a:cubicBezTo>
                    <a:pt x="470868" y="263313"/>
                    <a:pt x="474021" y="255369"/>
                    <a:pt x="472078" y="253788"/>
                  </a:cubicBezTo>
                  <a:cubicBezTo>
                    <a:pt x="470440" y="252455"/>
                    <a:pt x="472011" y="249997"/>
                    <a:pt x="470906" y="246749"/>
                  </a:cubicBezTo>
                  <a:cubicBezTo>
                    <a:pt x="469402" y="242358"/>
                    <a:pt x="465868" y="238939"/>
                    <a:pt x="462687" y="238529"/>
                  </a:cubicBezTo>
                  <a:cubicBezTo>
                    <a:pt x="457162" y="237815"/>
                    <a:pt x="455352" y="241787"/>
                    <a:pt x="450942" y="245578"/>
                  </a:cubicBezTo>
                  <a:cubicBezTo>
                    <a:pt x="447751" y="246416"/>
                    <a:pt x="451780" y="240044"/>
                    <a:pt x="448599" y="240882"/>
                  </a:cubicBezTo>
                  <a:cubicBezTo>
                    <a:pt x="447951" y="238281"/>
                    <a:pt x="450837" y="239215"/>
                    <a:pt x="450942" y="237367"/>
                  </a:cubicBezTo>
                  <a:cubicBezTo>
                    <a:pt x="455495" y="237996"/>
                    <a:pt x="455781" y="234376"/>
                    <a:pt x="459162" y="233843"/>
                  </a:cubicBezTo>
                  <a:cubicBezTo>
                    <a:pt x="461105" y="228661"/>
                    <a:pt x="464296" y="224718"/>
                    <a:pt x="464906" y="218193"/>
                  </a:cubicBezTo>
                  <a:cubicBezTo>
                    <a:pt x="464925" y="217117"/>
                    <a:pt x="465039" y="216231"/>
                    <a:pt x="465039" y="216231"/>
                  </a:cubicBezTo>
                  <a:cubicBezTo>
                    <a:pt x="465268" y="208849"/>
                    <a:pt x="461620" y="202191"/>
                    <a:pt x="461620" y="202191"/>
                  </a:cubicBezTo>
                  <a:lnTo>
                    <a:pt x="461629" y="202172"/>
                  </a:lnTo>
                  <a:cubicBezTo>
                    <a:pt x="460524" y="202115"/>
                    <a:pt x="458924" y="199858"/>
                    <a:pt x="456819" y="200962"/>
                  </a:cubicBezTo>
                  <a:cubicBezTo>
                    <a:pt x="451895" y="203868"/>
                    <a:pt x="446627" y="206420"/>
                    <a:pt x="445075" y="212697"/>
                  </a:cubicBezTo>
                  <a:cubicBezTo>
                    <a:pt x="442074" y="211402"/>
                    <a:pt x="442770" y="206392"/>
                    <a:pt x="442732" y="202134"/>
                  </a:cubicBezTo>
                  <a:cubicBezTo>
                    <a:pt x="445189" y="201458"/>
                    <a:pt x="446084" y="199229"/>
                    <a:pt x="449771" y="199791"/>
                  </a:cubicBezTo>
                  <a:cubicBezTo>
                    <a:pt x="452895" y="197762"/>
                    <a:pt x="456438" y="195267"/>
                    <a:pt x="457991" y="190399"/>
                  </a:cubicBezTo>
                  <a:cubicBezTo>
                    <a:pt x="458038" y="190409"/>
                    <a:pt x="458067" y="190447"/>
                    <a:pt x="458114" y="190466"/>
                  </a:cubicBezTo>
                  <a:cubicBezTo>
                    <a:pt x="459162" y="186732"/>
                    <a:pt x="459953" y="182913"/>
                    <a:pt x="458476" y="179169"/>
                  </a:cubicBezTo>
                  <a:cubicBezTo>
                    <a:pt x="458257" y="178607"/>
                    <a:pt x="458296" y="178131"/>
                    <a:pt x="458438" y="177712"/>
                  </a:cubicBezTo>
                  <a:cubicBezTo>
                    <a:pt x="457438" y="176150"/>
                    <a:pt x="457086" y="173940"/>
                    <a:pt x="455647" y="172788"/>
                  </a:cubicBezTo>
                  <a:cubicBezTo>
                    <a:pt x="448304" y="171225"/>
                    <a:pt x="446846" y="172597"/>
                    <a:pt x="439207" y="173959"/>
                  </a:cubicBezTo>
                  <a:cubicBezTo>
                    <a:pt x="437217" y="169816"/>
                    <a:pt x="439217" y="169835"/>
                    <a:pt x="439207" y="164567"/>
                  </a:cubicBezTo>
                  <a:cubicBezTo>
                    <a:pt x="440712" y="162939"/>
                    <a:pt x="444751" y="163853"/>
                    <a:pt x="446256" y="162215"/>
                  </a:cubicBezTo>
                  <a:cubicBezTo>
                    <a:pt x="448608" y="160110"/>
                    <a:pt x="451485" y="158519"/>
                    <a:pt x="453333" y="155909"/>
                  </a:cubicBezTo>
                  <a:cubicBezTo>
                    <a:pt x="453419" y="155519"/>
                    <a:pt x="453571" y="155128"/>
                    <a:pt x="453914" y="154766"/>
                  </a:cubicBezTo>
                  <a:cubicBezTo>
                    <a:pt x="454000" y="154671"/>
                    <a:pt x="454114" y="154566"/>
                    <a:pt x="454200" y="154461"/>
                  </a:cubicBezTo>
                  <a:cubicBezTo>
                    <a:pt x="454285" y="154290"/>
                    <a:pt x="454409" y="154176"/>
                    <a:pt x="454476" y="153995"/>
                  </a:cubicBezTo>
                  <a:cubicBezTo>
                    <a:pt x="454514" y="154023"/>
                    <a:pt x="454533" y="154052"/>
                    <a:pt x="454571" y="154071"/>
                  </a:cubicBezTo>
                  <a:cubicBezTo>
                    <a:pt x="454886" y="153747"/>
                    <a:pt x="455219" y="153404"/>
                    <a:pt x="455552" y="153061"/>
                  </a:cubicBezTo>
                  <a:cubicBezTo>
                    <a:pt x="455333" y="152595"/>
                    <a:pt x="455248" y="152052"/>
                    <a:pt x="455428" y="151413"/>
                  </a:cubicBezTo>
                  <a:cubicBezTo>
                    <a:pt x="455638" y="150642"/>
                    <a:pt x="455876" y="149956"/>
                    <a:pt x="456095" y="149308"/>
                  </a:cubicBezTo>
                  <a:cubicBezTo>
                    <a:pt x="455791" y="148937"/>
                    <a:pt x="455543" y="148508"/>
                    <a:pt x="455495" y="147927"/>
                  </a:cubicBezTo>
                  <a:cubicBezTo>
                    <a:pt x="455257" y="145356"/>
                    <a:pt x="454838" y="142889"/>
                    <a:pt x="455190" y="140336"/>
                  </a:cubicBezTo>
                  <a:cubicBezTo>
                    <a:pt x="455190" y="140317"/>
                    <a:pt x="455181" y="140298"/>
                    <a:pt x="455181" y="140279"/>
                  </a:cubicBezTo>
                  <a:cubicBezTo>
                    <a:pt x="455190" y="140279"/>
                    <a:pt x="455190" y="140279"/>
                    <a:pt x="455190" y="140279"/>
                  </a:cubicBezTo>
                  <a:cubicBezTo>
                    <a:pt x="455228" y="140069"/>
                    <a:pt x="455228" y="139850"/>
                    <a:pt x="455266" y="139631"/>
                  </a:cubicBezTo>
                  <a:cubicBezTo>
                    <a:pt x="455266" y="139612"/>
                    <a:pt x="455276" y="139593"/>
                    <a:pt x="455286" y="139574"/>
                  </a:cubicBezTo>
                  <a:cubicBezTo>
                    <a:pt x="454609" y="138564"/>
                    <a:pt x="453895" y="137545"/>
                    <a:pt x="452876" y="137040"/>
                  </a:cubicBezTo>
                  <a:cubicBezTo>
                    <a:pt x="451580" y="136383"/>
                    <a:pt x="451438" y="135154"/>
                    <a:pt x="451895" y="134135"/>
                  </a:cubicBezTo>
                  <a:cubicBezTo>
                    <a:pt x="451647" y="134030"/>
                    <a:pt x="451352" y="133973"/>
                    <a:pt x="450952" y="134021"/>
                  </a:cubicBezTo>
                  <a:cubicBezTo>
                    <a:pt x="448123" y="134507"/>
                    <a:pt x="448399" y="131878"/>
                    <a:pt x="445084" y="132849"/>
                  </a:cubicBezTo>
                  <a:cubicBezTo>
                    <a:pt x="440160" y="132230"/>
                    <a:pt x="438522" y="134907"/>
                    <a:pt x="434521" y="135202"/>
                  </a:cubicBezTo>
                  <a:cubicBezTo>
                    <a:pt x="435312" y="127763"/>
                    <a:pt x="433711" y="122705"/>
                    <a:pt x="430997" y="118771"/>
                  </a:cubicBezTo>
                  <a:cubicBezTo>
                    <a:pt x="431787" y="117838"/>
                    <a:pt x="433549" y="118390"/>
                    <a:pt x="434521" y="117600"/>
                  </a:cubicBezTo>
                  <a:cubicBezTo>
                    <a:pt x="434921" y="117276"/>
                    <a:pt x="434178" y="115647"/>
                    <a:pt x="434521" y="115247"/>
                  </a:cubicBezTo>
                  <a:cubicBezTo>
                    <a:pt x="435026" y="114656"/>
                    <a:pt x="436388" y="114723"/>
                    <a:pt x="436874" y="114075"/>
                  </a:cubicBezTo>
                  <a:cubicBezTo>
                    <a:pt x="437702" y="112980"/>
                    <a:pt x="437712" y="110723"/>
                    <a:pt x="438045" y="109380"/>
                  </a:cubicBezTo>
                  <a:cubicBezTo>
                    <a:pt x="438207" y="108703"/>
                    <a:pt x="439217" y="108208"/>
                    <a:pt x="439217" y="108208"/>
                  </a:cubicBezTo>
                  <a:cubicBezTo>
                    <a:pt x="440912" y="101150"/>
                    <a:pt x="440493" y="92168"/>
                    <a:pt x="439217" y="87072"/>
                  </a:cubicBezTo>
                  <a:cubicBezTo>
                    <a:pt x="439026" y="86310"/>
                    <a:pt x="438083" y="86024"/>
                    <a:pt x="438045" y="85901"/>
                  </a:cubicBezTo>
                  <a:cubicBezTo>
                    <a:pt x="437312" y="83386"/>
                    <a:pt x="437607" y="80185"/>
                    <a:pt x="436874" y="78862"/>
                  </a:cubicBezTo>
                  <a:cubicBezTo>
                    <a:pt x="436626" y="78414"/>
                    <a:pt x="434883" y="78166"/>
                    <a:pt x="434521" y="77690"/>
                  </a:cubicBezTo>
                  <a:cubicBezTo>
                    <a:pt x="433673" y="76556"/>
                    <a:pt x="434359" y="75080"/>
                    <a:pt x="433349" y="74166"/>
                  </a:cubicBezTo>
                  <a:cubicBezTo>
                    <a:pt x="431663" y="72642"/>
                    <a:pt x="428758" y="71937"/>
                    <a:pt x="427482" y="71823"/>
                  </a:cubicBezTo>
                  <a:cubicBezTo>
                    <a:pt x="422415" y="71356"/>
                    <a:pt x="415604" y="77338"/>
                    <a:pt x="414566" y="78871"/>
                  </a:cubicBezTo>
                  <a:cubicBezTo>
                    <a:pt x="413623" y="80271"/>
                    <a:pt x="413176" y="83967"/>
                    <a:pt x="412223" y="84738"/>
                  </a:cubicBezTo>
                  <a:cubicBezTo>
                    <a:pt x="411909" y="85005"/>
                    <a:pt x="412385" y="86682"/>
                    <a:pt x="412223" y="87091"/>
                  </a:cubicBezTo>
                  <a:cubicBezTo>
                    <a:pt x="410242" y="92349"/>
                    <a:pt x="411747" y="101141"/>
                    <a:pt x="412223" y="104703"/>
                  </a:cubicBezTo>
                  <a:cubicBezTo>
                    <a:pt x="412528" y="107008"/>
                    <a:pt x="412014" y="108275"/>
                    <a:pt x="413395" y="109399"/>
                  </a:cubicBezTo>
                  <a:cubicBezTo>
                    <a:pt x="413738" y="109675"/>
                    <a:pt x="413185" y="111323"/>
                    <a:pt x="413395" y="111742"/>
                  </a:cubicBezTo>
                  <a:cubicBezTo>
                    <a:pt x="413461" y="111894"/>
                    <a:pt x="414433" y="111628"/>
                    <a:pt x="414566" y="111742"/>
                  </a:cubicBezTo>
                  <a:cubicBezTo>
                    <a:pt x="414947" y="112056"/>
                    <a:pt x="414290" y="113666"/>
                    <a:pt x="414566" y="114085"/>
                  </a:cubicBezTo>
                  <a:cubicBezTo>
                    <a:pt x="414871" y="114552"/>
                    <a:pt x="416509" y="114818"/>
                    <a:pt x="416919" y="115257"/>
                  </a:cubicBezTo>
                  <a:cubicBezTo>
                    <a:pt x="417709" y="116104"/>
                    <a:pt x="417300" y="117904"/>
                    <a:pt x="418090" y="118781"/>
                  </a:cubicBezTo>
                  <a:cubicBezTo>
                    <a:pt x="420043" y="120924"/>
                    <a:pt x="422100" y="120962"/>
                    <a:pt x="423958" y="122305"/>
                  </a:cubicBezTo>
                  <a:cubicBezTo>
                    <a:pt x="424691" y="122838"/>
                    <a:pt x="425558" y="124048"/>
                    <a:pt x="426301" y="124648"/>
                  </a:cubicBezTo>
                  <a:cubicBezTo>
                    <a:pt x="427387" y="125544"/>
                    <a:pt x="428063" y="125553"/>
                    <a:pt x="428654" y="127001"/>
                  </a:cubicBezTo>
                  <a:cubicBezTo>
                    <a:pt x="429120" y="128153"/>
                    <a:pt x="429873" y="131802"/>
                    <a:pt x="429825" y="132868"/>
                  </a:cubicBezTo>
                  <a:cubicBezTo>
                    <a:pt x="429759" y="134430"/>
                    <a:pt x="429282" y="136764"/>
                    <a:pt x="427482" y="137564"/>
                  </a:cubicBezTo>
                  <a:cubicBezTo>
                    <a:pt x="428530" y="134440"/>
                    <a:pt x="423844" y="134564"/>
                    <a:pt x="422786" y="134040"/>
                  </a:cubicBezTo>
                  <a:cubicBezTo>
                    <a:pt x="419995" y="132668"/>
                    <a:pt x="419710" y="131239"/>
                    <a:pt x="415738" y="131697"/>
                  </a:cubicBezTo>
                  <a:cubicBezTo>
                    <a:pt x="413233" y="131992"/>
                    <a:pt x="410480" y="134326"/>
                    <a:pt x="408699" y="136393"/>
                  </a:cubicBezTo>
                  <a:cubicBezTo>
                    <a:pt x="405108" y="140545"/>
                    <a:pt x="405279" y="143127"/>
                    <a:pt x="406346" y="145784"/>
                  </a:cubicBezTo>
                  <a:cubicBezTo>
                    <a:pt x="406460" y="146070"/>
                    <a:pt x="406327" y="146641"/>
                    <a:pt x="406346" y="146956"/>
                  </a:cubicBezTo>
                  <a:cubicBezTo>
                    <a:pt x="406413" y="148108"/>
                    <a:pt x="412271" y="151680"/>
                    <a:pt x="412214" y="151652"/>
                  </a:cubicBezTo>
                  <a:cubicBezTo>
                    <a:pt x="414023" y="152375"/>
                    <a:pt x="415195" y="152052"/>
                    <a:pt x="416909" y="152823"/>
                  </a:cubicBezTo>
                  <a:cubicBezTo>
                    <a:pt x="417357" y="153023"/>
                    <a:pt x="417528" y="154957"/>
                    <a:pt x="418081" y="155176"/>
                  </a:cubicBezTo>
                  <a:cubicBezTo>
                    <a:pt x="420014" y="155947"/>
                    <a:pt x="423301" y="155147"/>
                    <a:pt x="425120" y="156347"/>
                  </a:cubicBezTo>
                  <a:cubicBezTo>
                    <a:pt x="426558" y="159929"/>
                    <a:pt x="429597" y="154623"/>
                    <a:pt x="430987" y="157519"/>
                  </a:cubicBezTo>
                  <a:cubicBezTo>
                    <a:pt x="428997" y="160195"/>
                    <a:pt x="430692" y="163129"/>
                    <a:pt x="430987" y="165739"/>
                  </a:cubicBezTo>
                  <a:cubicBezTo>
                    <a:pt x="431121" y="166882"/>
                    <a:pt x="431987" y="166463"/>
                    <a:pt x="432159" y="166911"/>
                  </a:cubicBezTo>
                  <a:cubicBezTo>
                    <a:pt x="432568" y="167977"/>
                    <a:pt x="430978" y="169149"/>
                    <a:pt x="430987" y="169254"/>
                  </a:cubicBezTo>
                  <a:cubicBezTo>
                    <a:pt x="431159" y="171435"/>
                    <a:pt x="431978" y="171873"/>
                    <a:pt x="432159" y="173950"/>
                  </a:cubicBezTo>
                  <a:cubicBezTo>
                    <a:pt x="427034" y="171692"/>
                    <a:pt x="421110" y="169197"/>
                    <a:pt x="414547" y="171606"/>
                  </a:cubicBezTo>
                  <a:cubicBezTo>
                    <a:pt x="414690" y="172788"/>
                    <a:pt x="413423" y="172997"/>
                    <a:pt x="413376" y="173950"/>
                  </a:cubicBezTo>
                  <a:cubicBezTo>
                    <a:pt x="413290" y="175636"/>
                    <a:pt x="411109" y="175912"/>
                    <a:pt x="411023" y="177474"/>
                  </a:cubicBezTo>
                  <a:cubicBezTo>
                    <a:pt x="410975" y="178531"/>
                    <a:pt x="409928" y="178360"/>
                    <a:pt x="409851" y="178645"/>
                  </a:cubicBezTo>
                  <a:cubicBezTo>
                    <a:pt x="409565" y="179750"/>
                    <a:pt x="411023" y="180093"/>
                    <a:pt x="411023" y="180989"/>
                  </a:cubicBezTo>
                  <a:cubicBezTo>
                    <a:pt x="411023" y="182170"/>
                    <a:pt x="410080" y="182389"/>
                    <a:pt x="409851" y="183332"/>
                  </a:cubicBezTo>
                  <a:cubicBezTo>
                    <a:pt x="411204" y="183141"/>
                    <a:pt x="411614" y="183932"/>
                    <a:pt x="412204" y="184503"/>
                  </a:cubicBezTo>
                  <a:cubicBezTo>
                    <a:pt x="414319" y="186570"/>
                    <a:pt x="414833" y="187999"/>
                    <a:pt x="416900" y="189199"/>
                  </a:cubicBezTo>
                  <a:cubicBezTo>
                    <a:pt x="418090" y="189894"/>
                    <a:pt x="419072" y="189656"/>
                    <a:pt x="420424" y="190371"/>
                  </a:cubicBezTo>
                  <a:cubicBezTo>
                    <a:pt x="422320" y="191380"/>
                    <a:pt x="424072" y="192457"/>
                    <a:pt x="425120" y="192714"/>
                  </a:cubicBezTo>
                  <a:cubicBezTo>
                    <a:pt x="425815" y="192895"/>
                    <a:pt x="426806" y="192447"/>
                    <a:pt x="427472" y="192714"/>
                  </a:cubicBezTo>
                  <a:cubicBezTo>
                    <a:pt x="428035" y="192942"/>
                    <a:pt x="429120" y="194771"/>
                    <a:pt x="429816" y="195067"/>
                  </a:cubicBezTo>
                  <a:cubicBezTo>
                    <a:pt x="431054" y="195590"/>
                    <a:pt x="433264" y="194600"/>
                    <a:pt x="433340" y="196238"/>
                  </a:cubicBezTo>
                  <a:cubicBezTo>
                    <a:pt x="431321" y="196171"/>
                    <a:pt x="430330" y="197143"/>
                    <a:pt x="429816" y="198581"/>
                  </a:cubicBezTo>
                  <a:cubicBezTo>
                    <a:pt x="431311" y="200220"/>
                    <a:pt x="435569" y="199096"/>
                    <a:pt x="435683" y="202106"/>
                  </a:cubicBezTo>
                  <a:cubicBezTo>
                    <a:pt x="429968" y="202868"/>
                    <a:pt x="438283" y="207439"/>
                    <a:pt x="434512" y="209154"/>
                  </a:cubicBezTo>
                  <a:cubicBezTo>
                    <a:pt x="430978" y="207992"/>
                    <a:pt x="429273" y="205001"/>
                    <a:pt x="423948" y="205630"/>
                  </a:cubicBezTo>
                  <a:cubicBezTo>
                    <a:pt x="419738" y="208773"/>
                    <a:pt x="416938" y="211126"/>
                    <a:pt x="416900" y="215021"/>
                  </a:cubicBezTo>
                  <a:cubicBezTo>
                    <a:pt x="416890" y="216488"/>
                    <a:pt x="418672" y="217574"/>
                    <a:pt x="419252" y="218546"/>
                  </a:cubicBezTo>
                  <a:cubicBezTo>
                    <a:pt x="419595" y="219127"/>
                    <a:pt x="418967" y="220270"/>
                    <a:pt x="419252" y="220889"/>
                  </a:cubicBezTo>
                  <a:cubicBezTo>
                    <a:pt x="419386" y="221203"/>
                    <a:pt x="421310" y="221727"/>
                    <a:pt x="421596" y="222060"/>
                  </a:cubicBezTo>
                  <a:cubicBezTo>
                    <a:pt x="423291" y="224042"/>
                    <a:pt x="424386" y="226661"/>
                    <a:pt x="426291" y="226756"/>
                  </a:cubicBezTo>
                  <a:cubicBezTo>
                    <a:pt x="427577" y="226823"/>
                    <a:pt x="426891" y="227652"/>
                    <a:pt x="427463" y="227928"/>
                  </a:cubicBezTo>
                  <a:cubicBezTo>
                    <a:pt x="432073" y="230138"/>
                    <a:pt x="437712" y="228661"/>
                    <a:pt x="440379" y="230280"/>
                  </a:cubicBezTo>
                  <a:cubicBezTo>
                    <a:pt x="439360" y="232643"/>
                    <a:pt x="441236" y="235433"/>
                    <a:pt x="441560" y="237329"/>
                  </a:cubicBezTo>
                  <a:cubicBezTo>
                    <a:pt x="442055" y="240310"/>
                    <a:pt x="443027" y="243196"/>
                    <a:pt x="441560" y="244368"/>
                  </a:cubicBezTo>
                  <a:cubicBezTo>
                    <a:pt x="437845" y="244558"/>
                    <a:pt x="437636" y="241244"/>
                    <a:pt x="433340" y="242015"/>
                  </a:cubicBezTo>
                  <a:cubicBezTo>
                    <a:pt x="430873" y="239053"/>
                    <a:pt x="428758" y="244978"/>
                    <a:pt x="426291" y="242015"/>
                  </a:cubicBezTo>
                  <a:cubicBezTo>
                    <a:pt x="426549" y="240482"/>
                    <a:pt x="424663" y="241434"/>
                    <a:pt x="423948" y="240844"/>
                  </a:cubicBezTo>
                  <a:cubicBezTo>
                    <a:pt x="423548" y="240520"/>
                    <a:pt x="424301" y="238882"/>
                    <a:pt x="423948" y="238501"/>
                  </a:cubicBezTo>
                  <a:cubicBezTo>
                    <a:pt x="422215" y="236643"/>
                    <a:pt x="419357" y="235853"/>
                    <a:pt x="419252" y="233805"/>
                  </a:cubicBezTo>
                  <a:cubicBezTo>
                    <a:pt x="419110" y="231195"/>
                    <a:pt x="415662" y="230528"/>
                    <a:pt x="414557" y="229109"/>
                  </a:cubicBezTo>
                  <a:cubicBezTo>
                    <a:pt x="413576" y="227852"/>
                    <a:pt x="414233" y="225756"/>
                    <a:pt x="413385" y="224413"/>
                  </a:cubicBezTo>
                  <a:cubicBezTo>
                    <a:pt x="411832" y="221946"/>
                    <a:pt x="406460" y="219651"/>
                    <a:pt x="406337" y="217374"/>
                  </a:cubicBezTo>
                  <a:cubicBezTo>
                    <a:pt x="406279" y="216260"/>
                    <a:pt x="404641" y="214621"/>
                    <a:pt x="403993" y="213850"/>
                  </a:cubicBezTo>
                  <a:cubicBezTo>
                    <a:pt x="402241" y="211783"/>
                    <a:pt x="399774" y="209964"/>
                    <a:pt x="398126" y="207982"/>
                  </a:cubicBezTo>
                  <a:cubicBezTo>
                    <a:pt x="396907" y="206525"/>
                    <a:pt x="395088" y="204849"/>
                    <a:pt x="394602" y="204458"/>
                  </a:cubicBezTo>
                  <a:cubicBezTo>
                    <a:pt x="394259" y="204182"/>
                    <a:pt x="394802" y="202534"/>
                    <a:pt x="394602" y="202106"/>
                  </a:cubicBezTo>
                  <a:cubicBezTo>
                    <a:pt x="394526" y="201963"/>
                    <a:pt x="393563" y="202220"/>
                    <a:pt x="393430" y="202106"/>
                  </a:cubicBezTo>
                  <a:cubicBezTo>
                    <a:pt x="393030" y="201782"/>
                    <a:pt x="393763" y="200162"/>
                    <a:pt x="393430" y="199762"/>
                  </a:cubicBezTo>
                  <a:cubicBezTo>
                    <a:pt x="391611" y="197514"/>
                    <a:pt x="388230" y="196124"/>
                    <a:pt x="386382" y="193895"/>
                  </a:cubicBezTo>
                  <a:cubicBezTo>
                    <a:pt x="384115" y="191161"/>
                    <a:pt x="383534" y="188370"/>
                    <a:pt x="381686" y="185675"/>
                  </a:cubicBezTo>
                  <a:cubicBezTo>
                    <a:pt x="377380" y="184465"/>
                    <a:pt x="375618" y="180455"/>
                    <a:pt x="373466" y="178636"/>
                  </a:cubicBezTo>
                  <a:cubicBezTo>
                    <a:pt x="372789" y="178055"/>
                    <a:pt x="371780" y="178007"/>
                    <a:pt x="371113" y="177464"/>
                  </a:cubicBezTo>
                  <a:cubicBezTo>
                    <a:pt x="370713" y="177140"/>
                    <a:pt x="371475" y="175493"/>
                    <a:pt x="371113" y="175112"/>
                  </a:cubicBezTo>
                  <a:cubicBezTo>
                    <a:pt x="370313" y="174245"/>
                    <a:pt x="368484" y="174740"/>
                    <a:pt x="367589" y="173940"/>
                  </a:cubicBezTo>
                  <a:cubicBezTo>
                    <a:pt x="367236" y="173626"/>
                    <a:pt x="367798" y="172045"/>
                    <a:pt x="367589" y="171597"/>
                  </a:cubicBezTo>
                  <a:cubicBezTo>
                    <a:pt x="367437" y="171264"/>
                    <a:pt x="365531" y="170778"/>
                    <a:pt x="365246" y="170425"/>
                  </a:cubicBezTo>
                  <a:cubicBezTo>
                    <a:pt x="363541" y="168349"/>
                    <a:pt x="361988" y="166263"/>
                    <a:pt x="361722" y="163377"/>
                  </a:cubicBezTo>
                  <a:cubicBezTo>
                    <a:pt x="364589" y="160529"/>
                    <a:pt x="365893" y="157671"/>
                    <a:pt x="366417" y="153985"/>
                  </a:cubicBezTo>
                  <a:cubicBezTo>
                    <a:pt x="366903" y="150604"/>
                    <a:pt x="365484" y="145708"/>
                    <a:pt x="365246" y="144594"/>
                  </a:cubicBezTo>
                  <a:cubicBezTo>
                    <a:pt x="365008" y="143527"/>
                    <a:pt x="365608" y="142098"/>
                    <a:pt x="365246" y="141069"/>
                  </a:cubicBezTo>
                  <a:cubicBezTo>
                    <a:pt x="365132" y="140745"/>
                    <a:pt x="362274" y="138440"/>
                    <a:pt x="361722" y="137545"/>
                  </a:cubicBezTo>
                  <a:cubicBezTo>
                    <a:pt x="361598" y="137345"/>
                    <a:pt x="361731" y="136621"/>
                    <a:pt x="361722" y="136373"/>
                  </a:cubicBezTo>
                  <a:cubicBezTo>
                    <a:pt x="361655" y="135040"/>
                    <a:pt x="360893" y="135821"/>
                    <a:pt x="360550" y="135202"/>
                  </a:cubicBezTo>
                  <a:cubicBezTo>
                    <a:pt x="360150" y="134497"/>
                    <a:pt x="359978" y="132268"/>
                    <a:pt x="359378" y="131678"/>
                  </a:cubicBezTo>
                  <a:cubicBezTo>
                    <a:pt x="358369" y="130697"/>
                    <a:pt x="355673" y="131487"/>
                    <a:pt x="354682" y="130506"/>
                  </a:cubicBezTo>
                  <a:cubicBezTo>
                    <a:pt x="354387" y="130211"/>
                    <a:pt x="355025" y="128344"/>
                    <a:pt x="354682" y="128163"/>
                  </a:cubicBezTo>
                  <a:cubicBezTo>
                    <a:pt x="353501" y="127534"/>
                    <a:pt x="350758" y="127229"/>
                    <a:pt x="349987" y="126991"/>
                  </a:cubicBezTo>
                  <a:cubicBezTo>
                    <a:pt x="346205" y="125820"/>
                    <a:pt x="346120" y="126191"/>
                    <a:pt x="344119" y="126991"/>
                  </a:cubicBezTo>
                  <a:cubicBezTo>
                    <a:pt x="341824" y="127906"/>
                    <a:pt x="339080" y="128753"/>
                    <a:pt x="338252" y="130516"/>
                  </a:cubicBezTo>
                  <a:cubicBezTo>
                    <a:pt x="335432" y="131992"/>
                    <a:pt x="335890" y="136764"/>
                    <a:pt x="333556" y="138736"/>
                  </a:cubicBezTo>
                  <a:cubicBezTo>
                    <a:pt x="332385" y="137164"/>
                    <a:pt x="330384" y="136431"/>
                    <a:pt x="330032" y="134040"/>
                  </a:cubicBezTo>
                  <a:cubicBezTo>
                    <a:pt x="327031" y="133906"/>
                    <a:pt x="325926" y="131887"/>
                    <a:pt x="324164" y="130516"/>
                  </a:cubicBezTo>
                  <a:cubicBezTo>
                    <a:pt x="324241" y="129011"/>
                    <a:pt x="325698" y="128934"/>
                    <a:pt x="326508" y="128172"/>
                  </a:cubicBezTo>
                  <a:cubicBezTo>
                    <a:pt x="327346" y="127391"/>
                    <a:pt x="328127" y="126696"/>
                    <a:pt x="328860" y="125820"/>
                  </a:cubicBezTo>
                  <a:cubicBezTo>
                    <a:pt x="331194" y="120095"/>
                    <a:pt x="332213" y="116476"/>
                    <a:pt x="330032" y="109389"/>
                  </a:cubicBezTo>
                  <a:cubicBezTo>
                    <a:pt x="329451" y="107494"/>
                    <a:pt x="326289" y="101217"/>
                    <a:pt x="325336" y="101169"/>
                  </a:cubicBezTo>
                  <a:cubicBezTo>
                    <a:pt x="323974" y="101102"/>
                    <a:pt x="324812" y="100426"/>
                    <a:pt x="324164" y="99997"/>
                  </a:cubicBezTo>
                  <a:cubicBezTo>
                    <a:pt x="321564" y="98264"/>
                    <a:pt x="317030" y="95883"/>
                    <a:pt x="313601" y="96473"/>
                  </a:cubicBezTo>
                  <a:cubicBezTo>
                    <a:pt x="311315" y="96873"/>
                    <a:pt x="309172" y="98502"/>
                    <a:pt x="307734" y="101169"/>
                  </a:cubicBezTo>
                  <a:cubicBezTo>
                    <a:pt x="303724" y="101074"/>
                    <a:pt x="307057" y="108322"/>
                    <a:pt x="303038" y="108218"/>
                  </a:cubicBezTo>
                  <a:cubicBezTo>
                    <a:pt x="300581" y="106760"/>
                    <a:pt x="298628" y="104798"/>
                    <a:pt x="297161" y="102350"/>
                  </a:cubicBezTo>
                  <a:cubicBezTo>
                    <a:pt x="298437" y="100188"/>
                    <a:pt x="300581" y="100817"/>
                    <a:pt x="300685" y="98826"/>
                  </a:cubicBezTo>
                  <a:cubicBezTo>
                    <a:pt x="300752" y="97540"/>
                    <a:pt x="301590" y="98216"/>
                    <a:pt x="301857" y="97654"/>
                  </a:cubicBezTo>
                  <a:cubicBezTo>
                    <a:pt x="302886" y="95464"/>
                    <a:pt x="302895" y="94349"/>
                    <a:pt x="303028" y="91787"/>
                  </a:cubicBezTo>
                  <a:cubicBezTo>
                    <a:pt x="303095" y="90673"/>
                    <a:pt x="304095" y="90958"/>
                    <a:pt x="304200" y="90615"/>
                  </a:cubicBezTo>
                  <a:cubicBezTo>
                    <a:pt x="306657" y="82243"/>
                    <a:pt x="301742" y="75614"/>
                    <a:pt x="295980" y="74175"/>
                  </a:cubicBezTo>
                  <a:cubicBezTo>
                    <a:pt x="295285" y="74004"/>
                    <a:pt x="294846" y="73013"/>
                    <a:pt x="294808" y="73004"/>
                  </a:cubicBezTo>
                  <a:cubicBezTo>
                    <a:pt x="289789" y="71727"/>
                    <a:pt x="283045" y="72613"/>
                    <a:pt x="278368" y="74175"/>
                  </a:cubicBezTo>
                  <a:cubicBezTo>
                    <a:pt x="278016" y="75833"/>
                    <a:pt x="276539" y="76195"/>
                    <a:pt x="276025" y="77700"/>
                  </a:cubicBezTo>
                  <a:cubicBezTo>
                    <a:pt x="275463" y="79338"/>
                    <a:pt x="276711" y="82119"/>
                    <a:pt x="274853" y="82395"/>
                  </a:cubicBezTo>
                  <a:cubicBezTo>
                    <a:pt x="275092" y="81214"/>
                    <a:pt x="274273" y="81614"/>
                    <a:pt x="273682" y="81224"/>
                  </a:cubicBezTo>
                  <a:cubicBezTo>
                    <a:pt x="270672" y="79214"/>
                    <a:pt x="269519" y="77128"/>
                    <a:pt x="267814" y="75356"/>
                  </a:cubicBezTo>
                  <a:cubicBezTo>
                    <a:pt x="266872" y="74375"/>
                    <a:pt x="265024" y="74232"/>
                    <a:pt x="265471" y="71832"/>
                  </a:cubicBezTo>
                  <a:cubicBezTo>
                    <a:pt x="267243" y="67146"/>
                    <a:pt x="269186" y="61374"/>
                    <a:pt x="268996" y="57745"/>
                  </a:cubicBezTo>
                  <a:cubicBezTo>
                    <a:pt x="268929" y="56421"/>
                    <a:pt x="268167" y="57192"/>
                    <a:pt x="267824" y="56573"/>
                  </a:cubicBezTo>
                  <a:cubicBezTo>
                    <a:pt x="267167" y="55392"/>
                    <a:pt x="267376" y="54382"/>
                    <a:pt x="266652" y="53049"/>
                  </a:cubicBezTo>
                  <a:cubicBezTo>
                    <a:pt x="265671" y="51239"/>
                    <a:pt x="263595" y="49125"/>
                    <a:pt x="263128" y="47181"/>
                  </a:cubicBezTo>
                  <a:cubicBezTo>
                    <a:pt x="257023" y="45334"/>
                    <a:pt x="249412" y="43209"/>
                    <a:pt x="243173" y="44829"/>
                  </a:cubicBezTo>
                  <a:cubicBezTo>
                    <a:pt x="242811" y="47600"/>
                    <a:pt x="239097" y="47019"/>
                    <a:pt x="239649" y="50706"/>
                  </a:cubicBezTo>
                  <a:cubicBezTo>
                    <a:pt x="236068" y="52134"/>
                    <a:pt x="241373" y="55182"/>
                    <a:pt x="238477" y="56573"/>
                  </a:cubicBezTo>
                  <a:cubicBezTo>
                    <a:pt x="236925" y="56668"/>
                    <a:pt x="236963" y="54830"/>
                    <a:pt x="236134" y="54230"/>
                  </a:cubicBezTo>
                  <a:cubicBezTo>
                    <a:pt x="234772" y="53249"/>
                    <a:pt x="233105" y="54049"/>
                    <a:pt x="231438" y="53058"/>
                  </a:cubicBezTo>
                  <a:cubicBezTo>
                    <a:pt x="230229" y="52334"/>
                    <a:pt x="228791" y="51239"/>
                    <a:pt x="227790" y="50429"/>
                  </a:cubicBezTo>
                  <a:lnTo>
                    <a:pt x="228181" y="47734"/>
                  </a:lnTo>
                  <a:lnTo>
                    <a:pt x="228133" y="47715"/>
                  </a:lnTo>
                  <a:cubicBezTo>
                    <a:pt x="229486" y="44276"/>
                    <a:pt x="228657" y="41724"/>
                    <a:pt x="227924" y="38971"/>
                  </a:cubicBezTo>
                  <a:cubicBezTo>
                    <a:pt x="227114" y="35923"/>
                    <a:pt x="226266" y="33665"/>
                    <a:pt x="225571" y="33094"/>
                  </a:cubicBezTo>
                  <a:cubicBezTo>
                    <a:pt x="225200" y="32789"/>
                    <a:pt x="225828" y="31179"/>
                    <a:pt x="225571" y="30751"/>
                  </a:cubicBezTo>
                  <a:cubicBezTo>
                    <a:pt x="224647" y="29170"/>
                    <a:pt x="221637" y="27846"/>
                    <a:pt x="220875" y="27226"/>
                  </a:cubicBezTo>
                  <a:cubicBezTo>
                    <a:pt x="220475" y="26903"/>
                    <a:pt x="221247" y="25236"/>
                    <a:pt x="220875" y="24883"/>
                  </a:cubicBezTo>
                  <a:cubicBezTo>
                    <a:pt x="220275" y="24302"/>
                    <a:pt x="218085" y="25331"/>
                    <a:pt x="217351" y="24883"/>
                  </a:cubicBezTo>
                  <a:cubicBezTo>
                    <a:pt x="216665" y="24455"/>
                    <a:pt x="217361" y="21388"/>
                    <a:pt x="216179" y="21359"/>
                  </a:cubicBezTo>
                  <a:cubicBezTo>
                    <a:pt x="211122" y="20521"/>
                    <a:pt x="203806" y="19092"/>
                    <a:pt x="202092" y="20188"/>
                  </a:cubicBezTo>
                  <a:cubicBezTo>
                    <a:pt x="199816" y="21645"/>
                    <a:pt x="196825" y="21150"/>
                    <a:pt x="195043" y="22531"/>
                  </a:cubicBezTo>
                  <a:cubicBezTo>
                    <a:pt x="195872" y="26884"/>
                    <a:pt x="193034" y="27569"/>
                    <a:pt x="193872" y="31932"/>
                  </a:cubicBezTo>
                  <a:cubicBezTo>
                    <a:pt x="195034" y="32856"/>
                    <a:pt x="198339" y="37447"/>
                    <a:pt x="196215" y="37799"/>
                  </a:cubicBezTo>
                  <a:cubicBezTo>
                    <a:pt x="192319" y="36256"/>
                    <a:pt x="188404" y="34913"/>
                    <a:pt x="186823" y="34275"/>
                  </a:cubicBezTo>
                  <a:cubicBezTo>
                    <a:pt x="186538" y="34161"/>
                    <a:pt x="185966" y="34284"/>
                    <a:pt x="185652" y="34275"/>
                  </a:cubicBezTo>
                  <a:cubicBezTo>
                    <a:pt x="184642" y="34218"/>
                    <a:pt x="184699" y="33151"/>
                    <a:pt x="184480" y="33103"/>
                  </a:cubicBezTo>
                  <a:cubicBezTo>
                    <a:pt x="182632" y="32694"/>
                    <a:pt x="180432" y="33608"/>
                    <a:pt x="178613" y="33103"/>
                  </a:cubicBezTo>
                  <a:cubicBezTo>
                    <a:pt x="178451" y="33065"/>
                    <a:pt x="176536" y="29303"/>
                    <a:pt x="175089" y="30760"/>
                  </a:cubicBezTo>
                  <a:cubicBezTo>
                    <a:pt x="173822" y="32027"/>
                    <a:pt x="174660" y="31208"/>
                    <a:pt x="172745" y="30760"/>
                  </a:cubicBezTo>
                  <a:cubicBezTo>
                    <a:pt x="170069" y="30132"/>
                    <a:pt x="166449" y="29551"/>
                    <a:pt x="163354" y="28408"/>
                  </a:cubicBezTo>
                  <a:cubicBezTo>
                    <a:pt x="166069" y="25102"/>
                    <a:pt x="163716" y="19349"/>
                    <a:pt x="163354" y="15492"/>
                  </a:cubicBezTo>
                  <a:cubicBezTo>
                    <a:pt x="161792" y="15654"/>
                    <a:pt x="162296" y="13215"/>
                    <a:pt x="161001" y="13149"/>
                  </a:cubicBezTo>
                  <a:cubicBezTo>
                    <a:pt x="159630" y="13082"/>
                    <a:pt x="160487" y="12501"/>
                    <a:pt x="159829" y="11977"/>
                  </a:cubicBezTo>
                  <a:cubicBezTo>
                    <a:pt x="157344" y="10015"/>
                    <a:pt x="155143" y="6624"/>
                    <a:pt x="151610" y="7281"/>
                  </a:cubicBezTo>
                  <a:cubicBezTo>
                    <a:pt x="151343" y="6348"/>
                    <a:pt x="151581" y="4995"/>
                    <a:pt x="150438" y="4938"/>
                  </a:cubicBezTo>
                  <a:cubicBezTo>
                    <a:pt x="149171" y="4871"/>
                    <a:pt x="149809" y="4014"/>
                    <a:pt x="149266" y="3766"/>
                  </a:cubicBezTo>
                  <a:cubicBezTo>
                    <a:pt x="146066" y="2328"/>
                    <a:pt x="141027" y="3176"/>
                    <a:pt x="138703" y="2595"/>
                  </a:cubicBezTo>
                  <a:cubicBezTo>
                    <a:pt x="138589" y="2566"/>
                    <a:pt x="136751" y="1519"/>
                    <a:pt x="137532" y="1423"/>
                  </a:cubicBezTo>
                  <a:cubicBezTo>
                    <a:pt x="134131" y="1842"/>
                    <a:pt x="133036" y="5700"/>
                    <a:pt x="130493" y="4948"/>
                  </a:cubicBezTo>
                  <a:cubicBezTo>
                    <a:pt x="129435" y="8577"/>
                    <a:pt x="128835" y="11625"/>
                    <a:pt x="129311" y="15511"/>
                  </a:cubicBezTo>
                  <a:cubicBezTo>
                    <a:pt x="129788" y="19349"/>
                    <a:pt x="134122" y="21931"/>
                    <a:pt x="131655" y="23731"/>
                  </a:cubicBezTo>
                  <a:cubicBezTo>
                    <a:pt x="127502" y="23340"/>
                    <a:pt x="128769" y="20502"/>
                    <a:pt x="124616" y="22559"/>
                  </a:cubicBezTo>
                  <a:cubicBezTo>
                    <a:pt x="124463" y="17235"/>
                    <a:pt x="121739" y="14473"/>
                    <a:pt x="121091" y="9643"/>
                  </a:cubicBezTo>
                  <a:cubicBezTo>
                    <a:pt x="116919" y="4328"/>
                    <a:pt x="101013" y="-3158"/>
                    <a:pt x="96441" y="1423"/>
                  </a:cubicBezTo>
                  <a:cubicBezTo>
                    <a:pt x="96250" y="1614"/>
                    <a:pt x="95507" y="1290"/>
                    <a:pt x="95269" y="1423"/>
                  </a:cubicBezTo>
                  <a:cubicBezTo>
                    <a:pt x="93221" y="2547"/>
                    <a:pt x="92440" y="4214"/>
                    <a:pt x="91745" y="4948"/>
                  </a:cubicBezTo>
                  <a:cubicBezTo>
                    <a:pt x="89306" y="7491"/>
                    <a:pt x="90135" y="9043"/>
                    <a:pt x="90573" y="10815"/>
                  </a:cubicBezTo>
                  <a:cubicBezTo>
                    <a:pt x="90916" y="12177"/>
                    <a:pt x="90002" y="14234"/>
                    <a:pt x="90573" y="15511"/>
                  </a:cubicBezTo>
                  <a:cubicBezTo>
                    <a:pt x="90754" y="15920"/>
                    <a:pt x="92640" y="16206"/>
                    <a:pt x="92916" y="16682"/>
                  </a:cubicBezTo>
                  <a:cubicBezTo>
                    <a:pt x="93726" y="18073"/>
                    <a:pt x="94317" y="19073"/>
                    <a:pt x="95269" y="20207"/>
                  </a:cubicBezTo>
                  <a:cubicBezTo>
                    <a:pt x="96222" y="21350"/>
                    <a:pt x="97622" y="21664"/>
                    <a:pt x="97612" y="23731"/>
                  </a:cubicBezTo>
                  <a:lnTo>
                    <a:pt x="89392" y="23731"/>
                  </a:lnTo>
                  <a:cubicBezTo>
                    <a:pt x="88173" y="20788"/>
                    <a:pt x="87906" y="18568"/>
                    <a:pt x="87039" y="17863"/>
                  </a:cubicBezTo>
                  <a:cubicBezTo>
                    <a:pt x="86697" y="17587"/>
                    <a:pt x="87249" y="15939"/>
                    <a:pt x="87039" y="15511"/>
                  </a:cubicBezTo>
                  <a:cubicBezTo>
                    <a:pt x="86973" y="15368"/>
                    <a:pt x="86001" y="15625"/>
                    <a:pt x="85868" y="15511"/>
                  </a:cubicBezTo>
                  <a:cubicBezTo>
                    <a:pt x="85506" y="15215"/>
                    <a:pt x="86106" y="13596"/>
                    <a:pt x="85868" y="13168"/>
                  </a:cubicBezTo>
                  <a:cubicBezTo>
                    <a:pt x="85535" y="12587"/>
                    <a:pt x="82991" y="10434"/>
                    <a:pt x="82344" y="9643"/>
                  </a:cubicBezTo>
                  <a:cubicBezTo>
                    <a:pt x="78486" y="4919"/>
                    <a:pt x="77676" y="4852"/>
                    <a:pt x="71781" y="2604"/>
                  </a:cubicBezTo>
                  <a:cubicBezTo>
                    <a:pt x="69190" y="1614"/>
                    <a:pt x="66875" y="366"/>
                    <a:pt x="64732" y="252"/>
                  </a:cubicBezTo>
                  <a:cubicBezTo>
                    <a:pt x="59046" y="-63"/>
                    <a:pt x="54159" y="2671"/>
                    <a:pt x="48292" y="3776"/>
                  </a:cubicBezTo>
                  <a:cubicBezTo>
                    <a:pt x="47701" y="5262"/>
                    <a:pt x="48092" y="7348"/>
                    <a:pt x="47120" y="8472"/>
                  </a:cubicBezTo>
                  <a:cubicBezTo>
                    <a:pt x="44406" y="11596"/>
                    <a:pt x="47730" y="11386"/>
                    <a:pt x="45949" y="13168"/>
                  </a:cubicBezTo>
                  <a:cubicBezTo>
                    <a:pt x="45434" y="13682"/>
                    <a:pt x="48092" y="16435"/>
                    <a:pt x="48292" y="16692"/>
                  </a:cubicBezTo>
                  <a:cubicBezTo>
                    <a:pt x="49197" y="17797"/>
                    <a:pt x="49559" y="18130"/>
                    <a:pt x="50644" y="19045"/>
                  </a:cubicBezTo>
                  <a:cubicBezTo>
                    <a:pt x="52530" y="20635"/>
                    <a:pt x="53607" y="20616"/>
                    <a:pt x="55340" y="21397"/>
                  </a:cubicBezTo>
                  <a:cubicBezTo>
                    <a:pt x="55778" y="21597"/>
                    <a:pt x="55959" y="23512"/>
                    <a:pt x="56512" y="23740"/>
                  </a:cubicBezTo>
                  <a:cubicBezTo>
                    <a:pt x="57464" y="24150"/>
                    <a:pt x="59007" y="23521"/>
                    <a:pt x="60036" y="23740"/>
                  </a:cubicBezTo>
                  <a:cubicBezTo>
                    <a:pt x="61417" y="24045"/>
                    <a:pt x="63018" y="24950"/>
                    <a:pt x="64503" y="25474"/>
                  </a:cubicBezTo>
                  <a:lnTo>
                    <a:pt x="66942" y="26655"/>
                  </a:lnTo>
                  <a:cubicBezTo>
                    <a:pt x="65770" y="26788"/>
                    <a:pt x="64627" y="26960"/>
                    <a:pt x="63551" y="27265"/>
                  </a:cubicBezTo>
                  <a:cubicBezTo>
                    <a:pt x="63189" y="27369"/>
                    <a:pt x="61693" y="29332"/>
                    <a:pt x="61208" y="29617"/>
                  </a:cubicBezTo>
                  <a:cubicBezTo>
                    <a:pt x="61189" y="29627"/>
                    <a:pt x="59484" y="30894"/>
                    <a:pt x="60036" y="30789"/>
                  </a:cubicBezTo>
                  <a:cubicBezTo>
                    <a:pt x="59608" y="30875"/>
                    <a:pt x="58169" y="29922"/>
                    <a:pt x="58865" y="29617"/>
                  </a:cubicBezTo>
                  <a:cubicBezTo>
                    <a:pt x="57388" y="30274"/>
                    <a:pt x="56455" y="30027"/>
                    <a:pt x="55340" y="30789"/>
                  </a:cubicBezTo>
                  <a:cubicBezTo>
                    <a:pt x="54321" y="31484"/>
                    <a:pt x="54235" y="33780"/>
                    <a:pt x="51816" y="33132"/>
                  </a:cubicBezTo>
                  <a:cubicBezTo>
                    <a:pt x="52026" y="29008"/>
                    <a:pt x="47844" y="29274"/>
                    <a:pt x="47120" y="26083"/>
                  </a:cubicBezTo>
                  <a:cubicBezTo>
                    <a:pt x="41539" y="25474"/>
                    <a:pt x="34385" y="22693"/>
                    <a:pt x="27165" y="22569"/>
                  </a:cubicBezTo>
                  <a:cubicBezTo>
                    <a:pt x="23289" y="22493"/>
                    <a:pt x="21746" y="23559"/>
                    <a:pt x="20117" y="23740"/>
                  </a:cubicBezTo>
                  <a:cubicBezTo>
                    <a:pt x="15288" y="24255"/>
                    <a:pt x="13126" y="23407"/>
                    <a:pt x="11897" y="24921"/>
                  </a:cubicBezTo>
                  <a:cubicBezTo>
                    <a:pt x="11630" y="25236"/>
                    <a:pt x="9963" y="24759"/>
                    <a:pt x="9544" y="24921"/>
                  </a:cubicBezTo>
                  <a:cubicBezTo>
                    <a:pt x="5591" y="26407"/>
                    <a:pt x="4163" y="29141"/>
                    <a:pt x="1324" y="30789"/>
                  </a:cubicBezTo>
                  <a:cubicBezTo>
                    <a:pt x="1410" y="33618"/>
                    <a:pt x="1019" y="35961"/>
                    <a:pt x="0" y="37675"/>
                  </a:cubicBezTo>
                  <a:cubicBezTo>
                    <a:pt x="181" y="38857"/>
                    <a:pt x="124" y="40057"/>
                    <a:pt x="343" y="41257"/>
                  </a:cubicBezTo>
                  <a:cubicBezTo>
                    <a:pt x="448" y="41857"/>
                    <a:pt x="314" y="42352"/>
                    <a:pt x="95" y="42800"/>
                  </a:cubicBezTo>
                  <a:cubicBezTo>
                    <a:pt x="105" y="42809"/>
                    <a:pt x="114" y="42819"/>
                    <a:pt x="124" y="42828"/>
                  </a:cubicBezTo>
                  <a:cubicBezTo>
                    <a:pt x="753" y="43629"/>
                    <a:pt x="772" y="44533"/>
                    <a:pt x="495" y="45314"/>
                  </a:cubicBezTo>
                  <a:cubicBezTo>
                    <a:pt x="1981" y="46981"/>
                    <a:pt x="2229" y="49886"/>
                    <a:pt x="3486" y="51782"/>
                  </a:cubicBezTo>
                  <a:cubicBezTo>
                    <a:pt x="4886" y="51868"/>
                    <a:pt x="6287" y="53011"/>
                    <a:pt x="5848" y="54782"/>
                  </a:cubicBezTo>
                  <a:cubicBezTo>
                    <a:pt x="5267" y="57164"/>
                    <a:pt x="6706" y="59345"/>
                    <a:pt x="8792" y="60374"/>
                  </a:cubicBezTo>
                  <a:cubicBezTo>
                    <a:pt x="9115" y="60535"/>
                    <a:pt x="9344" y="60735"/>
                    <a:pt x="9535" y="60955"/>
                  </a:cubicBezTo>
                  <a:cubicBezTo>
                    <a:pt x="10468" y="61288"/>
                    <a:pt x="11354" y="61736"/>
                    <a:pt x="11897" y="62479"/>
                  </a:cubicBezTo>
                  <a:cubicBezTo>
                    <a:pt x="13173" y="62183"/>
                    <a:pt x="12687" y="60145"/>
                    <a:pt x="14240" y="60135"/>
                  </a:cubicBezTo>
                  <a:cubicBezTo>
                    <a:pt x="14888" y="60154"/>
                    <a:pt x="15078" y="60612"/>
                    <a:pt x="15192" y="61174"/>
                  </a:cubicBezTo>
                  <a:cubicBezTo>
                    <a:pt x="15678" y="61212"/>
                    <a:pt x="16174" y="61374"/>
                    <a:pt x="16631" y="61783"/>
                  </a:cubicBezTo>
                  <a:cubicBezTo>
                    <a:pt x="17555" y="62621"/>
                    <a:pt x="20926" y="62021"/>
                    <a:pt x="22203" y="61764"/>
                  </a:cubicBezTo>
                  <a:cubicBezTo>
                    <a:pt x="22327" y="61736"/>
                    <a:pt x="22441" y="61774"/>
                    <a:pt x="22565" y="61764"/>
                  </a:cubicBezTo>
                  <a:cubicBezTo>
                    <a:pt x="22546" y="61602"/>
                    <a:pt x="22451" y="61497"/>
                    <a:pt x="22470" y="61316"/>
                  </a:cubicBezTo>
                  <a:cubicBezTo>
                    <a:pt x="28699" y="62278"/>
                    <a:pt x="31604" y="59916"/>
                    <a:pt x="36128" y="59164"/>
                  </a:cubicBezTo>
                  <a:cubicBezTo>
                    <a:pt x="36414" y="58869"/>
                    <a:pt x="36767" y="58611"/>
                    <a:pt x="37290" y="58507"/>
                  </a:cubicBezTo>
                  <a:cubicBezTo>
                    <a:pt x="38376" y="58268"/>
                    <a:pt x="39262" y="57849"/>
                    <a:pt x="40148" y="57192"/>
                  </a:cubicBezTo>
                  <a:cubicBezTo>
                    <a:pt x="40176" y="56278"/>
                    <a:pt x="40519" y="55659"/>
                    <a:pt x="41253" y="55440"/>
                  </a:cubicBezTo>
                  <a:cubicBezTo>
                    <a:pt x="45634" y="53563"/>
                    <a:pt x="47492" y="49153"/>
                    <a:pt x="52988" y="48401"/>
                  </a:cubicBezTo>
                  <a:cubicBezTo>
                    <a:pt x="53797" y="43343"/>
                    <a:pt x="57521" y="41190"/>
                    <a:pt x="58855" y="36656"/>
                  </a:cubicBezTo>
                  <a:cubicBezTo>
                    <a:pt x="59122" y="34961"/>
                    <a:pt x="62360" y="36247"/>
                    <a:pt x="62379" y="34313"/>
                  </a:cubicBezTo>
                  <a:cubicBezTo>
                    <a:pt x="64999" y="37094"/>
                    <a:pt x="60141" y="38571"/>
                    <a:pt x="58855" y="41362"/>
                  </a:cubicBezTo>
                  <a:cubicBezTo>
                    <a:pt x="58665" y="41781"/>
                    <a:pt x="59198" y="43429"/>
                    <a:pt x="58855" y="43705"/>
                  </a:cubicBezTo>
                  <a:cubicBezTo>
                    <a:pt x="57217" y="45048"/>
                    <a:pt x="59341" y="44219"/>
                    <a:pt x="58855" y="46048"/>
                  </a:cubicBezTo>
                  <a:cubicBezTo>
                    <a:pt x="58760" y="46410"/>
                    <a:pt x="57588" y="46029"/>
                    <a:pt x="57683" y="47219"/>
                  </a:cubicBezTo>
                  <a:cubicBezTo>
                    <a:pt x="57893" y="49858"/>
                    <a:pt x="59179" y="52753"/>
                    <a:pt x="61208" y="55440"/>
                  </a:cubicBezTo>
                  <a:cubicBezTo>
                    <a:pt x="62503" y="57145"/>
                    <a:pt x="63856" y="57602"/>
                    <a:pt x="65904" y="58964"/>
                  </a:cubicBezTo>
                  <a:cubicBezTo>
                    <a:pt x="66923" y="59640"/>
                    <a:pt x="66856" y="60669"/>
                    <a:pt x="68247" y="61316"/>
                  </a:cubicBezTo>
                  <a:cubicBezTo>
                    <a:pt x="68675" y="61507"/>
                    <a:pt x="70323" y="60974"/>
                    <a:pt x="70599" y="61316"/>
                  </a:cubicBezTo>
                  <a:cubicBezTo>
                    <a:pt x="71209" y="62059"/>
                    <a:pt x="72171" y="62002"/>
                    <a:pt x="74124" y="61316"/>
                  </a:cubicBezTo>
                  <a:cubicBezTo>
                    <a:pt x="75629" y="60783"/>
                    <a:pt x="76543" y="60983"/>
                    <a:pt x="77648" y="60145"/>
                  </a:cubicBezTo>
                  <a:cubicBezTo>
                    <a:pt x="79496" y="58735"/>
                    <a:pt x="80201" y="55801"/>
                    <a:pt x="81172" y="51925"/>
                  </a:cubicBezTo>
                  <a:cubicBezTo>
                    <a:pt x="81401" y="51020"/>
                    <a:pt x="82277" y="50991"/>
                    <a:pt x="82344" y="50753"/>
                  </a:cubicBezTo>
                  <a:cubicBezTo>
                    <a:pt x="82991" y="48229"/>
                    <a:pt x="82715" y="45000"/>
                    <a:pt x="83525" y="42533"/>
                  </a:cubicBezTo>
                  <a:cubicBezTo>
                    <a:pt x="83591" y="42324"/>
                    <a:pt x="84487" y="42190"/>
                    <a:pt x="84696" y="41362"/>
                  </a:cubicBezTo>
                  <a:cubicBezTo>
                    <a:pt x="85239" y="39199"/>
                    <a:pt x="85573" y="36523"/>
                    <a:pt x="87039" y="34313"/>
                  </a:cubicBezTo>
                  <a:cubicBezTo>
                    <a:pt x="87659" y="33389"/>
                    <a:pt x="88402" y="31551"/>
                    <a:pt x="89392" y="29617"/>
                  </a:cubicBezTo>
                  <a:lnTo>
                    <a:pt x="98784" y="29617"/>
                  </a:lnTo>
                  <a:cubicBezTo>
                    <a:pt x="97279" y="31465"/>
                    <a:pt x="96145" y="33437"/>
                    <a:pt x="95260" y="36656"/>
                  </a:cubicBezTo>
                  <a:cubicBezTo>
                    <a:pt x="95145" y="37056"/>
                    <a:pt x="95545" y="38771"/>
                    <a:pt x="95260" y="39009"/>
                  </a:cubicBezTo>
                  <a:cubicBezTo>
                    <a:pt x="94526" y="39609"/>
                    <a:pt x="94555" y="40590"/>
                    <a:pt x="95260" y="42533"/>
                  </a:cubicBezTo>
                  <a:cubicBezTo>
                    <a:pt x="95450" y="43067"/>
                    <a:pt x="95945" y="45372"/>
                    <a:pt x="96431" y="46057"/>
                  </a:cubicBezTo>
                  <a:cubicBezTo>
                    <a:pt x="97260" y="47210"/>
                    <a:pt x="97650" y="46391"/>
                    <a:pt x="98774" y="47229"/>
                  </a:cubicBezTo>
                  <a:cubicBezTo>
                    <a:pt x="99155" y="47515"/>
                    <a:pt x="99603" y="49429"/>
                    <a:pt x="99946" y="49582"/>
                  </a:cubicBezTo>
                  <a:cubicBezTo>
                    <a:pt x="101232" y="50153"/>
                    <a:pt x="103270" y="49220"/>
                    <a:pt x="104642" y="49582"/>
                  </a:cubicBezTo>
                  <a:cubicBezTo>
                    <a:pt x="104937" y="49658"/>
                    <a:pt x="104747" y="50696"/>
                    <a:pt x="105813" y="50753"/>
                  </a:cubicBezTo>
                  <a:cubicBezTo>
                    <a:pt x="108718" y="50906"/>
                    <a:pt x="113814" y="48620"/>
                    <a:pt x="116376" y="46057"/>
                  </a:cubicBezTo>
                  <a:cubicBezTo>
                    <a:pt x="116853" y="45591"/>
                    <a:pt x="118434" y="44162"/>
                    <a:pt x="118729" y="43714"/>
                  </a:cubicBezTo>
                  <a:cubicBezTo>
                    <a:pt x="119015" y="43286"/>
                    <a:pt x="118348" y="41676"/>
                    <a:pt x="118729" y="41371"/>
                  </a:cubicBezTo>
                  <a:cubicBezTo>
                    <a:pt x="118853" y="41276"/>
                    <a:pt x="119853" y="41495"/>
                    <a:pt x="119901" y="41371"/>
                  </a:cubicBezTo>
                  <a:cubicBezTo>
                    <a:pt x="121301" y="37694"/>
                    <a:pt x="121349" y="31846"/>
                    <a:pt x="122244" y="28455"/>
                  </a:cubicBezTo>
                  <a:cubicBezTo>
                    <a:pt x="127521" y="27884"/>
                    <a:pt x="131045" y="29046"/>
                    <a:pt x="135160" y="29627"/>
                  </a:cubicBezTo>
                  <a:cubicBezTo>
                    <a:pt x="134360" y="35456"/>
                    <a:pt x="125882" y="34304"/>
                    <a:pt x="128111" y="44886"/>
                  </a:cubicBezTo>
                  <a:cubicBezTo>
                    <a:pt x="128664" y="47515"/>
                    <a:pt x="129197" y="46905"/>
                    <a:pt x="130464" y="48410"/>
                  </a:cubicBezTo>
                  <a:cubicBezTo>
                    <a:pt x="132979" y="51430"/>
                    <a:pt x="134969" y="53354"/>
                    <a:pt x="142199" y="51934"/>
                  </a:cubicBezTo>
                  <a:cubicBezTo>
                    <a:pt x="144571" y="51468"/>
                    <a:pt x="147638" y="50210"/>
                    <a:pt x="150419" y="48410"/>
                  </a:cubicBezTo>
                  <a:cubicBezTo>
                    <a:pt x="155801" y="44914"/>
                    <a:pt x="158210" y="41381"/>
                    <a:pt x="159810" y="34323"/>
                  </a:cubicBezTo>
                  <a:cubicBezTo>
                    <a:pt x="165354" y="35047"/>
                    <a:pt x="170640" y="36009"/>
                    <a:pt x="175070" y="37847"/>
                  </a:cubicBezTo>
                  <a:cubicBezTo>
                    <a:pt x="175936" y="40333"/>
                    <a:pt x="173584" y="39428"/>
                    <a:pt x="172726" y="40200"/>
                  </a:cubicBezTo>
                  <a:cubicBezTo>
                    <a:pt x="171336" y="41428"/>
                    <a:pt x="169345" y="44333"/>
                    <a:pt x="168031" y="47239"/>
                  </a:cubicBezTo>
                  <a:cubicBezTo>
                    <a:pt x="168602" y="49410"/>
                    <a:pt x="168926" y="52011"/>
                    <a:pt x="170374" y="54287"/>
                  </a:cubicBezTo>
                  <a:cubicBezTo>
                    <a:pt x="171088" y="55401"/>
                    <a:pt x="174584" y="60469"/>
                    <a:pt x="177422" y="61336"/>
                  </a:cubicBezTo>
                  <a:cubicBezTo>
                    <a:pt x="188404" y="64641"/>
                    <a:pt x="199577" y="55811"/>
                    <a:pt x="202082" y="47239"/>
                  </a:cubicBezTo>
                  <a:cubicBezTo>
                    <a:pt x="205578" y="47658"/>
                    <a:pt x="208036" y="49115"/>
                    <a:pt x="210303" y="50763"/>
                  </a:cubicBezTo>
                  <a:cubicBezTo>
                    <a:pt x="215856" y="49905"/>
                    <a:pt x="218027" y="52439"/>
                    <a:pt x="220866" y="54287"/>
                  </a:cubicBezTo>
                  <a:cubicBezTo>
                    <a:pt x="220342" y="56887"/>
                    <a:pt x="218123" y="57821"/>
                    <a:pt x="216170" y="60154"/>
                  </a:cubicBezTo>
                  <a:cubicBezTo>
                    <a:pt x="214617" y="62012"/>
                    <a:pt x="212836" y="62631"/>
                    <a:pt x="212646" y="66022"/>
                  </a:cubicBezTo>
                  <a:cubicBezTo>
                    <a:pt x="212255" y="73042"/>
                    <a:pt x="218446" y="75995"/>
                    <a:pt x="223209" y="80119"/>
                  </a:cubicBezTo>
                  <a:cubicBezTo>
                    <a:pt x="236639" y="81424"/>
                    <a:pt x="245726" y="78366"/>
                    <a:pt x="247869" y="68374"/>
                  </a:cubicBezTo>
                  <a:cubicBezTo>
                    <a:pt x="248869" y="69127"/>
                    <a:pt x="251803" y="68622"/>
                    <a:pt x="252565" y="69546"/>
                  </a:cubicBezTo>
                  <a:cubicBezTo>
                    <a:pt x="252698" y="69708"/>
                    <a:pt x="252393" y="70622"/>
                    <a:pt x="252565" y="70718"/>
                  </a:cubicBezTo>
                  <a:cubicBezTo>
                    <a:pt x="252994" y="70965"/>
                    <a:pt x="254613" y="70346"/>
                    <a:pt x="254908" y="70718"/>
                  </a:cubicBezTo>
                  <a:cubicBezTo>
                    <a:pt x="256070" y="72137"/>
                    <a:pt x="257851" y="73308"/>
                    <a:pt x="259604" y="75413"/>
                  </a:cubicBezTo>
                  <a:cubicBezTo>
                    <a:pt x="260480" y="76471"/>
                    <a:pt x="260404" y="78547"/>
                    <a:pt x="261957" y="78938"/>
                  </a:cubicBezTo>
                  <a:cubicBezTo>
                    <a:pt x="261785" y="84281"/>
                    <a:pt x="256080" y="83738"/>
                    <a:pt x="253737" y="85977"/>
                  </a:cubicBezTo>
                  <a:cubicBezTo>
                    <a:pt x="253241" y="86453"/>
                    <a:pt x="253079" y="87939"/>
                    <a:pt x="252565" y="88329"/>
                  </a:cubicBezTo>
                  <a:cubicBezTo>
                    <a:pt x="251270" y="89301"/>
                    <a:pt x="251098" y="88063"/>
                    <a:pt x="250212" y="89501"/>
                  </a:cubicBezTo>
                  <a:cubicBezTo>
                    <a:pt x="249565" y="90558"/>
                    <a:pt x="246955" y="98654"/>
                    <a:pt x="251384" y="98893"/>
                  </a:cubicBezTo>
                  <a:cubicBezTo>
                    <a:pt x="251574" y="98902"/>
                    <a:pt x="252422" y="98778"/>
                    <a:pt x="252555" y="98893"/>
                  </a:cubicBezTo>
                  <a:cubicBezTo>
                    <a:pt x="254508" y="100617"/>
                    <a:pt x="253622" y="101502"/>
                    <a:pt x="257251" y="102417"/>
                  </a:cubicBezTo>
                  <a:cubicBezTo>
                    <a:pt x="258547" y="102741"/>
                    <a:pt x="259594" y="103131"/>
                    <a:pt x="263119" y="103588"/>
                  </a:cubicBezTo>
                  <a:cubicBezTo>
                    <a:pt x="266691" y="104065"/>
                    <a:pt x="265881" y="104550"/>
                    <a:pt x="270167" y="103588"/>
                  </a:cubicBezTo>
                  <a:cubicBezTo>
                    <a:pt x="274568" y="102607"/>
                    <a:pt x="277816" y="100169"/>
                    <a:pt x="280740" y="97721"/>
                  </a:cubicBezTo>
                  <a:cubicBezTo>
                    <a:pt x="283226" y="97597"/>
                    <a:pt x="284940" y="99931"/>
                    <a:pt x="286607" y="101245"/>
                  </a:cubicBezTo>
                  <a:cubicBezTo>
                    <a:pt x="288922" y="103065"/>
                    <a:pt x="291179" y="104646"/>
                    <a:pt x="293646" y="107113"/>
                  </a:cubicBezTo>
                  <a:cubicBezTo>
                    <a:pt x="294989" y="108465"/>
                    <a:pt x="298447" y="111332"/>
                    <a:pt x="298342" y="115333"/>
                  </a:cubicBezTo>
                  <a:cubicBezTo>
                    <a:pt x="289389" y="116952"/>
                    <a:pt x="282940" y="124105"/>
                    <a:pt x="288951" y="132944"/>
                  </a:cubicBezTo>
                  <a:cubicBezTo>
                    <a:pt x="289093" y="133164"/>
                    <a:pt x="289960" y="135221"/>
                    <a:pt x="290122" y="135297"/>
                  </a:cubicBezTo>
                  <a:cubicBezTo>
                    <a:pt x="290722" y="135573"/>
                    <a:pt x="291932" y="134935"/>
                    <a:pt x="292465" y="135297"/>
                  </a:cubicBezTo>
                  <a:cubicBezTo>
                    <a:pt x="292903" y="135592"/>
                    <a:pt x="293265" y="137478"/>
                    <a:pt x="293637" y="137650"/>
                  </a:cubicBezTo>
                  <a:cubicBezTo>
                    <a:pt x="294294" y="137945"/>
                    <a:pt x="295332" y="137355"/>
                    <a:pt x="295990" y="137650"/>
                  </a:cubicBezTo>
                  <a:cubicBezTo>
                    <a:pt x="298437" y="138736"/>
                    <a:pt x="299619" y="140669"/>
                    <a:pt x="305381" y="139993"/>
                  </a:cubicBezTo>
                  <a:cubicBezTo>
                    <a:pt x="306991" y="139802"/>
                    <a:pt x="307772" y="139517"/>
                    <a:pt x="308905" y="138821"/>
                  </a:cubicBezTo>
                  <a:cubicBezTo>
                    <a:pt x="309734" y="138298"/>
                    <a:pt x="310515" y="136993"/>
                    <a:pt x="311258" y="136469"/>
                  </a:cubicBezTo>
                  <a:cubicBezTo>
                    <a:pt x="313039" y="135211"/>
                    <a:pt x="316211" y="136069"/>
                    <a:pt x="315954" y="131773"/>
                  </a:cubicBezTo>
                  <a:cubicBezTo>
                    <a:pt x="318316" y="131906"/>
                    <a:pt x="319173" y="134221"/>
                    <a:pt x="320650" y="135297"/>
                  </a:cubicBezTo>
                  <a:cubicBezTo>
                    <a:pt x="321535" y="135945"/>
                    <a:pt x="323174" y="135726"/>
                    <a:pt x="324174" y="136469"/>
                  </a:cubicBezTo>
                  <a:cubicBezTo>
                    <a:pt x="324803" y="136935"/>
                    <a:pt x="324764" y="138345"/>
                    <a:pt x="325346" y="138821"/>
                  </a:cubicBezTo>
                  <a:cubicBezTo>
                    <a:pt x="328222" y="141145"/>
                    <a:pt x="333147" y="142422"/>
                    <a:pt x="333566" y="147042"/>
                  </a:cubicBezTo>
                  <a:cubicBezTo>
                    <a:pt x="330661" y="147232"/>
                    <a:pt x="329394" y="149213"/>
                    <a:pt x="327698" y="150566"/>
                  </a:cubicBezTo>
                  <a:cubicBezTo>
                    <a:pt x="325774" y="152099"/>
                    <a:pt x="323574" y="153014"/>
                    <a:pt x="323002" y="155262"/>
                  </a:cubicBezTo>
                  <a:cubicBezTo>
                    <a:pt x="319888" y="167530"/>
                    <a:pt x="335709" y="177874"/>
                    <a:pt x="346481" y="175216"/>
                  </a:cubicBezTo>
                  <a:cubicBezTo>
                    <a:pt x="349844" y="174388"/>
                    <a:pt x="354425" y="171083"/>
                    <a:pt x="354702" y="165825"/>
                  </a:cubicBezTo>
                  <a:cubicBezTo>
                    <a:pt x="361159" y="172026"/>
                    <a:pt x="366131" y="179341"/>
                    <a:pt x="372313" y="185780"/>
                  </a:cubicBezTo>
                  <a:cubicBezTo>
                    <a:pt x="378123" y="191838"/>
                    <a:pt x="385448" y="197343"/>
                    <a:pt x="388439" y="206106"/>
                  </a:cubicBezTo>
                  <a:cubicBezTo>
                    <a:pt x="388496" y="206201"/>
                    <a:pt x="388582" y="206268"/>
                    <a:pt x="388620" y="206382"/>
                  </a:cubicBezTo>
                  <a:cubicBezTo>
                    <a:pt x="389887" y="209506"/>
                    <a:pt x="392402" y="211897"/>
                    <a:pt x="393859" y="214917"/>
                  </a:cubicBezTo>
                  <a:cubicBezTo>
                    <a:pt x="393916" y="215031"/>
                    <a:pt x="393973" y="215174"/>
                    <a:pt x="394030" y="215288"/>
                  </a:cubicBezTo>
                  <a:cubicBezTo>
                    <a:pt x="395249" y="216107"/>
                    <a:pt x="396659" y="216774"/>
                    <a:pt x="397593" y="217812"/>
                  </a:cubicBezTo>
                  <a:cubicBezTo>
                    <a:pt x="398183" y="218469"/>
                    <a:pt x="398545" y="219146"/>
                    <a:pt x="398802" y="219832"/>
                  </a:cubicBezTo>
                  <a:lnTo>
                    <a:pt x="400479" y="219832"/>
                  </a:lnTo>
                  <a:cubicBezTo>
                    <a:pt x="401764" y="221327"/>
                    <a:pt x="402822" y="224404"/>
                    <a:pt x="405174" y="224527"/>
                  </a:cubicBezTo>
                  <a:cubicBezTo>
                    <a:pt x="407908" y="224670"/>
                    <a:pt x="407184" y="227633"/>
                    <a:pt x="408699" y="230404"/>
                  </a:cubicBezTo>
                  <a:cubicBezTo>
                    <a:pt x="408975" y="230900"/>
                    <a:pt x="410861" y="231157"/>
                    <a:pt x="411042" y="231576"/>
                  </a:cubicBezTo>
                  <a:cubicBezTo>
                    <a:pt x="411775" y="233195"/>
                    <a:pt x="412118" y="235176"/>
                    <a:pt x="412985" y="236815"/>
                  </a:cubicBezTo>
                  <a:cubicBezTo>
                    <a:pt x="414281" y="237424"/>
                    <a:pt x="415357" y="238272"/>
                    <a:pt x="416147" y="239539"/>
                  </a:cubicBezTo>
                  <a:cubicBezTo>
                    <a:pt x="416405" y="239625"/>
                    <a:pt x="416633" y="239729"/>
                    <a:pt x="416919" y="239796"/>
                  </a:cubicBezTo>
                  <a:cubicBezTo>
                    <a:pt x="416786" y="239967"/>
                    <a:pt x="416633" y="240063"/>
                    <a:pt x="416481" y="240177"/>
                  </a:cubicBezTo>
                  <a:cubicBezTo>
                    <a:pt x="417100" y="241377"/>
                    <a:pt x="417662" y="242872"/>
                    <a:pt x="418672" y="243654"/>
                  </a:cubicBezTo>
                  <a:cubicBezTo>
                    <a:pt x="419052" y="243939"/>
                    <a:pt x="419281" y="244292"/>
                    <a:pt x="419443" y="244654"/>
                  </a:cubicBezTo>
                  <a:cubicBezTo>
                    <a:pt x="419767" y="244587"/>
                    <a:pt x="420053" y="244482"/>
                    <a:pt x="420443" y="244492"/>
                  </a:cubicBezTo>
                  <a:cubicBezTo>
                    <a:pt x="420872" y="247283"/>
                    <a:pt x="422386" y="248216"/>
                    <a:pt x="422796" y="250359"/>
                  </a:cubicBezTo>
                  <a:cubicBezTo>
                    <a:pt x="423148" y="252198"/>
                    <a:pt x="421081" y="251693"/>
                    <a:pt x="422796" y="255055"/>
                  </a:cubicBezTo>
                  <a:cubicBezTo>
                    <a:pt x="424158" y="259637"/>
                    <a:pt x="427901" y="261837"/>
                    <a:pt x="431902" y="263780"/>
                  </a:cubicBezTo>
                  <a:cubicBezTo>
                    <a:pt x="432187" y="263818"/>
                    <a:pt x="432426" y="264008"/>
                    <a:pt x="432683" y="264161"/>
                  </a:cubicBezTo>
                  <a:lnTo>
                    <a:pt x="437455" y="271009"/>
                  </a:lnTo>
                  <a:cubicBezTo>
                    <a:pt x="437617" y="271581"/>
                    <a:pt x="437788" y="272171"/>
                    <a:pt x="438055" y="272667"/>
                  </a:cubicBezTo>
                  <a:cubicBezTo>
                    <a:pt x="438912" y="274229"/>
                    <a:pt x="440646" y="275705"/>
                    <a:pt x="441579" y="277363"/>
                  </a:cubicBezTo>
                  <a:cubicBezTo>
                    <a:pt x="443494" y="280792"/>
                    <a:pt x="445380" y="284573"/>
                    <a:pt x="447447" y="287926"/>
                  </a:cubicBezTo>
                  <a:cubicBezTo>
                    <a:pt x="447951" y="288745"/>
                    <a:pt x="447942" y="290545"/>
                    <a:pt x="448618" y="291450"/>
                  </a:cubicBezTo>
                  <a:cubicBezTo>
                    <a:pt x="449047" y="292031"/>
                    <a:pt x="450580" y="292079"/>
                    <a:pt x="450961" y="292622"/>
                  </a:cubicBezTo>
                  <a:cubicBezTo>
                    <a:pt x="451752" y="293736"/>
                    <a:pt x="451256" y="295193"/>
                    <a:pt x="452133" y="296146"/>
                  </a:cubicBezTo>
                  <a:cubicBezTo>
                    <a:pt x="454047" y="298213"/>
                    <a:pt x="459886" y="303109"/>
                    <a:pt x="459172" y="309062"/>
                  </a:cubicBezTo>
                  <a:lnTo>
                    <a:pt x="462477" y="318930"/>
                  </a:lnTo>
                  <a:cubicBezTo>
                    <a:pt x="462477" y="318930"/>
                    <a:pt x="465487" y="323616"/>
                    <a:pt x="465506" y="324226"/>
                  </a:cubicBezTo>
                  <a:cubicBezTo>
                    <a:pt x="465534" y="324835"/>
                    <a:pt x="468182" y="335236"/>
                    <a:pt x="468182" y="335236"/>
                  </a:cubicBezTo>
                  <a:lnTo>
                    <a:pt x="471240" y="343390"/>
                  </a:lnTo>
                  <a:lnTo>
                    <a:pt x="477803" y="370765"/>
                  </a:lnTo>
                  <a:lnTo>
                    <a:pt x="483013" y="367755"/>
                  </a:lnTo>
                  <a:lnTo>
                    <a:pt x="476326" y="330055"/>
                  </a:lnTo>
                  <a:close/>
                  <a:moveTo>
                    <a:pt x="450942" y="280782"/>
                  </a:moveTo>
                  <a:cubicBezTo>
                    <a:pt x="450666" y="280296"/>
                    <a:pt x="448780" y="280020"/>
                    <a:pt x="448599" y="279610"/>
                  </a:cubicBezTo>
                  <a:cubicBezTo>
                    <a:pt x="447942" y="278163"/>
                    <a:pt x="449361" y="276191"/>
                    <a:pt x="447427" y="276086"/>
                  </a:cubicBezTo>
                  <a:cubicBezTo>
                    <a:pt x="446084" y="276020"/>
                    <a:pt x="446170" y="273448"/>
                    <a:pt x="445256" y="271390"/>
                  </a:cubicBezTo>
                  <a:lnTo>
                    <a:pt x="443913" y="265761"/>
                  </a:lnTo>
                  <a:cubicBezTo>
                    <a:pt x="445865" y="265675"/>
                    <a:pt x="444132" y="261913"/>
                    <a:pt x="447427" y="263170"/>
                  </a:cubicBezTo>
                  <a:cubicBezTo>
                    <a:pt x="449123" y="270867"/>
                    <a:pt x="451656" y="277725"/>
                    <a:pt x="453295" y="285478"/>
                  </a:cubicBezTo>
                  <a:cubicBezTo>
                    <a:pt x="451075" y="285078"/>
                    <a:pt x="451733" y="282154"/>
                    <a:pt x="450942" y="280782"/>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80" id="80"/>
            <p:cNvSpPr/>
            <p:nvPr/>
          </p:nvSpPr>
          <p:spPr>
            <a:xfrm>
              <a:off x="9058951" y="3442247"/>
              <a:ext cx="124382" cy="471849"/>
            </a:xfrm>
            <a:custGeom>
              <a:avLst/>
              <a:gdLst/>
              <a:ahLst/>
              <a:cxnLst/>
              <a:rect r="r" b="b" t="t" l="l"/>
              <a:pathLst>
                <a:path w="124382" h="471849" stroke="true" fill="norm" extrusionOk="true">
                  <a:moveTo>
                    <a:pt x="105971" y="324241"/>
                  </a:moveTo>
                  <a:lnTo>
                    <a:pt x="106094" y="323555"/>
                  </a:lnTo>
                  <a:cubicBezTo>
                    <a:pt x="104485" y="321231"/>
                    <a:pt x="103675" y="318249"/>
                    <a:pt x="103513" y="316011"/>
                  </a:cubicBezTo>
                  <a:cubicBezTo>
                    <a:pt x="103494" y="315801"/>
                    <a:pt x="103447" y="315544"/>
                    <a:pt x="103437" y="315354"/>
                  </a:cubicBezTo>
                  <a:cubicBezTo>
                    <a:pt x="103408" y="314277"/>
                    <a:pt x="103675" y="313382"/>
                    <a:pt x="104018" y="312515"/>
                  </a:cubicBezTo>
                  <a:lnTo>
                    <a:pt x="101094" y="295399"/>
                  </a:lnTo>
                  <a:cubicBezTo>
                    <a:pt x="98665" y="294284"/>
                    <a:pt x="99694" y="290513"/>
                    <a:pt x="98741" y="288350"/>
                  </a:cubicBezTo>
                  <a:cubicBezTo>
                    <a:pt x="98589" y="287998"/>
                    <a:pt x="98055" y="288074"/>
                    <a:pt x="97741" y="287531"/>
                  </a:cubicBezTo>
                  <a:cubicBezTo>
                    <a:pt x="97674" y="287426"/>
                    <a:pt x="97617" y="287341"/>
                    <a:pt x="97579" y="287179"/>
                  </a:cubicBezTo>
                  <a:cubicBezTo>
                    <a:pt x="97446" y="286655"/>
                    <a:pt x="97903" y="285245"/>
                    <a:pt x="97579" y="284836"/>
                  </a:cubicBezTo>
                  <a:cubicBezTo>
                    <a:pt x="97150" y="284283"/>
                    <a:pt x="94741" y="285169"/>
                    <a:pt x="95226" y="283664"/>
                  </a:cubicBezTo>
                  <a:cubicBezTo>
                    <a:pt x="94969" y="282569"/>
                    <a:pt x="95550" y="281216"/>
                    <a:pt x="95226" y="280140"/>
                  </a:cubicBezTo>
                  <a:cubicBezTo>
                    <a:pt x="94493" y="277730"/>
                    <a:pt x="94074" y="272091"/>
                    <a:pt x="93531" y="267205"/>
                  </a:cubicBezTo>
                  <a:cubicBezTo>
                    <a:pt x="93331" y="265500"/>
                    <a:pt x="93131" y="263881"/>
                    <a:pt x="92883" y="262528"/>
                  </a:cubicBezTo>
                  <a:cubicBezTo>
                    <a:pt x="92816" y="262157"/>
                    <a:pt x="93141" y="260395"/>
                    <a:pt x="92883" y="260185"/>
                  </a:cubicBezTo>
                  <a:cubicBezTo>
                    <a:pt x="92807" y="260128"/>
                    <a:pt x="91712" y="260233"/>
                    <a:pt x="91712" y="260185"/>
                  </a:cubicBezTo>
                  <a:cubicBezTo>
                    <a:pt x="91673" y="259318"/>
                    <a:pt x="92864" y="258861"/>
                    <a:pt x="92883" y="259013"/>
                  </a:cubicBezTo>
                  <a:cubicBezTo>
                    <a:pt x="92721" y="257880"/>
                    <a:pt x="91997" y="256299"/>
                    <a:pt x="91712" y="254318"/>
                  </a:cubicBezTo>
                  <a:cubicBezTo>
                    <a:pt x="91550" y="253232"/>
                    <a:pt x="92026" y="251841"/>
                    <a:pt x="91712" y="250793"/>
                  </a:cubicBezTo>
                  <a:cubicBezTo>
                    <a:pt x="91207" y="249136"/>
                    <a:pt x="89978" y="242287"/>
                    <a:pt x="89359" y="237877"/>
                  </a:cubicBezTo>
                  <a:cubicBezTo>
                    <a:pt x="88854" y="234296"/>
                    <a:pt x="89083" y="227124"/>
                    <a:pt x="87016" y="224961"/>
                  </a:cubicBezTo>
                  <a:cubicBezTo>
                    <a:pt x="85530" y="223409"/>
                    <a:pt x="85635" y="217084"/>
                    <a:pt x="84663" y="213217"/>
                  </a:cubicBezTo>
                  <a:cubicBezTo>
                    <a:pt x="84501" y="212579"/>
                    <a:pt x="83482" y="211950"/>
                    <a:pt x="83492" y="212046"/>
                  </a:cubicBezTo>
                  <a:cubicBezTo>
                    <a:pt x="83234" y="209693"/>
                    <a:pt x="84663" y="208188"/>
                    <a:pt x="84663" y="203826"/>
                  </a:cubicBezTo>
                  <a:cubicBezTo>
                    <a:pt x="84663" y="200987"/>
                    <a:pt x="83730" y="198692"/>
                    <a:pt x="83492" y="195605"/>
                  </a:cubicBezTo>
                  <a:cubicBezTo>
                    <a:pt x="83025" y="189548"/>
                    <a:pt x="82539" y="185899"/>
                    <a:pt x="82320" y="179165"/>
                  </a:cubicBezTo>
                  <a:cubicBezTo>
                    <a:pt x="82234" y="176403"/>
                    <a:pt x="82015" y="173898"/>
                    <a:pt x="82320" y="170945"/>
                  </a:cubicBezTo>
                  <a:cubicBezTo>
                    <a:pt x="82844" y="165821"/>
                    <a:pt x="82949" y="155753"/>
                    <a:pt x="83492" y="147466"/>
                  </a:cubicBezTo>
                  <a:cubicBezTo>
                    <a:pt x="84168" y="137312"/>
                    <a:pt x="86749" y="126949"/>
                    <a:pt x="87778" y="116453"/>
                  </a:cubicBezTo>
                  <a:cubicBezTo>
                    <a:pt x="87911" y="115053"/>
                    <a:pt x="88121" y="113652"/>
                    <a:pt x="88187" y="112243"/>
                  </a:cubicBezTo>
                  <a:cubicBezTo>
                    <a:pt x="88826" y="111966"/>
                    <a:pt x="89226" y="111966"/>
                    <a:pt x="89531" y="112062"/>
                  </a:cubicBezTo>
                  <a:lnTo>
                    <a:pt x="89531" y="112014"/>
                  </a:lnTo>
                  <a:cubicBezTo>
                    <a:pt x="88854" y="109709"/>
                    <a:pt x="90540" y="100498"/>
                    <a:pt x="90540" y="100498"/>
                  </a:cubicBezTo>
                  <a:cubicBezTo>
                    <a:pt x="89254" y="100517"/>
                    <a:pt x="90845" y="96250"/>
                    <a:pt x="90512" y="93469"/>
                  </a:cubicBezTo>
                  <a:lnTo>
                    <a:pt x="90540" y="93459"/>
                  </a:lnTo>
                  <a:cubicBezTo>
                    <a:pt x="90540" y="71152"/>
                    <a:pt x="124383" y="35347"/>
                    <a:pt x="124383" y="35347"/>
                  </a:cubicBezTo>
                  <a:lnTo>
                    <a:pt x="118877" y="8220"/>
                  </a:lnTo>
                  <a:lnTo>
                    <a:pt x="115258" y="0"/>
                  </a:lnTo>
                  <a:cubicBezTo>
                    <a:pt x="98798" y="953"/>
                    <a:pt x="58831" y="30061"/>
                    <a:pt x="58831" y="30061"/>
                  </a:cubicBezTo>
                  <a:cubicBezTo>
                    <a:pt x="56517" y="30794"/>
                    <a:pt x="55441" y="33099"/>
                    <a:pt x="54136" y="34757"/>
                  </a:cubicBezTo>
                  <a:cubicBezTo>
                    <a:pt x="53450" y="35624"/>
                    <a:pt x="52374" y="36338"/>
                    <a:pt x="51792" y="37109"/>
                  </a:cubicBezTo>
                  <a:cubicBezTo>
                    <a:pt x="51173" y="37919"/>
                    <a:pt x="51345" y="39776"/>
                    <a:pt x="50621" y="40624"/>
                  </a:cubicBezTo>
                  <a:cubicBezTo>
                    <a:pt x="50278" y="41024"/>
                    <a:pt x="48649" y="40253"/>
                    <a:pt x="48278" y="40624"/>
                  </a:cubicBezTo>
                  <a:cubicBezTo>
                    <a:pt x="47878" y="41024"/>
                    <a:pt x="48649" y="42548"/>
                    <a:pt x="48278" y="42977"/>
                  </a:cubicBezTo>
                  <a:cubicBezTo>
                    <a:pt x="45773" y="45834"/>
                    <a:pt x="39781" y="49635"/>
                    <a:pt x="36533" y="53550"/>
                  </a:cubicBezTo>
                  <a:cubicBezTo>
                    <a:pt x="35724" y="54521"/>
                    <a:pt x="36191" y="56178"/>
                    <a:pt x="35362" y="57074"/>
                  </a:cubicBezTo>
                  <a:cubicBezTo>
                    <a:pt x="34857" y="57617"/>
                    <a:pt x="33457" y="57703"/>
                    <a:pt x="33019" y="58245"/>
                  </a:cubicBezTo>
                  <a:cubicBezTo>
                    <a:pt x="32276" y="59160"/>
                    <a:pt x="32628" y="60741"/>
                    <a:pt x="31847" y="61770"/>
                  </a:cubicBezTo>
                  <a:cubicBezTo>
                    <a:pt x="31542" y="62160"/>
                    <a:pt x="29856" y="61417"/>
                    <a:pt x="29494" y="61770"/>
                  </a:cubicBezTo>
                  <a:cubicBezTo>
                    <a:pt x="29094" y="62170"/>
                    <a:pt x="29837" y="63656"/>
                    <a:pt x="29494" y="64122"/>
                  </a:cubicBezTo>
                  <a:cubicBezTo>
                    <a:pt x="28837" y="65018"/>
                    <a:pt x="27808" y="65751"/>
                    <a:pt x="27018" y="66608"/>
                  </a:cubicBezTo>
                  <a:cubicBezTo>
                    <a:pt x="27113" y="67094"/>
                    <a:pt x="27104" y="67618"/>
                    <a:pt x="26827" y="68170"/>
                  </a:cubicBezTo>
                  <a:cubicBezTo>
                    <a:pt x="25827" y="70190"/>
                    <a:pt x="24265" y="71895"/>
                    <a:pt x="23313" y="73933"/>
                  </a:cubicBezTo>
                  <a:cubicBezTo>
                    <a:pt x="22379" y="75943"/>
                    <a:pt x="22913" y="78448"/>
                    <a:pt x="23113" y="80753"/>
                  </a:cubicBezTo>
                  <a:cubicBezTo>
                    <a:pt x="23608" y="80982"/>
                    <a:pt x="24103" y="81344"/>
                    <a:pt x="23627" y="81734"/>
                  </a:cubicBezTo>
                  <a:cubicBezTo>
                    <a:pt x="23408" y="81915"/>
                    <a:pt x="23274" y="82039"/>
                    <a:pt x="23170" y="82144"/>
                  </a:cubicBezTo>
                  <a:cubicBezTo>
                    <a:pt x="23160" y="82267"/>
                    <a:pt x="23189" y="82401"/>
                    <a:pt x="23179" y="82534"/>
                  </a:cubicBezTo>
                  <a:cubicBezTo>
                    <a:pt x="23170" y="82601"/>
                    <a:pt x="23141" y="82639"/>
                    <a:pt x="23132" y="82715"/>
                  </a:cubicBezTo>
                  <a:cubicBezTo>
                    <a:pt x="23332" y="82925"/>
                    <a:pt x="23656" y="83239"/>
                    <a:pt x="23617" y="84087"/>
                  </a:cubicBezTo>
                  <a:cubicBezTo>
                    <a:pt x="23532" y="86363"/>
                    <a:pt x="22341" y="89106"/>
                    <a:pt x="21265" y="92307"/>
                  </a:cubicBezTo>
                  <a:cubicBezTo>
                    <a:pt x="21122" y="92726"/>
                    <a:pt x="20150" y="92316"/>
                    <a:pt x="20093" y="93478"/>
                  </a:cubicBezTo>
                  <a:cubicBezTo>
                    <a:pt x="19922" y="96679"/>
                    <a:pt x="19969" y="97155"/>
                    <a:pt x="18922" y="100517"/>
                  </a:cubicBezTo>
                  <a:cubicBezTo>
                    <a:pt x="18798" y="100898"/>
                    <a:pt x="17807" y="100555"/>
                    <a:pt x="17750" y="101689"/>
                  </a:cubicBezTo>
                  <a:cubicBezTo>
                    <a:pt x="17598" y="104442"/>
                    <a:pt x="17093" y="108423"/>
                    <a:pt x="15397" y="111081"/>
                  </a:cubicBezTo>
                  <a:cubicBezTo>
                    <a:pt x="14492" y="112509"/>
                    <a:pt x="14912" y="117358"/>
                    <a:pt x="13054" y="119301"/>
                  </a:cubicBezTo>
                  <a:cubicBezTo>
                    <a:pt x="12988" y="119377"/>
                    <a:pt x="11835" y="120539"/>
                    <a:pt x="11883" y="120472"/>
                  </a:cubicBezTo>
                  <a:cubicBezTo>
                    <a:pt x="10349" y="123063"/>
                    <a:pt x="10873" y="126130"/>
                    <a:pt x="9540" y="129864"/>
                  </a:cubicBezTo>
                  <a:cubicBezTo>
                    <a:pt x="9378" y="130312"/>
                    <a:pt x="8425" y="129854"/>
                    <a:pt x="8368" y="131035"/>
                  </a:cubicBezTo>
                  <a:cubicBezTo>
                    <a:pt x="8349" y="131350"/>
                    <a:pt x="8482" y="131921"/>
                    <a:pt x="8368" y="132207"/>
                  </a:cubicBezTo>
                  <a:cubicBezTo>
                    <a:pt x="7958" y="133217"/>
                    <a:pt x="6634" y="135703"/>
                    <a:pt x="6015" y="138074"/>
                  </a:cubicBezTo>
                  <a:cubicBezTo>
                    <a:pt x="5825" y="138789"/>
                    <a:pt x="4596" y="139494"/>
                    <a:pt x="4844" y="140427"/>
                  </a:cubicBezTo>
                  <a:cubicBezTo>
                    <a:pt x="4929" y="140760"/>
                    <a:pt x="6330" y="140389"/>
                    <a:pt x="6015" y="141599"/>
                  </a:cubicBezTo>
                  <a:cubicBezTo>
                    <a:pt x="5853" y="142199"/>
                    <a:pt x="5234" y="143342"/>
                    <a:pt x="4844" y="143951"/>
                  </a:cubicBezTo>
                  <a:cubicBezTo>
                    <a:pt x="4053" y="145180"/>
                    <a:pt x="4710" y="148771"/>
                    <a:pt x="3672" y="149819"/>
                  </a:cubicBezTo>
                  <a:cubicBezTo>
                    <a:pt x="2901" y="150590"/>
                    <a:pt x="2205" y="151524"/>
                    <a:pt x="2500" y="153343"/>
                  </a:cubicBezTo>
                  <a:cubicBezTo>
                    <a:pt x="2472" y="153124"/>
                    <a:pt x="4463" y="153886"/>
                    <a:pt x="3672" y="154515"/>
                  </a:cubicBezTo>
                  <a:cubicBezTo>
                    <a:pt x="2529" y="155429"/>
                    <a:pt x="2596" y="158144"/>
                    <a:pt x="2500" y="161554"/>
                  </a:cubicBezTo>
                  <a:cubicBezTo>
                    <a:pt x="2510" y="161258"/>
                    <a:pt x="576" y="162125"/>
                    <a:pt x="1329" y="162725"/>
                  </a:cubicBezTo>
                  <a:cubicBezTo>
                    <a:pt x="2653" y="163782"/>
                    <a:pt x="2929" y="166211"/>
                    <a:pt x="2500" y="169764"/>
                  </a:cubicBezTo>
                  <a:cubicBezTo>
                    <a:pt x="2462" y="170117"/>
                    <a:pt x="2738" y="171917"/>
                    <a:pt x="2500" y="172117"/>
                  </a:cubicBezTo>
                  <a:cubicBezTo>
                    <a:pt x="834" y="173479"/>
                    <a:pt x="2015" y="173860"/>
                    <a:pt x="2500" y="175641"/>
                  </a:cubicBezTo>
                  <a:cubicBezTo>
                    <a:pt x="2920" y="177165"/>
                    <a:pt x="1910" y="179080"/>
                    <a:pt x="3672" y="179165"/>
                  </a:cubicBezTo>
                  <a:cubicBezTo>
                    <a:pt x="2738" y="182537"/>
                    <a:pt x="1291" y="185404"/>
                    <a:pt x="148" y="188557"/>
                  </a:cubicBezTo>
                  <a:cubicBezTo>
                    <a:pt x="500" y="194682"/>
                    <a:pt x="-319" y="200216"/>
                    <a:pt x="148" y="206169"/>
                  </a:cubicBezTo>
                  <a:cubicBezTo>
                    <a:pt x="338" y="208550"/>
                    <a:pt x="1224" y="209283"/>
                    <a:pt x="1319" y="210864"/>
                  </a:cubicBezTo>
                  <a:cubicBezTo>
                    <a:pt x="1443" y="212770"/>
                    <a:pt x="53" y="212893"/>
                    <a:pt x="148" y="214389"/>
                  </a:cubicBezTo>
                  <a:cubicBezTo>
                    <a:pt x="215" y="215370"/>
                    <a:pt x="1348" y="215532"/>
                    <a:pt x="1319" y="216741"/>
                  </a:cubicBezTo>
                  <a:cubicBezTo>
                    <a:pt x="1272" y="219227"/>
                    <a:pt x="291" y="221437"/>
                    <a:pt x="148" y="223780"/>
                  </a:cubicBezTo>
                  <a:cubicBezTo>
                    <a:pt x="-128" y="228295"/>
                    <a:pt x="824" y="232429"/>
                    <a:pt x="1319" y="236696"/>
                  </a:cubicBezTo>
                  <a:cubicBezTo>
                    <a:pt x="1977" y="242297"/>
                    <a:pt x="1491" y="247993"/>
                    <a:pt x="2491" y="253127"/>
                  </a:cubicBezTo>
                  <a:cubicBezTo>
                    <a:pt x="3377" y="257632"/>
                    <a:pt x="3967" y="265890"/>
                    <a:pt x="4844" y="271910"/>
                  </a:cubicBezTo>
                  <a:cubicBezTo>
                    <a:pt x="4949" y="272634"/>
                    <a:pt x="4872" y="273463"/>
                    <a:pt x="4844" y="274244"/>
                  </a:cubicBezTo>
                  <a:cubicBezTo>
                    <a:pt x="4872" y="274244"/>
                    <a:pt x="4901" y="274263"/>
                    <a:pt x="4929" y="274272"/>
                  </a:cubicBezTo>
                  <a:lnTo>
                    <a:pt x="5453" y="287522"/>
                  </a:lnTo>
                  <a:lnTo>
                    <a:pt x="17779" y="306391"/>
                  </a:lnTo>
                  <a:cubicBezTo>
                    <a:pt x="17779" y="306391"/>
                    <a:pt x="76462" y="464449"/>
                    <a:pt x="74862" y="466287"/>
                  </a:cubicBezTo>
                  <a:cubicBezTo>
                    <a:pt x="73262" y="468125"/>
                    <a:pt x="103542" y="471850"/>
                    <a:pt x="103542" y="471850"/>
                  </a:cubicBezTo>
                  <a:lnTo>
                    <a:pt x="115219" y="360121"/>
                  </a:lnTo>
                  <a:lnTo>
                    <a:pt x="106990" y="324745"/>
                  </a:lnTo>
                  <a:lnTo>
                    <a:pt x="105971" y="324241"/>
                  </a:lnTo>
                  <a:close/>
                </a:path>
              </a:pathLst>
            </a:custGeom>
            <a:solidFill>
              <a:srgbClr val="DE8819"/>
            </a:solidFill>
            <a:ln cap="flat">
              <a:noFill/>
              <a:prstDash val="solid"/>
              <a:miter lim="800000"/>
            </a:ln>
          </p:spPr>
          <p:txBody>
            <a:bodyPr vert="horz" anchor="ctr" tIns="45720" lIns="91440" bIns="45720" rIns="91440"/>
            <a:p>
              <a:pPr algn="l" marL="0"/>
            </a:p>
          </p:txBody>
        </p:sp>
        <p:grpSp>
          <p:nvGrpSpPr>
            <p:cNvPr name="Group 81" id="81"/>
            <p:cNvGrpSpPr/>
            <p:nvPr/>
          </p:nvGrpSpPr>
          <p:grpSpPr>
            <a:xfrm>
              <a:off x="8952702" y="3214028"/>
              <a:ext cx="209999" cy="140675"/>
              <a:chOff x="2461962" y="617448"/>
              <a:chExt cx="209999" cy="140675"/>
            </a:xfrm>
          </p:grpSpPr>
          <p:sp>
            <p:nvSpPr>
              <p:cNvPr name="Freeform 82" id="82"/>
              <p:cNvSpPr/>
              <p:nvPr/>
            </p:nvSpPr>
            <p:spPr>
              <a:xfrm>
                <a:off x="2461962" y="653862"/>
                <a:ext cx="75535" cy="82330"/>
              </a:xfrm>
              <a:custGeom>
                <a:avLst/>
                <a:gdLst/>
                <a:ahLst/>
                <a:cxnLst/>
                <a:rect r="r" b="b" t="t" l="l"/>
                <a:pathLst>
                  <a:path w="75535" h="82330" stroke="true" fill="norm" extrusionOk="true">
                    <a:moveTo>
                      <a:pt x="67621" y="3486"/>
                    </a:moveTo>
                    <a:cubicBezTo>
                      <a:pt x="62953" y="1495"/>
                      <a:pt x="55238" y="2562"/>
                      <a:pt x="48837" y="2315"/>
                    </a:cubicBezTo>
                    <a:cubicBezTo>
                      <a:pt x="48771" y="2467"/>
                      <a:pt x="48676" y="2572"/>
                      <a:pt x="48599" y="2715"/>
                    </a:cubicBezTo>
                    <a:cubicBezTo>
                      <a:pt x="46027" y="2362"/>
                      <a:pt x="43446" y="2038"/>
                      <a:pt x="40865" y="1934"/>
                    </a:cubicBezTo>
                    <a:cubicBezTo>
                      <a:pt x="41284" y="1324"/>
                      <a:pt x="41655" y="657"/>
                      <a:pt x="42056" y="0"/>
                    </a:cubicBezTo>
                    <a:lnTo>
                      <a:pt x="38131" y="4658"/>
                    </a:lnTo>
                    <a:cubicBezTo>
                      <a:pt x="37779" y="4991"/>
                      <a:pt x="37426" y="5363"/>
                      <a:pt x="37093" y="5829"/>
                    </a:cubicBezTo>
                    <a:cubicBezTo>
                      <a:pt x="36560" y="6591"/>
                      <a:pt x="36369" y="7439"/>
                      <a:pt x="35921" y="8172"/>
                    </a:cubicBezTo>
                    <a:cubicBezTo>
                      <a:pt x="35274" y="9220"/>
                      <a:pt x="34064" y="9696"/>
                      <a:pt x="33569" y="10525"/>
                    </a:cubicBezTo>
                    <a:cubicBezTo>
                      <a:pt x="32607" y="12135"/>
                      <a:pt x="33178" y="14745"/>
                      <a:pt x="32397" y="16392"/>
                    </a:cubicBezTo>
                    <a:cubicBezTo>
                      <a:pt x="32216" y="16773"/>
                      <a:pt x="30359" y="17154"/>
                      <a:pt x="30044" y="17564"/>
                    </a:cubicBezTo>
                    <a:cubicBezTo>
                      <a:pt x="29397" y="18431"/>
                      <a:pt x="29311" y="20317"/>
                      <a:pt x="28873" y="21088"/>
                    </a:cubicBezTo>
                    <a:cubicBezTo>
                      <a:pt x="26796" y="24708"/>
                      <a:pt x="25415" y="28184"/>
                      <a:pt x="21834" y="30480"/>
                    </a:cubicBezTo>
                    <a:cubicBezTo>
                      <a:pt x="21148" y="34719"/>
                      <a:pt x="19462" y="39233"/>
                      <a:pt x="18310" y="41043"/>
                    </a:cubicBezTo>
                    <a:cubicBezTo>
                      <a:pt x="17472" y="42358"/>
                      <a:pt x="17119" y="42443"/>
                      <a:pt x="15966" y="43386"/>
                    </a:cubicBezTo>
                    <a:cubicBezTo>
                      <a:pt x="15643" y="43653"/>
                      <a:pt x="16138" y="45320"/>
                      <a:pt x="15966" y="45739"/>
                    </a:cubicBezTo>
                    <a:cubicBezTo>
                      <a:pt x="14900" y="48406"/>
                      <a:pt x="13776" y="47473"/>
                      <a:pt x="13614" y="50435"/>
                    </a:cubicBezTo>
                    <a:cubicBezTo>
                      <a:pt x="13557" y="51444"/>
                      <a:pt x="12490" y="51387"/>
                      <a:pt x="12442" y="51606"/>
                    </a:cubicBezTo>
                    <a:cubicBezTo>
                      <a:pt x="12166" y="52826"/>
                      <a:pt x="13519" y="52435"/>
                      <a:pt x="13614" y="52778"/>
                    </a:cubicBezTo>
                    <a:cubicBezTo>
                      <a:pt x="13852" y="53664"/>
                      <a:pt x="11699" y="55616"/>
                      <a:pt x="11271" y="56293"/>
                    </a:cubicBezTo>
                    <a:cubicBezTo>
                      <a:pt x="9699" y="58760"/>
                      <a:pt x="9899" y="62465"/>
                      <a:pt x="8918" y="64513"/>
                    </a:cubicBezTo>
                    <a:cubicBezTo>
                      <a:pt x="8737" y="64894"/>
                      <a:pt x="6880" y="65275"/>
                      <a:pt x="6575" y="65684"/>
                    </a:cubicBezTo>
                    <a:cubicBezTo>
                      <a:pt x="6337" y="65999"/>
                      <a:pt x="5403" y="69218"/>
                      <a:pt x="5403" y="69209"/>
                    </a:cubicBezTo>
                    <a:cubicBezTo>
                      <a:pt x="5327" y="70571"/>
                      <a:pt x="4651" y="69733"/>
                      <a:pt x="4232" y="70380"/>
                    </a:cubicBezTo>
                    <a:cubicBezTo>
                      <a:pt x="3241" y="71914"/>
                      <a:pt x="1936" y="75267"/>
                      <a:pt x="1889" y="76248"/>
                    </a:cubicBezTo>
                    <a:cubicBezTo>
                      <a:pt x="1774" y="78315"/>
                      <a:pt x="-1378" y="79877"/>
                      <a:pt x="717" y="82124"/>
                    </a:cubicBezTo>
                    <a:cubicBezTo>
                      <a:pt x="4308" y="82972"/>
                      <a:pt x="4994" y="80924"/>
                      <a:pt x="7766" y="80953"/>
                    </a:cubicBezTo>
                    <a:cubicBezTo>
                      <a:pt x="7004" y="76610"/>
                      <a:pt x="12318" y="71857"/>
                      <a:pt x="12461" y="69209"/>
                    </a:cubicBezTo>
                    <a:cubicBezTo>
                      <a:pt x="12538" y="67856"/>
                      <a:pt x="13233" y="68685"/>
                      <a:pt x="13633" y="68037"/>
                    </a:cubicBezTo>
                    <a:cubicBezTo>
                      <a:pt x="14576" y="66542"/>
                      <a:pt x="14957" y="64484"/>
                      <a:pt x="15986" y="63341"/>
                    </a:cubicBezTo>
                    <a:cubicBezTo>
                      <a:pt x="18795" y="60236"/>
                      <a:pt x="23596" y="58988"/>
                      <a:pt x="26558" y="56293"/>
                    </a:cubicBezTo>
                    <a:cubicBezTo>
                      <a:pt x="28406" y="54616"/>
                      <a:pt x="29139" y="51568"/>
                      <a:pt x="30082" y="50425"/>
                    </a:cubicBezTo>
                    <a:cubicBezTo>
                      <a:pt x="30406" y="50035"/>
                      <a:pt x="32092" y="50806"/>
                      <a:pt x="32435" y="50425"/>
                    </a:cubicBezTo>
                    <a:cubicBezTo>
                      <a:pt x="32807" y="50006"/>
                      <a:pt x="32197" y="48597"/>
                      <a:pt x="32435" y="48073"/>
                    </a:cubicBezTo>
                    <a:cubicBezTo>
                      <a:pt x="32578" y="47758"/>
                      <a:pt x="34493" y="47244"/>
                      <a:pt x="34778" y="46901"/>
                    </a:cubicBezTo>
                    <a:cubicBezTo>
                      <a:pt x="35731" y="45777"/>
                      <a:pt x="37426" y="44444"/>
                      <a:pt x="38303" y="43377"/>
                    </a:cubicBezTo>
                    <a:cubicBezTo>
                      <a:pt x="38674" y="42920"/>
                      <a:pt x="38055" y="41577"/>
                      <a:pt x="38303" y="41034"/>
                    </a:cubicBezTo>
                    <a:cubicBezTo>
                      <a:pt x="38465" y="40672"/>
                      <a:pt x="40360" y="40262"/>
                      <a:pt x="40655" y="39862"/>
                    </a:cubicBezTo>
                    <a:cubicBezTo>
                      <a:pt x="40922" y="39500"/>
                      <a:pt x="41808" y="37833"/>
                      <a:pt x="41827" y="37509"/>
                    </a:cubicBezTo>
                    <a:cubicBezTo>
                      <a:pt x="41903" y="36090"/>
                      <a:pt x="44665" y="33642"/>
                      <a:pt x="45351" y="32814"/>
                    </a:cubicBezTo>
                    <a:cubicBezTo>
                      <a:pt x="46237" y="31737"/>
                      <a:pt x="47866" y="30385"/>
                      <a:pt x="48875" y="29289"/>
                    </a:cubicBezTo>
                    <a:cubicBezTo>
                      <a:pt x="50656" y="27346"/>
                      <a:pt x="52962" y="25289"/>
                      <a:pt x="54743" y="23422"/>
                    </a:cubicBezTo>
                    <a:cubicBezTo>
                      <a:pt x="56695" y="21365"/>
                      <a:pt x="58477" y="18640"/>
                      <a:pt x="60610" y="16373"/>
                    </a:cubicBezTo>
                    <a:cubicBezTo>
                      <a:pt x="62210" y="14678"/>
                      <a:pt x="62715" y="12925"/>
                      <a:pt x="64134" y="12849"/>
                    </a:cubicBezTo>
                    <a:cubicBezTo>
                      <a:pt x="65811" y="12754"/>
                      <a:pt x="64544" y="11439"/>
                      <a:pt x="65306" y="10497"/>
                    </a:cubicBezTo>
                    <a:cubicBezTo>
                      <a:pt x="65630" y="10096"/>
                      <a:pt x="67259" y="10839"/>
                      <a:pt x="67649" y="10497"/>
                    </a:cubicBezTo>
                    <a:cubicBezTo>
                      <a:pt x="68392" y="9868"/>
                      <a:pt x="69049" y="9154"/>
                      <a:pt x="69688" y="8439"/>
                    </a:cubicBezTo>
                    <a:lnTo>
                      <a:pt x="75536" y="4267"/>
                    </a:lnTo>
                    <a:cubicBezTo>
                      <a:pt x="72926" y="3572"/>
                      <a:pt x="70288" y="3439"/>
                      <a:pt x="67611" y="3496"/>
                    </a:cubicBezTo>
                    <a:cubicBezTo>
                      <a:pt x="67592" y="3505"/>
                      <a:pt x="67611" y="3496"/>
                      <a:pt x="67621" y="3486"/>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83" id="83"/>
              <p:cNvSpPr/>
              <p:nvPr/>
            </p:nvSpPr>
            <p:spPr>
              <a:xfrm>
                <a:off x="2502893" y="617448"/>
                <a:ext cx="169067" cy="140675"/>
              </a:xfrm>
              <a:custGeom>
                <a:avLst/>
                <a:gdLst/>
                <a:ahLst/>
                <a:cxnLst/>
                <a:rect r="r" b="b" t="t" l="l"/>
                <a:pathLst>
                  <a:path w="169067" h="140675" stroke="true" fill="norm" extrusionOk="true">
                    <a:moveTo>
                      <a:pt x="168507" y="130702"/>
                    </a:moveTo>
                    <a:cubicBezTo>
                      <a:pt x="168297" y="129721"/>
                      <a:pt x="167650" y="129216"/>
                      <a:pt x="166907" y="129045"/>
                    </a:cubicBezTo>
                    <a:cubicBezTo>
                      <a:pt x="166011" y="123911"/>
                      <a:pt x="164640" y="118529"/>
                      <a:pt x="164059" y="116205"/>
                    </a:cubicBezTo>
                    <a:cubicBezTo>
                      <a:pt x="162668" y="110652"/>
                      <a:pt x="162973" y="106071"/>
                      <a:pt x="161715" y="100946"/>
                    </a:cubicBezTo>
                    <a:cubicBezTo>
                      <a:pt x="160534" y="96146"/>
                      <a:pt x="158163" y="90735"/>
                      <a:pt x="157020" y="86859"/>
                    </a:cubicBezTo>
                    <a:cubicBezTo>
                      <a:pt x="156334" y="84535"/>
                      <a:pt x="156391" y="83049"/>
                      <a:pt x="155848" y="80991"/>
                    </a:cubicBezTo>
                    <a:cubicBezTo>
                      <a:pt x="155820" y="80887"/>
                      <a:pt x="154772" y="81077"/>
                      <a:pt x="154677" y="80991"/>
                    </a:cubicBezTo>
                    <a:cubicBezTo>
                      <a:pt x="154076" y="80391"/>
                      <a:pt x="154886" y="77181"/>
                      <a:pt x="154677" y="76296"/>
                    </a:cubicBezTo>
                    <a:cubicBezTo>
                      <a:pt x="153962" y="73248"/>
                      <a:pt x="152495" y="71304"/>
                      <a:pt x="152333" y="68076"/>
                    </a:cubicBezTo>
                    <a:cubicBezTo>
                      <a:pt x="152276" y="67009"/>
                      <a:pt x="151238" y="67190"/>
                      <a:pt x="151162" y="66904"/>
                    </a:cubicBezTo>
                    <a:cubicBezTo>
                      <a:pt x="150724" y="65208"/>
                      <a:pt x="150695" y="62980"/>
                      <a:pt x="149990" y="61037"/>
                    </a:cubicBezTo>
                    <a:cubicBezTo>
                      <a:pt x="149905" y="60808"/>
                      <a:pt x="149104" y="60589"/>
                      <a:pt x="148819" y="59865"/>
                    </a:cubicBezTo>
                    <a:cubicBezTo>
                      <a:pt x="148704" y="59570"/>
                      <a:pt x="148838" y="58998"/>
                      <a:pt x="148819" y="58693"/>
                    </a:cubicBezTo>
                    <a:cubicBezTo>
                      <a:pt x="148752" y="57512"/>
                      <a:pt x="147799" y="57950"/>
                      <a:pt x="147647" y="57522"/>
                    </a:cubicBezTo>
                    <a:cubicBezTo>
                      <a:pt x="146895" y="55350"/>
                      <a:pt x="147314" y="53645"/>
                      <a:pt x="146475" y="51654"/>
                    </a:cubicBezTo>
                    <a:cubicBezTo>
                      <a:pt x="146485" y="51673"/>
                      <a:pt x="145504" y="50797"/>
                      <a:pt x="145304" y="50483"/>
                    </a:cubicBezTo>
                    <a:cubicBezTo>
                      <a:pt x="143923" y="48321"/>
                      <a:pt x="143085" y="46987"/>
                      <a:pt x="142961" y="44615"/>
                    </a:cubicBezTo>
                    <a:cubicBezTo>
                      <a:pt x="142894" y="43349"/>
                      <a:pt x="142027" y="43987"/>
                      <a:pt x="141789" y="43444"/>
                    </a:cubicBezTo>
                    <a:cubicBezTo>
                      <a:pt x="141008" y="41691"/>
                      <a:pt x="141284" y="40491"/>
                      <a:pt x="140618" y="38748"/>
                    </a:cubicBezTo>
                    <a:cubicBezTo>
                      <a:pt x="139227" y="35129"/>
                      <a:pt x="136912" y="32928"/>
                      <a:pt x="135922" y="30528"/>
                    </a:cubicBezTo>
                    <a:cubicBezTo>
                      <a:pt x="135160" y="28661"/>
                      <a:pt x="135627" y="26404"/>
                      <a:pt x="134750" y="24651"/>
                    </a:cubicBezTo>
                    <a:cubicBezTo>
                      <a:pt x="130064" y="21641"/>
                      <a:pt x="128473" y="15536"/>
                      <a:pt x="124378" y="11926"/>
                    </a:cubicBezTo>
                    <a:cubicBezTo>
                      <a:pt x="123558" y="10421"/>
                      <a:pt x="122701" y="8935"/>
                      <a:pt x="121825" y="7458"/>
                    </a:cubicBezTo>
                    <a:lnTo>
                      <a:pt x="114881" y="7249"/>
                    </a:lnTo>
                    <a:cubicBezTo>
                      <a:pt x="110423" y="6525"/>
                      <a:pt x="105994" y="5763"/>
                      <a:pt x="101889" y="4687"/>
                    </a:cubicBezTo>
                    <a:lnTo>
                      <a:pt x="89392" y="1448"/>
                    </a:lnTo>
                    <a:lnTo>
                      <a:pt x="89392" y="1439"/>
                    </a:lnTo>
                    <a:cubicBezTo>
                      <a:pt x="87297" y="1886"/>
                      <a:pt x="84744" y="-28"/>
                      <a:pt x="83106" y="0"/>
                    </a:cubicBezTo>
                    <a:cubicBezTo>
                      <a:pt x="82191" y="10"/>
                      <a:pt x="78000" y="1772"/>
                      <a:pt x="74152" y="1448"/>
                    </a:cubicBezTo>
                    <a:lnTo>
                      <a:pt x="71361" y="1172"/>
                    </a:lnTo>
                    <a:cubicBezTo>
                      <a:pt x="66513" y="1534"/>
                      <a:pt x="62208" y="5220"/>
                      <a:pt x="59627" y="5868"/>
                    </a:cubicBezTo>
                    <a:cubicBezTo>
                      <a:pt x="58121" y="6249"/>
                      <a:pt x="57140" y="6782"/>
                      <a:pt x="56102" y="7039"/>
                    </a:cubicBezTo>
                    <a:cubicBezTo>
                      <a:pt x="54588" y="7420"/>
                      <a:pt x="53616" y="7954"/>
                      <a:pt x="52578" y="8211"/>
                    </a:cubicBezTo>
                    <a:cubicBezTo>
                      <a:pt x="48082" y="9335"/>
                      <a:pt x="42710" y="10097"/>
                      <a:pt x="40843" y="10564"/>
                    </a:cubicBezTo>
                    <a:cubicBezTo>
                      <a:pt x="39157" y="10983"/>
                      <a:pt x="38471" y="11002"/>
                      <a:pt x="37319" y="11735"/>
                    </a:cubicBezTo>
                    <a:cubicBezTo>
                      <a:pt x="36004" y="12573"/>
                      <a:pt x="35919" y="12935"/>
                      <a:pt x="34976" y="14078"/>
                    </a:cubicBezTo>
                    <a:cubicBezTo>
                      <a:pt x="34690" y="14421"/>
                      <a:pt x="33052" y="13878"/>
                      <a:pt x="32623" y="14078"/>
                    </a:cubicBezTo>
                    <a:cubicBezTo>
                      <a:pt x="32471" y="14145"/>
                      <a:pt x="32738" y="15117"/>
                      <a:pt x="32623" y="15250"/>
                    </a:cubicBezTo>
                    <a:cubicBezTo>
                      <a:pt x="32309" y="15640"/>
                      <a:pt x="29499" y="16174"/>
                      <a:pt x="29099" y="16421"/>
                    </a:cubicBezTo>
                    <a:cubicBezTo>
                      <a:pt x="28251" y="16964"/>
                      <a:pt x="27527" y="17069"/>
                      <a:pt x="26746" y="17603"/>
                    </a:cubicBezTo>
                    <a:cubicBezTo>
                      <a:pt x="25556" y="18412"/>
                      <a:pt x="24108" y="20565"/>
                      <a:pt x="23222" y="21127"/>
                    </a:cubicBezTo>
                    <a:cubicBezTo>
                      <a:pt x="22660" y="21489"/>
                      <a:pt x="21479" y="20851"/>
                      <a:pt x="20879" y="21127"/>
                    </a:cubicBezTo>
                    <a:cubicBezTo>
                      <a:pt x="20507" y="21298"/>
                      <a:pt x="20126" y="23184"/>
                      <a:pt x="19707" y="23479"/>
                    </a:cubicBezTo>
                    <a:cubicBezTo>
                      <a:pt x="15326" y="26508"/>
                      <a:pt x="10306" y="27975"/>
                      <a:pt x="5620" y="29347"/>
                    </a:cubicBezTo>
                    <a:cubicBezTo>
                      <a:pt x="4067" y="31480"/>
                      <a:pt x="2677" y="34024"/>
                      <a:pt x="1191" y="36424"/>
                    </a:cubicBezTo>
                    <a:cubicBezTo>
                      <a:pt x="791" y="37072"/>
                      <a:pt x="419" y="37748"/>
                      <a:pt x="0" y="38357"/>
                    </a:cubicBezTo>
                    <a:cubicBezTo>
                      <a:pt x="2581" y="38462"/>
                      <a:pt x="5162" y="38786"/>
                      <a:pt x="7734" y="39139"/>
                    </a:cubicBezTo>
                    <a:cubicBezTo>
                      <a:pt x="7811" y="38996"/>
                      <a:pt x="7906" y="38891"/>
                      <a:pt x="7972" y="38739"/>
                    </a:cubicBezTo>
                    <a:cubicBezTo>
                      <a:pt x="14373" y="38986"/>
                      <a:pt x="22088" y="37929"/>
                      <a:pt x="26756" y="39910"/>
                    </a:cubicBezTo>
                    <a:cubicBezTo>
                      <a:pt x="26746" y="39920"/>
                      <a:pt x="26727" y="39929"/>
                      <a:pt x="26718" y="39948"/>
                    </a:cubicBezTo>
                    <a:cubicBezTo>
                      <a:pt x="29394" y="39891"/>
                      <a:pt x="32033" y="40024"/>
                      <a:pt x="34642" y="40720"/>
                    </a:cubicBezTo>
                    <a:cubicBezTo>
                      <a:pt x="35405" y="40920"/>
                      <a:pt x="36157" y="41158"/>
                      <a:pt x="36909" y="41463"/>
                    </a:cubicBezTo>
                    <a:cubicBezTo>
                      <a:pt x="37281" y="41615"/>
                      <a:pt x="37576" y="41825"/>
                      <a:pt x="37814" y="42072"/>
                    </a:cubicBezTo>
                    <a:cubicBezTo>
                      <a:pt x="43282" y="43615"/>
                      <a:pt x="49578" y="46035"/>
                      <a:pt x="52578" y="46949"/>
                    </a:cubicBezTo>
                    <a:cubicBezTo>
                      <a:pt x="57245" y="48359"/>
                      <a:pt x="59046" y="47425"/>
                      <a:pt x="61970" y="49302"/>
                    </a:cubicBezTo>
                    <a:cubicBezTo>
                      <a:pt x="63151" y="50054"/>
                      <a:pt x="64618" y="50683"/>
                      <a:pt x="65608" y="51578"/>
                    </a:cubicBezTo>
                    <a:cubicBezTo>
                      <a:pt x="66094" y="51626"/>
                      <a:pt x="66580" y="51778"/>
                      <a:pt x="67037" y="52188"/>
                    </a:cubicBezTo>
                    <a:cubicBezTo>
                      <a:pt x="67809" y="52893"/>
                      <a:pt x="68571" y="53636"/>
                      <a:pt x="69361" y="54369"/>
                    </a:cubicBezTo>
                    <a:cubicBezTo>
                      <a:pt x="70209" y="53912"/>
                      <a:pt x="71304" y="53855"/>
                      <a:pt x="72228" y="54636"/>
                    </a:cubicBezTo>
                    <a:cubicBezTo>
                      <a:pt x="73666" y="55836"/>
                      <a:pt x="75152" y="56979"/>
                      <a:pt x="76562" y="58208"/>
                    </a:cubicBezTo>
                    <a:cubicBezTo>
                      <a:pt x="76753" y="57950"/>
                      <a:pt x="76953" y="57703"/>
                      <a:pt x="77229" y="57531"/>
                    </a:cubicBezTo>
                    <a:cubicBezTo>
                      <a:pt x="81191" y="61789"/>
                      <a:pt x="87982" y="63218"/>
                      <a:pt x="92497" y="66923"/>
                    </a:cubicBezTo>
                    <a:cubicBezTo>
                      <a:pt x="92469" y="67161"/>
                      <a:pt x="92526" y="67361"/>
                      <a:pt x="92602" y="67552"/>
                    </a:cubicBezTo>
                    <a:cubicBezTo>
                      <a:pt x="95917" y="68228"/>
                      <a:pt x="97841" y="70809"/>
                      <a:pt x="99917" y="73448"/>
                    </a:cubicBezTo>
                    <a:cubicBezTo>
                      <a:pt x="100194" y="72857"/>
                      <a:pt x="100527" y="72619"/>
                      <a:pt x="101889" y="73962"/>
                    </a:cubicBezTo>
                    <a:cubicBezTo>
                      <a:pt x="106442" y="75315"/>
                      <a:pt x="107299" y="80258"/>
                      <a:pt x="110109" y="83354"/>
                    </a:cubicBezTo>
                    <a:cubicBezTo>
                      <a:pt x="114748" y="88488"/>
                      <a:pt x="120539" y="92764"/>
                      <a:pt x="124196" y="97451"/>
                    </a:cubicBezTo>
                    <a:cubicBezTo>
                      <a:pt x="124959" y="98422"/>
                      <a:pt x="125882" y="98470"/>
                      <a:pt x="126549" y="99794"/>
                    </a:cubicBezTo>
                    <a:cubicBezTo>
                      <a:pt x="126730" y="100165"/>
                      <a:pt x="126807" y="100546"/>
                      <a:pt x="126854" y="100937"/>
                    </a:cubicBezTo>
                    <a:cubicBezTo>
                      <a:pt x="127102" y="101070"/>
                      <a:pt x="127349" y="101251"/>
                      <a:pt x="127568" y="101518"/>
                    </a:cubicBezTo>
                    <a:cubicBezTo>
                      <a:pt x="129645" y="104070"/>
                      <a:pt x="131979" y="106452"/>
                      <a:pt x="134369" y="108776"/>
                    </a:cubicBezTo>
                    <a:cubicBezTo>
                      <a:pt x="135407" y="109204"/>
                      <a:pt x="136370" y="109757"/>
                      <a:pt x="137112" y="110357"/>
                    </a:cubicBezTo>
                    <a:cubicBezTo>
                      <a:pt x="137741" y="110862"/>
                      <a:pt x="138132" y="111881"/>
                      <a:pt x="138636" y="112853"/>
                    </a:cubicBezTo>
                    <a:cubicBezTo>
                      <a:pt x="139398" y="113557"/>
                      <a:pt x="140170" y="114262"/>
                      <a:pt x="140932" y="114967"/>
                    </a:cubicBezTo>
                    <a:cubicBezTo>
                      <a:pt x="141199" y="115024"/>
                      <a:pt x="141475" y="115072"/>
                      <a:pt x="141799" y="115053"/>
                    </a:cubicBezTo>
                    <a:cubicBezTo>
                      <a:pt x="141704" y="115196"/>
                      <a:pt x="141580" y="115329"/>
                      <a:pt x="141465" y="115462"/>
                    </a:cubicBezTo>
                    <a:cubicBezTo>
                      <a:pt x="143332" y="117186"/>
                      <a:pt x="145190" y="118891"/>
                      <a:pt x="146971" y="120644"/>
                    </a:cubicBezTo>
                    <a:cubicBezTo>
                      <a:pt x="152667" y="126216"/>
                      <a:pt x="159287" y="130693"/>
                      <a:pt x="164211" y="137008"/>
                    </a:cubicBezTo>
                    <a:lnTo>
                      <a:pt x="169050" y="140675"/>
                    </a:lnTo>
                    <a:cubicBezTo>
                      <a:pt x="169050" y="137303"/>
                      <a:pt x="169221" y="134017"/>
                      <a:pt x="168507" y="130702"/>
                    </a:cubicBezTo>
                    <a:close/>
                  </a:path>
                </a:pathLst>
              </a:custGeom>
              <a:solidFill>
                <a:srgbClr val="F0BF43"/>
              </a:solidFill>
              <a:ln cap="flat">
                <a:noFill/>
                <a:prstDash val="solid"/>
                <a:miter lim="800000"/>
              </a:ln>
            </p:spPr>
            <p:txBody>
              <a:bodyPr vert="horz" anchor="ctr" tIns="45720" lIns="91440" bIns="45720" rIns="91440"/>
              <a:p>
                <a:pPr algn="l" marL="0"/>
              </a:p>
            </p:txBody>
          </p:sp>
        </p:grpSp>
        <p:sp>
          <p:nvSpPr>
            <p:cNvPr name="Freeform 84" id="84"/>
            <p:cNvSpPr/>
            <p:nvPr/>
          </p:nvSpPr>
          <p:spPr>
            <a:xfrm>
              <a:off x="9048526" y="3145200"/>
              <a:ext cx="210251" cy="626259"/>
            </a:xfrm>
            <a:custGeom>
              <a:avLst/>
              <a:gdLst/>
              <a:ahLst/>
              <a:cxnLst/>
              <a:rect r="r" b="b" t="t" l="l"/>
              <a:pathLst>
                <a:path w="210251" h="626259" stroke="true" fill="norm" extrusionOk="true">
                  <a:moveTo>
                    <a:pt x="210141" y="304801"/>
                  </a:moveTo>
                  <a:cubicBezTo>
                    <a:pt x="210531" y="300848"/>
                    <a:pt x="209826" y="296828"/>
                    <a:pt x="208969" y="293056"/>
                  </a:cubicBezTo>
                  <a:cubicBezTo>
                    <a:pt x="207502" y="286627"/>
                    <a:pt x="207969" y="272997"/>
                    <a:pt x="206616" y="264881"/>
                  </a:cubicBezTo>
                  <a:cubicBezTo>
                    <a:pt x="206426" y="263748"/>
                    <a:pt x="206864" y="262472"/>
                    <a:pt x="206616" y="261357"/>
                  </a:cubicBezTo>
                  <a:cubicBezTo>
                    <a:pt x="206254" y="259681"/>
                    <a:pt x="205616" y="255414"/>
                    <a:pt x="205445" y="250794"/>
                  </a:cubicBezTo>
                  <a:cubicBezTo>
                    <a:pt x="205416" y="250079"/>
                    <a:pt x="205616" y="249136"/>
                    <a:pt x="205445" y="248451"/>
                  </a:cubicBezTo>
                  <a:cubicBezTo>
                    <a:pt x="205330" y="247984"/>
                    <a:pt x="204273" y="246936"/>
                    <a:pt x="204273" y="247279"/>
                  </a:cubicBezTo>
                  <a:cubicBezTo>
                    <a:pt x="204273" y="246317"/>
                    <a:pt x="205540" y="246127"/>
                    <a:pt x="205445" y="244936"/>
                  </a:cubicBezTo>
                  <a:cubicBezTo>
                    <a:pt x="205435" y="244831"/>
                    <a:pt x="204054" y="244822"/>
                    <a:pt x="204273" y="243764"/>
                  </a:cubicBezTo>
                  <a:cubicBezTo>
                    <a:pt x="204330" y="243479"/>
                    <a:pt x="205645" y="243764"/>
                    <a:pt x="205445" y="242593"/>
                  </a:cubicBezTo>
                  <a:cubicBezTo>
                    <a:pt x="205426" y="242488"/>
                    <a:pt x="204321" y="242345"/>
                    <a:pt x="204273" y="241421"/>
                  </a:cubicBezTo>
                  <a:cubicBezTo>
                    <a:pt x="204235" y="240831"/>
                    <a:pt x="205149" y="235097"/>
                    <a:pt x="204273" y="234382"/>
                  </a:cubicBezTo>
                  <a:cubicBezTo>
                    <a:pt x="202302" y="232763"/>
                    <a:pt x="204997" y="228886"/>
                    <a:pt x="203102" y="227334"/>
                  </a:cubicBezTo>
                  <a:cubicBezTo>
                    <a:pt x="201130" y="225724"/>
                    <a:pt x="203826" y="221838"/>
                    <a:pt x="201930" y="220285"/>
                  </a:cubicBezTo>
                  <a:cubicBezTo>
                    <a:pt x="199958" y="218676"/>
                    <a:pt x="202654" y="214789"/>
                    <a:pt x="200758" y="213246"/>
                  </a:cubicBezTo>
                  <a:cubicBezTo>
                    <a:pt x="200673" y="213180"/>
                    <a:pt x="199597" y="213323"/>
                    <a:pt x="199587" y="213246"/>
                  </a:cubicBezTo>
                  <a:cubicBezTo>
                    <a:pt x="199311" y="211637"/>
                    <a:pt x="200854" y="208465"/>
                    <a:pt x="198415" y="207379"/>
                  </a:cubicBezTo>
                  <a:cubicBezTo>
                    <a:pt x="198082" y="205483"/>
                    <a:pt x="199520" y="205360"/>
                    <a:pt x="199587" y="203855"/>
                  </a:cubicBezTo>
                  <a:cubicBezTo>
                    <a:pt x="200053" y="203474"/>
                    <a:pt x="200482" y="203293"/>
                    <a:pt x="200901" y="203197"/>
                  </a:cubicBezTo>
                  <a:lnTo>
                    <a:pt x="198406" y="192110"/>
                  </a:lnTo>
                  <a:cubicBezTo>
                    <a:pt x="195796" y="189015"/>
                    <a:pt x="195767" y="184948"/>
                    <a:pt x="194881" y="181547"/>
                  </a:cubicBezTo>
                  <a:cubicBezTo>
                    <a:pt x="194805" y="181252"/>
                    <a:pt x="193767" y="181442"/>
                    <a:pt x="193710" y="180376"/>
                  </a:cubicBezTo>
                  <a:cubicBezTo>
                    <a:pt x="193624" y="178861"/>
                    <a:pt x="193977" y="177166"/>
                    <a:pt x="193710" y="175680"/>
                  </a:cubicBezTo>
                  <a:cubicBezTo>
                    <a:pt x="193691" y="175556"/>
                    <a:pt x="192586" y="175442"/>
                    <a:pt x="192538" y="174508"/>
                  </a:cubicBezTo>
                  <a:cubicBezTo>
                    <a:pt x="192300" y="170041"/>
                    <a:pt x="191462" y="168136"/>
                    <a:pt x="190195" y="163945"/>
                  </a:cubicBezTo>
                  <a:cubicBezTo>
                    <a:pt x="189167" y="160535"/>
                    <a:pt x="189605" y="156649"/>
                    <a:pt x="187843" y="153382"/>
                  </a:cubicBezTo>
                  <a:cubicBezTo>
                    <a:pt x="187557" y="152848"/>
                    <a:pt x="185623" y="151439"/>
                    <a:pt x="185499" y="151039"/>
                  </a:cubicBezTo>
                  <a:cubicBezTo>
                    <a:pt x="185271" y="150324"/>
                    <a:pt x="185681" y="149419"/>
                    <a:pt x="185499" y="148686"/>
                  </a:cubicBezTo>
                  <a:cubicBezTo>
                    <a:pt x="185376" y="148219"/>
                    <a:pt x="184328" y="147171"/>
                    <a:pt x="184328" y="147514"/>
                  </a:cubicBezTo>
                  <a:cubicBezTo>
                    <a:pt x="184328" y="146600"/>
                    <a:pt x="185757" y="146295"/>
                    <a:pt x="185499" y="145162"/>
                  </a:cubicBezTo>
                  <a:cubicBezTo>
                    <a:pt x="185166" y="143704"/>
                    <a:pt x="183871" y="142314"/>
                    <a:pt x="183147" y="140466"/>
                  </a:cubicBezTo>
                  <a:cubicBezTo>
                    <a:pt x="182471" y="138732"/>
                    <a:pt x="182575" y="136084"/>
                    <a:pt x="181975" y="134598"/>
                  </a:cubicBezTo>
                  <a:cubicBezTo>
                    <a:pt x="181775" y="134094"/>
                    <a:pt x="180870" y="134656"/>
                    <a:pt x="180804" y="133427"/>
                  </a:cubicBezTo>
                  <a:cubicBezTo>
                    <a:pt x="180756" y="132446"/>
                    <a:pt x="179451" y="129102"/>
                    <a:pt x="178451" y="127559"/>
                  </a:cubicBezTo>
                  <a:cubicBezTo>
                    <a:pt x="178032" y="126912"/>
                    <a:pt x="177346" y="127740"/>
                    <a:pt x="177279" y="126388"/>
                  </a:cubicBezTo>
                  <a:cubicBezTo>
                    <a:pt x="177146" y="123835"/>
                    <a:pt x="175174" y="117987"/>
                    <a:pt x="173755" y="114644"/>
                  </a:cubicBezTo>
                  <a:cubicBezTo>
                    <a:pt x="173212" y="113358"/>
                    <a:pt x="171488" y="112615"/>
                    <a:pt x="171412" y="111119"/>
                  </a:cubicBezTo>
                  <a:cubicBezTo>
                    <a:pt x="171383" y="110614"/>
                    <a:pt x="170964" y="106785"/>
                    <a:pt x="169059" y="106423"/>
                  </a:cubicBezTo>
                  <a:cubicBezTo>
                    <a:pt x="168935" y="105966"/>
                    <a:pt x="168897" y="105604"/>
                    <a:pt x="168926" y="105299"/>
                  </a:cubicBezTo>
                  <a:cubicBezTo>
                    <a:pt x="167640" y="104499"/>
                    <a:pt x="167440" y="102899"/>
                    <a:pt x="168030" y="101794"/>
                  </a:cubicBezTo>
                  <a:cubicBezTo>
                    <a:pt x="165516" y="99108"/>
                    <a:pt x="163763" y="95489"/>
                    <a:pt x="162144" y="92222"/>
                  </a:cubicBezTo>
                  <a:cubicBezTo>
                    <a:pt x="162020" y="91974"/>
                    <a:pt x="161992" y="91736"/>
                    <a:pt x="161953" y="91498"/>
                  </a:cubicBezTo>
                  <a:cubicBezTo>
                    <a:pt x="159696" y="91022"/>
                    <a:pt x="158820" y="88002"/>
                    <a:pt x="157306" y="86469"/>
                  </a:cubicBezTo>
                  <a:cubicBezTo>
                    <a:pt x="156410" y="85554"/>
                    <a:pt x="154572" y="85097"/>
                    <a:pt x="153781" y="84116"/>
                  </a:cubicBezTo>
                  <a:cubicBezTo>
                    <a:pt x="153457" y="83706"/>
                    <a:pt x="154181" y="82087"/>
                    <a:pt x="153781" y="81773"/>
                  </a:cubicBezTo>
                  <a:cubicBezTo>
                    <a:pt x="153362" y="81430"/>
                    <a:pt x="151724" y="81011"/>
                    <a:pt x="151438" y="80601"/>
                  </a:cubicBezTo>
                  <a:cubicBezTo>
                    <a:pt x="150486" y="79239"/>
                    <a:pt x="151200" y="77315"/>
                    <a:pt x="150266" y="75905"/>
                  </a:cubicBezTo>
                  <a:cubicBezTo>
                    <a:pt x="149590" y="74905"/>
                    <a:pt x="147409" y="74534"/>
                    <a:pt x="146742" y="73553"/>
                  </a:cubicBezTo>
                  <a:cubicBezTo>
                    <a:pt x="145818" y="72210"/>
                    <a:pt x="146523" y="70219"/>
                    <a:pt x="145570" y="68857"/>
                  </a:cubicBezTo>
                  <a:cubicBezTo>
                    <a:pt x="145294" y="68466"/>
                    <a:pt x="143570" y="69200"/>
                    <a:pt x="143218" y="68857"/>
                  </a:cubicBezTo>
                  <a:cubicBezTo>
                    <a:pt x="142199" y="67838"/>
                    <a:pt x="142780" y="65494"/>
                    <a:pt x="142046" y="64161"/>
                  </a:cubicBezTo>
                  <a:cubicBezTo>
                    <a:pt x="141551" y="63266"/>
                    <a:pt x="138922" y="62685"/>
                    <a:pt x="138522" y="61818"/>
                  </a:cubicBezTo>
                  <a:cubicBezTo>
                    <a:pt x="138274" y="61265"/>
                    <a:pt x="138894" y="59922"/>
                    <a:pt x="138522" y="59475"/>
                  </a:cubicBezTo>
                  <a:cubicBezTo>
                    <a:pt x="137160" y="57798"/>
                    <a:pt x="134731" y="55836"/>
                    <a:pt x="132655" y="53598"/>
                  </a:cubicBezTo>
                  <a:cubicBezTo>
                    <a:pt x="129045" y="49721"/>
                    <a:pt x="124997" y="46444"/>
                    <a:pt x="120910" y="43035"/>
                  </a:cubicBezTo>
                  <a:cubicBezTo>
                    <a:pt x="117891" y="39396"/>
                    <a:pt x="113586" y="37062"/>
                    <a:pt x="111519" y="32471"/>
                  </a:cubicBezTo>
                  <a:cubicBezTo>
                    <a:pt x="109423" y="33176"/>
                    <a:pt x="106642" y="29023"/>
                    <a:pt x="105651" y="32471"/>
                  </a:cubicBezTo>
                  <a:cubicBezTo>
                    <a:pt x="103946" y="31004"/>
                    <a:pt x="102251" y="30519"/>
                    <a:pt x="99784" y="28947"/>
                  </a:cubicBezTo>
                  <a:cubicBezTo>
                    <a:pt x="98450" y="28099"/>
                    <a:pt x="97336" y="27633"/>
                    <a:pt x="96260" y="26594"/>
                  </a:cubicBezTo>
                  <a:cubicBezTo>
                    <a:pt x="95803" y="26166"/>
                    <a:pt x="94050" y="24299"/>
                    <a:pt x="91564" y="24242"/>
                  </a:cubicBezTo>
                  <a:cubicBezTo>
                    <a:pt x="91535" y="24137"/>
                    <a:pt x="91554" y="24013"/>
                    <a:pt x="91535" y="23899"/>
                  </a:cubicBezTo>
                  <a:cubicBezTo>
                    <a:pt x="88002" y="22518"/>
                    <a:pt x="84972" y="20022"/>
                    <a:pt x="81258" y="19146"/>
                  </a:cubicBezTo>
                  <a:cubicBezTo>
                    <a:pt x="80229" y="18908"/>
                    <a:pt x="79724" y="18203"/>
                    <a:pt x="79581" y="17412"/>
                  </a:cubicBezTo>
                  <a:cubicBezTo>
                    <a:pt x="77819" y="16755"/>
                    <a:pt x="75886" y="16060"/>
                    <a:pt x="75124" y="16022"/>
                  </a:cubicBezTo>
                  <a:cubicBezTo>
                    <a:pt x="73962" y="15964"/>
                    <a:pt x="74362" y="14993"/>
                    <a:pt x="73952" y="14850"/>
                  </a:cubicBezTo>
                  <a:cubicBezTo>
                    <a:pt x="69628" y="13412"/>
                    <a:pt x="67618" y="13850"/>
                    <a:pt x="63389" y="12507"/>
                  </a:cubicBezTo>
                  <a:cubicBezTo>
                    <a:pt x="62227" y="12135"/>
                    <a:pt x="61131" y="11964"/>
                    <a:pt x="59865" y="11335"/>
                  </a:cubicBezTo>
                  <a:cubicBezTo>
                    <a:pt x="59084" y="10945"/>
                    <a:pt x="57903" y="9087"/>
                    <a:pt x="57521" y="8983"/>
                  </a:cubicBezTo>
                  <a:cubicBezTo>
                    <a:pt x="56426" y="8687"/>
                    <a:pt x="56064" y="10154"/>
                    <a:pt x="55169" y="10154"/>
                  </a:cubicBezTo>
                  <a:cubicBezTo>
                    <a:pt x="55512" y="10154"/>
                    <a:pt x="54464" y="9097"/>
                    <a:pt x="53997" y="8983"/>
                  </a:cubicBezTo>
                  <a:cubicBezTo>
                    <a:pt x="50149" y="8021"/>
                    <a:pt x="47073" y="8230"/>
                    <a:pt x="44606" y="7811"/>
                  </a:cubicBezTo>
                  <a:cubicBezTo>
                    <a:pt x="41072" y="7211"/>
                    <a:pt x="37767" y="5801"/>
                    <a:pt x="36386" y="5458"/>
                  </a:cubicBezTo>
                  <a:cubicBezTo>
                    <a:pt x="35671" y="5287"/>
                    <a:pt x="34776" y="5516"/>
                    <a:pt x="34042" y="5458"/>
                  </a:cubicBezTo>
                  <a:cubicBezTo>
                    <a:pt x="30394" y="5201"/>
                    <a:pt x="29537" y="4630"/>
                    <a:pt x="28175" y="4287"/>
                  </a:cubicBezTo>
                  <a:cubicBezTo>
                    <a:pt x="26661" y="3906"/>
                    <a:pt x="25689" y="3372"/>
                    <a:pt x="24651" y="3115"/>
                  </a:cubicBezTo>
                  <a:cubicBezTo>
                    <a:pt x="20441" y="2068"/>
                    <a:pt x="17326" y="1163"/>
                    <a:pt x="14088" y="772"/>
                  </a:cubicBezTo>
                  <a:cubicBezTo>
                    <a:pt x="9487" y="210"/>
                    <a:pt x="4343" y="-1114"/>
                    <a:pt x="0" y="1944"/>
                  </a:cubicBezTo>
                  <a:cubicBezTo>
                    <a:pt x="771" y="7040"/>
                    <a:pt x="7039" y="6640"/>
                    <a:pt x="9392" y="10164"/>
                  </a:cubicBezTo>
                  <a:cubicBezTo>
                    <a:pt x="9725" y="14269"/>
                    <a:pt x="14030" y="15898"/>
                    <a:pt x="16431" y="18384"/>
                  </a:cubicBezTo>
                  <a:cubicBezTo>
                    <a:pt x="21689" y="23804"/>
                    <a:pt x="26841" y="28861"/>
                    <a:pt x="31690" y="33643"/>
                  </a:cubicBezTo>
                  <a:cubicBezTo>
                    <a:pt x="34423" y="36329"/>
                    <a:pt x="37224" y="39120"/>
                    <a:pt x="39910" y="41863"/>
                  </a:cubicBezTo>
                  <a:cubicBezTo>
                    <a:pt x="41272" y="43254"/>
                    <a:pt x="41977" y="46483"/>
                    <a:pt x="43434" y="46559"/>
                  </a:cubicBezTo>
                  <a:cubicBezTo>
                    <a:pt x="45587" y="46673"/>
                    <a:pt x="51626" y="54236"/>
                    <a:pt x="51654" y="54779"/>
                  </a:cubicBezTo>
                  <a:cubicBezTo>
                    <a:pt x="51778" y="57103"/>
                    <a:pt x="55074" y="57503"/>
                    <a:pt x="55178" y="59484"/>
                  </a:cubicBezTo>
                  <a:cubicBezTo>
                    <a:pt x="55264" y="61161"/>
                    <a:pt x="56588" y="59884"/>
                    <a:pt x="57531" y="60656"/>
                  </a:cubicBezTo>
                  <a:cubicBezTo>
                    <a:pt x="57931" y="60980"/>
                    <a:pt x="57188" y="62608"/>
                    <a:pt x="57531" y="63008"/>
                  </a:cubicBezTo>
                  <a:cubicBezTo>
                    <a:pt x="59236" y="64980"/>
                    <a:pt x="62141" y="65961"/>
                    <a:pt x="62227" y="67704"/>
                  </a:cubicBezTo>
                  <a:cubicBezTo>
                    <a:pt x="62322" y="69514"/>
                    <a:pt x="64018" y="71219"/>
                    <a:pt x="64570" y="72400"/>
                  </a:cubicBezTo>
                  <a:cubicBezTo>
                    <a:pt x="64894" y="73067"/>
                    <a:pt x="67151" y="74753"/>
                    <a:pt x="66923" y="75924"/>
                  </a:cubicBezTo>
                  <a:cubicBezTo>
                    <a:pt x="66913" y="75962"/>
                    <a:pt x="66808" y="75982"/>
                    <a:pt x="66703" y="76001"/>
                  </a:cubicBezTo>
                  <a:cubicBezTo>
                    <a:pt x="66770" y="76115"/>
                    <a:pt x="66837" y="76229"/>
                    <a:pt x="66904" y="76343"/>
                  </a:cubicBezTo>
                  <a:cubicBezTo>
                    <a:pt x="67780" y="77820"/>
                    <a:pt x="68637" y="79306"/>
                    <a:pt x="69456" y="80811"/>
                  </a:cubicBezTo>
                  <a:cubicBezTo>
                    <a:pt x="73552" y="84421"/>
                    <a:pt x="75143" y="90526"/>
                    <a:pt x="79829" y="93536"/>
                  </a:cubicBezTo>
                  <a:cubicBezTo>
                    <a:pt x="80705" y="95289"/>
                    <a:pt x="80239" y="97546"/>
                    <a:pt x="81001" y="99413"/>
                  </a:cubicBezTo>
                  <a:cubicBezTo>
                    <a:pt x="81991" y="101813"/>
                    <a:pt x="84306" y="104004"/>
                    <a:pt x="85697" y="107633"/>
                  </a:cubicBezTo>
                  <a:cubicBezTo>
                    <a:pt x="86373" y="109376"/>
                    <a:pt x="86087" y="110576"/>
                    <a:pt x="86868" y="112329"/>
                  </a:cubicBezTo>
                  <a:cubicBezTo>
                    <a:pt x="87116" y="112872"/>
                    <a:pt x="87973" y="112234"/>
                    <a:pt x="88040" y="113501"/>
                  </a:cubicBezTo>
                  <a:cubicBezTo>
                    <a:pt x="88164" y="115882"/>
                    <a:pt x="89002" y="117206"/>
                    <a:pt x="90383" y="119368"/>
                  </a:cubicBezTo>
                  <a:cubicBezTo>
                    <a:pt x="90583" y="119692"/>
                    <a:pt x="91564" y="120559"/>
                    <a:pt x="91554" y="120539"/>
                  </a:cubicBezTo>
                  <a:cubicBezTo>
                    <a:pt x="92393" y="122530"/>
                    <a:pt x="91973" y="124245"/>
                    <a:pt x="92726" y="126407"/>
                  </a:cubicBezTo>
                  <a:cubicBezTo>
                    <a:pt x="92878" y="126836"/>
                    <a:pt x="93831" y="126407"/>
                    <a:pt x="93897" y="127578"/>
                  </a:cubicBezTo>
                  <a:cubicBezTo>
                    <a:pt x="93917" y="127893"/>
                    <a:pt x="93783" y="128464"/>
                    <a:pt x="93897" y="128750"/>
                  </a:cubicBezTo>
                  <a:cubicBezTo>
                    <a:pt x="94193" y="129474"/>
                    <a:pt x="94993" y="129693"/>
                    <a:pt x="95069" y="129922"/>
                  </a:cubicBezTo>
                  <a:cubicBezTo>
                    <a:pt x="95774" y="131865"/>
                    <a:pt x="95803" y="134103"/>
                    <a:pt x="96241" y="135789"/>
                  </a:cubicBezTo>
                  <a:cubicBezTo>
                    <a:pt x="96317" y="136075"/>
                    <a:pt x="97355" y="135894"/>
                    <a:pt x="97412" y="136961"/>
                  </a:cubicBezTo>
                  <a:cubicBezTo>
                    <a:pt x="97584" y="140190"/>
                    <a:pt x="99041" y="142133"/>
                    <a:pt x="99755" y="145181"/>
                  </a:cubicBezTo>
                  <a:cubicBezTo>
                    <a:pt x="99965" y="146066"/>
                    <a:pt x="99155" y="149276"/>
                    <a:pt x="99755" y="149876"/>
                  </a:cubicBezTo>
                  <a:cubicBezTo>
                    <a:pt x="99851" y="149962"/>
                    <a:pt x="100898" y="149772"/>
                    <a:pt x="100927" y="149876"/>
                  </a:cubicBezTo>
                  <a:cubicBezTo>
                    <a:pt x="101479" y="151934"/>
                    <a:pt x="101413" y="153429"/>
                    <a:pt x="102098" y="155744"/>
                  </a:cubicBezTo>
                  <a:cubicBezTo>
                    <a:pt x="103241" y="159621"/>
                    <a:pt x="105613" y="165031"/>
                    <a:pt x="106794" y="169831"/>
                  </a:cubicBezTo>
                  <a:cubicBezTo>
                    <a:pt x="108052" y="174956"/>
                    <a:pt x="107756" y="179547"/>
                    <a:pt x="109138" y="185090"/>
                  </a:cubicBezTo>
                  <a:cubicBezTo>
                    <a:pt x="109719" y="187415"/>
                    <a:pt x="111100" y="192806"/>
                    <a:pt x="111985" y="197930"/>
                  </a:cubicBezTo>
                  <a:cubicBezTo>
                    <a:pt x="112719" y="198102"/>
                    <a:pt x="113367" y="198597"/>
                    <a:pt x="113586" y="199587"/>
                  </a:cubicBezTo>
                  <a:cubicBezTo>
                    <a:pt x="114300" y="202902"/>
                    <a:pt x="114129" y="206188"/>
                    <a:pt x="114090" y="209541"/>
                  </a:cubicBezTo>
                  <a:cubicBezTo>
                    <a:pt x="114090" y="209703"/>
                    <a:pt x="114081" y="209865"/>
                    <a:pt x="114081" y="210027"/>
                  </a:cubicBezTo>
                  <a:cubicBezTo>
                    <a:pt x="114081" y="210503"/>
                    <a:pt x="113929" y="210884"/>
                    <a:pt x="113738" y="211218"/>
                  </a:cubicBezTo>
                  <a:cubicBezTo>
                    <a:pt x="113681" y="211903"/>
                    <a:pt x="113671" y="212608"/>
                    <a:pt x="113833" y="213275"/>
                  </a:cubicBezTo>
                  <a:cubicBezTo>
                    <a:pt x="114014" y="213980"/>
                    <a:pt x="115005" y="214456"/>
                    <a:pt x="115005" y="214446"/>
                  </a:cubicBezTo>
                  <a:cubicBezTo>
                    <a:pt x="115576" y="218333"/>
                    <a:pt x="114595" y="223286"/>
                    <a:pt x="115005" y="227362"/>
                  </a:cubicBezTo>
                  <a:cubicBezTo>
                    <a:pt x="115481" y="232115"/>
                    <a:pt x="116986" y="236621"/>
                    <a:pt x="117358" y="241450"/>
                  </a:cubicBezTo>
                  <a:cubicBezTo>
                    <a:pt x="117929" y="248832"/>
                    <a:pt x="117015" y="256356"/>
                    <a:pt x="117358" y="263757"/>
                  </a:cubicBezTo>
                  <a:cubicBezTo>
                    <a:pt x="117443" y="265577"/>
                    <a:pt x="118358" y="267320"/>
                    <a:pt x="118529" y="269625"/>
                  </a:cubicBezTo>
                  <a:cubicBezTo>
                    <a:pt x="118805" y="273235"/>
                    <a:pt x="117996" y="278654"/>
                    <a:pt x="118834" y="282531"/>
                  </a:cubicBezTo>
                  <a:lnTo>
                    <a:pt x="118824" y="282531"/>
                  </a:lnTo>
                  <a:lnTo>
                    <a:pt x="124273" y="424854"/>
                  </a:lnTo>
                  <a:cubicBezTo>
                    <a:pt x="121587" y="428978"/>
                    <a:pt x="124416" y="435103"/>
                    <a:pt x="124406" y="439865"/>
                  </a:cubicBezTo>
                  <a:cubicBezTo>
                    <a:pt x="124368" y="440418"/>
                    <a:pt x="124196" y="440837"/>
                    <a:pt x="123997" y="441246"/>
                  </a:cubicBezTo>
                  <a:lnTo>
                    <a:pt x="122815" y="442675"/>
                  </a:lnTo>
                  <a:lnTo>
                    <a:pt x="129102" y="488004"/>
                  </a:lnTo>
                  <a:cubicBezTo>
                    <a:pt x="128931" y="490995"/>
                    <a:pt x="130807" y="501311"/>
                    <a:pt x="129102" y="505616"/>
                  </a:cubicBezTo>
                  <a:cubicBezTo>
                    <a:pt x="128711" y="506616"/>
                    <a:pt x="126863" y="506311"/>
                    <a:pt x="126759" y="507969"/>
                  </a:cubicBezTo>
                  <a:cubicBezTo>
                    <a:pt x="126606" y="510102"/>
                    <a:pt x="127768" y="512531"/>
                    <a:pt x="127930" y="515008"/>
                  </a:cubicBezTo>
                  <a:cubicBezTo>
                    <a:pt x="127911" y="514655"/>
                    <a:pt x="126044" y="515617"/>
                    <a:pt x="126759" y="516179"/>
                  </a:cubicBezTo>
                  <a:cubicBezTo>
                    <a:pt x="129397" y="518294"/>
                    <a:pt x="127378" y="526514"/>
                    <a:pt x="123234" y="527924"/>
                  </a:cubicBezTo>
                  <a:cubicBezTo>
                    <a:pt x="123387" y="528705"/>
                    <a:pt x="126816" y="537696"/>
                    <a:pt x="124406" y="539659"/>
                  </a:cubicBezTo>
                  <a:cubicBezTo>
                    <a:pt x="122225" y="541449"/>
                    <a:pt x="124578" y="541878"/>
                    <a:pt x="124406" y="545526"/>
                  </a:cubicBezTo>
                  <a:cubicBezTo>
                    <a:pt x="124416" y="545345"/>
                    <a:pt x="123273" y="545993"/>
                    <a:pt x="123234" y="546698"/>
                  </a:cubicBezTo>
                  <a:cubicBezTo>
                    <a:pt x="123025" y="550698"/>
                    <a:pt x="121873" y="554051"/>
                    <a:pt x="120891" y="558432"/>
                  </a:cubicBezTo>
                  <a:cubicBezTo>
                    <a:pt x="119691" y="563747"/>
                    <a:pt x="120129" y="566586"/>
                    <a:pt x="118539" y="571348"/>
                  </a:cubicBezTo>
                  <a:cubicBezTo>
                    <a:pt x="118405" y="571758"/>
                    <a:pt x="117424" y="571358"/>
                    <a:pt x="117367" y="572520"/>
                  </a:cubicBezTo>
                  <a:cubicBezTo>
                    <a:pt x="117329" y="573225"/>
                    <a:pt x="115548" y="577778"/>
                    <a:pt x="115014" y="579559"/>
                  </a:cubicBezTo>
                  <a:cubicBezTo>
                    <a:pt x="114900" y="579949"/>
                    <a:pt x="114824" y="580311"/>
                    <a:pt x="114719" y="580683"/>
                  </a:cubicBezTo>
                  <a:cubicBezTo>
                    <a:pt x="113605" y="584807"/>
                    <a:pt x="113129" y="588569"/>
                    <a:pt x="111490" y="592475"/>
                  </a:cubicBezTo>
                  <a:lnTo>
                    <a:pt x="112690" y="599514"/>
                  </a:lnTo>
                  <a:cubicBezTo>
                    <a:pt x="112043" y="601933"/>
                    <a:pt x="111671" y="603314"/>
                    <a:pt x="111671" y="603314"/>
                  </a:cubicBezTo>
                  <a:lnTo>
                    <a:pt x="111671" y="616021"/>
                  </a:lnTo>
                  <a:lnTo>
                    <a:pt x="116491" y="626260"/>
                  </a:lnTo>
                  <a:lnTo>
                    <a:pt x="122815" y="620621"/>
                  </a:lnTo>
                  <a:lnTo>
                    <a:pt x="145466" y="570443"/>
                  </a:lnTo>
                  <a:lnTo>
                    <a:pt x="195206" y="405289"/>
                  </a:lnTo>
                  <a:lnTo>
                    <a:pt x="205721" y="340043"/>
                  </a:lnTo>
                  <a:lnTo>
                    <a:pt x="209817" y="311344"/>
                  </a:lnTo>
                  <a:cubicBezTo>
                    <a:pt x="209941" y="310392"/>
                    <a:pt x="210055" y="309420"/>
                    <a:pt x="210112" y="308344"/>
                  </a:cubicBezTo>
                  <a:cubicBezTo>
                    <a:pt x="210112" y="308201"/>
                    <a:pt x="208521" y="307096"/>
                    <a:pt x="208940" y="306001"/>
                  </a:cubicBezTo>
                  <a:cubicBezTo>
                    <a:pt x="209140" y="305515"/>
                    <a:pt x="210026" y="305953"/>
                    <a:pt x="210141" y="304801"/>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85" id="85"/>
            <p:cNvSpPr/>
            <p:nvPr/>
          </p:nvSpPr>
          <p:spPr>
            <a:xfrm>
              <a:off x="9061978" y="3337651"/>
              <a:ext cx="161445" cy="322452"/>
            </a:xfrm>
            <a:custGeom>
              <a:avLst/>
              <a:gdLst/>
              <a:ahLst/>
              <a:cxnLst/>
              <a:rect r="r" b="b" t="t" l="l"/>
              <a:pathLst>
                <a:path w="161445" h="322452" stroke="true" fill="norm" extrusionOk="true">
                  <a:moveTo>
                    <a:pt x="158445" y="248453"/>
                  </a:moveTo>
                  <a:cubicBezTo>
                    <a:pt x="157455" y="247843"/>
                    <a:pt x="157283" y="246652"/>
                    <a:pt x="157702" y="245643"/>
                  </a:cubicBezTo>
                  <a:cubicBezTo>
                    <a:pt x="157474" y="244966"/>
                    <a:pt x="157188" y="244338"/>
                    <a:pt x="156779" y="243833"/>
                  </a:cubicBezTo>
                  <a:cubicBezTo>
                    <a:pt x="156702" y="243747"/>
                    <a:pt x="156636" y="243652"/>
                    <a:pt x="156559" y="243566"/>
                  </a:cubicBezTo>
                  <a:cubicBezTo>
                    <a:pt x="153121" y="239375"/>
                    <a:pt x="149406" y="232965"/>
                    <a:pt x="142681" y="233270"/>
                  </a:cubicBezTo>
                  <a:cubicBezTo>
                    <a:pt x="142215" y="233298"/>
                    <a:pt x="139424" y="232965"/>
                    <a:pt x="139157" y="233270"/>
                  </a:cubicBezTo>
                  <a:cubicBezTo>
                    <a:pt x="138843" y="233632"/>
                    <a:pt x="139538" y="235356"/>
                    <a:pt x="139157" y="235622"/>
                  </a:cubicBezTo>
                  <a:cubicBezTo>
                    <a:pt x="138024" y="236413"/>
                    <a:pt x="136586" y="235908"/>
                    <a:pt x="135633" y="236794"/>
                  </a:cubicBezTo>
                  <a:cubicBezTo>
                    <a:pt x="134242" y="238089"/>
                    <a:pt x="132157" y="240432"/>
                    <a:pt x="132109" y="242661"/>
                  </a:cubicBezTo>
                  <a:cubicBezTo>
                    <a:pt x="127299" y="240432"/>
                    <a:pt x="128051" y="232631"/>
                    <a:pt x="126241" y="227402"/>
                  </a:cubicBezTo>
                  <a:cubicBezTo>
                    <a:pt x="127765" y="226355"/>
                    <a:pt x="130261" y="226288"/>
                    <a:pt x="132109" y="225050"/>
                  </a:cubicBezTo>
                  <a:cubicBezTo>
                    <a:pt x="133195" y="224326"/>
                    <a:pt x="137433" y="222249"/>
                    <a:pt x="139148" y="220354"/>
                  </a:cubicBezTo>
                  <a:cubicBezTo>
                    <a:pt x="140757" y="218582"/>
                    <a:pt x="141348" y="215020"/>
                    <a:pt x="142672" y="212134"/>
                  </a:cubicBezTo>
                  <a:cubicBezTo>
                    <a:pt x="142929" y="211581"/>
                    <a:pt x="143777" y="212238"/>
                    <a:pt x="143844" y="210962"/>
                  </a:cubicBezTo>
                  <a:cubicBezTo>
                    <a:pt x="143929" y="209467"/>
                    <a:pt x="145996" y="207009"/>
                    <a:pt x="146196" y="203914"/>
                  </a:cubicBezTo>
                  <a:cubicBezTo>
                    <a:pt x="146377" y="201180"/>
                    <a:pt x="145301" y="197332"/>
                    <a:pt x="143844" y="193350"/>
                  </a:cubicBezTo>
                  <a:cubicBezTo>
                    <a:pt x="143243" y="191703"/>
                    <a:pt x="143529" y="190226"/>
                    <a:pt x="142672" y="188655"/>
                  </a:cubicBezTo>
                  <a:cubicBezTo>
                    <a:pt x="142396" y="188159"/>
                    <a:pt x="140510" y="187902"/>
                    <a:pt x="140319" y="187483"/>
                  </a:cubicBezTo>
                  <a:cubicBezTo>
                    <a:pt x="140110" y="187016"/>
                    <a:pt x="140681" y="185473"/>
                    <a:pt x="140319" y="185130"/>
                  </a:cubicBezTo>
                  <a:cubicBezTo>
                    <a:pt x="139938" y="184768"/>
                    <a:pt x="138300" y="185530"/>
                    <a:pt x="137976" y="185130"/>
                  </a:cubicBezTo>
                  <a:cubicBezTo>
                    <a:pt x="136671" y="183530"/>
                    <a:pt x="136928" y="183397"/>
                    <a:pt x="134452" y="182787"/>
                  </a:cubicBezTo>
                  <a:cubicBezTo>
                    <a:pt x="133633" y="182578"/>
                    <a:pt x="133433" y="181644"/>
                    <a:pt x="133280" y="181616"/>
                  </a:cubicBezTo>
                  <a:cubicBezTo>
                    <a:pt x="131432" y="181216"/>
                    <a:pt x="131671" y="182673"/>
                    <a:pt x="130928" y="182787"/>
                  </a:cubicBezTo>
                  <a:cubicBezTo>
                    <a:pt x="129699" y="182987"/>
                    <a:pt x="128527" y="181625"/>
                    <a:pt x="128585" y="181616"/>
                  </a:cubicBezTo>
                  <a:cubicBezTo>
                    <a:pt x="124603" y="182511"/>
                    <a:pt x="120755" y="185816"/>
                    <a:pt x="118021" y="189836"/>
                  </a:cubicBezTo>
                  <a:cubicBezTo>
                    <a:pt x="116678" y="191236"/>
                    <a:pt x="115049" y="190293"/>
                    <a:pt x="116840" y="189836"/>
                  </a:cubicBezTo>
                  <a:cubicBezTo>
                    <a:pt x="113840" y="186692"/>
                    <a:pt x="117097" y="183187"/>
                    <a:pt x="121536" y="183959"/>
                  </a:cubicBezTo>
                  <a:cubicBezTo>
                    <a:pt x="122079" y="180206"/>
                    <a:pt x="126013" y="179825"/>
                    <a:pt x="126232" y="175739"/>
                  </a:cubicBezTo>
                  <a:cubicBezTo>
                    <a:pt x="129775" y="174986"/>
                    <a:pt x="129508" y="170405"/>
                    <a:pt x="132099" y="168700"/>
                  </a:cubicBezTo>
                  <a:cubicBezTo>
                    <a:pt x="132023" y="163480"/>
                    <a:pt x="132633" y="158536"/>
                    <a:pt x="130928" y="154603"/>
                  </a:cubicBezTo>
                  <a:cubicBezTo>
                    <a:pt x="130689" y="154069"/>
                    <a:pt x="129823" y="154688"/>
                    <a:pt x="129756" y="153431"/>
                  </a:cubicBezTo>
                  <a:cubicBezTo>
                    <a:pt x="129547" y="149421"/>
                    <a:pt x="122955" y="145325"/>
                    <a:pt x="119193" y="145211"/>
                  </a:cubicBezTo>
                  <a:cubicBezTo>
                    <a:pt x="118240" y="145182"/>
                    <a:pt x="116573" y="144935"/>
                    <a:pt x="115669" y="145211"/>
                  </a:cubicBezTo>
                  <a:cubicBezTo>
                    <a:pt x="113983" y="145725"/>
                    <a:pt x="112687" y="147526"/>
                    <a:pt x="110973" y="148735"/>
                  </a:cubicBezTo>
                  <a:cubicBezTo>
                    <a:pt x="110754" y="148888"/>
                    <a:pt x="108706" y="149735"/>
                    <a:pt x="108630" y="149907"/>
                  </a:cubicBezTo>
                  <a:cubicBezTo>
                    <a:pt x="108449" y="150297"/>
                    <a:pt x="108954" y="152021"/>
                    <a:pt x="108630" y="152250"/>
                  </a:cubicBezTo>
                  <a:cubicBezTo>
                    <a:pt x="107601" y="153012"/>
                    <a:pt x="104810" y="151393"/>
                    <a:pt x="105105" y="153422"/>
                  </a:cubicBezTo>
                  <a:cubicBezTo>
                    <a:pt x="102772" y="155374"/>
                    <a:pt x="103620" y="153317"/>
                    <a:pt x="100410" y="153422"/>
                  </a:cubicBezTo>
                  <a:cubicBezTo>
                    <a:pt x="100562" y="151317"/>
                    <a:pt x="98981" y="150945"/>
                    <a:pt x="99238" y="148726"/>
                  </a:cubicBezTo>
                  <a:cubicBezTo>
                    <a:pt x="98590" y="146125"/>
                    <a:pt x="101476" y="147049"/>
                    <a:pt x="101581" y="145201"/>
                  </a:cubicBezTo>
                  <a:cubicBezTo>
                    <a:pt x="104724" y="144440"/>
                    <a:pt x="106048" y="141839"/>
                    <a:pt x="108630" y="140506"/>
                  </a:cubicBezTo>
                  <a:cubicBezTo>
                    <a:pt x="106982" y="137658"/>
                    <a:pt x="110344" y="136991"/>
                    <a:pt x="110973" y="135810"/>
                  </a:cubicBezTo>
                  <a:cubicBezTo>
                    <a:pt x="111811" y="134229"/>
                    <a:pt x="111068" y="131790"/>
                    <a:pt x="113325" y="131114"/>
                  </a:cubicBezTo>
                  <a:cubicBezTo>
                    <a:pt x="111992" y="127590"/>
                    <a:pt x="114021" y="123742"/>
                    <a:pt x="112154" y="119370"/>
                  </a:cubicBezTo>
                  <a:cubicBezTo>
                    <a:pt x="111792" y="118532"/>
                    <a:pt x="111573" y="116893"/>
                    <a:pt x="110982" y="115845"/>
                  </a:cubicBezTo>
                  <a:cubicBezTo>
                    <a:pt x="110192" y="114455"/>
                    <a:pt x="108277" y="111473"/>
                    <a:pt x="106287" y="109978"/>
                  </a:cubicBezTo>
                  <a:cubicBezTo>
                    <a:pt x="105867" y="109664"/>
                    <a:pt x="104258" y="110369"/>
                    <a:pt x="103943" y="109978"/>
                  </a:cubicBezTo>
                  <a:cubicBezTo>
                    <a:pt x="102800" y="108587"/>
                    <a:pt x="101553" y="109130"/>
                    <a:pt x="99248" y="108806"/>
                  </a:cubicBezTo>
                  <a:cubicBezTo>
                    <a:pt x="98505" y="108702"/>
                    <a:pt x="96562" y="107664"/>
                    <a:pt x="96895" y="107635"/>
                  </a:cubicBezTo>
                  <a:cubicBezTo>
                    <a:pt x="94209" y="107873"/>
                    <a:pt x="91846" y="110464"/>
                    <a:pt x="89856" y="112340"/>
                  </a:cubicBezTo>
                  <a:cubicBezTo>
                    <a:pt x="87713" y="114340"/>
                    <a:pt x="84960" y="115788"/>
                    <a:pt x="85150" y="119379"/>
                  </a:cubicBezTo>
                  <a:cubicBezTo>
                    <a:pt x="82407" y="117817"/>
                    <a:pt x="81788" y="114131"/>
                    <a:pt x="80455" y="111159"/>
                  </a:cubicBezTo>
                  <a:cubicBezTo>
                    <a:pt x="83789" y="110959"/>
                    <a:pt x="85351" y="109007"/>
                    <a:pt x="88675" y="108806"/>
                  </a:cubicBezTo>
                  <a:cubicBezTo>
                    <a:pt x="87408" y="106149"/>
                    <a:pt x="91142" y="105739"/>
                    <a:pt x="92199" y="104111"/>
                  </a:cubicBezTo>
                  <a:cubicBezTo>
                    <a:pt x="92475" y="103682"/>
                    <a:pt x="91818" y="102072"/>
                    <a:pt x="92199" y="101767"/>
                  </a:cubicBezTo>
                  <a:cubicBezTo>
                    <a:pt x="92342" y="101653"/>
                    <a:pt x="93304" y="101910"/>
                    <a:pt x="93371" y="101767"/>
                  </a:cubicBezTo>
                  <a:cubicBezTo>
                    <a:pt x="93571" y="101339"/>
                    <a:pt x="93028" y="99691"/>
                    <a:pt x="93371" y="99415"/>
                  </a:cubicBezTo>
                  <a:cubicBezTo>
                    <a:pt x="94752" y="98291"/>
                    <a:pt x="94237" y="97024"/>
                    <a:pt x="94542" y="94719"/>
                  </a:cubicBezTo>
                  <a:cubicBezTo>
                    <a:pt x="95009" y="91176"/>
                    <a:pt x="95438" y="83099"/>
                    <a:pt x="93371" y="77107"/>
                  </a:cubicBezTo>
                  <a:cubicBezTo>
                    <a:pt x="91685" y="72230"/>
                    <a:pt x="88703" y="68316"/>
                    <a:pt x="86322" y="67716"/>
                  </a:cubicBezTo>
                  <a:cubicBezTo>
                    <a:pt x="82960" y="66868"/>
                    <a:pt x="77083" y="67963"/>
                    <a:pt x="74587" y="72411"/>
                  </a:cubicBezTo>
                  <a:cubicBezTo>
                    <a:pt x="73254" y="72192"/>
                    <a:pt x="73930" y="71230"/>
                    <a:pt x="74587" y="71240"/>
                  </a:cubicBezTo>
                  <a:cubicBezTo>
                    <a:pt x="75321" y="63115"/>
                    <a:pt x="74330" y="53933"/>
                    <a:pt x="71063" y="47751"/>
                  </a:cubicBezTo>
                  <a:cubicBezTo>
                    <a:pt x="70739" y="47151"/>
                    <a:pt x="69958" y="47894"/>
                    <a:pt x="69891" y="46580"/>
                  </a:cubicBezTo>
                  <a:cubicBezTo>
                    <a:pt x="69815" y="45275"/>
                    <a:pt x="69415" y="43770"/>
                    <a:pt x="68720" y="43055"/>
                  </a:cubicBezTo>
                  <a:cubicBezTo>
                    <a:pt x="67786" y="42112"/>
                    <a:pt x="66320" y="42722"/>
                    <a:pt x="65196" y="41884"/>
                  </a:cubicBezTo>
                  <a:cubicBezTo>
                    <a:pt x="64796" y="41589"/>
                    <a:pt x="64376" y="39693"/>
                    <a:pt x="64014" y="39531"/>
                  </a:cubicBezTo>
                  <a:cubicBezTo>
                    <a:pt x="62300" y="38750"/>
                    <a:pt x="57909" y="38226"/>
                    <a:pt x="56966" y="38360"/>
                  </a:cubicBezTo>
                  <a:cubicBezTo>
                    <a:pt x="55042" y="38636"/>
                    <a:pt x="53442" y="39684"/>
                    <a:pt x="52270" y="40712"/>
                  </a:cubicBezTo>
                  <a:cubicBezTo>
                    <a:pt x="48860" y="43694"/>
                    <a:pt x="47003" y="48932"/>
                    <a:pt x="47574" y="57143"/>
                  </a:cubicBezTo>
                  <a:cubicBezTo>
                    <a:pt x="43888" y="57705"/>
                    <a:pt x="44469" y="53981"/>
                    <a:pt x="41707" y="53628"/>
                  </a:cubicBezTo>
                  <a:cubicBezTo>
                    <a:pt x="38011" y="54190"/>
                    <a:pt x="37116" y="51961"/>
                    <a:pt x="34668" y="51275"/>
                  </a:cubicBezTo>
                  <a:cubicBezTo>
                    <a:pt x="43431" y="41998"/>
                    <a:pt x="34678" y="27015"/>
                    <a:pt x="33497" y="17224"/>
                  </a:cubicBezTo>
                  <a:cubicBezTo>
                    <a:pt x="31687" y="14728"/>
                    <a:pt x="30115" y="11994"/>
                    <a:pt x="28801" y="9004"/>
                  </a:cubicBezTo>
                  <a:cubicBezTo>
                    <a:pt x="28686" y="8689"/>
                    <a:pt x="28639" y="8422"/>
                    <a:pt x="28620" y="8213"/>
                  </a:cubicBezTo>
                  <a:cubicBezTo>
                    <a:pt x="27134" y="7098"/>
                    <a:pt x="25772" y="5755"/>
                    <a:pt x="24753" y="4251"/>
                  </a:cubicBezTo>
                  <a:cubicBezTo>
                    <a:pt x="19866" y="755"/>
                    <a:pt x="16018" y="-1179"/>
                    <a:pt x="11189" y="783"/>
                  </a:cubicBezTo>
                  <a:cubicBezTo>
                    <a:pt x="9674" y="1403"/>
                    <a:pt x="8779" y="2174"/>
                    <a:pt x="7665" y="3136"/>
                  </a:cubicBezTo>
                  <a:cubicBezTo>
                    <a:pt x="6283" y="4317"/>
                    <a:pt x="4197" y="6860"/>
                    <a:pt x="4141" y="7832"/>
                  </a:cubicBezTo>
                  <a:cubicBezTo>
                    <a:pt x="4074" y="9118"/>
                    <a:pt x="3226" y="8451"/>
                    <a:pt x="2969" y="9004"/>
                  </a:cubicBezTo>
                  <a:cubicBezTo>
                    <a:pt x="1902" y="11290"/>
                    <a:pt x="2455" y="14728"/>
                    <a:pt x="1797" y="18395"/>
                  </a:cubicBezTo>
                  <a:cubicBezTo>
                    <a:pt x="1797" y="18376"/>
                    <a:pt x="816" y="18929"/>
                    <a:pt x="626" y="19567"/>
                  </a:cubicBezTo>
                  <a:cubicBezTo>
                    <a:pt x="-708" y="23967"/>
                    <a:pt x="483" y="28416"/>
                    <a:pt x="626" y="28958"/>
                  </a:cubicBezTo>
                  <a:cubicBezTo>
                    <a:pt x="807" y="29692"/>
                    <a:pt x="445" y="30568"/>
                    <a:pt x="626" y="31311"/>
                  </a:cubicBezTo>
                  <a:cubicBezTo>
                    <a:pt x="1712" y="35902"/>
                    <a:pt x="6055" y="38312"/>
                    <a:pt x="6436" y="42055"/>
                  </a:cubicBezTo>
                  <a:cubicBezTo>
                    <a:pt x="7379" y="43503"/>
                    <a:pt x="8436" y="45332"/>
                    <a:pt x="9913" y="46170"/>
                  </a:cubicBezTo>
                  <a:cubicBezTo>
                    <a:pt x="10322" y="46408"/>
                    <a:pt x="10589" y="46703"/>
                    <a:pt x="10779" y="47027"/>
                  </a:cubicBezTo>
                  <a:cubicBezTo>
                    <a:pt x="13475" y="48227"/>
                    <a:pt x="13894" y="51723"/>
                    <a:pt x="15885" y="53628"/>
                  </a:cubicBezTo>
                  <a:cubicBezTo>
                    <a:pt x="18599" y="51685"/>
                    <a:pt x="19399" y="55590"/>
                    <a:pt x="20580" y="55971"/>
                  </a:cubicBezTo>
                  <a:cubicBezTo>
                    <a:pt x="23924" y="57067"/>
                    <a:pt x="27534" y="56305"/>
                    <a:pt x="31144" y="57143"/>
                  </a:cubicBezTo>
                  <a:cubicBezTo>
                    <a:pt x="31382" y="57200"/>
                    <a:pt x="31287" y="58267"/>
                    <a:pt x="32315" y="58314"/>
                  </a:cubicBezTo>
                  <a:cubicBezTo>
                    <a:pt x="32630" y="58334"/>
                    <a:pt x="33201" y="58200"/>
                    <a:pt x="33487" y="58314"/>
                  </a:cubicBezTo>
                  <a:cubicBezTo>
                    <a:pt x="34620" y="58772"/>
                    <a:pt x="35801" y="60105"/>
                    <a:pt x="39354" y="59486"/>
                  </a:cubicBezTo>
                  <a:cubicBezTo>
                    <a:pt x="39726" y="61086"/>
                    <a:pt x="38869" y="61296"/>
                    <a:pt x="38183" y="61839"/>
                  </a:cubicBezTo>
                  <a:cubicBezTo>
                    <a:pt x="36802" y="62925"/>
                    <a:pt x="33535" y="61791"/>
                    <a:pt x="32315" y="63010"/>
                  </a:cubicBezTo>
                  <a:cubicBezTo>
                    <a:pt x="32191" y="63125"/>
                    <a:pt x="32468" y="64115"/>
                    <a:pt x="32315" y="64182"/>
                  </a:cubicBezTo>
                  <a:cubicBezTo>
                    <a:pt x="29506" y="65353"/>
                    <a:pt x="26286" y="64820"/>
                    <a:pt x="24095" y="67706"/>
                  </a:cubicBezTo>
                  <a:cubicBezTo>
                    <a:pt x="22238" y="67897"/>
                    <a:pt x="24086" y="68925"/>
                    <a:pt x="24095" y="68878"/>
                  </a:cubicBezTo>
                  <a:cubicBezTo>
                    <a:pt x="24048" y="69583"/>
                    <a:pt x="23229" y="71173"/>
                    <a:pt x="22924" y="72402"/>
                  </a:cubicBezTo>
                  <a:cubicBezTo>
                    <a:pt x="22657" y="73440"/>
                    <a:pt x="20038" y="78107"/>
                    <a:pt x="20580" y="81794"/>
                  </a:cubicBezTo>
                  <a:cubicBezTo>
                    <a:pt x="21142" y="85575"/>
                    <a:pt x="22581" y="88775"/>
                    <a:pt x="26448" y="90014"/>
                  </a:cubicBezTo>
                  <a:cubicBezTo>
                    <a:pt x="26438" y="90071"/>
                    <a:pt x="26400" y="90099"/>
                    <a:pt x="26381" y="90147"/>
                  </a:cubicBezTo>
                  <a:cubicBezTo>
                    <a:pt x="28448" y="90928"/>
                    <a:pt x="30391" y="92023"/>
                    <a:pt x="32554" y="92547"/>
                  </a:cubicBezTo>
                  <a:cubicBezTo>
                    <a:pt x="33563" y="92785"/>
                    <a:pt x="34058" y="93462"/>
                    <a:pt x="34211" y="94233"/>
                  </a:cubicBezTo>
                  <a:cubicBezTo>
                    <a:pt x="35239" y="94176"/>
                    <a:pt x="36240" y="94090"/>
                    <a:pt x="38173" y="94709"/>
                  </a:cubicBezTo>
                  <a:cubicBezTo>
                    <a:pt x="44946" y="92090"/>
                    <a:pt x="51689" y="89442"/>
                    <a:pt x="54613" y="82975"/>
                  </a:cubicBezTo>
                  <a:cubicBezTo>
                    <a:pt x="58242" y="86394"/>
                    <a:pt x="60900" y="90766"/>
                    <a:pt x="62833" y="95881"/>
                  </a:cubicBezTo>
                  <a:cubicBezTo>
                    <a:pt x="62614" y="96881"/>
                    <a:pt x="63291" y="96986"/>
                    <a:pt x="64005" y="97053"/>
                  </a:cubicBezTo>
                  <a:cubicBezTo>
                    <a:pt x="63291" y="99472"/>
                    <a:pt x="62329" y="96148"/>
                    <a:pt x="61652" y="95881"/>
                  </a:cubicBezTo>
                  <a:cubicBezTo>
                    <a:pt x="59071" y="94881"/>
                    <a:pt x="51822" y="94481"/>
                    <a:pt x="47565" y="95881"/>
                  </a:cubicBezTo>
                  <a:cubicBezTo>
                    <a:pt x="44774" y="96805"/>
                    <a:pt x="40602" y="98796"/>
                    <a:pt x="39345" y="100577"/>
                  </a:cubicBezTo>
                  <a:cubicBezTo>
                    <a:pt x="39049" y="100996"/>
                    <a:pt x="39726" y="102615"/>
                    <a:pt x="39345" y="102920"/>
                  </a:cubicBezTo>
                  <a:cubicBezTo>
                    <a:pt x="34878" y="106578"/>
                    <a:pt x="37583" y="116998"/>
                    <a:pt x="40516" y="121713"/>
                  </a:cubicBezTo>
                  <a:cubicBezTo>
                    <a:pt x="40916" y="122351"/>
                    <a:pt x="41612" y="121532"/>
                    <a:pt x="41688" y="122884"/>
                  </a:cubicBezTo>
                  <a:cubicBezTo>
                    <a:pt x="41840" y="125628"/>
                    <a:pt x="44584" y="125380"/>
                    <a:pt x="48736" y="126409"/>
                  </a:cubicBezTo>
                  <a:cubicBezTo>
                    <a:pt x="49003" y="126475"/>
                    <a:pt x="48860" y="127523"/>
                    <a:pt x="49908" y="127580"/>
                  </a:cubicBezTo>
                  <a:cubicBezTo>
                    <a:pt x="57547" y="127980"/>
                    <a:pt x="59862" y="125418"/>
                    <a:pt x="66339" y="121713"/>
                  </a:cubicBezTo>
                  <a:cubicBezTo>
                    <a:pt x="69158" y="119436"/>
                    <a:pt x="69930" y="115122"/>
                    <a:pt x="74559" y="114664"/>
                  </a:cubicBezTo>
                  <a:cubicBezTo>
                    <a:pt x="75950" y="117970"/>
                    <a:pt x="77197" y="121418"/>
                    <a:pt x="78083" y="125228"/>
                  </a:cubicBezTo>
                  <a:cubicBezTo>
                    <a:pt x="74435" y="123685"/>
                    <a:pt x="74730" y="125551"/>
                    <a:pt x="69863" y="125228"/>
                  </a:cubicBezTo>
                  <a:cubicBezTo>
                    <a:pt x="66224" y="126847"/>
                    <a:pt x="63186" y="129066"/>
                    <a:pt x="62062" y="133200"/>
                  </a:cubicBezTo>
                  <a:cubicBezTo>
                    <a:pt x="62090" y="133619"/>
                    <a:pt x="62052" y="134048"/>
                    <a:pt x="61814" y="134505"/>
                  </a:cubicBezTo>
                  <a:cubicBezTo>
                    <a:pt x="60919" y="136239"/>
                    <a:pt x="60757" y="138201"/>
                    <a:pt x="60319" y="140096"/>
                  </a:cubicBezTo>
                  <a:cubicBezTo>
                    <a:pt x="62024" y="142096"/>
                    <a:pt x="61367" y="146459"/>
                    <a:pt x="63996" y="147535"/>
                  </a:cubicBezTo>
                  <a:cubicBezTo>
                    <a:pt x="63976" y="147678"/>
                    <a:pt x="63900" y="147764"/>
                    <a:pt x="63862" y="147897"/>
                  </a:cubicBezTo>
                  <a:cubicBezTo>
                    <a:pt x="65319" y="149154"/>
                    <a:pt x="66720" y="150583"/>
                    <a:pt x="68615" y="150936"/>
                  </a:cubicBezTo>
                  <a:cubicBezTo>
                    <a:pt x="69434" y="151088"/>
                    <a:pt x="69930" y="151536"/>
                    <a:pt x="70177" y="152088"/>
                  </a:cubicBezTo>
                  <a:cubicBezTo>
                    <a:pt x="72749" y="152974"/>
                    <a:pt x="75111" y="154088"/>
                    <a:pt x="78074" y="154574"/>
                  </a:cubicBezTo>
                  <a:cubicBezTo>
                    <a:pt x="84446" y="154688"/>
                    <a:pt x="86370" y="150355"/>
                    <a:pt x="92161" y="149878"/>
                  </a:cubicBezTo>
                  <a:cubicBezTo>
                    <a:pt x="91713" y="155022"/>
                    <a:pt x="95514" y="155917"/>
                    <a:pt x="95685" y="160442"/>
                  </a:cubicBezTo>
                  <a:cubicBezTo>
                    <a:pt x="90380" y="161137"/>
                    <a:pt x="85351" y="159194"/>
                    <a:pt x="81598" y="160442"/>
                  </a:cubicBezTo>
                  <a:cubicBezTo>
                    <a:pt x="79197" y="161232"/>
                    <a:pt x="76492" y="162556"/>
                    <a:pt x="74559" y="165137"/>
                  </a:cubicBezTo>
                  <a:cubicBezTo>
                    <a:pt x="74244" y="165556"/>
                    <a:pt x="74949" y="167176"/>
                    <a:pt x="74559" y="167490"/>
                  </a:cubicBezTo>
                  <a:cubicBezTo>
                    <a:pt x="74454" y="167576"/>
                    <a:pt x="73416" y="167385"/>
                    <a:pt x="73387" y="167490"/>
                  </a:cubicBezTo>
                  <a:cubicBezTo>
                    <a:pt x="72749" y="169586"/>
                    <a:pt x="73387" y="176301"/>
                    <a:pt x="74559" y="178053"/>
                  </a:cubicBezTo>
                  <a:cubicBezTo>
                    <a:pt x="75463" y="179406"/>
                    <a:pt x="74854" y="180939"/>
                    <a:pt x="75730" y="182749"/>
                  </a:cubicBezTo>
                  <a:cubicBezTo>
                    <a:pt x="79407" y="190321"/>
                    <a:pt x="90265" y="195903"/>
                    <a:pt x="99219" y="192141"/>
                  </a:cubicBezTo>
                  <a:cubicBezTo>
                    <a:pt x="103524" y="191760"/>
                    <a:pt x="102610" y="186140"/>
                    <a:pt x="107439" y="186273"/>
                  </a:cubicBezTo>
                  <a:cubicBezTo>
                    <a:pt x="107106" y="192084"/>
                    <a:pt x="109668" y="195008"/>
                    <a:pt x="110963" y="199189"/>
                  </a:cubicBezTo>
                  <a:cubicBezTo>
                    <a:pt x="104162" y="198141"/>
                    <a:pt x="91513" y="199599"/>
                    <a:pt x="87484" y="205057"/>
                  </a:cubicBezTo>
                  <a:cubicBezTo>
                    <a:pt x="87484" y="205057"/>
                    <a:pt x="85789" y="214267"/>
                    <a:pt x="86474" y="216572"/>
                  </a:cubicBezTo>
                  <a:lnTo>
                    <a:pt x="86474" y="216620"/>
                  </a:lnTo>
                  <a:cubicBezTo>
                    <a:pt x="87646" y="217010"/>
                    <a:pt x="86713" y="219687"/>
                    <a:pt x="87484" y="220325"/>
                  </a:cubicBezTo>
                  <a:cubicBezTo>
                    <a:pt x="87856" y="220630"/>
                    <a:pt x="92075" y="222887"/>
                    <a:pt x="92180" y="225021"/>
                  </a:cubicBezTo>
                  <a:cubicBezTo>
                    <a:pt x="92285" y="226888"/>
                    <a:pt x="94866" y="227745"/>
                    <a:pt x="95704" y="228545"/>
                  </a:cubicBezTo>
                  <a:cubicBezTo>
                    <a:pt x="95704" y="228545"/>
                    <a:pt x="97057" y="229812"/>
                    <a:pt x="96876" y="229717"/>
                  </a:cubicBezTo>
                  <a:cubicBezTo>
                    <a:pt x="101305" y="232050"/>
                    <a:pt x="105963" y="231117"/>
                    <a:pt x="110963" y="232060"/>
                  </a:cubicBezTo>
                  <a:lnTo>
                    <a:pt x="114840" y="231307"/>
                  </a:lnTo>
                  <a:lnTo>
                    <a:pt x="114869" y="231317"/>
                  </a:lnTo>
                  <a:cubicBezTo>
                    <a:pt x="115507" y="230374"/>
                    <a:pt x="116602" y="229888"/>
                    <a:pt x="116831" y="228536"/>
                  </a:cubicBezTo>
                  <a:cubicBezTo>
                    <a:pt x="119383" y="229345"/>
                    <a:pt x="118774" y="234279"/>
                    <a:pt x="120355" y="236756"/>
                  </a:cubicBezTo>
                  <a:cubicBezTo>
                    <a:pt x="121222" y="238108"/>
                    <a:pt x="123384" y="246719"/>
                    <a:pt x="121526" y="249672"/>
                  </a:cubicBezTo>
                  <a:cubicBezTo>
                    <a:pt x="120583" y="249053"/>
                    <a:pt x="119622" y="248453"/>
                    <a:pt x="118002" y="248500"/>
                  </a:cubicBezTo>
                  <a:lnTo>
                    <a:pt x="109372" y="250138"/>
                  </a:lnTo>
                  <a:cubicBezTo>
                    <a:pt x="107915" y="251129"/>
                    <a:pt x="105715" y="251377"/>
                    <a:pt x="103915" y="252024"/>
                  </a:cubicBezTo>
                  <a:cubicBezTo>
                    <a:pt x="102448" y="253739"/>
                    <a:pt x="101962" y="255425"/>
                    <a:pt x="100390" y="257892"/>
                  </a:cubicBezTo>
                  <a:cubicBezTo>
                    <a:pt x="97238" y="262854"/>
                    <a:pt x="100857" y="273741"/>
                    <a:pt x="105086" y="277847"/>
                  </a:cubicBezTo>
                  <a:cubicBezTo>
                    <a:pt x="106125" y="278847"/>
                    <a:pt x="107420" y="279342"/>
                    <a:pt x="108611" y="280190"/>
                  </a:cubicBezTo>
                  <a:cubicBezTo>
                    <a:pt x="109744" y="281009"/>
                    <a:pt x="110716" y="282114"/>
                    <a:pt x="112135" y="282533"/>
                  </a:cubicBezTo>
                  <a:cubicBezTo>
                    <a:pt x="118641" y="284505"/>
                    <a:pt x="124184" y="281771"/>
                    <a:pt x="130918" y="280190"/>
                  </a:cubicBezTo>
                  <a:cubicBezTo>
                    <a:pt x="133195" y="285552"/>
                    <a:pt x="131832" y="291515"/>
                    <a:pt x="132090" y="296630"/>
                  </a:cubicBezTo>
                  <a:cubicBezTo>
                    <a:pt x="132204" y="298821"/>
                    <a:pt x="132309" y="300992"/>
                    <a:pt x="132452" y="303155"/>
                  </a:cubicBezTo>
                  <a:cubicBezTo>
                    <a:pt x="132871" y="309832"/>
                    <a:pt x="133576" y="316318"/>
                    <a:pt x="135614" y="322452"/>
                  </a:cubicBezTo>
                  <a:lnTo>
                    <a:pt x="140310" y="301326"/>
                  </a:lnTo>
                  <a:cubicBezTo>
                    <a:pt x="136938" y="299726"/>
                    <a:pt x="140224" y="296592"/>
                    <a:pt x="140310" y="294277"/>
                  </a:cubicBezTo>
                  <a:cubicBezTo>
                    <a:pt x="140281" y="294915"/>
                    <a:pt x="139186" y="293315"/>
                    <a:pt x="139138" y="293106"/>
                  </a:cubicBezTo>
                  <a:cubicBezTo>
                    <a:pt x="138633" y="291058"/>
                    <a:pt x="139681" y="290315"/>
                    <a:pt x="140110" y="289248"/>
                  </a:cubicBezTo>
                  <a:cubicBezTo>
                    <a:pt x="140214" y="288991"/>
                    <a:pt x="140319" y="288734"/>
                    <a:pt x="140310" y="288419"/>
                  </a:cubicBezTo>
                  <a:cubicBezTo>
                    <a:pt x="140291" y="287343"/>
                    <a:pt x="139157" y="285781"/>
                    <a:pt x="139138" y="283724"/>
                  </a:cubicBezTo>
                  <a:cubicBezTo>
                    <a:pt x="139110" y="279971"/>
                    <a:pt x="140319" y="275961"/>
                    <a:pt x="139138" y="271979"/>
                  </a:cubicBezTo>
                  <a:cubicBezTo>
                    <a:pt x="140853" y="272627"/>
                    <a:pt x="145215" y="270608"/>
                    <a:pt x="145006" y="273151"/>
                  </a:cubicBezTo>
                  <a:cubicBezTo>
                    <a:pt x="145215" y="273018"/>
                    <a:pt x="145387" y="272932"/>
                    <a:pt x="145577" y="272817"/>
                  </a:cubicBezTo>
                  <a:cubicBezTo>
                    <a:pt x="148787" y="270912"/>
                    <a:pt x="149378" y="271751"/>
                    <a:pt x="153226" y="270798"/>
                  </a:cubicBezTo>
                  <a:lnTo>
                    <a:pt x="161446" y="253186"/>
                  </a:lnTo>
                  <a:cubicBezTo>
                    <a:pt x="159484" y="252605"/>
                    <a:pt x="158922" y="250577"/>
                    <a:pt x="158445" y="248453"/>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86" id="86"/>
            <p:cNvGrpSpPr/>
            <p:nvPr/>
          </p:nvGrpSpPr>
          <p:grpSpPr>
            <a:xfrm>
              <a:off x="9061969" y="3337670"/>
              <a:ext cx="161474" cy="283239"/>
              <a:chOff x="2571229" y="741090"/>
              <a:chExt cx="161474" cy="283239"/>
            </a:xfrm>
          </p:grpSpPr>
          <p:sp>
            <p:nvSpPr>
              <p:cNvPr name="Freeform 87" id="87"/>
              <p:cNvSpPr/>
              <p:nvPr/>
            </p:nvSpPr>
            <p:spPr>
              <a:xfrm>
                <a:off x="2571229" y="741090"/>
                <a:ext cx="38486" cy="56638"/>
              </a:xfrm>
              <a:custGeom>
                <a:avLst/>
                <a:gdLst/>
                <a:ahLst/>
                <a:cxnLst/>
                <a:rect r="r" b="b" t="t" l="l"/>
                <a:pathLst>
                  <a:path w="38486" h="56638" stroke="true" fill="norm" extrusionOk="true">
                    <a:moveTo>
                      <a:pt x="25534" y="56638"/>
                    </a:moveTo>
                    <a:cubicBezTo>
                      <a:pt x="25572" y="55962"/>
                      <a:pt x="25914" y="55324"/>
                      <a:pt x="26753" y="54933"/>
                    </a:cubicBezTo>
                    <a:cubicBezTo>
                      <a:pt x="28077" y="54324"/>
                      <a:pt x="29448" y="53933"/>
                      <a:pt x="30830" y="53495"/>
                    </a:cubicBezTo>
                    <a:cubicBezTo>
                      <a:pt x="31782" y="53190"/>
                      <a:pt x="33792" y="52799"/>
                      <a:pt x="34192" y="51704"/>
                    </a:cubicBezTo>
                    <a:cubicBezTo>
                      <a:pt x="34440" y="50999"/>
                      <a:pt x="34906" y="50561"/>
                      <a:pt x="35449" y="50304"/>
                    </a:cubicBezTo>
                    <a:cubicBezTo>
                      <a:pt x="42802" y="40979"/>
                      <a:pt x="34640" y="26682"/>
                      <a:pt x="33497" y="17224"/>
                    </a:cubicBezTo>
                    <a:cubicBezTo>
                      <a:pt x="31687" y="14728"/>
                      <a:pt x="30115" y="11994"/>
                      <a:pt x="28801" y="9004"/>
                    </a:cubicBezTo>
                    <a:cubicBezTo>
                      <a:pt x="28686" y="8689"/>
                      <a:pt x="28639" y="8423"/>
                      <a:pt x="28620" y="8213"/>
                    </a:cubicBezTo>
                    <a:cubicBezTo>
                      <a:pt x="27134" y="7099"/>
                      <a:pt x="25772" y="5755"/>
                      <a:pt x="24753" y="4251"/>
                    </a:cubicBezTo>
                    <a:cubicBezTo>
                      <a:pt x="19866" y="755"/>
                      <a:pt x="16018" y="-1179"/>
                      <a:pt x="11189" y="783"/>
                    </a:cubicBezTo>
                    <a:cubicBezTo>
                      <a:pt x="9674" y="1403"/>
                      <a:pt x="8779" y="2174"/>
                      <a:pt x="7665" y="3136"/>
                    </a:cubicBezTo>
                    <a:cubicBezTo>
                      <a:pt x="6284" y="4317"/>
                      <a:pt x="4197" y="6860"/>
                      <a:pt x="4141" y="7832"/>
                    </a:cubicBezTo>
                    <a:cubicBezTo>
                      <a:pt x="4074" y="9118"/>
                      <a:pt x="3226" y="8451"/>
                      <a:pt x="2969" y="9004"/>
                    </a:cubicBezTo>
                    <a:cubicBezTo>
                      <a:pt x="1902" y="11290"/>
                      <a:pt x="2455" y="14728"/>
                      <a:pt x="1797" y="18395"/>
                    </a:cubicBezTo>
                    <a:cubicBezTo>
                      <a:pt x="1797" y="18376"/>
                      <a:pt x="816" y="18929"/>
                      <a:pt x="626" y="19567"/>
                    </a:cubicBezTo>
                    <a:cubicBezTo>
                      <a:pt x="-708" y="23967"/>
                      <a:pt x="483" y="28416"/>
                      <a:pt x="626" y="28958"/>
                    </a:cubicBezTo>
                    <a:cubicBezTo>
                      <a:pt x="807" y="29692"/>
                      <a:pt x="445" y="30568"/>
                      <a:pt x="626" y="31311"/>
                    </a:cubicBezTo>
                    <a:cubicBezTo>
                      <a:pt x="1712" y="35902"/>
                      <a:pt x="6055" y="38312"/>
                      <a:pt x="6436" y="42055"/>
                    </a:cubicBezTo>
                    <a:cubicBezTo>
                      <a:pt x="7379" y="43503"/>
                      <a:pt x="8436" y="45332"/>
                      <a:pt x="9913" y="46170"/>
                    </a:cubicBezTo>
                    <a:cubicBezTo>
                      <a:pt x="10322" y="46408"/>
                      <a:pt x="10589" y="46703"/>
                      <a:pt x="10779" y="47027"/>
                    </a:cubicBezTo>
                    <a:cubicBezTo>
                      <a:pt x="13475" y="48227"/>
                      <a:pt x="13894" y="51723"/>
                      <a:pt x="15885" y="53628"/>
                    </a:cubicBezTo>
                    <a:cubicBezTo>
                      <a:pt x="18600" y="51685"/>
                      <a:pt x="19399" y="55590"/>
                      <a:pt x="20580" y="55971"/>
                    </a:cubicBezTo>
                    <a:cubicBezTo>
                      <a:pt x="22181" y="56486"/>
                      <a:pt x="23848" y="56581"/>
                      <a:pt x="25534" y="5663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88" id="88"/>
              <p:cNvSpPr/>
              <p:nvPr/>
            </p:nvSpPr>
            <p:spPr>
              <a:xfrm>
                <a:off x="2631576" y="864393"/>
                <a:ext cx="32318" cy="31272"/>
              </a:xfrm>
              <a:custGeom>
                <a:avLst/>
                <a:gdLst/>
                <a:ahLst/>
                <a:cxnLst/>
                <a:rect r="r" b="b" t="t" l="l"/>
                <a:pathLst>
                  <a:path w="32318" h="31272" stroke="true" fill="norm" extrusionOk="true">
                    <a:moveTo>
                      <a:pt x="26679" y="13040"/>
                    </a:moveTo>
                    <a:cubicBezTo>
                      <a:pt x="24241" y="9287"/>
                      <a:pt x="22317" y="2991"/>
                      <a:pt x="19022" y="0"/>
                    </a:cubicBezTo>
                    <a:cubicBezTo>
                      <a:pt x="18497" y="276"/>
                      <a:pt x="17964" y="524"/>
                      <a:pt x="17412" y="686"/>
                    </a:cubicBezTo>
                    <a:cubicBezTo>
                      <a:pt x="17516" y="1114"/>
                      <a:pt x="17669" y="1495"/>
                      <a:pt x="17764" y="1924"/>
                    </a:cubicBezTo>
                    <a:cubicBezTo>
                      <a:pt x="14116" y="381"/>
                      <a:pt x="14411" y="2248"/>
                      <a:pt x="9544" y="1924"/>
                    </a:cubicBezTo>
                    <a:cubicBezTo>
                      <a:pt x="5905" y="3543"/>
                      <a:pt x="2867" y="5763"/>
                      <a:pt x="1743" y="9896"/>
                    </a:cubicBezTo>
                    <a:cubicBezTo>
                      <a:pt x="1772" y="10316"/>
                      <a:pt x="1734" y="10744"/>
                      <a:pt x="1495" y="11201"/>
                    </a:cubicBezTo>
                    <a:cubicBezTo>
                      <a:pt x="600" y="12935"/>
                      <a:pt x="438" y="14897"/>
                      <a:pt x="0" y="16793"/>
                    </a:cubicBezTo>
                    <a:cubicBezTo>
                      <a:pt x="1705" y="18793"/>
                      <a:pt x="1048" y="23155"/>
                      <a:pt x="3677" y="24232"/>
                    </a:cubicBezTo>
                    <a:cubicBezTo>
                      <a:pt x="3658" y="24374"/>
                      <a:pt x="3581" y="24460"/>
                      <a:pt x="3543" y="24594"/>
                    </a:cubicBezTo>
                    <a:cubicBezTo>
                      <a:pt x="5001" y="25851"/>
                      <a:pt x="6401" y="27280"/>
                      <a:pt x="8296" y="27632"/>
                    </a:cubicBezTo>
                    <a:cubicBezTo>
                      <a:pt x="9115" y="27784"/>
                      <a:pt x="9611" y="28232"/>
                      <a:pt x="9858" y="28785"/>
                    </a:cubicBezTo>
                    <a:cubicBezTo>
                      <a:pt x="12430" y="29670"/>
                      <a:pt x="14792" y="30785"/>
                      <a:pt x="17754" y="31271"/>
                    </a:cubicBezTo>
                    <a:cubicBezTo>
                      <a:pt x="23860" y="31375"/>
                      <a:pt x="25918" y="27441"/>
                      <a:pt x="31166" y="26699"/>
                    </a:cubicBezTo>
                    <a:cubicBezTo>
                      <a:pt x="31490" y="26280"/>
                      <a:pt x="31890" y="25937"/>
                      <a:pt x="32318" y="25613"/>
                    </a:cubicBezTo>
                    <a:cubicBezTo>
                      <a:pt x="30813" y="21269"/>
                      <a:pt x="29194" y="16897"/>
                      <a:pt x="26679" y="1304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89" id="89"/>
              <p:cNvSpPr/>
              <p:nvPr/>
            </p:nvSpPr>
            <p:spPr>
              <a:xfrm>
                <a:off x="2655017" y="848725"/>
                <a:ext cx="29565" cy="39290"/>
              </a:xfrm>
              <a:custGeom>
                <a:avLst/>
                <a:gdLst/>
                <a:ahLst/>
                <a:cxnLst/>
                <a:rect r="r" b="b" t="t" l="l"/>
                <a:pathLst>
                  <a:path w="29565" h="39290" stroke="true" fill="norm" extrusionOk="true">
                    <a:moveTo>
                      <a:pt x="28375" y="11735"/>
                    </a:moveTo>
                    <a:cubicBezTo>
                      <a:pt x="28013" y="10897"/>
                      <a:pt x="27794" y="9258"/>
                      <a:pt x="27203" y="8211"/>
                    </a:cubicBezTo>
                    <a:cubicBezTo>
                      <a:pt x="26413" y="6820"/>
                      <a:pt x="24498" y="3839"/>
                      <a:pt x="22508" y="2343"/>
                    </a:cubicBezTo>
                    <a:cubicBezTo>
                      <a:pt x="22088" y="2029"/>
                      <a:pt x="20479" y="2734"/>
                      <a:pt x="20164" y="2343"/>
                    </a:cubicBezTo>
                    <a:cubicBezTo>
                      <a:pt x="19022" y="952"/>
                      <a:pt x="17774" y="1495"/>
                      <a:pt x="15469" y="1172"/>
                    </a:cubicBezTo>
                    <a:cubicBezTo>
                      <a:pt x="14726" y="1067"/>
                      <a:pt x="12783" y="29"/>
                      <a:pt x="13116" y="0"/>
                    </a:cubicBezTo>
                    <a:cubicBezTo>
                      <a:pt x="10430" y="238"/>
                      <a:pt x="8068" y="2829"/>
                      <a:pt x="6077" y="4705"/>
                    </a:cubicBezTo>
                    <a:cubicBezTo>
                      <a:pt x="3934" y="6706"/>
                      <a:pt x="1181" y="8153"/>
                      <a:pt x="1371" y="11744"/>
                    </a:cubicBezTo>
                    <a:cubicBezTo>
                      <a:pt x="1200" y="11640"/>
                      <a:pt x="1095" y="11468"/>
                      <a:pt x="943" y="11354"/>
                    </a:cubicBezTo>
                    <a:cubicBezTo>
                      <a:pt x="933" y="11878"/>
                      <a:pt x="771" y="12411"/>
                      <a:pt x="362" y="12906"/>
                    </a:cubicBezTo>
                    <a:cubicBezTo>
                      <a:pt x="257" y="13040"/>
                      <a:pt x="114" y="13173"/>
                      <a:pt x="0" y="13306"/>
                    </a:cubicBezTo>
                    <a:cubicBezTo>
                      <a:pt x="905" y="14354"/>
                      <a:pt x="1638" y="15488"/>
                      <a:pt x="2229" y="16878"/>
                    </a:cubicBezTo>
                    <a:cubicBezTo>
                      <a:pt x="3638" y="20279"/>
                      <a:pt x="5648" y="23108"/>
                      <a:pt x="7477" y="26251"/>
                    </a:cubicBezTo>
                    <a:cubicBezTo>
                      <a:pt x="9906" y="30413"/>
                      <a:pt x="11687" y="34804"/>
                      <a:pt x="13335" y="39291"/>
                    </a:cubicBezTo>
                    <a:cubicBezTo>
                      <a:pt x="13659" y="39195"/>
                      <a:pt x="13992" y="39091"/>
                      <a:pt x="14297" y="38986"/>
                    </a:cubicBezTo>
                    <a:cubicBezTo>
                      <a:pt x="14926" y="38786"/>
                      <a:pt x="15535" y="38919"/>
                      <a:pt x="16078" y="39224"/>
                    </a:cubicBezTo>
                    <a:cubicBezTo>
                      <a:pt x="16773" y="38795"/>
                      <a:pt x="17764" y="38643"/>
                      <a:pt x="17821" y="37567"/>
                    </a:cubicBezTo>
                    <a:cubicBezTo>
                      <a:pt x="20964" y="36805"/>
                      <a:pt x="22288" y="34204"/>
                      <a:pt x="24870" y="32871"/>
                    </a:cubicBezTo>
                    <a:cubicBezTo>
                      <a:pt x="23222" y="30023"/>
                      <a:pt x="26584" y="29356"/>
                      <a:pt x="27213" y="28175"/>
                    </a:cubicBezTo>
                    <a:cubicBezTo>
                      <a:pt x="28051" y="26594"/>
                      <a:pt x="27308" y="24155"/>
                      <a:pt x="29566" y="23479"/>
                    </a:cubicBezTo>
                    <a:cubicBezTo>
                      <a:pt x="28213" y="19955"/>
                      <a:pt x="30251" y="16097"/>
                      <a:pt x="28375" y="1173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90" id="90"/>
              <p:cNvSpPr/>
              <p:nvPr/>
            </p:nvSpPr>
            <p:spPr>
              <a:xfrm>
                <a:off x="2644411" y="901108"/>
                <a:ext cx="33218" cy="33336"/>
              </a:xfrm>
              <a:custGeom>
                <a:avLst/>
                <a:gdLst/>
                <a:ahLst/>
                <a:cxnLst/>
                <a:rect r="r" b="b" t="t" l="l"/>
                <a:pathLst>
                  <a:path w="33218" h="33336" stroke="true" fill="norm" extrusionOk="true">
                    <a:moveTo>
                      <a:pt x="29913" y="14425"/>
                    </a:moveTo>
                    <a:cubicBezTo>
                      <a:pt x="28570" y="9672"/>
                      <a:pt x="27208" y="4576"/>
                      <a:pt x="24113" y="632"/>
                    </a:cubicBezTo>
                    <a:cubicBezTo>
                      <a:pt x="23998" y="652"/>
                      <a:pt x="23931" y="718"/>
                      <a:pt x="23817" y="737"/>
                    </a:cubicBezTo>
                    <a:cubicBezTo>
                      <a:pt x="23036" y="833"/>
                      <a:pt x="22341" y="728"/>
                      <a:pt x="21703" y="499"/>
                    </a:cubicBezTo>
                    <a:cubicBezTo>
                      <a:pt x="16712" y="909"/>
                      <a:pt x="12016" y="-749"/>
                      <a:pt x="8463" y="433"/>
                    </a:cubicBezTo>
                    <a:cubicBezTo>
                      <a:pt x="6063" y="1223"/>
                      <a:pt x="3357" y="2547"/>
                      <a:pt x="1424" y="5128"/>
                    </a:cubicBezTo>
                    <a:cubicBezTo>
                      <a:pt x="1110" y="5547"/>
                      <a:pt x="1814" y="7167"/>
                      <a:pt x="1424" y="7481"/>
                    </a:cubicBezTo>
                    <a:cubicBezTo>
                      <a:pt x="1319" y="7567"/>
                      <a:pt x="281" y="7376"/>
                      <a:pt x="252" y="7481"/>
                    </a:cubicBezTo>
                    <a:cubicBezTo>
                      <a:pt x="-386" y="9576"/>
                      <a:pt x="252" y="16292"/>
                      <a:pt x="1424" y="18044"/>
                    </a:cubicBezTo>
                    <a:cubicBezTo>
                      <a:pt x="2329" y="19397"/>
                      <a:pt x="1719" y="20930"/>
                      <a:pt x="2596" y="22740"/>
                    </a:cubicBezTo>
                    <a:cubicBezTo>
                      <a:pt x="6272" y="30312"/>
                      <a:pt x="17131" y="35894"/>
                      <a:pt x="26084" y="32132"/>
                    </a:cubicBezTo>
                    <a:cubicBezTo>
                      <a:pt x="30008" y="31789"/>
                      <a:pt x="29685" y="27198"/>
                      <a:pt x="33218" y="26455"/>
                    </a:cubicBezTo>
                    <a:cubicBezTo>
                      <a:pt x="32275" y="22416"/>
                      <a:pt x="31047" y="18463"/>
                      <a:pt x="29913" y="14425"/>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91" id="91"/>
              <p:cNvSpPr/>
              <p:nvPr/>
            </p:nvSpPr>
            <p:spPr>
              <a:xfrm>
                <a:off x="2672629" y="886152"/>
                <a:ext cx="30768" cy="40648"/>
              </a:xfrm>
              <a:custGeom>
                <a:avLst/>
                <a:gdLst/>
                <a:ahLst/>
                <a:cxnLst/>
                <a:rect r="r" b="b" t="t" l="l"/>
                <a:pathLst>
                  <a:path w="30768" h="40648" stroke="true" fill="norm" extrusionOk="true">
                    <a:moveTo>
                      <a:pt x="29546" y="9521"/>
                    </a:moveTo>
                    <a:cubicBezTo>
                      <a:pt x="29308" y="8988"/>
                      <a:pt x="28442" y="9607"/>
                      <a:pt x="28375" y="8349"/>
                    </a:cubicBezTo>
                    <a:cubicBezTo>
                      <a:pt x="28165" y="4339"/>
                      <a:pt x="21574" y="244"/>
                      <a:pt x="17812" y="129"/>
                    </a:cubicBezTo>
                    <a:cubicBezTo>
                      <a:pt x="16859" y="101"/>
                      <a:pt x="15192" y="-147"/>
                      <a:pt x="14288" y="129"/>
                    </a:cubicBezTo>
                    <a:cubicBezTo>
                      <a:pt x="12602" y="644"/>
                      <a:pt x="11306" y="2444"/>
                      <a:pt x="9592" y="3654"/>
                    </a:cubicBezTo>
                    <a:cubicBezTo>
                      <a:pt x="9373" y="3806"/>
                      <a:pt x="7325" y="4654"/>
                      <a:pt x="7248" y="4825"/>
                    </a:cubicBezTo>
                    <a:cubicBezTo>
                      <a:pt x="7068" y="5216"/>
                      <a:pt x="7572" y="6940"/>
                      <a:pt x="7248" y="7168"/>
                    </a:cubicBezTo>
                    <a:cubicBezTo>
                      <a:pt x="6220" y="7930"/>
                      <a:pt x="3429" y="6311"/>
                      <a:pt x="3724" y="8340"/>
                    </a:cubicBezTo>
                    <a:cubicBezTo>
                      <a:pt x="3629" y="8426"/>
                      <a:pt x="3562" y="8464"/>
                      <a:pt x="3477" y="8530"/>
                    </a:cubicBezTo>
                    <a:cubicBezTo>
                      <a:pt x="3448" y="9245"/>
                      <a:pt x="3172" y="9969"/>
                      <a:pt x="2448" y="10493"/>
                    </a:cubicBezTo>
                    <a:cubicBezTo>
                      <a:pt x="1505" y="11169"/>
                      <a:pt x="753" y="12036"/>
                      <a:pt x="0" y="12883"/>
                    </a:cubicBezTo>
                    <a:cubicBezTo>
                      <a:pt x="2610" y="16408"/>
                      <a:pt x="4229" y="20551"/>
                      <a:pt x="5467" y="24761"/>
                    </a:cubicBezTo>
                    <a:cubicBezTo>
                      <a:pt x="6934" y="29733"/>
                      <a:pt x="8534" y="34677"/>
                      <a:pt x="9668" y="39725"/>
                    </a:cubicBezTo>
                    <a:cubicBezTo>
                      <a:pt x="11525" y="39477"/>
                      <a:pt x="13421" y="39715"/>
                      <a:pt x="14840" y="40649"/>
                    </a:cubicBezTo>
                    <a:cubicBezTo>
                      <a:pt x="15735" y="39296"/>
                      <a:pt x="17754" y="38429"/>
                      <a:pt x="20164" y="38849"/>
                    </a:cubicBezTo>
                    <a:cubicBezTo>
                      <a:pt x="20707" y="35096"/>
                      <a:pt x="24641" y="34715"/>
                      <a:pt x="24860" y="30628"/>
                    </a:cubicBezTo>
                    <a:cubicBezTo>
                      <a:pt x="28403" y="29876"/>
                      <a:pt x="28137" y="25294"/>
                      <a:pt x="30727" y="23589"/>
                    </a:cubicBezTo>
                    <a:cubicBezTo>
                      <a:pt x="30642" y="18398"/>
                      <a:pt x="31261" y="13455"/>
                      <a:pt x="29546" y="9521"/>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92" id="92"/>
              <p:cNvSpPr/>
              <p:nvPr/>
            </p:nvSpPr>
            <p:spPr>
              <a:xfrm>
                <a:off x="2686316" y="922617"/>
                <a:ext cx="31138" cy="46065"/>
              </a:xfrm>
              <a:custGeom>
                <a:avLst/>
                <a:gdLst/>
                <a:ahLst/>
                <a:cxnLst/>
                <a:rect r="r" b="b" t="t" l="l"/>
                <a:pathLst>
                  <a:path w="31138" h="46065" stroke="true" fill="norm" extrusionOk="true">
                    <a:moveTo>
                      <a:pt x="28775" y="11804"/>
                    </a:moveTo>
                    <a:cubicBezTo>
                      <a:pt x="28175" y="10156"/>
                      <a:pt x="28460" y="8680"/>
                      <a:pt x="27603" y="7108"/>
                    </a:cubicBezTo>
                    <a:cubicBezTo>
                      <a:pt x="27327" y="6613"/>
                      <a:pt x="25441" y="6356"/>
                      <a:pt x="25250" y="5937"/>
                    </a:cubicBezTo>
                    <a:cubicBezTo>
                      <a:pt x="25041" y="5470"/>
                      <a:pt x="25613" y="3927"/>
                      <a:pt x="25250" y="3584"/>
                    </a:cubicBezTo>
                    <a:cubicBezTo>
                      <a:pt x="24870" y="3222"/>
                      <a:pt x="23231" y="3984"/>
                      <a:pt x="22908" y="3584"/>
                    </a:cubicBezTo>
                    <a:cubicBezTo>
                      <a:pt x="21602" y="1984"/>
                      <a:pt x="21860" y="1850"/>
                      <a:pt x="19383" y="1241"/>
                    </a:cubicBezTo>
                    <a:cubicBezTo>
                      <a:pt x="18564" y="1031"/>
                      <a:pt x="18364" y="98"/>
                      <a:pt x="18212" y="69"/>
                    </a:cubicBezTo>
                    <a:cubicBezTo>
                      <a:pt x="16364" y="-331"/>
                      <a:pt x="16602" y="1127"/>
                      <a:pt x="15859" y="1241"/>
                    </a:cubicBezTo>
                    <a:cubicBezTo>
                      <a:pt x="14630" y="1441"/>
                      <a:pt x="13459" y="79"/>
                      <a:pt x="13516" y="69"/>
                    </a:cubicBezTo>
                    <a:cubicBezTo>
                      <a:pt x="9534" y="965"/>
                      <a:pt x="5686" y="4270"/>
                      <a:pt x="2953" y="8289"/>
                    </a:cubicBezTo>
                    <a:cubicBezTo>
                      <a:pt x="2734" y="8518"/>
                      <a:pt x="2505" y="8670"/>
                      <a:pt x="2295" y="8785"/>
                    </a:cubicBezTo>
                    <a:cubicBezTo>
                      <a:pt x="1791" y="10223"/>
                      <a:pt x="1543" y="11623"/>
                      <a:pt x="1171" y="13109"/>
                    </a:cubicBezTo>
                    <a:cubicBezTo>
                      <a:pt x="952" y="13985"/>
                      <a:pt x="533" y="14862"/>
                      <a:pt x="0" y="15633"/>
                    </a:cubicBezTo>
                    <a:cubicBezTo>
                      <a:pt x="1753" y="20815"/>
                      <a:pt x="4543" y="25825"/>
                      <a:pt x="6277" y="31073"/>
                    </a:cubicBezTo>
                    <a:cubicBezTo>
                      <a:pt x="7906" y="35979"/>
                      <a:pt x="9154" y="40989"/>
                      <a:pt x="10477" y="45980"/>
                    </a:cubicBezTo>
                    <a:cubicBezTo>
                      <a:pt x="10725" y="46018"/>
                      <a:pt x="10982" y="46018"/>
                      <a:pt x="11220" y="46065"/>
                    </a:cubicBezTo>
                    <a:cubicBezTo>
                      <a:pt x="11201" y="45999"/>
                      <a:pt x="11192" y="45923"/>
                      <a:pt x="11163" y="45856"/>
                    </a:cubicBezTo>
                    <a:cubicBezTo>
                      <a:pt x="12687" y="44808"/>
                      <a:pt x="15183" y="44742"/>
                      <a:pt x="17031" y="43503"/>
                    </a:cubicBezTo>
                    <a:cubicBezTo>
                      <a:pt x="18116" y="42779"/>
                      <a:pt x="22355" y="40703"/>
                      <a:pt x="24069" y="38807"/>
                    </a:cubicBezTo>
                    <a:cubicBezTo>
                      <a:pt x="25679" y="37036"/>
                      <a:pt x="26270" y="33473"/>
                      <a:pt x="27594" y="30587"/>
                    </a:cubicBezTo>
                    <a:cubicBezTo>
                      <a:pt x="27851" y="30035"/>
                      <a:pt x="28699" y="30692"/>
                      <a:pt x="28765" y="29416"/>
                    </a:cubicBezTo>
                    <a:cubicBezTo>
                      <a:pt x="28851" y="27920"/>
                      <a:pt x="30918" y="25463"/>
                      <a:pt x="31118" y="22367"/>
                    </a:cubicBezTo>
                    <a:cubicBezTo>
                      <a:pt x="31299" y="19634"/>
                      <a:pt x="30223" y="15795"/>
                      <a:pt x="28775" y="11804"/>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93" id="93"/>
              <p:cNvSpPr/>
              <p:nvPr/>
            </p:nvSpPr>
            <p:spPr>
              <a:xfrm>
                <a:off x="2657559" y="940013"/>
                <a:ext cx="34158" cy="33165"/>
              </a:xfrm>
              <a:custGeom>
                <a:avLst/>
                <a:gdLst/>
                <a:ahLst/>
                <a:cxnLst/>
                <a:rect r="r" b="b" t="t" l="l"/>
                <a:pathLst>
                  <a:path w="34158" h="33165" stroke="true" fill="norm" extrusionOk="true">
                    <a:moveTo>
                      <a:pt x="30310" y="14982"/>
                    </a:moveTo>
                    <a:cubicBezTo>
                      <a:pt x="28653" y="9962"/>
                      <a:pt x="26109" y="5295"/>
                      <a:pt x="24338" y="390"/>
                    </a:cubicBezTo>
                    <a:cubicBezTo>
                      <a:pt x="24128" y="333"/>
                      <a:pt x="23919" y="304"/>
                      <a:pt x="23709" y="199"/>
                    </a:cubicBezTo>
                    <a:cubicBezTo>
                      <a:pt x="16746" y="-601"/>
                      <a:pt x="5030" y="933"/>
                      <a:pt x="1173" y="6162"/>
                    </a:cubicBezTo>
                    <a:cubicBezTo>
                      <a:pt x="1173" y="6162"/>
                      <a:pt x="-522" y="15373"/>
                      <a:pt x="163" y="17678"/>
                    </a:cubicBezTo>
                    <a:lnTo>
                      <a:pt x="163" y="17725"/>
                    </a:lnTo>
                    <a:cubicBezTo>
                      <a:pt x="1335" y="18116"/>
                      <a:pt x="401" y="20792"/>
                      <a:pt x="1173" y="21431"/>
                    </a:cubicBezTo>
                    <a:cubicBezTo>
                      <a:pt x="1544" y="21735"/>
                      <a:pt x="5764" y="23993"/>
                      <a:pt x="5869" y="26126"/>
                    </a:cubicBezTo>
                    <a:cubicBezTo>
                      <a:pt x="5973" y="27993"/>
                      <a:pt x="8555" y="28851"/>
                      <a:pt x="9393" y="29651"/>
                    </a:cubicBezTo>
                    <a:cubicBezTo>
                      <a:pt x="9393" y="29651"/>
                      <a:pt x="10746" y="30917"/>
                      <a:pt x="10565" y="30822"/>
                    </a:cubicBezTo>
                    <a:cubicBezTo>
                      <a:pt x="14994" y="33156"/>
                      <a:pt x="19651" y="32222"/>
                      <a:pt x="24652" y="33165"/>
                    </a:cubicBezTo>
                    <a:lnTo>
                      <a:pt x="28529" y="32413"/>
                    </a:lnTo>
                    <a:lnTo>
                      <a:pt x="28557" y="32422"/>
                    </a:lnTo>
                    <a:cubicBezTo>
                      <a:pt x="28758" y="32127"/>
                      <a:pt x="29005" y="31880"/>
                      <a:pt x="29253" y="31632"/>
                    </a:cubicBezTo>
                    <a:cubicBezTo>
                      <a:pt x="29053" y="30298"/>
                      <a:pt x="29796" y="28774"/>
                      <a:pt x="31548" y="28736"/>
                    </a:cubicBezTo>
                    <a:cubicBezTo>
                      <a:pt x="32386" y="28717"/>
                      <a:pt x="33272" y="28660"/>
                      <a:pt x="34158" y="28584"/>
                    </a:cubicBezTo>
                    <a:cubicBezTo>
                      <a:pt x="32967" y="24021"/>
                      <a:pt x="31786" y="19459"/>
                      <a:pt x="30310" y="1498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94" id="94"/>
              <p:cNvSpPr/>
              <p:nvPr/>
            </p:nvSpPr>
            <p:spPr>
              <a:xfrm>
                <a:off x="2670453" y="989606"/>
                <a:ext cx="32464" cy="34722"/>
              </a:xfrm>
              <a:custGeom>
                <a:avLst/>
                <a:gdLst/>
                <a:ahLst/>
                <a:cxnLst/>
                <a:rect r="r" b="b" t="t" l="l"/>
                <a:pathLst>
                  <a:path w="32464" h="34722" stroke="true" fill="norm" extrusionOk="true">
                    <a:moveTo>
                      <a:pt x="31588" y="27482"/>
                    </a:moveTo>
                    <a:cubicBezTo>
                      <a:pt x="29712" y="21958"/>
                      <a:pt x="28693" y="16338"/>
                      <a:pt x="27674" y="10604"/>
                    </a:cubicBezTo>
                    <a:cubicBezTo>
                      <a:pt x="27045" y="7061"/>
                      <a:pt x="25816" y="3736"/>
                      <a:pt x="24712" y="374"/>
                    </a:cubicBezTo>
                    <a:cubicBezTo>
                      <a:pt x="24016" y="1108"/>
                      <a:pt x="23169" y="1193"/>
                      <a:pt x="22445" y="869"/>
                    </a:cubicBezTo>
                    <a:cubicBezTo>
                      <a:pt x="22406" y="955"/>
                      <a:pt x="22378" y="1088"/>
                      <a:pt x="22330" y="1174"/>
                    </a:cubicBezTo>
                    <a:cubicBezTo>
                      <a:pt x="21387" y="555"/>
                      <a:pt x="20425" y="-45"/>
                      <a:pt x="18806" y="3"/>
                    </a:cubicBezTo>
                    <a:lnTo>
                      <a:pt x="10176" y="1641"/>
                    </a:lnTo>
                    <a:cubicBezTo>
                      <a:pt x="8719" y="2632"/>
                      <a:pt x="6519" y="2879"/>
                      <a:pt x="4719" y="3527"/>
                    </a:cubicBezTo>
                    <a:cubicBezTo>
                      <a:pt x="3252" y="5241"/>
                      <a:pt x="2766" y="6927"/>
                      <a:pt x="1194" y="9394"/>
                    </a:cubicBezTo>
                    <a:cubicBezTo>
                      <a:pt x="-1958" y="14357"/>
                      <a:pt x="1661" y="25244"/>
                      <a:pt x="5890" y="29349"/>
                    </a:cubicBezTo>
                    <a:cubicBezTo>
                      <a:pt x="6928" y="30349"/>
                      <a:pt x="8224" y="30845"/>
                      <a:pt x="9415" y="31692"/>
                    </a:cubicBezTo>
                    <a:cubicBezTo>
                      <a:pt x="10548" y="32511"/>
                      <a:pt x="11519" y="33616"/>
                      <a:pt x="12939" y="34035"/>
                    </a:cubicBezTo>
                    <a:cubicBezTo>
                      <a:pt x="18958" y="35855"/>
                      <a:pt x="24178" y="33664"/>
                      <a:pt x="30255" y="32064"/>
                    </a:cubicBezTo>
                    <a:cubicBezTo>
                      <a:pt x="30798" y="30902"/>
                      <a:pt x="31570" y="29740"/>
                      <a:pt x="32465" y="28635"/>
                    </a:cubicBezTo>
                    <a:cubicBezTo>
                      <a:pt x="32093" y="28378"/>
                      <a:pt x="31770" y="28025"/>
                      <a:pt x="31588" y="2748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95" id="95"/>
              <p:cNvSpPr/>
              <p:nvPr/>
            </p:nvSpPr>
            <p:spPr>
              <a:xfrm>
                <a:off x="2699346" y="974211"/>
                <a:ext cx="33356" cy="40629"/>
              </a:xfrm>
              <a:custGeom>
                <a:avLst/>
                <a:gdLst/>
                <a:ahLst/>
                <a:cxnLst/>
                <a:rect r="r" b="b" t="t" l="l"/>
                <a:pathLst>
                  <a:path w="33356" h="40629" stroke="true" fill="norm" extrusionOk="true">
                    <a:moveTo>
                      <a:pt x="30337" y="15312"/>
                    </a:moveTo>
                    <a:cubicBezTo>
                      <a:pt x="29346" y="14703"/>
                      <a:pt x="29175" y="13512"/>
                      <a:pt x="29594" y="12502"/>
                    </a:cubicBezTo>
                    <a:cubicBezTo>
                      <a:pt x="29366" y="11826"/>
                      <a:pt x="29080" y="11197"/>
                      <a:pt x="28670" y="10693"/>
                    </a:cubicBezTo>
                    <a:cubicBezTo>
                      <a:pt x="28594" y="10607"/>
                      <a:pt x="28527" y="10512"/>
                      <a:pt x="28451" y="10426"/>
                    </a:cubicBezTo>
                    <a:cubicBezTo>
                      <a:pt x="25013" y="6235"/>
                      <a:pt x="21298" y="-175"/>
                      <a:pt x="14573" y="129"/>
                    </a:cubicBezTo>
                    <a:cubicBezTo>
                      <a:pt x="14107" y="158"/>
                      <a:pt x="11316" y="-175"/>
                      <a:pt x="11049" y="129"/>
                    </a:cubicBezTo>
                    <a:cubicBezTo>
                      <a:pt x="10735" y="491"/>
                      <a:pt x="11430" y="2215"/>
                      <a:pt x="11049" y="2482"/>
                    </a:cubicBezTo>
                    <a:cubicBezTo>
                      <a:pt x="9916" y="3273"/>
                      <a:pt x="8477" y="2768"/>
                      <a:pt x="7525" y="3654"/>
                    </a:cubicBezTo>
                    <a:cubicBezTo>
                      <a:pt x="6134" y="4949"/>
                      <a:pt x="4048" y="7292"/>
                      <a:pt x="4001" y="9521"/>
                    </a:cubicBezTo>
                    <a:cubicBezTo>
                      <a:pt x="3972" y="9511"/>
                      <a:pt x="3963" y="9492"/>
                      <a:pt x="3953" y="9483"/>
                    </a:cubicBezTo>
                    <a:cubicBezTo>
                      <a:pt x="3886" y="9940"/>
                      <a:pt x="3724" y="10388"/>
                      <a:pt x="3315" y="10731"/>
                    </a:cubicBezTo>
                    <a:cubicBezTo>
                      <a:pt x="2334" y="11578"/>
                      <a:pt x="1162" y="12169"/>
                      <a:pt x="0" y="12779"/>
                    </a:cubicBezTo>
                    <a:cubicBezTo>
                      <a:pt x="1219" y="16731"/>
                      <a:pt x="2762" y="20560"/>
                      <a:pt x="3496" y="24704"/>
                    </a:cubicBezTo>
                    <a:cubicBezTo>
                      <a:pt x="4458" y="30105"/>
                      <a:pt x="5448" y="35400"/>
                      <a:pt x="7125" y="40630"/>
                    </a:cubicBezTo>
                    <a:cubicBezTo>
                      <a:pt x="8477" y="39649"/>
                      <a:pt x="9925" y="38925"/>
                      <a:pt x="11335" y="38639"/>
                    </a:cubicBezTo>
                    <a:cubicBezTo>
                      <a:pt x="12002" y="38506"/>
                      <a:pt x="12563" y="38658"/>
                      <a:pt x="13040" y="38934"/>
                    </a:cubicBezTo>
                    <a:cubicBezTo>
                      <a:pt x="14916" y="38725"/>
                      <a:pt x="17059" y="38248"/>
                      <a:pt x="16916" y="40049"/>
                    </a:cubicBezTo>
                    <a:cubicBezTo>
                      <a:pt x="17126" y="39915"/>
                      <a:pt x="17297" y="39830"/>
                      <a:pt x="17488" y="39715"/>
                    </a:cubicBezTo>
                    <a:cubicBezTo>
                      <a:pt x="20698" y="37810"/>
                      <a:pt x="21289" y="38648"/>
                      <a:pt x="25137" y="37696"/>
                    </a:cubicBezTo>
                    <a:lnTo>
                      <a:pt x="33357" y="20084"/>
                    </a:lnTo>
                    <a:cubicBezTo>
                      <a:pt x="31375" y="19465"/>
                      <a:pt x="30814" y="17436"/>
                      <a:pt x="30337" y="15312"/>
                    </a:cubicBezTo>
                    <a:close/>
                  </a:path>
                </a:pathLst>
              </a:custGeom>
              <a:solidFill>
                <a:srgbClr val="F2A120"/>
              </a:solidFill>
              <a:ln cap="flat">
                <a:noFill/>
                <a:prstDash val="solid"/>
                <a:miter lim="800000"/>
              </a:ln>
            </p:spPr>
            <p:txBody>
              <a:bodyPr vert="horz" anchor="ctr" tIns="45720" lIns="91440" bIns="45720" rIns="91440"/>
              <a:p>
                <a:pPr algn="l" marL="0"/>
              </a:p>
            </p:txBody>
          </p:sp>
        </p:grpSp>
        <p:sp>
          <p:nvSpPr>
            <p:cNvPr name="Freeform 96" id="96"/>
            <p:cNvSpPr/>
            <p:nvPr/>
          </p:nvSpPr>
          <p:spPr>
            <a:xfrm>
              <a:off x="8580423" y="3663502"/>
              <a:ext cx="458739" cy="304210"/>
            </a:xfrm>
            <a:custGeom>
              <a:avLst/>
              <a:gdLst/>
              <a:ahLst/>
              <a:cxnLst/>
              <a:rect r="r" b="b" t="t" l="l"/>
              <a:pathLst>
                <a:path w="458739" h="304210" stroke="true" fill="norm" extrusionOk="true">
                  <a:moveTo>
                    <a:pt x="428622" y="143153"/>
                  </a:moveTo>
                  <a:lnTo>
                    <a:pt x="390122" y="100671"/>
                  </a:lnTo>
                  <a:cubicBezTo>
                    <a:pt x="389760" y="99823"/>
                    <a:pt x="389893" y="99033"/>
                    <a:pt x="390265" y="98385"/>
                  </a:cubicBezTo>
                  <a:cubicBezTo>
                    <a:pt x="389884" y="98090"/>
                    <a:pt x="389588" y="97833"/>
                    <a:pt x="389426" y="97623"/>
                  </a:cubicBezTo>
                  <a:cubicBezTo>
                    <a:pt x="389103" y="97223"/>
                    <a:pt x="387474" y="97957"/>
                    <a:pt x="387074" y="97623"/>
                  </a:cubicBezTo>
                  <a:cubicBezTo>
                    <a:pt x="386264" y="96947"/>
                    <a:pt x="386026" y="94166"/>
                    <a:pt x="384721" y="94099"/>
                  </a:cubicBezTo>
                  <a:cubicBezTo>
                    <a:pt x="383369" y="94032"/>
                    <a:pt x="384188" y="93556"/>
                    <a:pt x="383550" y="92927"/>
                  </a:cubicBezTo>
                  <a:cubicBezTo>
                    <a:pt x="380483" y="89927"/>
                    <a:pt x="377282" y="85917"/>
                    <a:pt x="375330" y="83536"/>
                  </a:cubicBezTo>
                  <a:cubicBezTo>
                    <a:pt x="375015" y="83145"/>
                    <a:pt x="373396" y="83841"/>
                    <a:pt x="372977" y="83536"/>
                  </a:cubicBezTo>
                  <a:cubicBezTo>
                    <a:pt x="371529" y="82469"/>
                    <a:pt x="370910" y="78945"/>
                    <a:pt x="368281" y="80011"/>
                  </a:cubicBezTo>
                  <a:cubicBezTo>
                    <a:pt x="369167" y="77364"/>
                    <a:pt x="366062" y="76744"/>
                    <a:pt x="364757" y="75316"/>
                  </a:cubicBezTo>
                  <a:cubicBezTo>
                    <a:pt x="362699" y="73077"/>
                    <a:pt x="361633" y="70705"/>
                    <a:pt x="360070" y="70620"/>
                  </a:cubicBezTo>
                  <a:cubicBezTo>
                    <a:pt x="357908" y="70506"/>
                    <a:pt x="357337" y="68067"/>
                    <a:pt x="356546" y="67096"/>
                  </a:cubicBezTo>
                  <a:cubicBezTo>
                    <a:pt x="355432" y="65733"/>
                    <a:pt x="351450" y="67048"/>
                    <a:pt x="350679" y="65924"/>
                  </a:cubicBezTo>
                  <a:cubicBezTo>
                    <a:pt x="349688" y="61219"/>
                    <a:pt x="344373" y="60457"/>
                    <a:pt x="341287" y="57704"/>
                  </a:cubicBezTo>
                  <a:cubicBezTo>
                    <a:pt x="338277" y="55037"/>
                    <a:pt x="335782" y="51265"/>
                    <a:pt x="333058" y="48312"/>
                  </a:cubicBezTo>
                  <a:cubicBezTo>
                    <a:pt x="328286" y="47484"/>
                    <a:pt x="321313" y="46217"/>
                    <a:pt x="320151" y="44788"/>
                  </a:cubicBezTo>
                  <a:cubicBezTo>
                    <a:pt x="319865" y="44445"/>
                    <a:pt x="318227" y="44988"/>
                    <a:pt x="317799" y="44788"/>
                  </a:cubicBezTo>
                  <a:cubicBezTo>
                    <a:pt x="317656" y="44721"/>
                    <a:pt x="317913" y="43750"/>
                    <a:pt x="317799" y="43616"/>
                  </a:cubicBezTo>
                  <a:cubicBezTo>
                    <a:pt x="317551" y="43312"/>
                    <a:pt x="315846" y="43740"/>
                    <a:pt x="315446" y="43616"/>
                  </a:cubicBezTo>
                  <a:cubicBezTo>
                    <a:pt x="313912" y="43131"/>
                    <a:pt x="312198" y="42854"/>
                    <a:pt x="310750" y="42445"/>
                  </a:cubicBezTo>
                  <a:cubicBezTo>
                    <a:pt x="306845" y="41330"/>
                    <a:pt x="302978" y="39921"/>
                    <a:pt x="299006" y="38921"/>
                  </a:cubicBezTo>
                  <a:cubicBezTo>
                    <a:pt x="297987" y="38663"/>
                    <a:pt x="294348" y="37739"/>
                    <a:pt x="294310" y="37749"/>
                  </a:cubicBezTo>
                  <a:cubicBezTo>
                    <a:pt x="293843" y="37844"/>
                    <a:pt x="294529" y="39292"/>
                    <a:pt x="293138" y="38921"/>
                  </a:cubicBezTo>
                  <a:cubicBezTo>
                    <a:pt x="292910" y="38854"/>
                    <a:pt x="292329" y="36749"/>
                    <a:pt x="291976" y="36568"/>
                  </a:cubicBezTo>
                  <a:cubicBezTo>
                    <a:pt x="291195" y="36177"/>
                    <a:pt x="290071" y="36444"/>
                    <a:pt x="289024" y="36597"/>
                  </a:cubicBezTo>
                  <a:lnTo>
                    <a:pt x="288862" y="36368"/>
                  </a:lnTo>
                  <a:lnTo>
                    <a:pt x="195669" y="4964"/>
                  </a:lnTo>
                  <a:cubicBezTo>
                    <a:pt x="195602" y="4869"/>
                    <a:pt x="195602" y="4783"/>
                    <a:pt x="195545" y="4688"/>
                  </a:cubicBezTo>
                  <a:cubicBezTo>
                    <a:pt x="193707" y="4354"/>
                    <a:pt x="191850" y="4116"/>
                    <a:pt x="189830" y="3688"/>
                  </a:cubicBezTo>
                  <a:cubicBezTo>
                    <a:pt x="186335" y="2954"/>
                    <a:pt x="182915" y="1868"/>
                    <a:pt x="179267" y="1335"/>
                  </a:cubicBezTo>
                  <a:cubicBezTo>
                    <a:pt x="177124" y="1021"/>
                    <a:pt x="174705" y="1611"/>
                    <a:pt x="172228" y="1335"/>
                  </a:cubicBezTo>
                  <a:cubicBezTo>
                    <a:pt x="171037" y="1211"/>
                    <a:pt x="170856" y="392"/>
                    <a:pt x="169875" y="163"/>
                  </a:cubicBezTo>
                  <a:cubicBezTo>
                    <a:pt x="168570" y="-151"/>
                    <a:pt x="166522" y="68"/>
                    <a:pt x="165189" y="163"/>
                  </a:cubicBezTo>
                  <a:cubicBezTo>
                    <a:pt x="161160" y="449"/>
                    <a:pt x="157340" y="2878"/>
                    <a:pt x="153445" y="3688"/>
                  </a:cubicBezTo>
                  <a:cubicBezTo>
                    <a:pt x="151587" y="4078"/>
                    <a:pt x="149416" y="3221"/>
                    <a:pt x="147568" y="3688"/>
                  </a:cubicBezTo>
                  <a:cubicBezTo>
                    <a:pt x="145558" y="4192"/>
                    <a:pt x="143101" y="4221"/>
                    <a:pt x="140529" y="4859"/>
                  </a:cubicBezTo>
                  <a:cubicBezTo>
                    <a:pt x="139948" y="5002"/>
                    <a:pt x="139252" y="6050"/>
                    <a:pt x="139357" y="6031"/>
                  </a:cubicBezTo>
                  <a:cubicBezTo>
                    <a:pt x="134557" y="6964"/>
                    <a:pt x="125575" y="7755"/>
                    <a:pt x="124098" y="9555"/>
                  </a:cubicBezTo>
                  <a:cubicBezTo>
                    <a:pt x="123879" y="9822"/>
                    <a:pt x="122117" y="9479"/>
                    <a:pt x="121746" y="9555"/>
                  </a:cubicBezTo>
                  <a:cubicBezTo>
                    <a:pt x="117907" y="10317"/>
                    <a:pt x="117021" y="10269"/>
                    <a:pt x="113525" y="10727"/>
                  </a:cubicBezTo>
                  <a:cubicBezTo>
                    <a:pt x="111916" y="10936"/>
                    <a:pt x="111030" y="11755"/>
                    <a:pt x="110001" y="11898"/>
                  </a:cubicBezTo>
                  <a:cubicBezTo>
                    <a:pt x="102857" y="12946"/>
                    <a:pt x="91466" y="12251"/>
                    <a:pt x="88865" y="15422"/>
                  </a:cubicBezTo>
                  <a:cubicBezTo>
                    <a:pt x="88675" y="15661"/>
                    <a:pt x="86865" y="15375"/>
                    <a:pt x="86522" y="15422"/>
                  </a:cubicBezTo>
                  <a:cubicBezTo>
                    <a:pt x="80712" y="16118"/>
                    <a:pt x="77635" y="16927"/>
                    <a:pt x="73349" y="17623"/>
                  </a:cubicBezTo>
                  <a:lnTo>
                    <a:pt x="67729" y="18937"/>
                  </a:lnTo>
                  <a:cubicBezTo>
                    <a:pt x="65015" y="18556"/>
                    <a:pt x="63224" y="19128"/>
                    <a:pt x="61862" y="20109"/>
                  </a:cubicBezTo>
                  <a:cubicBezTo>
                    <a:pt x="61138" y="20985"/>
                    <a:pt x="60357" y="21671"/>
                    <a:pt x="59509" y="22452"/>
                  </a:cubicBezTo>
                  <a:cubicBezTo>
                    <a:pt x="58700" y="23214"/>
                    <a:pt x="57233" y="23300"/>
                    <a:pt x="57166" y="24805"/>
                  </a:cubicBezTo>
                  <a:lnTo>
                    <a:pt x="52470" y="27148"/>
                  </a:lnTo>
                  <a:cubicBezTo>
                    <a:pt x="48584" y="26643"/>
                    <a:pt x="48251" y="30967"/>
                    <a:pt x="46603" y="33015"/>
                  </a:cubicBezTo>
                  <a:cubicBezTo>
                    <a:pt x="44393" y="35758"/>
                    <a:pt x="37316" y="41435"/>
                    <a:pt x="37211" y="43578"/>
                  </a:cubicBezTo>
                  <a:cubicBezTo>
                    <a:pt x="37106" y="45474"/>
                    <a:pt x="34477" y="47026"/>
                    <a:pt x="33687" y="48274"/>
                  </a:cubicBezTo>
                  <a:cubicBezTo>
                    <a:pt x="32115" y="50741"/>
                    <a:pt x="30525" y="53094"/>
                    <a:pt x="30163" y="55313"/>
                  </a:cubicBezTo>
                  <a:cubicBezTo>
                    <a:pt x="27315" y="57571"/>
                    <a:pt x="22114" y="61485"/>
                    <a:pt x="21942" y="64705"/>
                  </a:cubicBezTo>
                  <a:cubicBezTo>
                    <a:pt x="21876" y="66048"/>
                    <a:pt x="21142" y="65248"/>
                    <a:pt x="20771" y="65876"/>
                  </a:cubicBezTo>
                  <a:cubicBezTo>
                    <a:pt x="18742" y="69362"/>
                    <a:pt x="17266" y="72296"/>
                    <a:pt x="16085" y="75268"/>
                  </a:cubicBezTo>
                  <a:cubicBezTo>
                    <a:pt x="15637" y="76382"/>
                    <a:pt x="16218" y="78735"/>
                    <a:pt x="15075" y="79602"/>
                  </a:cubicBezTo>
                  <a:lnTo>
                    <a:pt x="15075" y="79611"/>
                  </a:lnTo>
                  <a:lnTo>
                    <a:pt x="12056" y="84660"/>
                  </a:lnTo>
                  <a:lnTo>
                    <a:pt x="12056" y="84660"/>
                  </a:lnTo>
                  <a:cubicBezTo>
                    <a:pt x="10570" y="87803"/>
                    <a:pt x="8007" y="91365"/>
                    <a:pt x="7874" y="94051"/>
                  </a:cubicBezTo>
                  <a:cubicBezTo>
                    <a:pt x="7798" y="95385"/>
                    <a:pt x="7055" y="94604"/>
                    <a:pt x="6703" y="95223"/>
                  </a:cubicBezTo>
                  <a:cubicBezTo>
                    <a:pt x="6093" y="96280"/>
                    <a:pt x="5636" y="95594"/>
                    <a:pt x="5531" y="97576"/>
                  </a:cubicBezTo>
                  <a:cubicBezTo>
                    <a:pt x="5464" y="98823"/>
                    <a:pt x="4578" y="98233"/>
                    <a:pt x="4359" y="98747"/>
                  </a:cubicBezTo>
                  <a:cubicBezTo>
                    <a:pt x="3207" y="101519"/>
                    <a:pt x="2769" y="105205"/>
                    <a:pt x="2007" y="108139"/>
                  </a:cubicBezTo>
                  <a:cubicBezTo>
                    <a:pt x="1311" y="110815"/>
                    <a:pt x="-1327" y="113711"/>
                    <a:pt x="835" y="116359"/>
                  </a:cubicBezTo>
                  <a:cubicBezTo>
                    <a:pt x="1702" y="115654"/>
                    <a:pt x="2026" y="117530"/>
                    <a:pt x="2007" y="117530"/>
                  </a:cubicBezTo>
                  <a:cubicBezTo>
                    <a:pt x="3274" y="117788"/>
                    <a:pt x="2759" y="116502"/>
                    <a:pt x="3178" y="116359"/>
                  </a:cubicBezTo>
                  <a:cubicBezTo>
                    <a:pt x="6017" y="115359"/>
                    <a:pt x="7264" y="113844"/>
                    <a:pt x="9046" y="112835"/>
                  </a:cubicBezTo>
                  <a:cubicBezTo>
                    <a:pt x="10446" y="112044"/>
                    <a:pt x="12027" y="112587"/>
                    <a:pt x="13742" y="111663"/>
                  </a:cubicBezTo>
                  <a:cubicBezTo>
                    <a:pt x="14361" y="111330"/>
                    <a:pt x="15266" y="109853"/>
                    <a:pt x="16094" y="109310"/>
                  </a:cubicBezTo>
                  <a:cubicBezTo>
                    <a:pt x="16523" y="109034"/>
                    <a:pt x="18066" y="108158"/>
                    <a:pt x="18447" y="108139"/>
                  </a:cubicBezTo>
                  <a:cubicBezTo>
                    <a:pt x="20276" y="108044"/>
                    <a:pt x="21933" y="106339"/>
                    <a:pt x="23143" y="105786"/>
                  </a:cubicBezTo>
                  <a:cubicBezTo>
                    <a:pt x="23781" y="105491"/>
                    <a:pt x="24952" y="104643"/>
                    <a:pt x="25495" y="104615"/>
                  </a:cubicBezTo>
                  <a:cubicBezTo>
                    <a:pt x="27324" y="104519"/>
                    <a:pt x="28982" y="102824"/>
                    <a:pt x="30182" y="102271"/>
                  </a:cubicBezTo>
                  <a:cubicBezTo>
                    <a:pt x="30829" y="101976"/>
                    <a:pt x="31991" y="101128"/>
                    <a:pt x="32534" y="101100"/>
                  </a:cubicBezTo>
                  <a:cubicBezTo>
                    <a:pt x="34916" y="100976"/>
                    <a:pt x="34935" y="98195"/>
                    <a:pt x="36059" y="97576"/>
                  </a:cubicBezTo>
                  <a:cubicBezTo>
                    <a:pt x="37668" y="96690"/>
                    <a:pt x="39497" y="97166"/>
                    <a:pt x="40754" y="96404"/>
                  </a:cubicBezTo>
                  <a:cubicBezTo>
                    <a:pt x="41488" y="95956"/>
                    <a:pt x="42174" y="94651"/>
                    <a:pt x="43107" y="94051"/>
                  </a:cubicBezTo>
                  <a:cubicBezTo>
                    <a:pt x="43536" y="93775"/>
                    <a:pt x="45088" y="92899"/>
                    <a:pt x="45460" y="92880"/>
                  </a:cubicBezTo>
                  <a:cubicBezTo>
                    <a:pt x="47136" y="92794"/>
                    <a:pt x="49146" y="91118"/>
                    <a:pt x="50156" y="90527"/>
                  </a:cubicBezTo>
                  <a:cubicBezTo>
                    <a:pt x="50460" y="90346"/>
                    <a:pt x="50775" y="89708"/>
                    <a:pt x="51327" y="89355"/>
                  </a:cubicBezTo>
                  <a:cubicBezTo>
                    <a:pt x="52070" y="88879"/>
                    <a:pt x="52946" y="88508"/>
                    <a:pt x="53680" y="88184"/>
                  </a:cubicBezTo>
                  <a:cubicBezTo>
                    <a:pt x="57052" y="86688"/>
                    <a:pt x="60757" y="85831"/>
                    <a:pt x="64243" y="84660"/>
                  </a:cubicBezTo>
                  <a:cubicBezTo>
                    <a:pt x="66996" y="83736"/>
                    <a:pt x="69320" y="83278"/>
                    <a:pt x="70110" y="82316"/>
                  </a:cubicBezTo>
                  <a:cubicBezTo>
                    <a:pt x="70196" y="82221"/>
                    <a:pt x="73673" y="81135"/>
                    <a:pt x="73635" y="81145"/>
                  </a:cubicBezTo>
                  <a:cubicBezTo>
                    <a:pt x="75083" y="80783"/>
                    <a:pt x="75187" y="80926"/>
                    <a:pt x="75987" y="79973"/>
                  </a:cubicBezTo>
                  <a:cubicBezTo>
                    <a:pt x="76245" y="79649"/>
                    <a:pt x="77921" y="80145"/>
                    <a:pt x="78331" y="79973"/>
                  </a:cubicBezTo>
                  <a:cubicBezTo>
                    <a:pt x="80988" y="78916"/>
                    <a:pt x="83950" y="78183"/>
                    <a:pt x="86560" y="77630"/>
                  </a:cubicBezTo>
                  <a:cubicBezTo>
                    <a:pt x="91447" y="76582"/>
                    <a:pt x="94990" y="75449"/>
                    <a:pt x="98247" y="76449"/>
                  </a:cubicBezTo>
                  <a:lnTo>
                    <a:pt x="104172" y="74115"/>
                  </a:lnTo>
                  <a:cubicBezTo>
                    <a:pt x="112221" y="72201"/>
                    <a:pt x="118298" y="74620"/>
                    <a:pt x="128823" y="75287"/>
                  </a:cubicBezTo>
                  <a:lnTo>
                    <a:pt x="132347" y="76459"/>
                  </a:lnTo>
                  <a:cubicBezTo>
                    <a:pt x="144053" y="79926"/>
                    <a:pt x="157998" y="81183"/>
                    <a:pt x="168742" y="83507"/>
                  </a:cubicBezTo>
                  <a:cubicBezTo>
                    <a:pt x="173571" y="84545"/>
                    <a:pt x="175114" y="85412"/>
                    <a:pt x="179305" y="85850"/>
                  </a:cubicBezTo>
                  <a:cubicBezTo>
                    <a:pt x="181010" y="86031"/>
                    <a:pt x="181696" y="86784"/>
                    <a:pt x="182829" y="87022"/>
                  </a:cubicBezTo>
                  <a:cubicBezTo>
                    <a:pt x="185887" y="87679"/>
                    <a:pt x="188678" y="87498"/>
                    <a:pt x="191049" y="88193"/>
                  </a:cubicBezTo>
                  <a:cubicBezTo>
                    <a:pt x="191154" y="88222"/>
                    <a:pt x="190964" y="89260"/>
                    <a:pt x="191049" y="89365"/>
                  </a:cubicBezTo>
                  <a:cubicBezTo>
                    <a:pt x="191326" y="89708"/>
                    <a:pt x="192973" y="89165"/>
                    <a:pt x="193402" y="89365"/>
                  </a:cubicBezTo>
                  <a:cubicBezTo>
                    <a:pt x="193545" y="89432"/>
                    <a:pt x="193288" y="90403"/>
                    <a:pt x="193402" y="90537"/>
                  </a:cubicBezTo>
                  <a:cubicBezTo>
                    <a:pt x="193659" y="90860"/>
                    <a:pt x="195336" y="90365"/>
                    <a:pt x="195745" y="90537"/>
                  </a:cubicBezTo>
                  <a:cubicBezTo>
                    <a:pt x="195879" y="90594"/>
                    <a:pt x="195650" y="91584"/>
                    <a:pt x="195745" y="91708"/>
                  </a:cubicBezTo>
                  <a:cubicBezTo>
                    <a:pt x="195983" y="92003"/>
                    <a:pt x="197707" y="91603"/>
                    <a:pt x="198098" y="91708"/>
                  </a:cubicBezTo>
                  <a:cubicBezTo>
                    <a:pt x="199603" y="92127"/>
                    <a:pt x="200574" y="92575"/>
                    <a:pt x="201622" y="92880"/>
                  </a:cubicBezTo>
                  <a:cubicBezTo>
                    <a:pt x="204775" y="93813"/>
                    <a:pt x="208013" y="93775"/>
                    <a:pt x="210766" y="94851"/>
                  </a:cubicBezTo>
                  <a:lnTo>
                    <a:pt x="248676" y="111158"/>
                  </a:lnTo>
                  <a:lnTo>
                    <a:pt x="350755" y="166889"/>
                  </a:lnTo>
                  <a:lnTo>
                    <a:pt x="422345" y="291266"/>
                  </a:lnTo>
                  <a:lnTo>
                    <a:pt x="458740" y="304211"/>
                  </a:lnTo>
                  <a:lnTo>
                    <a:pt x="428622" y="143153"/>
                  </a:lnTo>
                  <a:close/>
                </a:path>
              </a:pathLst>
            </a:custGeom>
            <a:solidFill>
              <a:srgbClr val="E89A1D"/>
            </a:solidFill>
            <a:ln cap="flat">
              <a:noFill/>
              <a:prstDash val="solid"/>
              <a:miter lim="800000"/>
            </a:ln>
          </p:spPr>
          <p:txBody>
            <a:bodyPr vert="horz" anchor="ctr" tIns="45720" lIns="91440" bIns="45720" rIns="91440"/>
            <a:p>
              <a:pPr algn="l" marL="0"/>
            </a:p>
          </p:txBody>
        </p:sp>
        <p:sp>
          <p:nvSpPr>
            <p:cNvPr name="Freeform 97" id="97"/>
            <p:cNvSpPr/>
            <p:nvPr/>
          </p:nvSpPr>
          <p:spPr>
            <a:xfrm>
              <a:off x="8879448" y="3522531"/>
              <a:ext cx="239658" cy="523201"/>
            </a:xfrm>
            <a:custGeom>
              <a:avLst/>
              <a:gdLst/>
              <a:ahLst/>
              <a:cxnLst/>
              <a:rect r="r" b="b" t="t" l="l"/>
              <a:pathLst>
                <a:path w="239658" h="523201" stroke="true" fill="norm" extrusionOk="true">
                  <a:moveTo>
                    <a:pt x="231353" y="432285"/>
                  </a:moveTo>
                  <a:lnTo>
                    <a:pt x="147047" y="187521"/>
                  </a:lnTo>
                  <a:cubicBezTo>
                    <a:pt x="146542" y="186550"/>
                    <a:pt x="146094" y="185540"/>
                    <a:pt x="145571" y="184578"/>
                  </a:cubicBezTo>
                  <a:cubicBezTo>
                    <a:pt x="145304" y="184092"/>
                    <a:pt x="144828" y="183426"/>
                    <a:pt x="144370" y="182702"/>
                  </a:cubicBezTo>
                  <a:lnTo>
                    <a:pt x="143913" y="181892"/>
                  </a:lnTo>
                  <a:lnTo>
                    <a:pt x="143913" y="181892"/>
                  </a:lnTo>
                  <a:cubicBezTo>
                    <a:pt x="143561" y="181235"/>
                    <a:pt x="143266" y="180558"/>
                    <a:pt x="143227" y="179882"/>
                  </a:cubicBezTo>
                  <a:cubicBezTo>
                    <a:pt x="143151" y="178377"/>
                    <a:pt x="141522" y="178387"/>
                    <a:pt x="140875" y="177529"/>
                  </a:cubicBezTo>
                  <a:cubicBezTo>
                    <a:pt x="140560" y="177110"/>
                    <a:pt x="141265" y="175501"/>
                    <a:pt x="140875" y="175186"/>
                  </a:cubicBezTo>
                  <a:cubicBezTo>
                    <a:pt x="139770" y="174282"/>
                    <a:pt x="139122" y="174329"/>
                    <a:pt x="138532" y="172834"/>
                  </a:cubicBezTo>
                  <a:cubicBezTo>
                    <a:pt x="138360" y="172415"/>
                    <a:pt x="138855" y="170748"/>
                    <a:pt x="138532" y="170491"/>
                  </a:cubicBezTo>
                  <a:cubicBezTo>
                    <a:pt x="138398" y="170376"/>
                    <a:pt x="137417" y="170624"/>
                    <a:pt x="137360" y="170491"/>
                  </a:cubicBezTo>
                  <a:cubicBezTo>
                    <a:pt x="137169" y="170062"/>
                    <a:pt x="137693" y="168414"/>
                    <a:pt x="137360" y="168138"/>
                  </a:cubicBezTo>
                  <a:cubicBezTo>
                    <a:pt x="137227" y="168033"/>
                    <a:pt x="136255" y="168290"/>
                    <a:pt x="136188" y="168138"/>
                  </a:cubicBezTo>
                  <a:cubicBezTo>
                    <a:pt x="135988" y="167709"/>
                    <a:pt x="136531" y="166071"/>
                    <a:pt x="136188" y="165795"/>
                  </a:cubicBezTo>
                  <a:cubicBezTo>
                    <a:pt x="136036" y="165671"/>
                    <a:pt x="135112" y="165957"/>
                    <a:pt x="135017" y="165795"/>
                  </a:cubicBezTo>
                  <a:cubicBezTo>
                    <a:pt x="134150" y="164261"/>
                    <a:pt x="133969" y="162794"/>
                    <a:pt x="133350" y="161280"/>
                  </a:cubicBezTo>
                  <a:cubicBezTo>
                    <a:pt x="133169" y="160832"/>
                    <a:pt x="132959" y="160385"/>
                    <a:pt x="132664" y="159918"/>
                  </a:cubicBezTo>
                  <a:cubicBezTo>
                    <a:pt x="131959" y="158813"/>
                    <a:pt x="130007" y="157784"/>
                    <a:pt x="129140" y="156394"/>
                  </a:cubicBezTo>
                  <a:cubicBezTo>
                    <a:pt x="127911" y="154422"/>
                    <a:pt x="127197" y="151793"/>
                    <a:pt x="125616" y="149345"/>
                  </a:cubicBezTo>
                  <a:cubicBezTo>
                    <a:pt x="125187" y="148697"/>
                    <a:pt x="124511" y="149526"/>
                    <a:pt x="124444" y="148173"/>
                  </a:cubicBezTo>
                  <a:cubicBezTo>
                    <a:pt x="124387" y="147173"/>
                    <a:pt x="122663" y="145573"/>
                    <a:pt x="122092" y="144649"/>
                  </a:cubicBezTo>
                  <a:cubicBezTo>
                    <a:pt x="121701" y="144011"/>
                    <a:pt x="121244" y="142963"/>
                    <a:pt x="120729" y="141811"/>
                  </a:cubicBezTo>
                  <a:cubicBezTo>
                    <a:pt x="120101" y="140411"/>
                    <a:pt x="119396" y="138858"/>
                    <a:pt x="118577" y="137601"/>
                  </a:cubicBezTo>
                  <a:cubicBezTo>
                    <a:pt x="117805" y="136420"/>
                    <a:pt x="115881" y="135305"/>
                    <a:pt x="115052" y="134076"/>
                  </a:cubicBezTo>
                  <a:cubicBezTo>
                    <a:pt x="113948" y="132419"/>
                    <a:pt x="113643" y="131000"/>
                    <a:pt x="112700" y="129381"/>
                  </a:cubicBezTo>
                  <a:cubicBezTo>
                    <a:pt x="112414" y="127304"/>
                    <a:pt x="110376" y="127028"/>
                    <a:pt x="109175" y="125856"/>
                  </a:cubicBezTo>
                  <a:cubicBezTo>
                    <a:pt x="107975" y="124685"/>
                    <a:pt x="107594" y="122761"/>
                    <a:pt x="105651" y="122332"/>
                  </a:cubicBezTo>
                  <a:cubicBezTo>
                    <a:pt x="106556" y="120294"/>
                    <a:pt x="104794" y="119494"/>
                    <a:pt x="104480" y="118808"/>
                  </a:cubicBezTo>
                  <a:cubicBezTo>
                    <a:pt x="104280" y="118379"/>
                    <a:pt x="104823" y="116741"/>
                    <a:pt x="104480" y="116465"/>
                  </a:cubicBezTo>
                  <a:cubicBezTo>
                    <a:pt x="104346" y="116350"/>
                    <a:pt x="103375" y="116608"/>
                    <a:pt x="103308" y="116465"/>
                  </a:cubicBezTo>
                  <a:cubicBezTo>
                    <a:pt x="103108" y="116036"/>
                    <a:pt x="103651" y="114398"/>
                    <a:pt x="103308" y="114112"/>
                  </a:cubicBezTo>
                  <a:cubicBezTo>
                    <a:pt x="103165" y="114007"/>
                    <a:pt x="102203" y="114264"/>
                    <a:pt x="102137" y="114112"/>
                  </a:cubicBezTo>
                  <a:cubicBezTo>
                    <a:pt x="101936" y="113683"/>
                    <a:pt x="102479" y="112045"/>
                    <a:pt x="102137" y="111769"/>
                  </a:cubicBezTo>
                  <a:cubicBezTo>
                    <a:pt x="100489" y="110416"/>
                    <a:pt x="98260" y="104635"/>
                    <a:pt x="96269" y="101206"/>
                  </a:cubicBezTo>
                  <a:cubicBezTo>
                    <a:pt x="95774" y="100348"/>
                    <a:pt x="94469" y="99596"/>
                    <a:pt x="93917" y="98853"/>
                  </a:cubicBezTo>
                  <a:cubicBezTo>
                    <a:pt x="92945" y="97529"/>
                    <a:pt x="91754" y="93910"/>
                    <a:pt x="90392" y="91814"/>
                  </a:cubicBezTo>
                  <a:cubicBezTo>
                    <a:pt x="89535" y="90490"/>
                    <a:pt x="87735" y="89557"/>
                    <a:pt x="86868" y="88290"/>
                  </a:cubicBezTo>
                  <a:cubicBezTo>
                    <a:pt x="86582" y="87871"/>
                    <a:pt x="87249" y="86251"/>
                    <a:pt x="86868" y="85947"/>
                  </a:cubicBezTo>
                  <a:cubicBezTo>
                    <a:pt x="85306" y="84670"/>
                    <a:pt x="83410" y="83937"/>
                    <a:pt x="82172" y="81251"/>
                  </a:cubicBezTo>
                  <a:cubicBezTo>
                    <a:pt x="81972" y="80822"/>
                    <a:pt x="82515" y="79174"/>
                    <a:pt x="82172" y="78898"/>
                  </a:cubicBezTo>
                  <a:cubicBezTo>
                    <a:pt x="81210" y="78108"/>
                    <a:pt x="78762" y="77527"/>
                    <a:pt x="78648" y="75374"/>
                  </a:cubicBezTo>
                  <a:cubicBezTo>
                    <a:pt x="78619" y="74926"/>
                    <a:pt x="76667" y="73450"/>
                    <a:pt x="76305" y="73031"/>
                  </a:cubicBezTo>
                  <a:cubicBezTo>
                    <a:pt x="75705" y="72335"/>
                    <a:pt x="75705" y="71440"/>
                    <a:pt x="75133" y="70678"/>
                  </a:cubicBezTo>
                  <a:cubicBezTo>
                    <a:pt x="70742" y="64820"/>
                    <a:pt x="63417" y="58057"/>
                    <a:pt x="57521" y="51895"/>
                  </a:cubicBezTo>
                  <a:cubicBezTo>
                    <a:pt x="57598" y="51819"/>
                    <a:pt x="57674" y="51790"/>
                    <a:pt x="57759" y="51733"/>
                  </a:cubicBezTo>
                  <a:cubicBezTo>
                    <a:pt x="56912" y="51066"/>
                    <a:pt x="56121" y="50333"/>
                    <a:pt x="55397" y="49542"/>
                  </a:cubicBezTo>
                  <a:cubicBezTo>
                    <a:pt x="54816" y="49752"/>
                    <a:pt x="54149" y="49723"/>
                    <a:pt x="53454" y="49256"/>
                  </a:cubicBezTo>
                  <a:cubicBezTo>
                    <a:pt x="52025" y="48304"/>
                    <a:pt x="50902" y="47123"/>
                    <a:pt x="50130" y="45694"/>
                  </a:cubicBezTo>
                  <a:cubicBezTo>
                    <a:pt x="49549" y="45932"/>
                    <a:pt x="48911" y="46085"/>
                    <a:pt x="48130" y="46018"/>
                  </a:cubicBezTo>
                  <a:cubicBezTo>
                    <a:pt x="46263" y="41493"/>
                    <a:pt x="42796" y="38512"/>
                    <a:pt x="38738" y="35455"/>
                  </a:cubicBezTo>
                  <a:cubicBezTo>
                    <a:pt x="33699" y="31654"/>
                    <a:pt x="28270" y="24882"/>
                    <a:pt x="22308" y="20196"/>
                  </a:cubicBezTo>
                  <a:cubicBezTo>
                    <a:pt x="22298" y="18167"/>
                    <a:pt x="20926" y="17767"/>
                    <a:pt x="19955" y="16671"/>
                  </a:cubicBezTo>
                  <a:cubicBezTo>
                    <a:pt x="18278" y="14776"/>
                    <a:pt x="15392" y="12233"/>
                    <a:pt x="12916" y="9623"/>
                  </a:cubicBezTo>
                  <a:cubicBezTo>
                    <a:pt x="9849" y="6422"/>
                    <a:pt x="7458" y="2565"/>
                    <a:pt x="3515" y="231"/>
                  </a:cubicBezTo>
                  <a:cubicBezTo>
                    <a:pt x="1562" y="-321"/>
                    <a:pt x="695" y="203"/>
                    <a:pt x="0" y="898"/>
                  </a:cubicBezTo>
                  <a:cubicBezTo>
                    <a:pt x="667" y="3717"/>
                    <a:pt x="1572" y="6394"/>
                    <a:pt x="1410" y="9347"/>
                  </a:cubicBezTo>
                  <a:cubicBezTo>
                    <a:pt x="2819" y="14823"/>
                    <a:pt x="7096" y="17433"/>
                    <a:pt x="8030" y="23386"/>
                  </a:cubicBezTo>
                  <a:cubicBezTo>
                    <a:pt x="9192" y="26092"/>
                    <a:pt x="10630" y="28673"/>
                    <a:pt x="11954" y="31311"/>
                  </a:cubicBezTo>
                  <a:cubicBezTo>
                    <a:pt x="12497" y="31006"/>
                    <a:pt x="12840" y="30892"/>
                    <a:pt x="14087" y="31940"/>
                  </a:cubicBezTo>
                  <a:cubicBezTo>
                    <a:pt x="16678" y="38588"/>
                    <a:pt x="18593" y="45275"/>
                    <a:pt x="21136" y="51904"/>
                  </a:cubicBezTo>
                  <a:cubicBezTo>
                    <a:pt x="21584" y="53057"/>
                    <a:pt x="23184" y="52466"/>
                    <a:pt x="23479" y="53076"/>
                  </a:cubicBezTo>
                  <a:cubicBezTo>
                    <a:pt x="23965" y="54047"/>
                    <a:pt x="22041" y="54676"/>
                    <a:pt x="22308" y="55419"/>
                  </a:cubicBezTo>
                  <a:cubicBezTo>
                    <a:pt x="23517" y="58858"/>
                    <a:pt x="25670" y="60563"/>
                    <a:pt x="25832" y="63639"/>
                  </a:cubicBezTo>
                  <a:cubicBezTo>
                    <a:pt x="25898" y="64849"/>
                    <a:pt x="26822" y="64334"/>
                    <a:pt x="27003" y="64811"/>
                  </a:cubicBezTo>
                  <a:cubicBezTo>
                    <a:pt x="28042" y="67554"/>
                    <a:pt x="28413" y="69916"/>
                    <a:pt x="29346" y="70678"/>
                  </a:cubicBezTo>
                  <a:cubicBezTo>
                    <a:pt x="29689" y="70954"/>
                    <a:pt x="29146" y="72602"/>
                    <a:pt x="29346" y="73031"/>
                  </a:cubicBezTo>
                  <a:cubicBezTo>
                    <a:pt x="29423" y="73174"/>
                    <a:pt x="30385" y="72916"/>
                    <a:pt x="30518" y="73031"/>
                  </a:cubicBezTo>
                  <a:cubicBezTo>
                    <a:pt x="30861" y="73307"/>
                    <a:pt x="30328" y="74955"/>
                    <a:pt x="30518" y="75374"/>
                  </a:cubicBezTo>
                  <a:cubicBezTo>
                    <a:pt x="31185" y="76841"/>
                    <a:pt x="31728" y="76812"/>
                    <a:pt x="32861" y="77717"/>
                  </a:cubicBezTo>
                  <a:cubicBezTo>
                    <a:pt x="33433" y="78174"/>
                    <a:pt x="31880" y="79432"/>
                    <a:pt x="31690" y="78889"/>
                  </a:cubicBezTo>
                  <a:cubicBezTo>
                    <a:pt x="32032" y="79851"/>
                    <a:pt x="32833" y="81918"/>
                    <a:pt x="32861" y="82413"/>
                  </a:cubicBezTo>
                  <a:cubicBezTo>
                    <a:pt x="32928" y="83689"/>
                    <a:pt x="33785" y="83032"/>
                    <a:pt x="34033" y="83584"/>
                  </a:cubicBezTo>
                  <a:cubicBezTo>
                    <a:pt x="34480" y="84546"/>
                    <a:pt x="33576" y="86147"/>
                    <a:pt x="34033" y="87099"/>
                  </a:cubicBezTo>
                  <a:cubicBezTo>
                    <a:pt x="34452" y="87975"/>
                    <a:pt x="36300" y="87937"/>
                    <a:pt x="36385" y="89452"/>
                  </a:cubicBezTo>
                  <a:cubicBezTo>
                    <a:pt x="36500" y="91614"/>
                    <a:pt x="38643" y="92452"/>
                    <a:pt x="38729" y="94148"/>
                  </a:cubicBezTo>
                  <a:cubicBezTo>
                    <a:pt x="38795" y="95510"/>
                    <a:pt x="39481" y="94672"/>
                    <a:pt x="39900" y="95319"/>
                  </a:cubicBezTo>
                  <a:cubicBezTo>
                    <a:pt x="41815" y="98281"/>
                    <a:pt x="40786" y="99729"/>
                    <a:pt x="43424" y="102368"/>
                  </a:cubicBezTo>
                  <a:lnTo>
                    <a:pt x="85725" y="199408"/>
                  </a:lnTo>
                  <a:lnTo>
                    <a:pt x="85811" y="199513"/>
                  </a:lnTo>
                  <a:cubicBezTo>
                    <a:pt x="86420" y="216458"/>
                    <a:pt x="95107" y="225326"/>
                    <a:pt x="96222" y="241766"/>
                  </a:cubicBezTo>
                  <a:cubicBezTo>
                    <a:pt x="97117" y="244681"/>
                    <a:pt x="97603" y="247672"/>
                    <a:pt x="98212" y="250662"/>
                  </a:cubicBezTo>
                  <a:cubicBezTo>
                    <a:pt x="98984" y="250291"/>
                    <a:pt x="99708" y="250186"/>
                    <a:pt x="99784" y="251472"/>
                  </a:cubicBezTo>
                  <a:cubicBezTo>
                    <a:pt x="101527" y="255025"/>
                    <a:pt x="103356" y="259921"/>
                    <a:pt x="104480" y="263216"/>
                  </a:cubicBezTo>
                  <a:cubicBezTo>
                    <a:pt x="104956" y="264607"/>
                    <a:pt x="104899" y="266083"/>
                    <a:pt x="105651" y="267912"/>
                  </a:cubicBezTo>
                  <a:cubicBezTo>
                    <a:pt x="105870" y="268465"/>
                    <a:pt x="107661" y="269598"/>
                    <a:pt x="107994" y="270255"/>
                  </a:cubicBezTo>
                  <a:cubicBezTo>
                    <a:pt x="108842" y="271913"/>
                    <a:pt x="108442" y="273294"/>
                    <a:pt x="109166" y="274951"/>
                  </a:cubicBezTo>
                  <a:cubicBezTo>
                    <a:pt x="109337" y="275332"/>
                    <a:pt x="109995" y="275275"/>
                    <a:pt x="110338" y="276123"/>
                  </a:cubicBezTo>
                  <a:cubicBezTo>
                    <a:pt x="110557" y="276675"/>
                    <a:pt x="110881" y="277418"/>
                    <a:pt x="111204" y="278199"/>
                  </a:cubicBezTo>
                  <a:lnTo>
                    <a:pt x="131378" y="376640"/>
                  </a:lnTo>
                  <a:cubicBezTo>
                    <a:pt x="131245" y="376516"/>
                    <a:pt x="131112" y="376402"/>
                    <a:pt x="130988" y="376278"/>
                  </a:cubicBezTo>
                  <a:cubicBezTo>
                    <a:pt x="131150" y="376554"/>
                    <a:pt x="131292" y="376812"/>
                    <a:pt x="131474" y="377088"/>
                  </a:cubicBezTo>
                  <a:cubicBezTo>
                    <a:pt x="132626" y="378898"/>
                    <a:pt x="134093" y="384641"/>
                    <a:pt x="137341" y="386479"/>
                  </a:cubicBezTo>
                  <a:cubicBezTo>
                    <a:pt x="137169" y="392842"/>
                    <a:pt x="138132" y="396690"/>
                    <a:pt x="139694" y="402920"/>
                  </a:cubicBezTo>
                  <a:cubicBezTo>
                    <a:pt x="139865" y="403605"/>
                    <a:pt x="140865" y="404129"/>
                    <a:pt x="140865" y="404091"/>
                  </a:cubicBezTo>
                  <a:cubicBezTo>
                    <a:pt x="141056" y="405491"/>
                    <a:pt x="139798" y="404767"/>
                    <a:pt x="139694" y="405263"/>
                  </a:cubicBezTo>
                  <a:cubicBezTo>
                    <a:pt x="139408" y="406682"/>
                    <a:pt x="140732" y="405910"/>
                    <a:pt x="140865" y="406434"/>
                  </a:cubicBezTo>
                  <a:cubicBezTo>
                    <a:pt x="141522" y="409101"/>
                    <a:pt x="141503" y="412397"/>
                    <a:pt x="142037" y="414654"/>
                  </a:cubicBezTo>
                  <a:cubicBezTo>
                    <a:pt x="142123" y="415035"/>
                    <a:pt x="144380" y="416874"/>
                    <a:pt x="144389" y="416998"/>
                  </a:cubicBezTo>
                  <a:cubicBezTo>
                    <a:pt x="144456" y="417893"/>
                    <a:pt x="142904" y="418226"/>
                    <a:pt x="143218" y="419350"/>
                  </a:cubicBezTo>
                  <a:cubicBezTo>
                    <a:pt x="143685" y="421055"/>
                    <a:pt x="145018" y="421846"/>
                    <a:pt x="145561" y="424046"/>
                  </a:cubicBezTo>
                  <a:cubicBezTo>
                    <a:pt x="146075" y="426075"/>
                    <a:pt x="145837" y="427227"/>
                    <a:pt x="146732" y="429923"/>
                  </a:cubicBezTo>
                  <a:cubicBezTo>
                    <a:pt x="146847" y="430275"/>
                    <a:pt x="147533" y="430075"/>
                    <a:pt x="147790" y="430628"/>
                  </a:cubicBezTo>
                  <a:lnTo>
                    <a:pt x="147828" y="431352"/>
                  </a:lnTo>
                  <a:cubicBezTo>
                    <a:pt x="147628" y="431933"/>
                    <a:pt x="146885" y="432714"/>
                    <a:pt x="146742" y="432266"/>
                  </a:cubicBezTo>
                  <a:cubicBezTo>
                    <a:pt x="147047" y="433190"/>
                    <a:pt x="147514" y="433952"/>
                    <a:pt x="148000" y="434666"/>
                  </a:cubicBezTo>
                  <a:lnTo>
                    <a:pt x="148000" y="434695"/>
                  </a:lnTo>
                  <a:lnTo>
                    <a:pt x="150066" y="444296"/>
                  </a:lnTo>
                  <a:cubicBezTo>
                    <a:pt x="150066" y="444296"/>
                    <a:pt x="182480" y="485568"/>
                    <a:pt x="182480" y="486492"/>
                  </a:cubicBezTo>
                  <a:cubicBezTo>
                    <a:pt x="182480" y="487416"/>
                    <a:pt x="229171" y="523201"/>
                    <a:pt x="229171" y="523201"/>
                  </a:cubicBezTo>
                  <a:lnTo>
                    <a:pt x="239658" y="499141"/>
                  </a:lnTo>
                  <a:lnTo>
                    <a:pt x="231353" y="432285"/>
                  </a:lnTo>
                  <a:close/>
                </a:path>
              </a:pathLst>
            </a:custGeom>
            <a:solidFill>
              <a:srgbClr val="F3AB20"/>
            </a:solidFill>
            <a:ln cap="flat">
              <a:noFill/>
              <a:prstDash val="solid"/>
              <a:miter lim="800000"/>
            </a:ln>
          </p:spPr>
          <p:txBody>
            <a:bodyPr vert="horz" anchor="ctr" tIns="45720" lIns="91440" bIns="45720" rIns="91440"/>
            <a:p>
              <a:pPr algn="l" marL="0"/>
            </a:p>
          </p:txBody>
        </p:sp>
        <p:sp>
          <p:nvSpPr>
            <p:cNvPr name="Freeform 98" id="98"/>
            <p:cNvSpPr/>
            <p:nvPr/>
          </p:nvSpPr>
          <p:spPr>
            <a:xfrm>
              <a:off x="8524946" y="3517847"/>
              <a:ext cx="520179" cy="227714"/>
            </a:xfrm>
            <a:custGeom>
              <a:avLst/>
              <a:gdLst/>
              <a:ahLst/>
              <a:cxnLst/>
              <a:rect r="r" b="b" t="t" l="l"/>
              <a:pathLst>
                <a:path w="520179" h="227714" stroke="true" fill="norm" extrusionOk="true">
                  <a:moveTo>
                    <a:pt x="514169" y="206178"/>
                  </a:moveTo>
                  <a:lnTo>
                    <a:pt x="504187" y="197501"/>
                  </a:lnTo>
                  <a:cubicBezTo>
                    <a:pt x="503673" y="197958"/>
                    <a:pt x="502978" y="198168"/>
                    <a:pt x="502101" y="197825"/>
                  </a:cubicBezTo>
                  <a:cubicBezTo>
                    <a:pt x="498682" y="196482"/>
                    <a:pt x="495567" y="194634"/>
                    <a:pt x="492348" y="192882"/>
                  </a:cubicBezTo>
                  <a:cubicBezTo>
                    <a:pt x="491586" y="192472"/>
                    <a:pt x="491243" y="191853"/>
                    <a:pt x="491176" y="191196"/>
                  </a:cubicBezTo>
                  <a:cubicBezTo>
                    <a:pt x="489157" y="190062"/>
                    <a:pt x="487433" y="188633"/>
                    <a:pt x="487166" y="185747"/>
                  </a:cubicBezTo>
                  <a:cubicBezTo>
                    <a:pt x="484023" y="184976"/>
                    <a:pt x="482708" y="182385"/>
                    <a:pt x="480127" y="181051"/>
                  </a:cubicBezTo>
                  <a:cubicBezTo>
                    <a:pt x="481518" y="177575"/>
                    <a:pt x="479355" y="173079"/>
                    <a:pt x="480127" y="166964"/>
                  </a:cubicBezTo>
                  <a:cubicBezTo>
                    <a:pt x="479108" y="160478"/>
                    <a:pt x="469564" y="152877"/>
                    <a:pt x="469564" y="152877"/>
                  </a:cubicBezTo>
                  <a:cubicBezTo>
                    <a:pt x="469764" y="148771"/>
                    <a:pt x="465430" y="149181"/>
                    <a:pt x="463697" y="147009"/>
                  </a:cubicBezTo>
                  <a:cubicBezTo>
                    <a:pt x="461820" y="144971"/>
                    <a:pt x="458410" y="144466"/>
                    <a:pt x="454305" y="144666"/>
                  </a:cubicBezTo>
                  <a:cubicBezTo>
                    <a:pt x="451828" y="145457"/>
                    <a:pt x="450580" y="148162"/>
                    <a:pt x="449609" y="150533"/>
                  </a:cubicBezTo>
                  <a:cubicBezTo>
                    <a:pt x="448685" y="152791"/>
                    <a:pt x="448771" y="157830"/>
                    <a:pt x="447256" y="158753"/>
                  </a:cubicBezTo>
                  <a:cubicBezTo>
                    <a:pt x="443884" y="155867"/>
                    <a:pt x="438912" y="154582"/>
                    <a:pt x="436693" y="150533"/>
                  </a:cubicBezTo>
                  <a:cubicBezTo>
                    <a:pt x="432693" y="151133"/>
                    <a:pt x="431483" y="148276"/>
                    <a:pt x="429654" y="148181"/>
                  </a:cubicBezTo>
                  <a:cubicBezTo>
                    <a:pt x="428321" y="148114"/>
                    <a:pt x="429111" y="147371"/>
                    <a:pt x="428482" y="147009"/>
                  </a:cubicBezTo>
                  <a:cubicBezTo>
                    <a:pt x="425701" y="145418"/>
                    <a:pt x="423453" y="144599"/>
                    <a:pt x="421444" y="142313"/>
                  </a:cubicBezTo>
                  <a:cubicBezTo>
                    <a:pt x="425615" y="137503"/>
                    <a:pt x="428816" y="138199"/>
                    <a:pt x="429664" y="131750"/>
                  </a:cubicBezTo>
                  <a:cubicBezTo>
                    <a:pt x="430149" y="127997"/>
                    <a:pt x="428892" y="125711"/>
                    <a:pt x="428492" y="124702"/>
                  </a:cubicBezTo>
                  <a:cubicBezTo>
                    <a:pt x="428378" y="124416"/>
                    <a:pt x="428502" y="123835"/>
                    <a:pt x="428492" y="123521"/>
                  </a:cubicBezTo>
                  <a:cubicBezTo>
                    <a:pt x="428416" y="122187"/>
                    <a:pt x="427673" y="122978"/>
                    <a:pt x="427321" y="122349"/>
                  </a:cubicBezTo>
                  <a:cubicBezTo>
                    <a:pt x="424215" y="116920"/>
                    <a:pt x="415481" y="112071"/>
                    <a:pt x="409709" y="110614"/>
                  </a:cubicBezTo>
                  <a:cubicBezTo>
                    <a:pt x="405318" y="109500"/>
                    <a:pt x="404213" y="109624"/>
                    <a:pt x="402660" y="110614"/>
                  </a:cubicBezTo>
                  <a:cubicBezTo>
                    <a:pt x="400384" y="112071"/>
                    <a:pt x="397783" y="112386"/>
                    <a:pt x="395621" y="112957"/>
                  </a:cubicBezTo>
                  <a:cubicBezTo>
                    <a:pt x="395336" y="117348"/>
                    <a:pt x="393850" y="119682"/>
                    <a:pt x="395621" y="121177"/>
                  </a:cubicBezTo>
                  <a:cubicBezTo>
                    <a:pt x="395288" y="123854"/>
                    <a:pt x="395907" y="125587"/>
                    <a:pt x="397964" y="125873"/>
                  </a:cubicBezTo>
                  <a:cubicBezTo>
                    <a:pt x="396840" y="128054"/>
                    <a:pt x="401479" y="129797"/>
                    <a:pt x="397964" y="130569"/>
                  </a:cubicBezTo>
                  <a:cubicBezTo>
                    <a:pt x="394564" y="129559"/>
                    <a:pt x="392554" y="126530"/>
                    <a:pt x="389744" y="124702"/>
                  </a:cubicBezTo>
                  <a:cubicBezTo>
                    <a:pt x="388306" y="123768"/>
                    <a:pt x="386544" y="123197"/>
                    <a:pt x="385049" y="122349"/>
                  </a:cubicBezTo>
                  <a:cubicBezTo>
                    <a:pt x="383667" y="121568"/>
                    <a:pt x="383648" y="121158"/>
                    <a:pt x="382696" y="120006"/>
                  </a:cubicBezTo>
                  <a:cubicBezTo>
                    <a:pt x="382401" y="119644"/>
                    <a:pt x="380781" y="120234"/>
                    <a:pt x="380353" y="120006"/>
                  </a:cubicBezTo>
                  <a:cubicBezTo>
                    <a:pt x="380191" y="119920"/>
                    <a:pt x="380476" y="118987"/>
                    <a:pt x="380353" y="118834"/>
                  </a:cubicBezTo>
                  <a:cubicBezTo>
                    <a:pt x="380067" y="118491"/>
                    <a:pt x="378429" y="119034"/>
                    <a:pt x="378000" y="118834"/>
                  </a:cubicBezTo>
                  <a:cubicBezTo>
                    <a:pt x="377857" y="118768"/>
                    <a:pt x="378114" y="117796"/>
                    <a:pt x="378000" y="117663"/>
                  </a:cubicBezTo>
                  <a:cubicBezTo>
                    <a:pt x="377724" y="117320"/>
                    <a:pt x="376076" y="117872"/>
                    <a:pt x="375657" y="117663"/>
                  </a:cubicBezTo>
                  <a:cubicBezTo>
                    <a:pt x="374209" y="116967"/>
                    <a:pt x="374238" y="116453"/>
                    <a:pt x="373304" y="115320"/>
                  </a:cubicBezTo>
                  <a:cubicBezTo>
                    <a:pt x="373009" y="114958"/>
                    <a:pt x="371390" y="115558"/>
                    <a:pt x="370961" y="115320"/>
                  </a:cubicBezTo>
                  <a:cubicBezTo>
                    <a:pt x="370799" y="115234"/>
                    <a:pt x="371085" y="114300"/>
                    <a:pt x="370961" y="114148"/>
                  </a:cubicBezTo>
                  <a:cubicBezTo>
                    <a:pt x="370675" y="113805"/>
                    <a:pt x="369037" y="114348"/>
                    <a:pt x="368608" y="114148"/>
                  </a:cubicBezTo>
                  <a:cubicBezTo>
                    <a:pt x="368465" y="114081"/>
                    <a:pt x="368723" y="113110"/>
                    <a:pt x="368608" y="112976"/>
                  </a:cubicBezTo>
                  <a:cubicBezTo>
                    <a:pt x="368304" y="112605"/>
                    <a:pt x="366694" y="113243"/>
                    <a:pt x="366265" y="112976"/>
                  </a:cubicBezTo>
                  <a:cubicBezTo>
                    <a:pt x="364941" y="112167"/>
                    <a:pt x="363560" y="109871"/>
                    <a:pt x="362741" y="109452"/>
                  </a:cubicBezTo>
                  <a:cubicBezTo>
                    <a:pt x="362598" y="106576"/>
                    <a:pt x="364636" y="105128"/>
                    <a:pt x="365084" y="104756"/>
                  </a:cubicBezTo>
                  <a:cubicBezTo>
                    <a:pt x="366065" y="103956"/>
                    <a:pt x="364074" y="99699"/>
                    <a:pt x="366256" y="100060"/>
                  </a:cubicBezTo>
                  <a:cubicBezTo>
                    <a:pt x="366961" y="99194"/>
                    <a:pt x="365075" y="98870"/>
                    <a:pt x="365084" y="98889"/>
                  </a:cubicBezTo>
                  <a:cubicBezTo>
                    <a:pt x="364951" y="98213"/>
                    <a:pt x="366180" y="97308"/>
                    <a:pt x="366256" y="97717"/>
                  </a:cubicBezTo>
                  <a:cubicBezTo>
                    <a:pt x="364608" y="89573"/>
                    <a:pt x="356769" y="79248"/>
                    <a:pt x="350997" y="76581"/>
                  </a:cubicBezTo>
                  <a:cubicBezTo>
                    <a:pt x="350349" y="76286"/>
                    <a:pt x="349196" y="75438"/>
                    <a:pt x="348644" y="75410"/>
                  </a:cubicBezTo>
                  <a:cubicBezTo>
                    <a:pt x="347615" y="75353"/>
                    <a:pt x="347711" y="74295"/>
                    <a:pt x="347472" y="74238"/>
                  </a:cubicBezTo>
                  <a:cubicBezTo>
                    <a:pt x="343967" y="73419"/>
                    <a:pt x="340557" y="74857"/>
                    <a:pt x="336909" y="74238"/>
                  </a:cubicBezTo>
                  <a:cubicBezTo>
                    <a:pt x="337052" y="75419"/>
                    <a:pt x="335785" y="75629"/>
                    <a:pt x="335738" y="76591"/>
                  </a:cubicBezTo>
                  <a:cubicBezTo>
                    <a:pt x="335595" y="79191"/>
                    <a:pt x="333547" y="78229"/>
                    <a:pt x="333394" y="81287"/>
                  </a:cubicBezTo>
                  <a:cubicBezTo>
                    <a:pt x="333337" y="82306"/>
                    <a:pt x="332271" y="82230"/>
                    <a:pt x="332223" y="82458"/>
                  </a:cubicBezTo>
                  <a:cubicBezTo>
                    <a:pt x="331213" y="86906"/>
                    <a:pt x="334176" y="91269"/>
                    <a:pt x="333394" y="96555"/>
                  </a:cubicBezTo>
                  <a:cubicBezTo>
                    <a:pt x="331747" y="97041"/>
                    <a:pt x="330842" y="95431"/>
                    <a:pt x="329870" y="95384"/>
                  </a:cubicBezTo>
                  <a:cubicBezTo>
                    <a:pt x="328565" y="95317"/>
                    <a:pt x="329289" y="94517"/>
                    <a:pt x="328699" y="94212"/>
                  </a:cubicBezTo>
                  <a:cubicBezTo>
                    <a:pt x="326460" y="93069"/>
                    <a:pt x="322984" y="91936"/>
                    <a:pt x="321660" y="91859"/>
                  </a:cubicBezTo>
                  <a:cubicBezTo>
                    <a:pt x="319164" y="91726"/>
                    <a:pt x="317583" y="87716"/>
                    <a:pt x="316964" y="87164"/>
                  </a:cubicBezTo>
                  <a:cubicBezTo>
                    <a:pt x="316097" y="86392"/>
                    <a:pt x="313754" y="87297"/>
                    <a:pt x="314611" y="84811"/>
                  </a:cubicBezTo>
                  <a:cubicBezTo>
                    <a:pt x="316707" y="80401"/>
                    <a:pt x="319393" y="77067"/>
                    <a:pt x="319307" y="71895"/>
                  </a:cubicBezTo>
                  <a:cubicBezTo>
                    <a:pt x="319212" y="66161"/>
                    <a:pt x="314821" y="62160"/>
                    <a:pt x="313440" y="57808"/>
                  </a:cubicBezTo>
                  <a:cubicBezTo>
                    <a:pt x="307906" y="56722"/>
                    <a:pt x="300847" y="51721"/>
                    <a:pt x="294647" y="53102"/>
                  </a:cubicBezTo>
                  <a:cubicBezTo>
                    <a:pt x="293132" y="53445"/>
                    <a:pt x="293113" y="54464"/>
                    <a:pt x="292304" y="55455"/>
                  </a:cubicBezTo>
                  <a:cubicBezTo>
                    <a:pt x="291980" y="55845"/>
                    <a:pt x="290370" y="55141"/>
                    <a:pt x="289951" y="55455"/>
                  </a:cubicBezTo>
                  <a:cubicBezTo>
                    <a:pt x="287046" y="57693"/>
                    <a:pt x="287008" y="61008"/>
                    <a:pt x="285255" y="62494"/>
                  </a:cubicBezTo>
                  <a:cubicBezTo>
                    <a:pt x="283750" y="68276"/>
                    <a:pt x="288970" y="74257"/>
                    <a:pt x="286427" y="76591"/>
                  </a:cubicBezTo>
                  <a:cubicBezTo>
                    <a:pt x="284474" y="77200"/>
                    <a:pt x="283417" y="74991"/>
                    <a:pt x="281731" y="74238"/>
                  </a:cubicBezTo>
                  <a:cubicBezTo>
                    <a:pt x="280112" y="73524"/>
                    <a:pt x="276911" y="74895"/>
                    <a:pt x="277035" y="71895"/>
                  </a:cubicBezTo>
                  <a:cubicBezTo>
                    <a:pt x="281693" y="67294"/>
                    <a:pt x="283941" y="56836"/>
                    <a:pt x="279388" y="53102"/>
                  </a:cubicBezTo>
                  <a:cubicBezTo>
                    <a:pt x="279064" y="52845"/>
                    <a:pt x="279540" y="51169"/>
                    <a:pt x="279388" y="50759"/>
                  </a:cubicBezTo>
                  <a:cubicBezTo>
                    <a:pt x="278121" y="47397"/>
                    <a:pt x="276483" y="46673"/>
                    <a:pt x="274692" y="44892"/>
                  </a:cubicBezTo>
                  <a:cubicBezTo>
                    <a:pt x="272673" y="42872"/>
                    <a:pt x="271368" y="40329"/>
                    <a:pt x="268824" y="40196"/>
                  </a:cubicBezTo>
                  <a:cubicBezTo>
                    <a:pt x="267643" y="40129"/>
                    <a:pt x="268082" y="39177"/>
                    <a:pt x="267653" y="39024"/>
                  </a:cubicBezTo>
                  <a:cubicBezTo>
                    <a:pt x="265957" y="38434"/>
                    <a:pt x="263567" y="39300"/>
                    <a:pt x="261785" y="39024"/>
                  </a:cubicBezTo>
                  <a:cubicBezTo>
                    <a:pt x="261862" y="39034"/>
                    <a:pt x="261214" y="38034"/>
                    <a:pt x="260614" y="37853"/>
                  </a:cubicBezTo>
                  <a:cubicBezTo>
                    <a:pt x="257061" y="36776"/>
                    <a:pt x="256118" y="39510"/>
                    <a:pt x="254746" y="40196"/>
                  </a:cubicBezTo>
                  <a:cubicBezTo>
                    <a:pt x="253470" y="40834"/>
                    <a:pt x="251908" y="40224"/>
                    <a:pt x="251222" y="41367"/>
                  </a:cubicBezTo>
                  <a:cubicBezTo>
                    <a:pt x="251175" y="42539"/>
                    <a:pt x="251289" y="43720"/>
                    <a:pt x="251222" y="44892"/>
                  </a:cubicBezTo>
                  <a:cubicBezTo>
                    <a:pt x="251184" y="45654"/>
                    <a:pt x="250041" y="46168"/>
                    <a:pt x="250051" y="46063"/>
                  </a:cubicBezTo>
                  <a:cubicBezTo>
                    <a:pt x="249870" y="48359"/>
                    <a:pt x="250708" y="49902"/>
                    <a:pt x="251222" y="51940"/>
                  </a:cubicBezTo>
                  <a:cubicBezTo>
                    <a:pt x="251508" y="53036"/>
                    <a:pt x="250898" y="54379"/>
                    <a:pt x="251222" y="55464"/>
                  </a:cubicBezTo>
                  <a:cubicBezTo>
                    <a:pt x="251337" y="55826"/>
                    <a:pt x="253270" y="57350"/>
                    <a:pt x="253575" y="57817"/>
                  </a:cubicBezTo>
                  <a:cubicBezTo>
                    <a:pt x="254585" y="59370"/>
                    <a:pt x="254556" y="61627"/>
                    <a:pt x="255918" y="62513"/>
                  </a:cubicBezTo>
                  <a:lnTo>
                    <a:pt x="256566" y="64075"/>
                  </a:lnTo>
                  <a:cubicBezTo>
                    <a:pt x="256356" y="63942"/>
                    <a:pt x="256156" y="63808"/>
                    <a:pt x="255918" y="63684"/>
                  </a:cubicBezTo>
                  <a:cubicBezTo>
                    <a:pt x="250794" y="61141"/>
                    <a:pt x="245745" y="59779"/>
                    <a:pt x="241831" y="56645"/>
                  </a:cubicBezTo>
                  <a:cubicBezTo>
                    <a:pt x="243688" y="54588"/>
                    <a:pt x="243402" y="50388"/>
                    <a:pt x="244183" y="47254"/>
                  </a:cubicBezTo>
                  <a:cubicBezTo>
                    <a:pt x="241593" y="46216"/>
                    <a:pt x="243507" y="43244"/>
                    <a:pt x="243012" y="41386"/>
                  </a:cubicBezTo>
                  <a:cubicBezTo>
                    <a:pt x="242936" y="41110"/>
                    <a:pt x="242069" y="41129"/>
                    <a:pt x="241840" y="40215"/>
                  </a:cubicBezTo>
                  <a:cubicBezTo>
                    <a:pt x="241669" y="39529"/>
                    <a:pt x="242126" y="38500"/>
                    <a:pt x="241840" y="37872"/>
                  </a:cubicBezTo>
                  <a:cubicBezTo>
                    <a:pt x="241593" y="37310"/>
                    <a:pt x="239888" y="36157"/>
                    <a:pt x="239497" y="35519"/>
                  </a:cubicBezTo>
                  <a:cubicBezTo>
                    <a:pt x="238954" y="34643"/>
                    <a:pt x="239040" y="32814"/>
                    <a:pt x="238325" y="31995"/>
                  </a:cubicBezTo>
                  <a:cubicBezTo>
                    <a:pt x="237278" y="30804"/>
                    <a:pt x="235287" y="30680"/>
                    <a:pt x="233630" y="29652"/>
                  </a:cubicBezTo>
                  <a:cubicBezTo>
                    <a:pt x="233096" y="29318"/>
                    <a:pt x="233096" y="27604"/>
                    <a:pt x="232458" y="27299"/>
                  </a:cubicBezTo>
                  <a:cubicBezTo>
                    <a:pt x="230677" y="26461"/>
                    <a:pt x="230058" y="27499"/>
                    <a:pt x="228934" y="26127"/>
                  </a:cubicBezTo>
                  <a:cubicBezTo>
                    <a:pt x="228743" y="25889"/>
                    <a:pt x="226934" y="26175"/>
                    <a:pt x="226581" y="26127"/>
                  </a:cubicBezTo>
                  <a:cubicBezTo>
                    <a:pt x="224790" y="25918"/>
                    <a:pt x="223790" y="26413"/>
                    <a:pt x="223057" y="27299"/>
                  </a:cubicBezTo>
                  <a:cubicBezTo>
                    <a:pt x="222295" y="28223"/>
                    <a:pt x="219361" y="27718"/>
                    <a:pt x="218361" y="28471"/>
                  </a:cubicBezTo>
                  <a:cubicBezTo>
                    <a:pt x="217942" y="32795"/>
                    <a:pt x="217551" y="39758"/>
                    <a:pt x="219533" y="41386"/>
                  </a:cubicBezTo>
                  <a:cubicBezTo>
                    <a:pt x="219723" y="41539"/>
                    <a:pt x="220752" y="48225"/>
                    <a:pt x="220704" y="47254"/>
                  </a:cubicBezTo>
                  <a:cubicBezTo>
                    <a:pt x="220809" y="49254"/>
                    <a:pt x="224952" y="50159"/>
                    <a:pt x="221876" y="50778"/>
                  </a:cubicBezTo>
                  <a:cubicBezTo>
                    <a:pt x="219266" y="47244"/>
                    <a:pt x="212122" y="50064"/>
                    <a:pt x="207788" y="46082"/>
                  </a:cubicBezTo>
                  <a:cubicBezTo>
                    <a:pt x="207598" y="42367"/>
                    <a:pt x="210903" y="42158"/>
                    <a:pt x="210141" y="37862"/>
                  </a:cubicBezTo>
                  <a:cubicBezTo>
                    <a:pt x="208141" y="36614"/>
                    <a:pt x="208484" y="33833"/>
                    <a:pt x="207788" y="31985"/>
                  </a:cubicBezTo>
                  <a:cubicBezTo>
                    <a:pt x="207388" y="30938"/>
                    <a:pt x="207074" y="30528"/>
                    <a:pt x="206617" y="29642"/>
                  </a:cubicBezTo>
                  <a:cubicBezTo>
                    <a:pt x="206112" y="28651"/>
                    <a:pt x="206159" y="27099"/>
                    <a:pt x="205445" y="26118"/>
                  </a:cubicBezTo>
                  <a:cubicBezTo>
                    <a:pt x="204131" y="24318"/>
                    <a:pt x="197816" y="20279"/>
                    <a:pt x="197225" y="20250"/>
                  </a:cubicBezTo>
                  <a:cubicBezTo>
                    <a:pt x="196053" y="20184"/>
                    <a:pt x="196473" y="19222"/>
                    <a:pt x="196053" y="19079"/>
                  </a:cubicBezTo>
                  <a:cubicBezTo>
                    <a:pt x="194691" y="18612"/>
                    <a:pt x="192786" y="19288"/>
                    <a:pt x="191358" y="19079"/>
                  </a:cubicBezTo>
                  <a:cubicBezTo>
                    <a:pt x="189596" y="18812"/>
                    <a:pt x="189262" y="17812"/>
                    <a:pt x="186662" y="17898"/>
                  </a:cubicBezTo>
                  <a:cubicBezTo>
                    <a:pt x="183652" y="18003"/>
                    <a:pt x="180871" y="19022"/>
                    <a:pt x="178442" y="20250"/>
                  </a:cubicBezTo>
                  <a:cubicBezTo>
                    <a:pt x="178013" y="23908"/>
                    <a:pt x="176794" y="27261"/>
                    <a:pt x="177270" y="30814"/>
                  </a:cubicBezTo>
                  <a:cubicBezTo>
                    <a:pt x="177746" y="34357"/>
                    <a:pt x="181652" y="36195"/>
                    <a:pt x="179623" y="37862"/>
                  </a:cubicBezTo>
                  <a:cubicBezTo>
                    <a:pt x="171003" y="39824"/>
                    <a:pt x="175165" y="29013"/>
                    <a:pt x="172574" y="24946"/>
                  </a:cubicBezTo>
                  <a:cubicBezTo>
                    <a:pt x="172231" y="22555"/>
                    <a:pt x="169403" y="22641"/>
                    <a:pt x="169050" y="20250"/>
                  </a:cubicBezTo>
                  <a:cubicBezTo>
                    <a:pt x="167059" y="18907"/>
                    <a:pt x="166726" y="15907"/>
                    <a:pt x="164354" y="13202"/>
                  </a:cubicBezTo>
                  <a:cubicBezTo>
                    <a:pt x="163068" y="11735"/>
                    <a:pt x="160287" y="8973"/>
                    <a:pt x="159658" y="8506"/>
                  </a:cubicBezTo>
                  <a:cubicBezTo>
                    <a:pt x="158554" y="7677"/>
                    <a:pt x="156306" y="7668"/>
                    <a:pt x="154963" y="7335"/>
                  </a:cubicBezTo>
                  <a:cubicBezTo>
                    <a:pt x="154391" y="7192"/>
                    <a:pt x="153658" y="6134"/>
                    <a:pt x="153791" y="6163"/>
                  </a:cubicBezTo>
                  <a:cubicBezTo>
                    <a:pt x="148724" y="5230"/>
                    <a:pt x="142628" y="7306"/>
                    <a:pt x="142056" y="7335"/>
                  </a:cubicBezTo>
                  <a:cubicBezTo>
                    <a:pt x="139856" y="7449"/>
                    <a:pt x="139675" y="10687"/>
                    <a:pt x="137360" y="10859"/>
                  </a:cubicBezTo>
                  <a:cubicBezTo>
                    <a:pt x="135255" y="15898"/>
                    <a:pt x="135913" y="24641"/>
                    <a:pt x="138532" y="28471"/>
                  </a:cubicBezTo>
                  <a:cubicBezTo>
                    <a:pt x="141456" y="28290"/>
                    <a:pt x="142171" y="30318"/>
                    <a:pt x="144409" y="30814"/>
                  </a:cubicBezTo>
                  <a:lnTo>
                    <a:pt x="147095" y="32900"/>
                  </a:lnTo>
                  <a:cubicBezTo>
                    <a:pt x="138799" y="33100"/>
                    <a:pt x="129959" y="34233"/>
                    <a:pt x="123273" y="31985"/>
                  </a:cubicBezTo>
                  <a:cubicBezTo>
                    <a:pt x="124445" y="28328"/>
                    <a:pt x="121492" y="21660"/>
                    <a:pt x="120930" y="20250"/>
                  </a:cubicBezTo>
                  <a:cubicBezTo>
                    <a:pt x="120815" y="19965"/>
                    <a:pt x="120939" y="19384"/>
                    <a:pt x="120930" y="19079"/>
                  </a:cubicBezTo>
                  <a:cubicBezTo>
                    <a:pt x="120863" y="17841"/>
                    <a:pt x="119968" y="18412"/>
                    <a:pt x="119758" y="17898"/>
                  </a:cubicBezTo>
                  <a:cubicBezTo>
                    <a:pt x="117929" y="13440"/>
                    <a:pt x="118082" y="12697"/>
                    <a:pt x="115062" y="9678"/>
                  </a:cubicBezTo>
                  <a:cubicBezTo>
                    <a:pt x="111738" y="6353"/>
                    <a:pt x="110319" y="5915"/>
                    <a:pt x="106842" y="3801"/>
                  </a:cubicBezTo>
                  <a:cubicBezTo>
                    <a:pt x="106671" y="3706"/>
                    <a:pt x="106976" y="2791"/>
                    <a:pt x="106842" y="2629"/>
                  </a:cubicBezTo>
                  <a:cubicBezTo>
                    <a:pt x="106499" y="2210"/>
                    <a:pt x="103747" y="1734"/>
                    <a:pt x="103318" y="1458"/>
                  </a:cubicBezTo>
                  <a:cubicBezTo>
                    <a:pt x="99622" y="-1000"/>
                    <a:pt x="91660" y="105"/>
                    <a:pt x="85706" y="1458"/>
                  </a:cubicBezTo>
                  <a:cubicBezTo>
                    <a:pt x="85116" y="2944"/>
                    <a:pt x="85516" y="5030"/>
                    <a:pt x="84535" y="6153"/>
                  </a:cubicBezTo>
                  <a:cubicBezTo>
                    <a:pt x="82334" y="8697"/>
                    <a:pt x="84116" y="10621"/>
                    <a:pt x="84535" y="12021"/>
                  </a:cubicBezTo>
                  <a:cubicBezTo>
                    <a:pt x="84840" y="13021"/>
                    <a:pt x="84087" y="14612"/>
                    <a:pt x="84535" y="15545"/>
                  </a:cubicBezTo>
                  <a:cubicBezTo>
                    <a:pt x="84697" y="15878"/>
                    <a:pt x="86583" y="16374"/>
                    <a:pt x="86887" y="16717"/>
                  </a:cubicBezTo>
                  <a:cubicBezTo>
                    <a:pt x="87659" y="17583"/>
                    <a:pt x="86745" y="19927"/>
                    <a:pt x="89231" y="19069"/>
                  </a:cubicBezTo>
                  <a:cubicBezTo>
                    <a:pt x="90002" y="24565"/>
                    <a:pt x="95460" y="25356"/>
                    <a:pt x="98622" y="28461"/>
                  </a:cubicBezTo>
                  <a:cubicBezTo>
                    <a:pt x="101804" y="28528"/>
                    <a:pt x="101346" y="32233"/>
                    <a:pt x="104785" y="32061"/>
                  </a:cubicBezTo>
                  <a:lnTo>
                    <a:pt x="104785" y="32100"/>
                  </a:lnTo>
                  <a:lnTo>
                    <a:pt x="106252" y="33214"/>
                  </a:lnTo>
                  <a:cubicBezTo>
                    <a:pt x="103347" y="33538"/>
                    <a:pt x="100937" y="34052"/>
                    <a:pt x="99784" y="34319"/>
                  </a:cubicBezTo>
                  <a:cubicBezTo>
                    <a:pt x="98298" y="34671"/>
                    <a:pt x="96574" y="33986"/>
                    <a:pt x="95089" y="34319"/>
                  </a:cubicBezTo>
                  <a:cubicBezTo>
                    <a:pt x="92888" y="34824"/>
                    <a:pt x="90335" y="36186"/>
                    <a:pt x="88050" y="36672"/>
                  </a:cubicBezTo>
                  <a:cubicBezTo>
                    <a:pt x="82649" y="37815"/>
                    <a:pt x="77324" y="37205"/>
                    <a:pt x="72781" y="40196"/>
                  </a:cubicBezTo>
                  <a:cubicBezTo>
                    <a:pt x="66942" y="35490"/>
                    <a:pt x="56055" y="34557"/>
                    <a:pt x="45778" y="35500"/>
                  </a:cubicBezTo>
                  <a:cubicBezTo>
                    <a:pt x="31642" y="36786"/>
                    <a:pt x="19498" y="42653"/>
                    <a:pt x="24651" y="55464"/>
                  </a:cubicBezTo>
                  <a:cubicBezTo>
                    <a:pt x="25242" y="56941"/>
                    <a:pt x="26299" y="56760"/>
                    <a:pt x="26994" y="57817"/>
                  </a:cubicBezTo>
                  <a:cubicBezTo>
                    <a:pt x="27947" y="59246"/>
                    <a:pt x="27137" y="61218"/>
                    <a:pt x="29347" y="61341"/>
                  </a:cubicBezTo>
                  <a:cubicBezTo>
                    <a:pt x="31452" y="61456"/>
                    <a:pt x="31909" y="64027"/>
                    <a:pt x="32871" y="64866"/>
                  </a:cubicBezTo>
                  <a:cubicBezTo>
                    <a:pt x="35138" y="66847"/>
                    <a:pt x="36538" y="67980"/>
                    <a:pt x="38748" y="68390"/>
                  </a:cubicBezTo>
                  <a:cubicBezTo>
                    <a:pt x="44244" y="69409"/>
                    <a:pt x="48559" y="65104"/>
                    <a:pt x="55179" y="66037"/>
                  </a:cubicBezTo>
                  <a:cubicBezTo>
                    <a:pt x="59313" y="60865"/>
                    <a:pt x="66218" y="58170"/>
                    <a:pt x="70447" y="53121"/>
                  </a:cubicBezTo>
                  <a:cubicBezTo>
                    <a:pt x="70562" y="52978"/>
                    <a:pt x="70438" y="52150"/>
                    <a:pt x="70447" y="51950"/>
                  </a:cubicBezTo>
                  <a:cubicBezTo>
                    <a:pt x="70552" y="49883"/>
                    <a:pt x="72952" y="49083"/>
                    <a:pt x="73971" y="48425"/>
                  </a:cubicBezTo>
                  <a:cubicBezTo>
                    <a:pt x="73791" y="45511"/>
                    <a:pt x="73752" y="42729"/>
                    <a:pt x="76315" y="42558"/>
                  </a:cubicBezTo>
                  <a:cubicBezTo>
                    <a:pt x="77620" y="41358"/>
                    <a:pt x="79829" y="42587"/>
                    <a:pt x="82182" y="42558"/>
                  </a:cubicBezTo>
                  <a:cubicBezTo>
                    <a:pt x="86068" y="42510"/>
                    <a:pt x="89221" y="41225"/>
                    <a:pt x="89221" y="42558"/>
                  </a:cubicBezTo>
                  <a:cubicBezTo>
                    <a:pt x="87230" y="46387"/>
                    <a:pt x="84030" y="49568"/>
                    <a:pt x="83354" y="54293"/>
                  </a:cubicBezTo>
                  <a:cubicBezTo>
                    <a:pt x="83087" y="56122"/>
                    <a:pt x="82649" y="60179"/>
                    <a:pt x="83354" y="62513"/>
                  </a:cubicBezTo>
                  <a:cubicBezTo>
                    <a:pt x="83449" y="62837"/>
                    <a:pt x="85392" y="64456"/>
                    <a:pt x="85697" y="64866"/>
                  </a:cubicBezTo>
                  <a:cubicBezTo>
                    <a:pt x="86506" y="65913"/>
                    <a:pt x="87011" y="67618"/>
                    <a:pt x="88050" y="68390"/>
                  </a:cubicBezTo>
                  <a:cubicBezTo>
                    <a:pt x="90831" y="70466"/>
                    <a:pt x="95479" y="70619"/>
                    <a:pt x="98613" y="71914"/>
                  </a:cubicBezTo>
                  <a:cubicBezTo>
                    <a:pt x="99927" y="72028"/>
                    <a:pt x="100442" y="70209"/>
                    <a:pt x="100956" y="71914"/>
                  </a:cubicBezTo>
                  <a:cubicBezTo>
                    <a:pt x="98641" y="76115"/>
                    <a:pt x="101499" y="78182"/>
                    <a:pt x="100956" y="83649"/>
                  </a:cubicBezTo>
                  <a:cubicBezTo>
                    <a:pt x="102604" y="83954"/>
                    <a:pt x="102289" y="86230"/>
                    <a:pt x="103308" y="87173"/>
                  </a:cubicBezTo>
                  <a:cubicBezTo>
                    <a:pt x="105937" y="86030"/>
                    <a:pt x="106547" y="89726"/>
                    <a:pt x="108004" y="90697"/>
                  </a:cubicBezTo>
                  <a:cubicBezTo>
                    <a:pt x="109747" y="91850"/>
                    <a:pt x="113586" y="91212"/>
                    <a:pt x="113872" y="94222"/>
                  </a:cubicBezTo>
                  <a:cubicBezTo>
                    <a:pt x="110176" y="93660"/>
                    <a:pt x="109281" y="95889"/>
                    <a:pt x="106833" y="96574"/>
                  </a:cubicBezTo>
                  <a:cubicBezTo>
                    <a:pt x="104271" y="92383"/>
                    <a:pt x="101785" y="87173"/>
                    <a:pt x="98613" y="84830"/>
                  </a:cubicBezTo>
                  <a:cubicBezTo>
                    <a:pt x="97336" y="83887"/>
                    <a:pt x="95355" y="84316"/>
                    <a:pt x="93917" y="83658"/>
                  </a:cubicBezTo>
                  <a:cubicBezTo>
                    <a:pt x="93774" y="83592"/>
                    <a:pt x="94031" y="82620"/>
                    <a:pt x="93917" y="82487"/>
                  </a:cubicBezTo>
                  <a:cubicBezTo>
                    <a:pt x="93641" y="82144"/>
                    <a:pt x="91993" y="82696"/>
                    <a:pt x="91574" y="82487"/>
                  </a:cubicBezTo>
                  <a:cubicBezTo>
                    <a:pt x="91421" y="82420"/>
                    <a:pt x="91688" y="81458"/>
                    <a:pt x="91574" y="81315"/>
                  </a:cubicBezTo>
                  <a:cubicBezTo>
                    <a:pt x="91316" y="81001"/>
                    <a:pt x="89631" y="81468"/>
                    <a:pt x="89221" y="81315"/>
                  </a:cubicBezTo>
                  <a:cubicBezTo>
                    <a:pt x="89097" y="81268"/>
                    <a:pt x="89316" y="80258"/>
                    <a:pt x="89221" y="80144"/>
                  </a:cubicBezTo>
                  <a:cubicBezTo>
                    <a:pt x="88973" y="79839"/>
                    <a:pt x="86144" y="80172"/>
                    <a:pt x="85697" y="80144"/>
                  </a:cubicBezTo>
                  <a:cubicBezTo>
                    <a:pt x="84687" y="80096"/>
                    <a:pt x="84744" y="79020"/>
                    <a:pt x="84525" y="78972"/>
                  </a:cubicBezTo>
                  <a:cubicBezTo>
                    <a:pt x="83087" y="78648"/>
                    <a:pt x="81315" y="79048"/>
                    <a:pt x="79829" y="78972"/>
                  </a:cubicBezTo>
                  <a:cubicBezTo>
                    <a:pt x="79067" y="78925"/>
                    <a:pt x="78563" y="77791"/>
                    <a:pt x="78658" y="77801"/>
                  </a:cubicBezTo>
                  <a:cubicBezTo>
                    <a:pt x="76772" y="77648"/>
                    <a:pt x="73971" y="78810"/>
                    <a:pt x="71609" y="78972"/>
                  </a:cubicBezTo>
                  <a:cubicBezTo>
                    <a:pt x="66685" y="79305"/>
                    <a:pt x="63627" y="79791"/>
                    <a:pt x="62218" y="80144"/>
                  </a:cubicBezTo>
                  <a:cubicBezTo>
                    <a:pt x="58770" y="81010"/>
                    <a:pt x="58913" y="80582"/>
                    <a:pt x="56350" y="81315"/>
                  </a:cubicBezTo>
                  <a:cubicBezTo>
                    <a:pt x="55988" y="83649"/>
                    <a:pt x="54636" y="85087"/>
                    <a:pt x="54007" y="87183"/>
                  </a:cubicBezTo>
                  <a:cubicBezTo>
                    <a:pt x="53426" y="89097"/>
                    <a:pt x="52626" y="92488"/>
                    <a:pt x="52836" y="94222"/>
                  </a:cubicBezTo>
                  <a:cubicBezTo>
                    <a:pt x="53055" y="96041"/>
                    <a:pt x="56865" y="102404"/>
                    <a:pt x="57531" y="102442"/>
                  </a:cubicBezTo>
                  <a:cubicBezTo>
                    <a:pt x="58741" y="102508"/>
                    <a:pt x="60141" y="104137"/>
                    <a:pt x="61056" y="104794"/>
                  </a:cubicBezTo>
                  <a:cubicBezTo>
                    <a:pt x="62418" y="105775"/>
                    <a:pt x="64027" y="108014"/>
                    <a:pt x="64580" y="108319"/>
                  </a:cubicBezTo>
                  <a:cubicBezTo>
                    <a:pt x="68742" y="110605"/>
                    <a:pt x="74267" y="109662"/>
                    <a:pt x="76324" y="113014"/>
                  </a:cubicBezTo>
                  <a:cubicBezTo>
                    <a:pt x="74600" y="114367"/>
                    <a:pt x="72533" y="115234"/>
                    <a:pt x="71905" y="116101"/>
                  </a:cubicBezTo>
                  <a:lnTo>
                    <a:pt x="69285" y="114977"/>
                  </a:lnTo>
                  <a:lnTo>
                    <a:pt x="69257" y="115034"/>
                  </a:lnTo>
                  <a:cubicBezTo>
                    <a:pt x="67933" y="112900"/>
                    <a:pt x="63980" y="112995"/>
                    <a:pt x="62246" y="111843"/>
                  </a:cubicBezTo>
                  <a:cubicBezTo>
                    <a:pt x="60151" y="110452"/>
                    <a:pt x="59074" y="111148"/>
                    <a:pt x="56379" y="110671"/>
                  </a:cubicBezTo>
                  <a:cubicBezTo>
                    <a:pt x="54864" y="110405"/>
                    <a:pt x="54721" y="109690"/>
                    <a:pt x="52855" y="109500"/>
                  </a:cubicBezTo>
                  <a:cubicBezTo>
                    <a:pt x="43330" y="108519"/>
                    <a:pt x="40158" y="110366"/>
                    <a:pt x="34071" y="111843"/>
                  </a:cubicBezTo>
                  <a:cubicBezTo>
                    <a:pt x="30452" y="112729"/>
                    <a:pt x="26709" y="113148"/>
                    <a:pt x="25851" y="114196"/>
                  </a:cubicBezTo>
                  <a:cubicBezTo>
                    <a:pt x="25575" y="114538"/>
                    <a:pt x="23927" y="113996"/>
                    <a:pt x="23508" y="114196"/>
                  </a:cubicBezTo>
                  <a:cubicBezTo>
                    <a:pt x="23356" y="114262"/>
                    <a:pt x="23622" y="115234"/>
                    <a:pt x="23508" y="115367"/>
                  </a:cubicBezTo>
                  <a:cubicBezTo>
                    <a:pt x="23232" y="115700"/>
                    <a:pt x="21584" y="115177"/>
                    <a:pt x="21155" y="115367"/>
                  </a:cubicBezTo>
                  <a:cubicBezTo>
                    <a:pt x="21022" y="115434"/>
                    <a:pt x="21270" y="116405"/>
                    <a:pt x="21155" y="116539"/>
                  </a:cubicBezTo>
                  <a:cubicBezTo>
                    <a:pt x="20898" y="116853"/>
                    <a:pt x="19222" y="116377"/>
                    <a:pt x="18812" y="116539"/>
                  </a:cubicBezTo>
                  <a:cubicBezTo>
                    <a:pt x="15526" y="117777"/>
                    <a:pt x="13993" y="119368"/>
                    <a:pt x="11764" y="121234"/>
                  </a:cubicBezTo>
                  <a:cubicBezTo>
                    <a:pt x="9173" y="123416"/>
                    <a:pt x="2496" y="128293"/>
                    <a:pt x="2372" y="130626"/>
                  </a:cubicBezTo>
                  <a:cubicBezTo>
                    <a:pt x="2306" y="131845"/>
                    <a:pt x="1391" y="131312"/>
                    <a:pt x="1200" y="131798"/>
                  </a:cubicBezTo>
                  <a:cubicBezTo>
                    <a:pt x="-752" y="136751"/>
                    <a:pt x="343" y="142999"/>
                    <a:pt x="29" y="148228"/>
                  </a:cubicBezTo>
                  <a:cubicBezTo>
                    <a:pt x="1277" y="149324"/>
                    <a:pt x="2344" y="150619"/>
                    <a:pt x="3553" y="151753"/>
                  </a:cubicBezTo>
                  <a:cubicBezTo>
                    <a:pt x="4877" y="152991"/>
                    <a:pt x="7601" y="155248"/>
                    <a:pt x="8249" y="155277"/>
                  </a:cubicBezTo>
                  <a:cubicBezTo>
                    <a:pt x="12592" y="155505"/>
                    <a:pt x="12011" y="162125"/>
                    <a:pt x="15298" y="162316"/>
                  </a:cubicBezTo>
                  <a:cubicBezTo>
                    <a:pt x="16098" y="159296"/>
                    <a:pt x="19784" y="162316"/>
                    <a:pt x="19993" y="162316"/>
                  </a:cubicBezTo>
                  <a:cubicBezTo>
                    <a:pt x="20603" y="162316"/>
                    <a:pt x="21517" y="161163"/>
                    <a:pt x="21165" y="161144"/>
                  </a:cubicBezTo>
                  <a:cubicBezTo>
                    <a:pt x="24565" y="161354"/>
                    <a:pt x="25975" y="162897"/>
                    <a:pt x="29385" y="162316"/>
                  </a:cubicBezTo>
                  <a:cubicBezTo>
                    <a:pt x="30509" y="162125"/>
                    <a:pt x="30080" y="161344"/>
                    <a:pt x="30557" y="161144"/>
                  </a:cubicBezTo>
                  <a:cubicBezTo>
                    <a:pt x="31557" y="160716"/>
                    <a:pt x="33071" y="161544"/>
                    <a:pt x="34081" y="161144"/>
                  </a:cubicBezTo>
                  <a:cubicBezTo>
                    <a:pt x="35567" y="160544"/>
                    <a:pt x="35519" y="159906"/>
                    <a:pt x="36424" y="158792"/>
                  </a:cubicBezTo>
                  <a:cubicBezTo>
                    <a:pt x="36719" y="158430"/>
                    <a:pt x="38348" y="159030"/>
                    <a:pt x="38777" y="158792"/>
                  </a:cubicBezTo>
                  <a:cubicBezTo>
                    <a:pt x="38939" y="158696"/>
                    <a:pt x="38643" y="157772"/>
                    <a:pt x="38777" y="157620"/>
                  </a:cubicBezTo>
                  <a:cubicBezTo>
                    <a:pt x="39053" y="157277"/>
                    <a:pt x="40691" y="157830"/>
                    <a:pt x="41120" y="157620"/>
                  </a:cubicBezTo>
                  <a:cubicBezTo>
                    <a:pt x="41272" y="157553"/>
                    <a:pt x="41005" y="156582"/>
                    <a:pt x="41120" y="156448"/>
                  </a:cubicBezTo>
                  <a:cubicBezTo>
                    <a:pt x="41425" y="156087"/>
                    <a:pt x="43044" y="156706"/>
                    <a:pt x="43472" y="156448"/>
                  </a:cubicBezTo>
                  <a:cubicBezTo>
                    <a:pt x="44358" y="155934"/>
                    <a:pt x="44292" y="154181"/>
                    <a:pt x="45816" y="154105"/>
                  </a:cubicBezTo>
                  <a:cubicBezTo>
                    <a:pt x="47159" y="154039"/>
                    <a:pt x="46359" y="153315"/>
                    <a:pt x="46987" y="152934"/>
                  </a:cubicBezTo>
                  <a:cubicBezTo>
                    <a:pt x="49740" y="151295"/>
                    <a:pt x="52121" y="151067"/>
                    <a:pt x="54036" y="149409"/>
                  </a:cubicBezTo>
                  <a:cubicBezTo>
                    <a:pt x="54464" y="149038"/>
                    <a:pt x="55941" y="147085"/>
                    <a:pt x="56379" y="147057"/>
                  </a:cubicBezTo>
                  <a:cubicBezTo>
                    <a:pt x="58331" y="146962"/>
                    <a:pt x="62446" y="142161"/>
                    <a:pt x="63427" y="141189"/>
                  </a:cubicBezTo>
                  <a:cubicBezTo>
                    <a:pt x="64732" y="139875"/>
                    <a:pt x="66428" y="138370"/>
                    <a:pt x="66952" y="137665"/>
                  </a:cubicBezTo>
                  <a:cubicBezTo>
                    <a:pt x="68685" y="135322"/>
                    <a:pt x="67399" y="130550"/>
                    <a:pt x="71647" y="130626"/>
                  </a:cubicBezTo>
                  <a:cubicBezTo>
                    <a:pt x="71828" y="129245"/>
                    <a:pt x="71447" y="127292"/>
                    <a:pt x="72819" y="127102"/>
                  </a:cubicBezTo>
                  <a:cubicBezTo>
                    <a:pt x="72514" y="125616"/>
                    <a:pt x="73210" y="123863"/>
                    <a:pt x="72819" y="122406"/>
                  </a:cubicBezTo>
                  <a:cubicBezTo>
                    <a:pt x="72762" y="122197"/>
                    <a:pt x="72667" y="122035"/>
                    <a:pt x="72552" y="121882"/>
                  </a:cubicBezTo>
                  <a:lnTo>
                    <a:pt x="72962" y="120949"/>
                  </a:lnTo>
                  <a:cubicBezTo>
                    <a:pt x="74305" y="121406"/>
                    <a:pt x="75257" y="120168"/>
                    <a:pt x="77524" y="120063"/>
                  </a:cubicBezTo>
                  <a:cubicBezTo>
                    <a:pt x="74876" y="123721"/>
                    <a:pt x="72114" y="138694"/>
                    <a:pt x="75172" y="141199"/>
                  </a:cubicBezTo>
                  <a:cubicBezTo>
                    <a:pt x="76105" y="141961"/>
                    <a:pt x="75591" y="144895"/>
                    <a:pt x="76343" y="145895"/>
                  </a:cubicBezTo>
                  <a:cubicBezTo>
                    <a:pt x="81077" y="148886"/>
                    <a:pt x="88373" y="153248"/>
                    <a:pt x="95127" y="150591"/>
                  </a:cubicBezTo>
                  <a:cubicBezTo>
                    <a:pt x="105185" y="142247"/>
                    <a:pt x="108814" y="127492"/>
                    <a:pt x="111567" y="111843"/>
                  </a:cubicBezTo>
                  <a:cubicBezTo>
                    <a:pt x="111367" y="108519"/>
                    <a:pt x="109414" y="106947"/>
                    <a:pt x="109214" y="103623"/>
                  </a:cubicBezTo>
                  <a:cubicBezTo>
                    <a:pt x="113900" y="102451"/>
                    <a:pt x="118015" y="100718"/>
                    <a:pt x="122130" y="98975"/>
                  </a:cubicBezTo>
                  <a:lnTo>
                    <a:pt x="122130" y="101270"/>
                  </a:lnTo>
                  <a:cubicBezTo>
                    <a:pt x="121168" y="101946"/>
                    <a:pt x="121711" y="103861"/>
                    <a:pt x="120958" y="104794"/>
                  </a:cubicBezTo>
                  <a:cubicBezTo>
                    <a:pt x="120654" y="105166"/>
                    <a:pt x="118901" y="104413"/>
                    <a:pt x="118606" y="104794"/>
                  </a:cubicBezTo>
                  <a:cubicBezTo>
                    <a:pt x="117682" y="106004"/>
                    <a:pt x="118015" y="108080"/>
                    <a:pt x="117434" y="109490"/>
                  </a:cubicBezTo>
                  <a:cubicBezTo>
                    <a:pt x="117377" y="109624"/>
                    <a:pt x="116386" y="109385"/>
                    <a:pt x="116263" y="109490"/>
                  </a:cubicBezTo>
                  <a:cubicBezTo>
                    <a:pt x="115939" y="109757"/>
                    <a:pt x="116434" y="111424"/>
                    <a:pt x="116263" y="111833"/>
                  </a:cubicBezTo>
                  <a:cubicBezTo>
                    <a:pt x="115672" y="113319"/>
                    <a:pt x="115253" y="113357"/>
                    <a:pt x="116263" y="114186"/>
                  </a:cubicBezTo>
                  <a:cubicBezTo>
                    <a:pt x="116501" y="114386"/>
                    <a:pt x="116215" y="116186"/>
                    <a:pt x="116263" y="116539"/>
                  </a:cubicBezTo>
                  <a:cubicBezTo>
                    <a:pt x="116758" y="120682"/>
                    <a:pt x="116748" y="119711"/>
                    <a:pt x="118606" y="121234"/>
                  </a:cubicBezTo>
                  <a:cubicBezTo>
                    <a:pt x="119006" y="121558"/>
                    <a:pt x="118253" y="123187"/>
                    <a:pt x="118606" y="123578"/>
                  </a:cubicBezTo>
                  <a:cubicBezTo>
                    <a:pt x="119358" y="124425"/>
                    <a:pt x="120187" y="124987"/>
                    <a:pt x="120958" y="125930"/>
                  </a:cubicBezTo>
                  <a:cubicBezTo>
                    <a:pt x="121263" y="126302"/>
                    <a:pt x="122873" y="125673"/>
                    <a:pt x="123301" y="125930"/>
                  </a:cubicBezTo>
                  <a:cubicBezTo>
                    <a:pt x="123473" y="126026"/>
                    <a:pt x="123168" y="126940"/>
                    <a:pt x="123301" y="127102"/>
                  </a:cubicBezTo>
                  <a:cubicBezTo>
                    <a:pt x="123644" y="127521"/>
                    <a:pt x="126407" y="127997"/>
                    <a:pt x="126826" y="128274"/>
                  </a:cubicBezTo>
                  <a:cubicBezTo>
                    <a:pt x="128655" y="129493"/>
                    <a:pt x="137418" y="130407"/>
                    <a:pt x="140913" y="129445"/>
                  </a:cubicBezTo>
                  <a:cubicBezTo>
                    <a:pt x="141247" y="129359"/>
                    <a:pt x="142809" y="127378"/>
                    <a:pt x="143256" y="127092"/>
                  </a:cubicBezTo>
                  <a:cubicBezTo>
                    <a:pt x="145828" y="125492"/>
                    <a:pt x="146800" y="125454"/>
                    <a:pt x="147952" y="123568"/>
                  </a:cubicBezTo>
                  <a:cubicBezTo>
                    <a:pt x="148533" y="122635"/>
                    <a:pt x="149943" y="121930"/>
                    <a:pt x="150305" y="121225"/>
                  </a:cubicBezTo>
                  <a:cubicBezTo>
                    <a:pt x="151200" y="119472"/>
                    <a:pt x="150591" y="117863"/>
                    <a:pt x="151476" y="116529"/>
                  </a:cubicBezTo>
                  <a:cubicBezTo>
                    <a:pt x="155429" y="110605"/>
                    <a:pt x="150267" y="97451"/>
                    <a:pt x="155001" y="89526"/>
                  </a:cubicBezTo>
                  <a:cubicBezTo>
                    <a:pt x="161849" y="89726"/>
                    <a:pt x="166259" y="87478"/>
                    <a:pt x="173784" y="88354"/>
                  </a:cubicBezTo>
                  <a:cubicBezTo>
                    <a:pt x="172012" y="90497"/>
                    <a:pt x="168717" y="91116"/>
                    <a:pt x="166745" y="93050"/>
                  </a:cubicBezTo>
                  <a:cubicBezTo>
                    <a:pt x="169241" y="100908"/>
                    <a:pt x="165307" y="104490"/>
                    <a:pt x="163221" y="110662"/>
                  </a:cubicBezTo>
                  <a:cubicBezTo>
                    <a:pt x="164830" y="112224"/>
                    <a:pt x="164821" y="115586"/>
                    <a:pt x="165573" y="116529"/>
                  </a:cubicBezTo>
                  <a:cubicBezTo>
                    <a:pt x="165964" y="117015"/>
                    <a:pt x="167898" y="118387"/>
                    <a:pt x="167917" y="118872"/>
                  </a:cubicBezTo>
                  <a:cubicBezTo>
                    <a:pt x="168002" y="120511"/>
                    <a:pt x="170431" y="122339"/>
                    <a:pt x="171441" y="122397"/>
                  </a:cubicBezTo>
                  <a:cubicBezTo>
                    <a:pt x="172803" y="122463"/>
                    <a:pt x="171965" y="123149"/>
                    <a:pt x="172612" y="123568"/>
                  </a:cubicBezTo>
                  <a:cubicBezTo>
                    <a:pt x="174765" y="124959"/>
                    <a:pt x="179023" y="125902"/>
                    <a:pt x="180833" y="125921"/>
                  </a:cubicBezTo>
                  <a:cubicBezTo>
                    <a:pt x="185024" y="125949"/>
                    <a:pt x="187643" y="124121"/>
                    <a:pt x="189053" y="122397"/>
                  </a:cubicBezTo>
                  <a:cubicBezTo>
                    <a:pt x="189357" y="122025"/>
                    <a:pt x="190977" y="122663"/>
                    <a:pt x="191405" y="122397"/>
                  </a:cubicBezTo>
                  <a:cubicBezTo>
                    <a:pt x="192463" y="121758"/>
                    <a:pt x="193482" y="120120"/>
                    <a:pt x="194930" y="118872"/>
                  </a:cubicBezTo>
                  <a:cubicBezTo>
                    <a:pt x="196482" y="117529"/>
                    <a:pt x="198997" y="116291"/>
                    <a:pt x="199625" y="115348"/>
                  </a:cubicBezTo>
                  <a:cubicBezTo>
                    <a:pt x="200168" y="114538"/>
                    <a:pt x="199206" y="112710"/>
                    <a:pt x="199625" y="111824"/>
                  </a:cubicBezTo>
                  <a:cubicBezTo>
                    <a:pt x="199844" y="111376"/>
                    <a:pt x="201711" y="111205"/>
                    <a:pt x="201968" y="110652"/>
                  </a:cubicBezTo>
                  <a:cubicBezTo>
                    <a:pt x="202264" y="110033"/>
                    <a:pt x="201797" y="108976"/>
                    <a:pt x="201968" y="108309"/>
                  </a:cubicBezTo>
                  <a:cubicBezTo>
                    <a:pt x="202159" y="107576"/>
                    <a:pt x="203121" y="107223"/>
                    <a:pt x="203140" y="107138"/>
                  </a:cubicBezTo>
                  <a:cubicBezTo>
                    <a:pt x="204978" y="100413"/>
                    <a:pt x="203188" y="92250"/>
                    <a:pt x="204312" y="86002"/>
                  </a:cubicBezTo>
                  <a:lnTo>
                    <a:pt x="218399" y="86002"/>
                  </a:lnTo>
                  <a:cubicBezTo>
                    <a:pt x="215884" y="90583"/>
                    <a:pt x="213075" y="96184"/>
                    <a:pt x="212532" y="101261"/>
                  </a:cubicBezTo>
                  <a:cubicBezTo>
                    <a:pt x="212408" y="102413"/>
                    <a:pt x="213646" y="102156"/>
                    <a:pt x="213703" y="102432"/>
                  </a:cubicBezTo>
                  <a:cubicBezTo>
                    <a:pt x="213884" y="103308"/>
                    <a:pt x="212541" y="103747"/>
                    <a:pt x="212532" y="103604"/>
                  </a:cubicBezTo>
                  <a:cubicBezTo>
                    <a:pt x="212598" y="104671"/>
                    <a:pt x="213627" y="104490"/>
                    <a:pt x="213703" y="104775"/>
                  </a:cubicBezTo>
                  <a:cubicBezTo>
                    <a:pt x="213980" y="105823"/>
                    <a:pt x="212255" y="106376"/>
                    <a:pt x="212532" y="107128"/>
                  </a:cubicBezTo>
                  <a:cubicBezTo>
                    <a:pt x="212856" y="108014"/>
                    <a:pt x="215808" y="108328"/>
                    <a:pt x="214884" y="110652"/>
                  </a:cubicBezTo>
                  <a:cubicBezTo>
                    <a:pt x="219695" y="111767"/>
                    <a:pt x="221180" y="116596"/>
                    <a:pt x="226619" y="117691"/>
                  </a:cubicBezTo>
                  <a:cubicBezTo>
                    <a:pt x="229496" y="118272"/>
                    <a:pt x="232649" y="117282"/>
                    <a:pt x="237182" y="117691"/>
                  </a:cubicBezTo>
                  <a:cubicBezTo>
                    <a:pt x="237002" y="116167"/>
                    <a:pt x="238716" y="117101"/>
                    <a:pt x="239535" y="116520"/>
                  </a:cubicBezTo>
                  <a:cubicBezTo>
                    <a:pt x="240726" y="115672"/>
                    <a:pt x="241259" y="114691"/>
                    <a:pt x="243059" y="112995"/>
                  </a:cubicBezTo>
                  <a:cubicBezTo>
                    <a:pt x="243421" y="112652"/>
                    <a:pt x="243545" y="112052"/>
                    <a:pt x="243726" y="111510"/>
                  </a:cubicBezTo>
                  <a:cubicBezTo>
                    <a:pt x="243783" y="111424"/>
                    <a:pt x="243879" y="111214"/>
                    <a:pt x="243983" y="110976"/>
                  </a:cubicBezTo>
                  <a:cubicBezTo>
                    <a:pt x="244060" y="110852"/>
                    <a:pt x="244136" y="110719"/>
                    <a:pt x="244240" y="110643"/>
                  </a:cubicBezTo>
                  <a:cubicBezTo>
                    <a:pt x="245383" y="109785"/>
                    <a:pt x="246936" y="110605"/>
                    <a:pt x="247765" y="109471"/>
                  </a:cubicBezTo>
                  <a:cubicBezTo>
                    <a:pt x="248689" y="108185"/>
                    <a:pt x="248336" y="106233"/>
                    <a:pt x="248936" y="104775"/>
                  </a:cubicBezTo>
                  <a:cubicBezTo>
                    <a:pt x="249070" y="104451"/>
                    <a:pt x="249784" y="104404"/>
                    <a:pt x="250108" y="103604"/>
                  </a:cubicBezTo>
                  <a:cubicBezTo>
                    <a:pt x="250222" y="103318"/>
                    <a:pt x="250089" y="102747"/>
                    <a:pt x="250108" y="102432"/>
                  </a:cubicBezTo>
                  <a:cubicBezTo>
                    <a:pt x="250175" y="101203"/>
                    <a:pt x="251070" y="101765"/>
                    <a:pt x="251279" y="101261"/>
                  </a:cubicBezTo>
                  <a:cubicBezTo>
                    <a:pt x="252480" y="98308"/>
                    <a:pt x="252013" y="94974"/>
                    <a:pt x="254804" y="93040"/>
                  </a:cubicBezTo>
                  <a:cubicBezTo>
                    <a:pt x="256271" y="88564"/>
                    <a:pt x="253765" y="87392"/>
                    <a:pt x="255975" y="83649"/>
                  </a:cubicBezTo>
                  <a:cubicBezTo>
                    <a:pt x="258566" y="83230"/>
                    <a:pt x="262414" y="84049"/>
                    <a:pt x="264995" y="83630"/>
                  </a:cubicBezTo>
                  <a:lnTo>
                    <a:pt x="264995" y="83649"/>
                  </a:lnTo>
                  <a:lnTo>
                    <a:pt x="278273" y="84373"/>
                  </a:lnTo>
                  <a:cubicBezTo>
                    <a:pt x="274616" y="86525"/>
                    <a:pt x="271920" y="88973"/>
                    <a:pt x="271234" y="93040"/>
                  </a:cubicBezTo>
                  <a:cubicBezTo>
                    <a:pt x="271139" y="93631"/>
                    <a:pt x="271091" y="94812"/>
                    <a:pt x="271234" y="95393"/>
                  </a:cubicBezTo>
                  <a:cubicBezTo>
                    <a:pt x="271844" y="97822"/>
                    <a:pt x="272539" y="101584"/>
                    <a:pt x="273587" y="102432"/>
                  </a:cubicBezTo>
                  <a:cubicBezTo>
                    <a:pt x="273930" y="102718"/>
                    <a:pt x="273377" y="104356"/>
                    <a:pt x="273587" y="104785"/>
                  </a:cubicBezTo>
                  <a:cubicBezTo>
                    <a:pt x="273654" y="104928"/>
                    <a:pt x="274625" y="104671"/>
                    <a:pt x="274759" y="104785"/>
                  </a:cubicBezTo>
                  <a:cubicBezTo>
                    <a:pt x="275140" y="105099"/>
                    <a:pt x="274463" y="106709"/>
                    <a:pt x="274759" y="107138"/>
                  </a:cubicBezTo>
                  <a:cubicBezTo>
                    <a:pt x="275102" y="107633"/>
                    <a:pt x="276597" y="108985"/>
                    <a:pt x="277102" y="109481"/>
                  </a:cubicBezTo>
                  <a:cubicBezTo>
                    <a:pt x="277616" y="109995"/>
                    <a:pt x="278930" y="111481"/>
                    <a:pt x="279454" y="111824"/>
                  </a:cubicBezTo>
                  <a:cubicBezTo>
                    <a:pt x="280512" y="112548"/>
                    <a:pt x="283131" y="112176"/>
                    <a:pt x="285322" y="112995"/>
                  </a:cubicBezTo>
                  <a:cubicBezTo>
                    <a:pt x="287922" y="113976"/>
                    <a:pt x="288160" y="115243"/>
                    <a:pt x="290018" y="115348"/>
                  </a:cubicBezTo>
                  <a:cubicBezTo>
                    <a:pt x="291742" y="115443"/>
                    <a:pt x="294618" y="112833"/>
                    <a:pt x="297066" y="114176"/>
                  </a:cubicBezTo>
                  <a:cubicBezTo>
                    <a:pt x="298028" y="110967"/>
                    <a:pt x="301771" y="108595"/>
                    <a:pt x="302934" y="107138"/>
                  </a:cubicBezTo>
                  <a:cubicBezTo>
                    <a:pt x="303124" y="106899"/>
                    <a:pt x="302734" y="106195"/>
                    <a:pt x="302934" y="105966"/>
                  </a:cubicBezTo>
                  <a:cubicBezTo>
                    <a:pt x="303248" y="105575"/>
                    <a:pt x="304953" y="106347"/>
                    <a:pt x="305277" y="105966"/>
                  </a:cubicBezTo>
                  <a:cubicBezTo>
                    <a:pt x="306248" y="104842"/>
                    <a:pt x="305401" y="102280"/>
                    <a:pt x="307629" y="102442"/>
                  </a:cubicBezTo>
                  <a:cubicBezTo>
                    <a:pt x="310287" y="100403"/>
                    <a:pt x="308715" y="94136"/>
                    <a:pt x="312325" y="93050"/>
                  </a:cubicBezTo>
                  <a:cubicBezTo>
                    <a:pt x="312335" y="94507"/>
                    <a:pt x="313621" y="93736"/>
                    <a:pt x="314668" y="94222"/>
                  </a:cubicBezTo>
                  <a:cubicBezTo>
                    <a:pt x="315830" y="94755"/>
                    <a:pt x="317011" y="96508"/>
                    <a:pt x="318192" y="96574"/>
                  </a:cubicBezTo>
                  <a:cubicBezTo>
                    <a:pt x="319517" y="96641"/>
                    <a:pt x="318745" y="97403"/>
                    <a:pt x="319364" y="97746"/>
                  </a:cubicBezTo>
                  <a:cubicBezTo>
                    <a:pt x="321479" y="98917"/>
                    <a:pt x="324069" y="99194"/>
                    <a:pt x="325232" y="100089"/>
                  </a:cubicBezTo>
                  <a:cubicBezTo>
                    <a:pt x="326136" y="100784"/>
                    <a:pt x="326641" y="101927"/>
                    <a:pt x="327584" y="102432"/>
                  </a:cubicBezTo>
                  <a:cubicBezTo>
                    <a:pt x="327118" y="102184"/>
                    <a:pt x="328080" y="101118"/>
                    <a:pt x="328756" y="101261"/>
                  </a:cubicBezTo>
                  <a:cubicBezTo>
                    <a:pt x="328413" y="101194"/>
                    <a:pt x="329737" y="102327"/>
                    <a:pt x="329927" y="102432"/>
                  </a:cubicBezTo>
                  <a:cubicBezTo>
                    <a:pt x="331061" y="103032"/>
                    <a:pt x="331899" y="103470"/>
                    <a:pt x="332280" y="104785"/>
                  </a:cubicBezTo>
                  <a:cubicBezTo>
                    <a:pt x="330194" y="105366"/>
                    <a:pt x="328994" y="108233"/>
                    <a:pt x="327584" y="108309"/>
                  </a:cubicBezTo>
                  <a:cubicBezTo>
                    <a:pt x="326251" y="108376"/>
                    <a:pt x="327032" y="109138"/>
                    <a:pt x="326413" y="109481"/>
                  </a:cubicBezTo>
                  <a:cubicBezTo>
                    <a:pt x="322079" y="111891"/>
                    <a:pt x="318069" y="114672"/>
                    <a:pt x="317021" y="118872"/>
                  </a:cubicBezTo>
                  <a:cubicBezTo>
                    <a:pt x="316897" y="119368"/>
                    <a:pt x="315811" y="120282"/>
                    <a:pt x="315849" y="120044"/>
                  </a:cubicBezTo>
                  <a:cubicBezTo>
                    <a:pt x="315402" y="123149"/>
                    <a:pt x="318631" y="130836"/>
                    <a:pt x="319374" y="131788"/>
                  </a:cubicBezTo>
                  <a:cubicBezTo>
                    <a:pt x="319678" y="132179"/>
                    <a:pt x="321364" y="131426"/>
                    <a:pt x="321726" y="131788"/>
                  </a:cubicBezTo>
                  <a:cubicBezTo>
                    <a:pt x="322069" y="132131"/>
                    <a:pt x="321336" y="133855"/>
                    <a:pt x="321726" y="134131"/>
                  </a:cubicBezTo>
                  <a:cubicBezTo>
                    <a:pt x="322184" y="134455"/>
                    <a:pt x="323517" y="133989"/>
                    <a:pt x="324069" y="134131"/>
                  </a:cubicBezTo>
                  <a:cubicBezTo>
                    <a:pt x="325498" y="134493"/>
                    <a:pt x="325889" y="134874"/>
                    <a:pt x="327594" y="135303"/>
                  </a:cubicBezTo>
                  <a:cubicBezTo>
                    <a:pt x="328156" y="135446"/>
                    <a:pt x="328899" y="136503"/>
                    <a:pt x="328765" y="136475"/>
                  </a:cubicBezTo>
                  <a:cubicBezTo>
                    <a:pt x="330737" y="136836"/>
                    <a:pt x="332651" y="135141"/>
                    <a:pt x="333461" y="135303"/>
                  </a:cubicBezTo>
                  <a:cubicBezTo>
                    <a:pt x="333890" y="135389"/>
                    <a:pt x="333366" y="136446"/>
                    <a:pt x="334633" y="136475"/>
                  </a:cubicBezTo>
                  <a:cubicBezTo>
                    <a:pt x="340671" y="136608"/>
                    <a:pt x="343100" y="135789"/>
                    <a:pt x="345196" y="135303"/>
                  </a:cubicBezTo>
                  <a:cubicBezTo>
                    <a:pt x="346634" y="134960"/>
                    <a:pt x="348501" y="135789"/>
                    <a:pt x="349892" y="135303"/>
                  </a:cubicBezTo>
                  <a:cubicBezTo>
                    <a:pt x="350330" y="135151"/>
                    <a:pt x="351711" y="133284"/>
                    <a:pt x="352244" y="132950"/>
                  </a:cubicBezTo>
                  <a:cubicBezTo>
                    <a:pt x="355388" y="130998"/>
                    <a:pt x="358721" y="128674"/>
                    <a:pt x="360464" y="127083"/>
                  </a:cubicBezTo>
                  <a:cubicBezTo>
                    <a:pt x="362665" y="124587"/>
                    <a:pt x="362379" y="119606"/>
                    <a:pt x="365160" y="117691"/>
                  </a:cubicBezTo>
                  <a:cubicBezTo>
                    <a:pt x="366294" y="119882"/>
                    <a:pt x="369170" y="120244"/>
                    <a:pt x="371028" y="121215"/>
                  </a:cubicBezTo>
                  <a:cubicBezTo>
                    <a:pt x="373438" y="122473"/>
                    <a:pt x="373457" y="122997"/>
                    <a:pt x="375724" y="123559"/>
                  </a:cubicBezTo>
                  <a:cubicBezTo>
                    <a:pt x="376867" y="123844"/>
                    <a:pt x="376314" y="124406"/>
                    <a:pt x="376895" y="124740"/>
                  </a:cubicBezTo>
                  <a:cubicBezTo>
                    <a:pt x="377867" y="125292"/>
                    <a:pt x="379457" y="125178"/>
                    <a:pt x="380419" y="125911"/>
                  </a:cubicBezTo>
                  <a:cubicBezTo>
                    <a:pt x="380810" y="126216"/>
                    <a:pt x="380057" y="127902"/>
                    <a:pt x="380419" y="128254"/>
                  </a:cubicBezTo>
                  <a:cubicBezTo>
                    <a:pt x="380810" y="128645"/>
                    <a:pt x="382286" y="127959"/>
                    <a:pt x="382763" y="128254"/>
                  </a:cubicBezTo>
                  <a:cubicBezTo>
                    <a:pt x="384839" y="129493"/>
                    <a:pt x="388744" y="129778"/>
                    <a:pt x="388639" y="132950"/>
                  </a:cubicBezTo>
                  <a:cubicBezTo>
                    <a:pt x="388154" y="139513"/>
                    <a:pt x="379429" y="137837"/>
                    <a:pt x="376905" y="142342"/>
                  </a:cubicBezTo>
                  <a:cubicBezTo>
                    <a:pt x="375943" y="142609"/>
                    <a:pt x="374609" y="143618"/>
                    <a:pt x="374552" y="144695"/>
                  </a:cubicBezTo>
                  <a:cubicBezTo>
                    <a:pt x="374485" y="145971"/>
                    <a:pt x="373638" y="145314"/>
                    <a:pt x="373380" y="145866"/>
                  </a:cubicBezTo>
                  <a:cubicBezTo>
                    <a:pt x="371894" y="149105"/>
                    <a:pt x="373180" y="150953"/>
                    <a:pt x="373380" y="151734"/>
                  </a:cubicBezTo>
                  <a:cubicBezTo>
                    <a:pt x="373761" y="153238"/>
                    <a:pt x="374514" y="155734"/>
                    <a:pt x="374552" y="156429"/>
                  </a:cubicBezTo>
                  <a:cubicBezTo>
                    <a:pt x="374714" y="159506"/>
                    <a:pt x="382753" y="164592"/>
                    <a:pt x="383944" y="164650"/>
                  </a:cubicBezTo>
                  <a:cubicBezTo>
                    <a:pt x="385153" y="164716"/>
                    <a:pt x="384648" y="165640"/>
                    <a:pt x="385115" y="165821"/>
                  </a:cubicBezTo>
                  <a:cubicBezTo>
                    <a:pt x="386792" y="166450"/>
                    <a:pt x="390221" y="166735"/>
                    <a:pt x="392164" y="166993"/>
                  </a:cubicBezTo>
                  <a:cubicBezTo>
                    <a:pt x="395316" y="167421"/>
                    <a:pt x="398469" y="167097"/>
                    <a:pt x="400384" y="166993"/>
                  </a:cubicBezTo>
                  <a:cubicBezTo>
                    <a:pt x="401146" y="166955"/>
                    <a:pt x="401660" y="165811"/>
                    <a:pt x="401555" y="165821"/>
                  </a:cubicBezTo>
                  <a:cubicBezTo>
                    <a:pt x="402841" y="165716"/>
                    <a:pt x="402241" y="166812"/>
                    <a:pt x="402727" y="166993"/>
                  </a:cubicBezTo>
                  <a:cubicBezTo>
                    <a:pt x="403917" y="167450"/>
                    <a:pt x="404784" y="165840"/>
                    <a:pt x="405079" y="165821"/>
                  </a:cubicBezTo>
                  <a:cubicBezTo>
                    <a:pt x="408899" y="165554"/>
                    <a:pt x="409928" y="165897"/>
                    <a:pt x="410947" y="164650"/>
                  </a:cubicBezTo>
                  <a:cubicBezTo>
                    <a:pt x="411023" y="164554"/>
                    <a:pt x="414509" y="163468"/>
                    <a:pt x="414471" y="163478"/>
                  </a:cubicBezTo>
                  <a:cubicBezTo>
                    <a:pt x="415109" y="163316"/>
                    <a:pt x="416262" y="163792"/>
                    <a:pt x="416815" y="163478"/>
                  </a:cubicBezTo>
                  <a:cubicBezTo>
                    <a:pt x="417167" y="163278"/>
                    <a:pt x="416510" y="161430"/>
                    <a:pt x="416815" y="161135"/>
                  </a:cubicBezTo>
                  <a:cubicBezTo>
                    <a:pt x="417214" y="160735"/>
                    <a:pt x="418691" y="161449"/>
                    <a:pt x="419167" y="161135"/>
                  </a:cubicBezTo>
                  <a:cubicBezTo>
                    <a:pt x="422367" y="158992"/>
                    <a:pt x="423168" y="154029"/>
                    <a:pt x="427387" y="154086"/>
                  </a:cubicBezTo>
                  <a:cubicBezTo>
                    <a:pt x="427863" y="155353"/>
                    <a:pt x="429740" y="155934"/>
                    <a:pt x="430911" y="156429"/>
                  </a:cubicBezTo>
                  <a:cubicBezTo>
                    <a:pt x="435150" y="158249"/>
                    <a:pt x="436464" y="158744"/>
                    <a:pt x="439131" y="161125"/>
                  </a:cubicBezTo>
                  <a:cubicBezTo>
                    <a:pt x="440627" y="162459"/>
                    <a:pt x="441694" y="163792"/>
                    <a:pt x="442656" y="164650"/>
                  </a:cubicBezTo>
                  <a:cubicBezTo>
                    <a:pt x="440922" y="164869"/>
                    <a:pt x="441579" y="167488"/>
                    <a:pt x="441484" y="169345"/>
                  </a:cubicBezTo>
                  <a:cubicBezTo>
                    <a:pt x="439674" y="173451"/>
                    <a:pt x="432273" y="175184"/>
                    <a:pt x="432092" y="178737"/>
                  </a:cubicBezTo>
                  <a:cubicBezTo>
                    <a:pt x="432035" y="179851"/>
                    <a:pt x="431026" y="179556"/>
                    <a:pt x="430921" y="179909"/>
                  </a:cubicBezTo>
                  <a:cubicBezTo>
                    <a:pt x="430264" y="182128"/>
                    <a:pt x="430016" y="187367"/>
                    <a:pt x="430921" y="190481"/>
                  </a:cubicBezTo>
                  <a:cubicBezTo>
                    <a:pt x="431007" y="190777"/>
                    <a:pt x="432959" y="192434"/>
                    <a:pt x="433264" y="192824"/>
                  </a:cubicBezTo>
                  <a:cubicBezTo>
                    <a:pt x="434112" y="193920"/>
                    <a:pt x="434579" y="195463"/>
                    <a:pt x="435617" y="196349"/>
                  </a:cubicBezTo>
                  <a:cubicBezTo>
                    <a:pt x="436055" y="196720"/>
                    <a:pt x="437427" y="196111"/>
                    <a:pt x="437960" y="196349"/>
                  </a:cubicBezTo>
                  <a:cubicBezTo>
                    <a:pt x="438341" y="196520"/>
                    <a:pt x="438703" y="198406"/>
                    <a:pt x="439131" y="198701"/>
                  </a:cubicBezTo>
                  <a:cubicBezTo>
                    <a:pt x="439674" y="199063"/>
                    <a:pt x="440884" y="198425"/>
                    <a:pt x="441475" y="198701"/>
                  </a:cubicBezTo>
                  <a:cubicBezTo>
                    <a:pt x="441922" y="198901"/>
                    <a:pt x="442084" y="200854"/>
                    <a:pt x="442646" y="201045"/>
                  </a:cubicBezTo>
                  <a:cubicBezTo>
                    <a:pt x="444294" y="201626"/>
                    <a:pt x="446771" y="200863"/>
                    <a:pt x="448514" y="201045"/>
                  </a:cubicBezTo>
                  <a:cubicBezTo>
                    <a:pt x="450923" y="201302"/>
                    <a:pt x="453029" y="202321"/>
                    <a:pt x="454390" y="202216"/>
                  </a:cubicBezTo>
                  <a:cubicBezTo>
                    <a:pt x="456191" y="202083"/>
                    <a:pt x="458439" y="200549"/>
                    <a:pt x="460258" y="199873"/>
                  </a:cubicBezTo>
                  <a:cubicBezTo>
                    <a:pt x="461525" y="199397"/>
                    <a:pt x="462887" y="198873"/>
                    <a:pt x="464192" y="198425"/>
                  </a:cubicBezTo>
                  <a:cubicBezTo>
                    <a:pt x="464468" y="197987"/>
                    <a:pt x="464878" y="197606"/>
                    <a:pt x="465506" y="197415"/>
                  </a:cubicBezTo>
                  <a:cubicBezTo>
                    <a:pt x="467145" y="196920"/>
                    <a:pt x="469574" y="196425"/>
                    <a:pt x="470116" y="194539"/>
                  </a:cubicBezTo>
                  <a:cubicBezTo>
                    <a:pt x="470602" y="192834"/>
                    <a:pt x="471136" y="191396"/>
                    <a:pt x="472374" y="190100"/>
                  </a:cubicBezTo>
                  <a:cubicBezTo>
                    <a:pt x="472545" y="189919"/>
                    <a:pt x="472726" y="189834"/>
                    <a:pt x="472907" y="189729"/>
                  </a:cubicBezTo>
                  <a:cubicBezTo>
                    <a:pt x="472917" y="188852"/>
                    <a:pt x="472964" y="187938"/>
                    <a:pt x="473164" y="186967"/>
                  </a:cubicBezTo>
                  <a:cubicBezTo>
                    <a:pt x="477317" y="186338"/>
                    <a:pt x="478308" y="188872"/>
                    <a:pt x="480213" y="190491"/>
                  </a:cubicBezTo>
                  <a:cubicBezTo>
                    <a:pt x="482289" y="191539"/>
                    <a:pt x="483642" y="193320"/>
                    <a:pt x="486080" y="194015"/>
                  </a:cubicBezTo>
                  <a:cubicBezTo>
                    <a:pt x="487785" y="195844"/>
                    <a:pt x="488547" y="198587"/>
                    <a:pt x="489605" y="201054"/>
                  </a:cubicBezTo>
                  <a:cubicBezTo>
                    <a:pt x="493281" y="202549"/>
                    <a:pt x="496091" y="205588"/>
                    <a:pt x="498996" y="208103"/>
                  </a:cubicBezTo>
                  <a:cubicBezTo>
                    <a:pt x="501920" y="210636"/>
                    <a:pt x="505178" y="212884"/>
                    <a:pt x="507216" y="216323"/>
                  </a:cubicBezTo>
                  <a:lnTo>
                    <a:pt x="520180" y="227714"/>
                  </a:lnTo>
                  <a:lnTo>
                    <a:pt x="514169" y="206178"/>
                  </a:lnTo>
                  <a:close/>
                  <a:moveTo>
                    <a:pt x="154905" y="82420"/>
                  </a:moveTo>
                  <a:cubicBezTo>
                    <a:pt x="153810" y="82677"/>
                    <a:pt x="153134" y="83830"/>
                    <a:pt x="151381" y="83592"/>
                  </a:cubicBezTo>
                  <a:cubicBezTo>
                    <a:pt x="147419" y="83077"/>
                    <a:pt x="146019" y="79153"/>
                    <a:pt x="141990" y="76553"/>
                  </a:cubicBezTo>
                  <a:cubicBezTo>
                    <a:pt x="141332" y="76134"/>
                    <a:pt x="142171" y="75448"/>
                    <a:pt x="140818" y="75381"/>
                  </a:cubicBezTo>
                  <a:cubicBezTo>
                    <a:pt x="138884" y="75286"/>
                    <a:pt x="138389" y="72724"/>
                    <a:pt x="134951" y="71857"/>
                  </a:cubicBezTo>
                  <a:cubicBezTo>
                    <a:pt x="134998" y="71866"/>
                    <a:pt x="131512" y="70781"/>
                    <a:pt x="131426" y="70676"/>
                  </a:cubicBezTo>
                  <a:cubicBezTo>
                    <a:pt x="131312" y="70542"/>
                    <a:pt x="131569" y="69571"/>
                    <a:pt x="131426" y="69504"/>
                  </a:cubicBezTo>
                  <a:cubicBezTo>
                    <a:pt x="130998" y="69295"/>
                    <a:pt x="129359" y="69847"/>
                    <a:pt x="129074" y="69504"/>
                  </a:cubicBezTo>
                  <a:cubicBezTo>
                    <a:pt x="128959" y="69361"/>
                    <a:pt x="129217" y="68399"/>
                    <a:pt x="129074" y="68333"/>
                  </a:cubicBezTo>
                  <a:cubicBezTo>
                    <a:pt x="128645" y="68123"/>
                    <a:pt x="127007" y="68676"/>
                    <a:pt x="126730" y="68333"/>
                  </a:cubicBezTo>
                  <a:cubicBezTo>
                    <a:pt x="125388" y="66685"/>
                    <a:pt x="115824" y="66409"/>
                    <a:pt x="110290" y="67161"/>
                  </a:cubicBezTo>
                  <a:cubicBezTo>
                    <a:pt x="108976" y="67342"/>
                    <a:pt x="108157" y="67123"/>
                    <a:pt x="107947" y="68333"/>
                  </a:cubicBezTo>
                  <a:cubicBezTo>
                    <a:pt x="105147" y="66466"/>
                    <a:pt x="109452" y="64113"/>
                    <a:pt x="110290" y="62456"/>
                  </a:cubicBezTo>
                  <a:cubicBezTo>
                    <a:pt x="110957" y="61151"/>
                    <a:pt x="110681" y="59551"/>
                    <a:pt x="111462" y="57760"/>
                  </a:cubicBezTo>
                  <a:cubicBezTo>
                    <a:pt x="111710" y="57207"/>
                    <a:pt x="113700" y="55807"/>
                    <a:pt x="113805" y="55407"/>
                  </a:cubicBezTo>
                  <a:cubicBezTo>
                    <a:pt x="115205" y="50445"/>
                    <a:pt x="114367" y="44825"/>
                    <a:pt x="114977" y="38977"/>
                  </a:cubicBezTo>
                  <a:cubicBezTo>
                    <a:pt x="115929" y="38748"/>
                    <a:pt x="116148" y="37805"/>
                    <a:pt x="117329" y="37805"/>
                  </a:cubicBezTo>
                  <a:cubicBezTo>
                    <a:pt x="118291" y="37805"/>
                    <a:pt x="118482" y="39062"/>
                    <a:pt x="119672" y="38977"/>
                  </a:cubicBezTo>
                  <a:cubicBezTo>
                    <a:pt x="121759" y="38824"/>
                    <a:pt x="122168" y="37748"/>
                    <a:pt x="124368" y="37805"/>
                  </a:cubicBezTo>
                  <a:cubicBezTo>
                    <a:pt x="124149" y="37796"/>
                    <a:pt x="124873" y="38938"/>
                    <a:pt x="125540" y="38977"/>
                  </a:cubicBezTo>
                  <a:cubicBezTo>
                    <a:pt x="125835" y="38996"/>
                    <a:pt x="127540" y="37357"/>
                    <a:pt x="127893" y="37805"/>
                  </a:cubicBezTo>
                  <a:cubicBezTo>
                    <a:pt x="128645" y="38748"/>
                    <a:pt x="133265" y="39853"/>
                    <a:pt x="137284" y="38977"/>
                  </a:cubicBezTo>
                  <a:cubicBezTo>
                    <a:pt x="139656" y="38462"/>
                    <a:pt x="139827" y="37719"/>
                    <a:pt x="143152" y="38977"/>
                  </a:cubicBezTo>
                  <a:cubicBezTo>
                    <a:pt x="143571" y="39129"/>
                    <a:pt x="145247" y="38653"/>
                    <a:pt x="145504" y="38977"/>
                  </a:cubicBezTo>
                  <a:cubicBezTo>
                    <a:pt x="145704" y="39224"/>
                    <a:pt x="145876" y="39377"/>
                    <a:pt x="146028" y="39481"/>
                  </a:cubicBezTo>
                  <a:lnTo>
                    <a:pt x="144333" y="40148"/>
                  </a:lnTo>
                  <a:cubicBezTo>
                    <a:pt x="138665" y="41053"/>
                    <a:pt x="135408" y="44206"/>
                    <a:pt x="132598" y="49540"/>
                  </a:cubicBezTo>
                  <a:cubicBezTo>
                    <a:pt x="132274" y="50140"/>
                    <a:pt x="131493" y="49387"/>
                    <a:pt x="131426" y="50711"/>
                  </a:cubicBezTo>
                  <a:cubicBezTo>
                    <a:pt x="131331" y="52597"/>
                    <a:pt x="130379" y="52721"/>
                    <a:pt x="130255" y="54236"/>
                  </a:cubicBezTo>
                  <a:cubicBezTo>
                    <a:pt x="130102" y="56122"/>
                    <a:pt x="131169" y="56284"/>
                    <a:pt x="131426" y="57760"/>
                  </a:cubicBezTo>
                  <a:cubicBezTo>
                    <a:pt x="131617" y="58827"/>
                    <a:pt x="131074" y="60255"/>
                    <a:pt x="131426" y="61284"/>
                  </a:cubicBezTo>
                  <a:cubicBezTo>
                    <a:pt x="132541" y="64580"/>
                    <a:pt x="135503" y="66723"/>
                    <a:pt x="137294" y="69504"/>
                  </a:cubicBezTo>
                  <a:cubicBezTo>
                    <a:pt x="141361" y="68561"/>
                    <a:pt x="141799" y="71257"/>
                    <a:pt x="145514" y="70676"/>
                  </a:cubicBezTo>
                  <a:cubicBezTo>
                    <a:pt x="148533" y="75867"/>
                    <a:pt x="152638" y="79991"/>
                    <a:pt x="159601" y="81249"/>
                  </a:cubicBezTo>
                  <a:cubicBezTo>
                    <a:pt x="159268" y="82992"/>
                    <a:pt x="156620" y="82039"/>
                    <a:pt x="154905" y="82420"/>
                  </a:cubicBezTo>
                  <a:close/>
                  <a:moveTo>
                    <a:pt x="213608" y="55426"/>
                  </a:moveTo>
                  <a:cubicBezTo>
                    <a:pt x="209750" y="55874"/>
                    <a:pt x="208427" y="58865"/>
                    <a:pt x="205388" y="60122"/>
                  </a:cubicBezTo>
                  <a:cubicBezTo>
                    <a:pt x="205036" y="60808"/>
                    <a:pt x="204874" y="61684"/>
                    <a:pt x="204740" y="62589"/>
                  </a:cubicBezTo>
                  <a:lnTo>
                    <a:pt x="204731" y="62599"/>
                  </a:lnTo>
                  <a:lnTo>
                    <a:pt x="204731" y="62618"/>
                  </a:lnTo>
                  <a:cubicBezTo>
                    <a:pt x="204464" y="64446"/>
                    <a:pt x="204321" y="66390"/>
                    <a:pt x="203035" y="67180"/>
                  </a:cubicBezTo>
                  <a:cubicBezTo>
                    <a:pt x="205178" y="69733"/>
                    <a:pt x="204169" y="75448"/>
                    <a:pt x="207731" y="76572"/>
                  </a:cubicBezTo>
                  <a:cubicBezTo>
                    <a:pt x="207398" y="78315"/>
                    <a:pt x="204750" y="77353"/>
                    <a:pt x="203035" y="77743"/>
                  </a:cubicBezTo>
                  <a:cubicBezTo>
                    <a:pt x="200292" y="78362"/>
                    <a:pt x="200664" y="78734"/>
                    <a:pt x="195996" y="77743"/>
                  </a:cubicBezTo>
                  <a:cubicBezTo>
                    <a:pt x="194215" y="73648"/>
                    <a:pt x="192672" y="69323"/>
                    <a:pt x="188948" y="67171"/>
                  </a:cubicBezTo>
                  <a:cubicBezTo>
                    <a:pt x="193567" y="61999"/>
                    <a:pt x="202121" y="60770"/>
                    <a:pt x="203035" y="51912"/>
                  </a:cubicBezTo>
                  <a:cubicBezTo>
                    <a:pt x="205712" y="51578"/>
                    <a:pt x="207445" y="52197"/>
                    <a:pt x="207731" y="54255"/>
                  </a:cubicBezTo>
                  <a:cubicBezTo>
                    <a:pt x="210274" y="51607"/>
                    <a:pt x="211732" y="55226"/>
                    <a:pt x="215951" y="54255"/>
                  </a:cubicBezTo>
                  <a:cubicBezTo>
                    <a:pt x="215923" y="55398"/>
                    <a:pt x="214522" y="55160"/>
                    <a:pt x="213608" y="55426"/>
                  </a:cubicBezTo>
                  <a:close/>
                  <a:moveTo>
                    <a:pt x="264891" y="77486"/>
                  </a:moveTo>
                  <a:lnTo>
                    <a:pt x="264891" y="77553"/>
                  </a:lnTo>
                  <a:cubicBezTo>
                    <a:pt x="260890" y="76067"/>
                    <a:pt x="254146" y="79029"/>
                    <a:pt x="247650" y="77734"/>
                  </a:cubicBezTo>
                  <a:cubicBezTo>
                    <a:pt x="248346" y="73524"/>
                    <a:pt x="246279" y="72047"/>
                    <a:pt x="245307" y="69514"/>
                  </a:cubicBezTo>
                  <a:cubicBezTo>
                    <a:pt x="245298" y="67056"/>
                    <a:pt x="238906" y="65104"/>
                    <a:pt x="241783" y="63646"/>
                  </a:cubicBezTo>
                  <a:cubicBezTo>
                    <a:pt x="243421" y="63161"/>
                    <a:pt x="244336" y="64770"/>
                    <a:pt x="245307" y="64818"/>
                  </a:cubicBezTo>
                  <a:cubicBezTo>
                    <a:pt x="247908" y="64961"/>
                    <a:pt x="246946" y="67009"/>
                    <a:pt x="250003" y="67171"/>
                  </a:cubicBezTo>
                  <a:cubicBezTo>
                    <a:pt x="251327" y="67237"/>
                    <a:pt x="250555" y="67990"/>
                    <a:pt x="251175" y="68342"/>
                  </a:cubicBezTo>
                  <a:cubicBezTo>
                    <a:pt x="254461" y="70180"/>
                    <a:pt x="257166" y="71552"/>
                    <a:pt x="259395" y="73038"/>
                  </a:cubicBezTo>
                  <a:cubicBezTo>
                    <a:pt x="261919" y="74724"/>
                    <a:pt x="265081" y="75715"/>
                    <a:pt x="268310" y="76781"/>
                  </a:cubicBezTo>
                  <a:lnTo>
                    <a:pt x="264891" y="77486"/>
                  </a:ln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99" id="99"/>
            <p:cNvSpPr/>
            <p:nvPr/>
          </p:nvSpPr>
          <p:spPr>
            <a:xfrm>
              <a:off x="8770207" y="3648298"/>
              <a:ext cx="255782" cy="312966"/>
            </a:xfrm>
            <a:custGeom>
              <a:avLst/>
              <a:gdLst/>
              <a:ahLst/>
              <a:cxnLst/>
              <a:rect r="r" b="b" t="t" l="l"/>
              <a:pathLst>
                <a:path w="255782" h="312966" stroke="true" fill="norm" extrusionOk="true">
                  <a:moveTo>
                    <a:pt x="173734" y="292268"/>
                  </a:moveTo>
                  <a:cubicBezTo>
                    <a:pt x="173763" y="292335"/>
                    <a:pt x="173782" y="292392"/>
                    <a:pt x="173810" y="292459"/>
                  </a:cubicBezTo>
                  <a:cubicBezTo>
                    <a:pt x="177849" y="293802"/>
                    <a:pt x="180925" y="293821"/>
                    <a:pt x="184373" y="293631"/>
                  </a:cubicBezTo>
                  <a:cubicBezTo>
                    <a:pt x="186602" y="293507"/>
                    <a:pt x="186517" y="291869"/>
                    <a:pt x="189069" y="291278"/>
                  </a:cubicBezTo>
                  <a:cubicBezTo>
                    <a:pt x="188774" y="291354"/>
                    <a:pt x="190470" y="292478"/>
                    <a:pt x="191413" y="292449"/>
                  </a:cubicBezTo>
                  <a:cubicBezTo>
                    <a:pt x="192860" y="292402"/>
                    <a:pt x="193137" y="291440"/>
                    <a:pt x="194937" y="291278"/>
                  </a:cubicBezTo>
                  <a:cubicBezTo>
                    <a:pt x="198861" y="290916"/>
                    <a:pt x="202290" y="290725"/>
                    <a:pt x="206671" y="291278"/>
                  </a:cubicBezTo>
                  <a:cubicBezTo>
                    <a:pt x="206671" y="291202"/>
                    <a:pt x="206624" y="291126"/>
                    <a:pt x="206614" y="291049"/>
                  </a:cubicBezTo>
                  <a:lnTo>
                    <a:pt x="212844" y="291049"/>
                  </a:lnTo>
                  <a:cubicBezTo>
                    <a:pt x="213511" y="291049"/>
                    <a:pt x="213996" y="290802"/>
                    <a:pt x="214377" y="290459"/>
                  </a:cubicBezTo>
                  <a:cubicBezTo>
                    <a:pt x="214539" y="290735"/>
                    <a:pt x="214663" y="291011"/>
                    <a:pt x="214892" y="291278"/>
                  </a:cubicBezTo>
                  <a:cubicBezTo>
                    <a:pt x="221597" y="291716"/>
                    <a:pt x="221759" y="292688"/>
                    <a:pt x="226626" y="291278"/>
                  </a:cubicBezTo>
                  <a:cubicBezTo>
                    <a:pt x="232036" y="295450"/>
                    <a:pt x="237933" y="299127"/>
                    <a:pt x="242743" y="303908"/>
                  </a:cubicBezTo>
                  <a:cubicBezTo>
                    <a:pt x="244505" y="306146"/>
                    <a:pt x="247210" y="306775"/>
                    <a:pt x="249324" y="308680"/>
                  </a:cubicBezTo>
                  <a:cubicBezTo>
                    <a:pt x="250029" y="309309"/>
                    <a:pt x="250810" y="309404"/>
                    <a:pt x="251534" y="309223"/>
                  </a:cubicBezTo>
                  <a:cubicBezTo>
                    <a:pt x="252820" y="310595"/>
                    <a:pt x="254182" y="311909"/>
                    <a:pt x="255782" y="312966"/>
                  </a:cubicBezTo>
                  <a:lnTo>
                    <a:pt x="251782" y="304441"/>
                  </a:lnTo>
                  <a:cubicBezTo>
                    <a:pt x="252153" y="304118"/>
                    <a:pt x="252449" y="303718"/>
                    <a:pt x="252458" y="303022"/>
                  </a:cubicBezTo>
                  <a:cubicBezTo>
                    <a:pt x="252106" y="300632"/>
                    <a:pt x="250105" y="299889"/>
                    <a:pt x="248934" y="298326"/>
                  </a:cubicBezTo>
                  <a:cubicBezTo>
                    <a:pt x="248639" y="295193"/>
                    <a:pt x="246410" y="292688"/>
                    <a:pt x="245410" y="290106"/>
                  </a:cubicBezTo>
                  <a:cubicBezTo>
                    <a:pt x="243990" y="286468"/>
                    <a:pt x="243914" y="282724"/>
                    <a:pt x="241886" y="279543"/>
                  </a:cubicBezTo>
                  <a:cubicBezTo>
                    <a:pt x="241533" y="278991"/>
                    <a:pt x="240895" y="278667"/>
                    <a:pt x="240714" y="278372"/>
                  </a:cubicBezTo>
                  <a:cubicBezTo>
                    <a:pt x="240123" y="277371"/>
                    <a:pt x="240238" y="276085"/>
                    <a:pt x="239542" y="274847"/>
                  </a:cubicBezTo>
                  <a:cubicBezTo>
                    <a:pt x="239123" y="274095"/>
                    <a:pt x="237542" y="273152"/>
                    <a:pt x="237190" y="272495"/>
                  </a:cubicBezTo>
                  <a:cubicBezTo>
                    <a:pt x="235980" y="270237"/>
                    <a:pt x="236437" y="268418"/>
                    <a:pt x="234846" y="265456"/>
                  </a:cubicBezTo>
                  <a:cubicBezTo>
                    <a:pt x="234437" y="264694"/>
                    <a:pt x="232846" y="263760"/>
                    <a:pt x="232494" y="263103"/>
                  </a:cubicBezTo>
                  <a:cubicBezTo>
                    <a:pt x="231770" y="261760"/>
                    <a:pt x="232008" y="260760"/>
                    <a:pt x="231322" y="259579"/>
                  </a:cubicBezTo>
                  <a:cubicBezTo>
                    <a:pt x="230312" y="257836"/>
                    <a:pt x="229341" y="256188"/>
                    <a:pt x="227798" y="253711"/>
                  </a:cubicBezTo>
                  <a:cubicBezTo>
                    <a:pt x="227322" y="252940"/>
                    <a:pt x="225874" y="252054"/>
                    <a:pt x="225445" y="251359"/>
                  </a:cubicBezTo>
                  <a:cubicBezTo>
                    <a:pt x="224693" y="250120"/>
                    <a:pt x="224969" y="248958"/>
                    <a:pt x="224274" y="247834"/>
                  </a:cubicBezTo>
                  <a:cubicBezTo>
                    <a:pt x="223807" y="247082"/>
                    <a:pt x="222321" y="246168"/>
                    <a:pt x="221921" y="245491"/>
                  </a:cubicBezTo>
                  <a:cubicBezTo>
                    <a:pt x="221607" y="244948"/>
                    <a:pt x="222083" y="243758"/>
                    <a:pt x="221921" y="243138"/>
                  </a:cubicBezTo>
                  <a:cubicBezTo>
                    <a:pt x="221454" y="241262"/>
                    <a:pt x="219616" y="241548"/>
                    <a:pt x="218397" y="239614"/>
                  </a:cubicBezTo>
                  <a:cubicBezTo>
                    <a:pt x="218035" y="239043"/>
                    <a:pt x="217873" y="238214"/>
                    <a:pt x="217682" y="237347"/>
                  </a:cubicBezTo>
                  <a:cubicBezTo>
                    <a:pt x="217482" y="237462"/>
                    <a:pt x="217282" y="237538"/>
                    <a:pt x="217073" y="237585"/>
                  </a:cubicBezTo>
                  <a:lnTo>
                    <a:pt x="135167" y="112256"/>
                  </a:lnTo>
                  <a:cubicBezTo>
                    <a:pt x="134739" y="111665"/>
                    <a:pt x="134291" y="111084"/>
                    <a:pt x="133872" y="110465"/>
                  </a:cubicBezTo>
                  <a:cubicBezTo>
                    <a:pt x="133577" y="110046"/>
                    <a:pt x="131691" y="109665"/>
                    <a:pt x="131529" y="109293"/>
                  </a:cubicBezTo>
                  <a:cubicBezTo>
                    <a:pt x="130529" y="107074"/>
                    <a:pt x="130653" y="105464"/>
                    <a:pt x="129176" y="103426"/>
                  </a:cubicBezTo>
                  <a:cubicBezTo>
                    <a:pt x="128700" y="102759"/>
                    <a:pt x="128071" y="103616"/>
                    <a:pt x="128005" y="102254"/>
                  </a:cubicBezTo>
                  <a:cubicBezTo>
                    <a:pt x="127995" y="101930"/>
                    <a:pt x="127100" y="100273"/>
                    <a:pt x="126833" y="99902"/>
                  </a:cubicBezTo>
                  <a:cubicBezTo>
                    <a:pt x="126538" y="99492"/>
                    <a:pt x="124642" y="99092"/>
                    <a:pt x="124480" y="98730"/>
                  </a:cubicBezTo>
                  <a:cubicBezTo>
                    <a:pt x="124233" y="98168"/>
                    <a:pt x="124852" y="96844"/>
                    <a:pt x="124480" y="96377"/>
                  </a:cubicBezTo>
                  <a:cubicBezTo>
                    <a:pt x="123642" y="95330"/>
                    <a:pt x="121880" y="95130"/>
                    <a:pt x="120956" y="94034"/>
                  </a:cubicBezTo>
                  <a:cubicBezTo>
                    <a:pt x="120623" y="93634"/>
                    <a:pt x="120423" y="93082"/>
                    <a:pt x="120223" y="92520"/>
                  </a:cubicBezTo>
                  <a:cubicBezTo>
                    <a:pt x="119823" y="92425"/>
                    <a:pt x="119432" y="92263"/>
                    <a:pt x="119070" y="91891"/>
                  </a:cubicBezTo>
                  <a:cubicBezTo>
                    <a:pt x="117984" y="90796"/>
                    <a:pt x="117013" y="89681"/>
                    <a:pt x="116241" y="88338"/>
                  </a:cubicBezTo>
                  <a:cubicBezTo>
                    <a:pt x="116032" y="87976"/>
                    <a:pt x="115936" y="87633"/>
                    <a:pt x="115908" y="87300"/>
                  </a:cubicBezTo>
                  <a:cubicBezTo>
                    <a:pt x="114793" y="84061"/>
                    <a:pt x="111774" y="82690"/>
                    <a:pt x="110383" y="81109"/>
                  </a:cubicBezTo>
                  <a:cubicBezTo>
                    <a:pt x="110002" y="80680"/>
                    <a:pt x="110783" y="79156"/>
                    <a:pt x="110383" y="78766"/>
                  </a:cubicBezTo>
                  <a:cubicBezTo>
                    <a:pt x="110002" y="78375"/>
                    <a:pt x="108402" y="79166"/>
                    <a:pt x="108031" y="78766"/>
                  </a:cubicBezTo>
                  <a:cubicBezTo>
                    <a:pt x="107650" y="78347"/>
                    <a:pt x="108431" y="76813"/>
                    <a:pt x="108031" y="76413"/>
                  </a:cubicBezTo>
                  <a:cubicBezTo>
                    <a:pt x="107631" y="76013"/>
                    <a:pt x="106116" y="76794"/>
                    <a:pt x="105688" y="76413"/>
                  </a:cubicBezTo>
                  <a:cubicBezTo>
                    <a:pt x="102925" y="73994"/>
                    <a:pt x="101297" y="71088"/>
                    <a:pt x="99820" y="68193"/>
                  </a:cubicBezTo>
                  <a:cubicBezTo>
                    <a:pt x="97420" y="67069"/>
                    <a:pt x="95172" y="65793"/>
                    <a:pt x="92781" y="64669"/>
                  </a:cubicBezTo>
                  <a:cubicBezTo>
                    <a:pt x="93038" y="62430"/>
                    <a:pt x="91314" y="62240"/>
                    <a:pt x="90428" y="61144"/>
                  </a:cubicBezTo>
                  <a:cubicBezTo>
                    <a:pt x="89504" y="59992"/>
                    <a:pt x="88981" y="58773"/>
                    <a:pt x="88085" y="57620"/>
                  </a:cubicBezTo>
                  <a:cubicBezTo>
                    <a:pt x="85342" y="56715"/>
                    <a:pt x="83056" y="54524"/>
                    <a:pt x="81037" y="52924"/>
                  </a:cubicBezTo>
                  <a:cubicBezTo>
                    <a:pt x="78294" y="50734"/>
                    <a:pt x="72693" y="43647"/>
                    <a:pt x="70474" y="43533"/>
                  </a:cubicBezTo>
                  <a:cubicBezTo>
                    <a:pt x="69121" y="43456"/>
                    <a:pt x="69950" y="42780"/>
                    <a:pt x="69302" y="42361"/>
                  </a:cubicBezTo>
                  <a:cubicBezTo>
                    <a:pt x="65644" y="39999"/>
                    <a:pt x="63939" y="36513"/>
                    <a:pt x="61082" y="34141"/>
                  </a:cubicBezTo>
                  <a:cubicBezTo>
                    <a:pt x="60634" y="33770"/>
                    <a:pt x="59272" y="34389"/>
                    <a:pt x="58739" y="34141"/>
                  </a:cubicBezTo>
                  <a:cubicBezTo>
                    <a:pt x="58415" y="33998"/>
                    <a:pt x="57910" y="32084"/>
                    <a:pt x="57567" y="31788"/>
                  </a:cubicBezTo>
                  <a:cubicBezTo>
                    <a:pt x="53843" y="28683"/>
                    <a:pt x="49347" y="27102"/>
                    <a:pt x="45823" y="24749"/>
                  </a:cubicBezTo>
                  <a:cubicBezTo>
                    <a:pt x="44051" y="23559"/>
                    <a:pt x="44013" y="21311"/>
                    <a:pt x="42299" y="21225"/>
                  </a:cubicBezTo>
                  <a:cubicBezTo>
                    <a:pt x="41013" y="21158"/>
                    <a:pt x="41689" y="20320"/>
                    <a:pt x="41127" y="20054"/>
                  </a:cubicBezTo>
                  <a:cubicBezTo>
                    <a:pt x="39412" y="19244"/>
                    <a:pt x="38117" y="19634"/>
                    <a:pt x="36431" y="18882"/>
                  </a:cubicBezTo>
                  <a:cubicBezTo>
                    <a:pt x="36041" y="18701"/>
                    <a:pt x="35707" y="16825"/>
                    <a:pt x="35260" y="16529"/>
                  </a:cubicBezTo>
                  <a:cubicBezTo>
                    <a:pt x="33802" y="15586"/>
                    <a:pt x="31983" y="15872"/>
                    <a:pt x="30564" y="14186"/>
                  </a:cubicBezTo>
                  <a:cubicBezTo>
                    <a:pt x="30592" y="12291"/>
                    <a:pt x="28411" y="13596"/>
                    <a:pt x="27040" y="13015"/>
                  </a:cubicBezTo>
                  <a:cubicBezTo>
                    <a:pt x="26468" y="12767"/>
                    <a:pt x="25373" y="11005"/>
                    <a:pt x="24687" y="10671"/>
                  </a:cubicBezTo>
                  <a:cubicBezTo>
                    <a:pt x="22734" y="9709"/>
                    <a:pt x="21086" y="8595"/>
                    <a:pt x="19991" y="8319"/>
                  </a:cubicBezTo>
                  <a:cubicBezTo>
                    <a:pt x="16791" y="7519"/>
                    <a:pt x="17286" y="7128"/>
                    <a:pt x="15295" y="5976"/>
                  </a:cubicBezTo>
                  <a:cubicBezTo>
                    <a:pt x="14114" y="5290"/>
                    <a:pt x="13114" y="5518"/>
                    <a:pt x="11771" y="4804"/>
                  </a:cubicBezTo>
                  <a:cubicBezTo>
                    <a:pt x="11114" y="4442"/>
                    <a:pt x="10180" y="2861"/>
                    <a:pt x="9428" y="2451"/>
                  </a:cubicBezTo>
                  <a:cubicBezTo>
                    <a:pt x="8199" y="1785"/>
                    <a:pt x="6551" y="2451"/>
                    <a:pt x="5904" y="1280"/>
                  </a:cubicBezTo>
                  <a:cubicBezTo>
                    <a:pt x="4141" y="-2606"/>
                    <a:pt x="3037" y="3718"/>
                    <a:pt x="36" y="2451"/>
                  </a:cubicBezTo>
                  <a:cubicBezTo>
                    <a:pt x="-431" y="6661"/>
                    <a:pt x="3741" y="8776"/>
                    <a:pt x="5904" y="11843"/>
                  </a:cubicBezTo>
                  <a:cubicBezTo>
                    <a:pt x="6466" y="12634"/>
                    <a:pt x="6542" y="13453"/>
                    <a:pt x="7075" y="14196"/>
                  </a:cubicBezTo>
                  <a:cubicBezTo>
                    <a:pt x="7628" y="14948"/>
                    <a:pt x="8904" y="15691"/>
                    <a:pt x="9428" y="16539"/>
                  </a:cubicBezTo>
                  <a:cubicBezTo>
                    <a:pt x="9714" y="16996"/>
                    <a:pt x="10247" y="17701"/>
                    <a:pt x="10666" y="18444"/>
                  </a:cubicBezTo>
                  <a:cubicBezTo>
                    <a:pt x="13371" y="22006"/>
                    <a:pt x="17067" y="25664"/>
                    <a:pt x="17686" y="30198"/>
                  </a:cubicBezTo>
                  <a:cubicBezTo>
                    <a:pt x="17715" y="30379"/>
                    <a:pt x="17657" y="30522"/>
                    <a:pt x="17657" y="30683"/>
                  </a:cubicBezTo>
                  <a:cubicBezTo>
                    <a:pt x="18915" y="30969"/>
                    <a:pt x="19267" y="32103"/>
                    <a:pt x="19991" y="32969"/>
                  </a:cubicBezTo>
                  <a:cubicBezTo>
                    <a:pt x="21305" y="34503"/>
                    <a:pt x="21772" y="36560"/>
                    <a:pt x="23515" y="38837"/>
                  </a:cubicBezTo>
                  <a:cubicBezTo>
                    <a:pt x="24220" y="39761"/>
                    <a:pt x="25116" y="40056"/>
                    <a:pt x="25859" y="41180"/>
                  </a:cubicBezTo>
                  <a:cubicBezTo>
                    <a:pt x="27040" y="42971"/>
                    <a:pt x="28211" y="45114"/>
                    <a:pt x="29383" y="47057"/>
                  </a:cubicBezTo>
                  <a:cubicBezTo>
                    <a:pt x="29764" y="47686"/>
                    <a:pt x="31497" y="48857"/>
                    <a:pt x="31726" y="49410"/>
                  </a:cubicBezTo>
                  <a:cubicBezTo>
                    <a:pt x="32316" y="50781"/>
                    <a:pt x="31002" y="52962"/>
                    <a:pt x="32897" y="52934"/>
                  </a:cubicBezTo>
                  <a:cubicBezTo>
                    <a:pt x="33316" y="54477"/>
                    <a:pt x="34964" y="54782"/>
                    <a:pt x="35241" y="56458"/>
                  </a:cubicBezTo>
                  <a:cubicBezTo>
                    <a:pt x="36193" y="56687"/>
                    <a:pt x="36412" y="57639"/>
                    <a:pt x="37593" y="57630"/>
                  </a:cubicBezTo>
                  <a:cubicBezTo>
                    <a:pt x="37708" y="58163"/>
                    <a:pt x="37565" y="58430"/>
                    <a:pt x="37298" y="58592"/>
                  </a:cubicBezTo>
                  <a:cubicBezTo>
                    <a:pt x="38784" y="60830"/>
                    <a:pt x="39232" y="63411"/>
                    <a:pt x="40432" y="65802"/>
                  </a:cubicBezTo>
                  <a:cubicBezTo>
                    <a:pt x="40660" y="65812"/>
                    <a:pt x="40879" y="65840"/>
                    <a:pt x="41108" y="65850"/>
                  </a:cubicBezTo>
                  <a:cubicBezTo>
                    <a:pt x="44889" y="72641"/>
                    <a:pt x="47576" y="80518"/>
                    <a:pt x="54024" y="84633"/>
                  </a:cubicBezTo>
                  <a:cubicBezTo>
                    <a:pt x="55538" y="85433"/>
                    <a:pt x="54500" y="87614"/>
                    <a:pt x="55195" y="89329"/>
                  </a:cubicBezTo>
                  <a:cubicBezTo>
                    <a:pt x="55834" y="90891"/>
                    <a:pt x="58605" y="91901"/>
                    <a:pt x="58720" y="94025"/>
                  </a:cubicBezTo>
                  <a:cubicBezTo>
                    <a:pt x="58882" y="97158"/>
                    <a:pt x="61330" y="96435"/>
                    <a:pt x="61063" y="101064"/>
                  </a:cubicBezTo>
                  <a:lnTo>
                    <a:pt x="143730" y="240329"/>
                  </a:lnTo>
                  <a:cubicBezTo>
                    <a:pt x="144159" y="241062"/>
                    <a:pt x="144483" y="241891"/>
                    <a:pt x="144426" y="243119"/>
                  </a:cubicBezTo>
                  <a:cubicBezTo>
                    <a:pt x="147816" y="244491"/>
                    <a:pt x="147979" y="249044"/>
                    <a:pt x="149121" y="251340"/>
                  </a:cubicBezTo>
                  <a:cubicBezTo>
                    <a:pt x="150331" y="253769"/>
                    <a:pt x="150903" y="253759"/>
                    <a:pt x="151474" y="256035"/>
                  </a:cubicBezTo>
                  <a:cubicBezTo>
                    <a:pt x="151712" y="256978"/>
                    <a:pt x="152512" y="256864"/>
                    <a:pt x="152646" y="257207"/>
                  </a:cubicBezTo>
                  <a:cubicBezTo>
                    <a:pt x="153903" y="260398"/>
                    <a:pt x="153760" y="261969"/>
                    <a:pt x="154998" y="264256"/>
                  </a:cubicBezTo>
                  <a:cubicBezTo>
                    <a:pt x="155351" y="264913"/>
                    <a:pt x="156961" y="265827"/>
                    <a:pt x="157341" y="266599"/>
                  </a:cubicBezTo>
                  <a:cubicBezTo>
                    <a:pt x="159361" y="270580"/>
                    <a:pt x="161485" y="275352"/>
                    <a:pt x="163209" y="279514"/>
                  </a:cubicBezTo>
                  <a:cubicBezTo>
                    <a:pt x="164171" y="281848"/>
                    <a:pt x="165162" y="284258"/>
                    <a:pt x="166028" y="286715"/>
                  </a:cubicBezTo>
                  <a:lnTo>
                    <a:pt x="167895" y="293631"/>
                  </a:lnTo>
                  <a:cubicBezTo>
                    <a:pt x="169714" y="292783"/>
                    <a:pt x="171705" y="292488"/>
                    <a:pt x="173677" y="292240"/>
                  </a:cubicBezTo>
                  <a:cubicBezTo>
                    <a:pt x="173715" y="292278"/>
                    <a:pt x="173725" y="292268"/>
                    <a:pt x="173734" y="292268"/>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00" id="100"/>
            <p:cNvSpPr/>
            <p:nvPr/>
          </p:nvSpPr>
          <p:spPr>
            <a:xfrm>
              <a:off x="8644332" y="3752894"/>
              <a:ext cx="450361" cy="222238"/>
            </a:xfrm>
            <a:custGeom>
              <a:avLst/>
              <a:gdLst/>
              <a:ahLst/>
              <a:cxnLst/>
              <a:rect r="r" b="b" t="t" l="l"/>
              <a:pathLst>
                <a:path w="450361" h="222238" stroke="true" fill="norm" extrusionOk="true">
                  <a:moveTo>
                    <a:pt x="450018" y="199845"/>
                  </a:moveTo>
                  <a:lnTo>
                    <a:pt x="443132" y="180090"/>
                  </a:lnTo>
                  <a:lnTo>
                    <a:pt x="439798" y="168870"/>
                  </a:lnTo>
                  <a:lnTo>
                    <a:pt x="439798" y="168870"/>
                  </a:lnTo>
                  <a:lnTo>
                    <a:pt x="433531" y="145591"/>
                  </a:lnTo>
                  <a:cubicBezTo>
                    <a:pt x="431502" y="150087"/>
                    <a:pt x="431892" y="144238"/>
                    <a:pt x="431178" y="143238"/>
                  </a:cubicBezTo>
                  <a:cubicBezTo>
                    <a:pt x="430740" y="142629"/>
                    <a:pt x="429254" y="142629"/>
                    <a:pt x="428835" y="142067"/>
                  </a:cubicBezTo>
                  <a:cubicBezTo>
                    <a:pt x="428520" y="141648"/>
                    <a:pt x="429225" y="140038"/>
                    <a:pt x="428835" y="139724"/>
                  </a:cubicBezTo>
                  <a:cubicBezTo>
                    <a:pt x="427892" y="138952"/>
                    <a:pt x="427634" y="136818"/>
                    <a:pt x="426482" y="133856"/>
                  </a:cubicBezTo>
                  <a:cubicBezTo>
                    <a:pt x="426291" y="133370"/>
                    <a:pt x="425377" y="133904"/>
                    <a:pt x="425310" y="132685"/>
                  </a:cubicBezTo>
                  <a:cubicBezTo>
                    <a:pt x="425244" y="131332"/>
                    <a:pt x="425263" y="130589"/>
                    <a:pt x="424139" y="130341"/>
                  </a:cubicBezTo>
                  <a:lnTo>
                    <a:pt x="407699" y="106862"/>
                  </a:lnTo>
                  <a:cubicBezTo>
                    <a:pt x="405089" y="105624"/>
                    <a:pt x="403546" y="103100"/>
                    <a:pt x="401831" y="100995"/>
                  </a:cubicBezTo>
                  <a:cubicBezTo>
                    <a:pt x="400107" y="98871"/>
                    <a:pt x="396754" y="96594"/>
                    <a:pt x="397135" y="92775"/>
                  </a:cubicBezTo>
                  <a:cubicBezTo>
                    <a:pt x="394573" y="92765"/>
                    <a:pt x="393135" y="90708"/>
                    <a:pt x="391268" y="89251"/>
                  </a:cubicBezTo>
                  <a:cubicBezTo>
                    <a:pt x="386744" y="85745"/>
                    <a:pt x="381667" y="80545"/>
                    <a:pt x="378352" y="77516"/>
                  </a:cubicBezTo>
                  <a:cubicBezTo>
                    <a:pt x="375314" y="74725"/>
                    <a:pt x="372780" y="72725"/>
                    <a:pt x="370132" y="70467"/>
                  </a:cubicBezTo>
                  <a:cubicBezTo>
                    <a:pt x="368151" y="68791"/>
                    <a:pt x="366265" y="67419"/>
                    <a:pt x="364265" y="65771"/>
                  </a:cubicBezTo>
                  <a:cubicBezTo>
                    <a:pt x="362750" y="64524"/>
                    <a:pt x="361121" y="62257"/>
                    <a:pt x="359569" y="61076"/>
                  </a:cubicBezTo>
                  <a:cubicBezTo>
                    <a:pt x="357521" y="59514"/>
                    <a:pt x="354330" y="59333"/>
                    <a:pt x="353701" y="56380"/>
                  </a:cubicBezTo>
                  <a:cubicBezTo>
                    <a:pt x="353749" y="56380"/>
                    <a:pt x="353759" y="56361"/>
                    <a:pt x="353797" y="56361"/>
                  </a:cubicBezTo>
                  <a:cubicBezTo>
                    <a:pt x="351492" y="55094"/>
                    <a:pt x="349406" y="53446"/>
                    <a:pt x="346948" y="52465"/>
                  </a:cubicBezTo>
                  <a:cubicBezTo>
                    <a:pt x="346177" y="52160"/>
                    <a:pt x="345719" y="51589"/>
                    <a:pt x="345481" y="50951"/>
                  </a:cubicBezTo>
                  <a:cubicBezTo>
                    <a:pt x="343291" y="49665"/>
                    <a:pt x="340595" y="49236"/>
                    <a:pt x="338433" y="48169"/>
                  </a:cubicBezTo>
                  <a:cubicBezTo>
                    <a:pt x="338299" y="48103"/>
                    <a:pt x="337680" y="47264"/>
                    <a:pt x="337261" y="46998"/>
                  </a:cubicBezTo>
                  <a:cubicBezTo>
                    <a:pt x="335947" y="46160"/>
                    <a:pt x="335861" y="45807"/>
                    <a:pt x="334918" y="44645"/>
                  </a:cubicBezTo>
                  <a:cubicBezTo>
                    <a:pt x="334651" y="44321"/>
                    <a:pt x="332985" y="44807"/>
                    <a:pt x="332565" y="44645"/>
                  </a:cubicBezTo>
                  <a:cubicBezTo>
                    <a:pt x="331556" y="44235"/>
                    <a:pt x="331041" y="44026"/>
                    <a:pt x="330222" y="43473"/>
                  </a:cubicBezTo>
                  <a:cubicBezTo>
                    <a:pt x="330241" y="43435"/>
                    <a:pt x="330241" y="43416"/>
                    <a:pt x="330260" y="43388"/>
                  </a:cubicBezTo>
                  <a:cubicBezTo>
                    <a:pt x="330222" y="43369"/>
                    <a:pt x="330194" y="43378"/>
                    <a:pt x="330165" y="43359"/>
                  </a:cubicBezTo>
                  <a:cubicBezTo>
                    <a:pt x="325403" y="41102"/>
                    <a:pt x="320726" y="38682"/>
                    <a:pt x="315763" y="36873"/>
                  </a:cubicBezTo>
                  <a:cubicBezTo>
                    <a:pt x="314744" y="36501"/>
                    <a:pt x="314258" y="35692"/>
                    <a:pt x="314144" y="34834"/>
                  </a:cubicBezTo>
                  <a:cubicBezTo>
                    <a:pt x="313620" y="34491"/>
                    <a:pt x="313087" y="34196"/>
                    <a:pt x="312611" y="34072"/>
                  </a:cubicBezTo>
                  <a:cubicBezTo>
                    <a:pt x="311906" y="33901"/>
                    <a:pt x="310934" y="34339"/>
                    <a:pt x="310267" y="34072"/>
                  </a:cubicBezTo>
                  <a:cubicBezTo>
                    <a:pt x="309553" y="33796"/>
                    <a:pt x="308496" y="31967"/>
                    <a:pt x="307915" y="31729"/>
                  </a:cubicBezTo>
                  <a:cubicBezTo>
                    <a:pt x="307267" y="31453"/>
                    <a:pt x="306257" y="31901"/>
                    <a:pt x="305571" y="31729"/>
                  </a:cubicBezTo>
                  <a:cubicBezTo>
                    <a:pt x="304390" y="31434"/>
                    <a:pt x="304981" y="30815"/>
                    <a:pt x="304400" y="30558"/>
                  </a:cubicBezTo>
                  <a:cubicBezTo>
                    <a:pt x="292294" y="25119"/>
                    <a:pt x="278883" y="18175"/>
                    <a:pt x="264481" y="14127"/>
                  </a:cubicBezTo>
                  <a:cubicBezTo>
                    <a:pt x="264452" y="14013"/>
                    <a:pt x="264405" y="13917"/>
                    <a:pt x="264376" y="13803"/>
                  </a:cubicBezTo>
                  <a:cubicBezTo>
                    <a:pt x="259651" y="12079"/>
                    <a:pt x="254689" y="11079"/>
                    <a:pt x="249736" y="10279"/>
                  </a:cubicBezTo>
                  <a:cubicBezTo>
                    <a:pt x="249307" y="10212"/>
                    <a:pt x="248974" y="10050"/>
                    <a:pt x="248707" y="9841"/>
                  </a:cubicBezTo>
                  <a:cubicBezTo>
                    <a:pt x="246050" y="9965"/>
                    <a:pt x="243078" y="10526"/>
                    <a:pt x="242173" y="9422"/>
                  </a:cubicBezTo>
                  <a:cubicBezTo>
                    <a:pt x="241363" y="8440"/>
                    <a:pt x="241335" y="7393"/>
                    <a:pt x="239820" y="7078"/>
                  </a:cubicBezTo>
                  <a:cubicBezTo>
                    <a:pt x="236468" y="6374"/>
                    <a:pt x="238144" y="9098"/>
                    <a:pt x="235125" y="7078"/>
                  </a:cubicBezTo>
                  <a:cubicBezTo>
                    <a:pt x="233991" y="6326"/>
                    <a:pt x="231572" y="5735"/>
                    <a:pt x="227905" y="5821"/>
                  </a:cubicBezTo>
                  <a:cubicBezTo>
                    <a:pt x="227600" y="5974"/>
                    <a:pt x="227247" y="6078"/>
                    <a:pt x="226838" y="6088"/>
                  </a:cubicBezTo>
                  <a:cubicBezTo>
                    <a:pt x="219408" y="6316"/>
                    <a:pt x="212045" y="4049"/>
                    <a:pt x="204578" y="3707"/>
                  </a:cubicBezTo>
                  <a:cubicBezTo>
                    <a:pt x="199473" y="3478"/>
                    <a:pt x="194243" y="3211"/>
                    <a:pt x="189538" y="1097"/>
                  </a:cubicBezTo>
                  <a:cubicBezTo>
                    <a:pt x="187662" y="1687"/>
                    <a:pt x="184004" y="1849"/>
                    <a:pt x="183480" y="1211"/>
                  </a:cubicBezTo>
                  <a:cubicBezTo>
                    <a:pt x="182213" y="-342"/>
                    <a:pt x="183128" y="1221"/>
                    <a:pt x="182309" y="1211"/>
                  </a:cubicBezTo>
                  <a:cubicBezTo>
                    <a:pt x="181423" y="1202"/>
                    <a:pt x="181061" y="-256"/>
                    <a:pt x="179956" y="39"/>
                  </a:cubicBezTo>
                  <a:cubicBezTo>
                    <a:pt x="179613" y="135"/>
                    <a:pt x="179937" y="1240"/>
                    <a:pt x="178784" y="1211"/>
                  </a:cubicBezTo>
                  <a:cubicBezTo>
                    <a:pt x="177117" y="1183"/>
                    <a:pt x="175450" y="1506"/>
                    <a:pt x="175260" y="39"/>
                  </a:cubicBezTo>
                  <a:cubicBezTo>
                    <a:pt x="171021" y="1563"/>
                    <a:pt x="176727" y="5735"/>
                    <a:pt x="170564" y="4735"/>
                  </a:cubicBezTo>
                  <a:cubicBezTo>
                    <a:pt x="168916" y="4650"/>
                    <a:pt x="166783" y="5069"/>
                    <a:pt x="166135" y="3983"/>
                  </a:cubicBezTo>
                  <a:cubicBezTo>
                    <a:pt x="161573" y="8040"/>
                    <a:pt x="155191" y="7955"/>
                    <a:pt x="149200" y="7926"/>
                  </a:cubicBezTo>
                  <a:cubicBezTo>
                    <a:pt x="148619" y="7917"/>
                    <a:pt x="148171" y="7717"/>
                    <a:pt x="147809" y="7440"/>
                  </a:cubicBezTo>
                  <a:cubicBezTo>
                    <a:pt x="139541" y="9250"/>
                    <a:pt x="128816" y="7126"/>
                    <a:pt x="121263" y="8250"/>
                  </a:cubicBezTo>
                  <a:cubicBezTo>
                    <a:pt x="120815" y="8317"/>
                    <a:pt x="121472" y="9698"/>
                    <a:pt x="120091" y="9422"/>
                  </a:cubicBezTo>
                  <a:cubicBezTo>
                    <a:pt x="119644" y="9336"/>
                    <a:pt x="120282" y="7812"/>
                    <a:pt x="118920" y="8250"/>
                  </a:cubicBezTo>
                  <a:cubicBezTo>
                    <a:pt x="117748" y="8631"/>
                    <a:pt x="116929" y="12536"/>
                    <a:pt x="114224" y="10593"/>
                  </a:cubicBezTo>
                  <a:cubicBezTo>
                    <a:pt x="108099" y="18023"/>
                    <a:pt x="94783" y="20147"/>
                    <a:pt x="86049" y="22337"/>
                  </a:cubicBezTo>
                  <a:cubicBezTo>
                    <a:pt x="83258" y="23033"/>
                    <a:pt x="81420" y="24081"/>
                    <a:pt x="79000" y="24681"/>
                  </a:cubicBezTo>
                  <a:cubicBezTo>
                    <a:pt x="78143" y="24900"/>
                    <a:pt x="78067" y="25776"/>
                    <a:pt x="77829" y="25852"/>
                  </a:cubicBezTo>
                  <a:cubicBezTo>
                    <a:pt x="74476" y="26995"/>
                    <a:pt x="71066" y="28138"/>
                    <a:pt x="67637" y="28814"/>
                  </a:cubicBezTo>
                  <a:lnTo>
                    <a:pt x="63741" y="29377"/>
                  </a:lnTo>
                  <a:cubicBezTo>
                    <a:pt x="38814" y="35244"/>
                    <a:pt x="0" y="69677"/>
                    <a:pt x="0" y="69677"/>
                  </a:cubicBezTo>
                  <a:lnTo>
                    <a:pt x="24765" y="69982"/>
                  </a:lnTo>
                  <a:lnTo>
                    <a:pt x="50444" y="67534"/>
                  </a:lnTo>
                  <a:lnTo>
                    <a:pt x="76667" y="65695"/>
                  </a:lnTo>
                  <a:lnTo>
                    <a:pt x="96002" y="68143"/>
                  </a:lnTo>
                  <a:lnTo>
                    <a:pt x="122911" y="71201"/>
                  </a:lnTo>
                  <a:lnTo>
                    <a:pt x="142399" y="75173"/>
                  </a:lnTo>
                  <a:lnTo>
                    <a:pt x="177946" y="79764"/>
                  </a:lnTo>
                  <a:lnTo>
                    <a:pt x="198120" y="84660"/>
                  </a:lnTo>
                  <a:lnTo>
                    <a:pt x="225333" y="88060"/>
                  </a:lnTo>
                  <a:lnTo>
                    <a:pt x="277006" y="100862"/>
                  </a:lnTo>
                  <a:lnTo>
                    <a:pt x="316230" y="112730"/>
                  </a:lnTo>
                  <a:lnTo>
                    <a:pt x="353444" y="126103"/>
                  </a:lnTo>
                  <a:lnTo>
                    <a:pt x="379314" y="144886"/>
                  </a:lnTo>
                  <a:lnTo>
                    <a:pt x="409080" y="173623"/>
                  </a:lnTo>
                  <a:lnTo>
                    <a:pt x="432988" y="205113"/>
                  </a:lnTo>
                  <a:lnTo>
                    <a:pt x="450361" y="222239"/>
                  </a:lnTo>
                  <a:lnTo>
                    <a:pt x="450018" y="199845"/>
                  </a:lnTo>
                  <a:close/>
                </a:path>
              </a:pathLst>
            </a:custGeom>
            <a:solidFill>
              <a:srgbClr val="F7DC92"/>
            </a:solidFill>
            <a:ln cap="flat">
              <a:noFill/>
              <a:prstDash val="solid"/>
              <a:miter lim="800000"/>
            </a:ln>
          </p:spPr>
          <p:txBody>
            <a:bodyPr vert="horz" anchor="ctr" tIns="45720" lIns="91440" bIns="45720" rIns="91440"/>
            <a:p>
              <a:pPr algn="l" marL="0"/>
            </a:p>
          </p:txBody>
        </p:sp>
        <p:sp>
          <p:nvSpPr>
            <p:cNvPr name="Freeform 101" id="101"/>
            <p:cNvSpPr/>
            <p:nvPr/>
          </p:nvSpPr>
          <p:spPr>
            <a:xfrm>
              <a:off x="9024712" y="3676426"/>
              <a:ext cx="130683" cy="374430"/>
            </a:xfrm>
            <a:custGeom>
              <a:avLst/>
              <a:gdLst/>
              <a:ahLst/>
              <a:cxnLst/>
              <a:rect r="r" b="b" t="t" l="l"/>
              <a:pathLst>
                <a:path w="130683" h="374430" stroke="true" fill="norm" extrusionOk="true">
                  <a:moveTo>
                    <a:pt x="114196" y="192713"/>
                  </a:moveTo>
                  <a:cubicBezTo>
                    <a:pt x="114167" y="192618"/>
                    <a:pt x="112015" y="191675"/>
                    <a:pt x="111853" y="191541"/>
                  </a:cubicBezTo>
                  <a:cubicBezTo>
                    <a:pt x="111577" y="191313"/>
                    <a:pt x="111453" y="190922"/>
                    <a:pt x="111367" y="190494"/>
                  </a:cubicBezTo>
                  <a:lnTo>
                    <a:pt x="111758" y="188046"/>
                  </a:lnTo>
                  <a:lnTo>
                    <a:pt x="93813" y="142945"/>
                  </a:lnTo>
                  <a:cubicBezTo>
                    <a:pt x="93689" y="141983"/>
                    <a:pt x="93536" y="140954"/>
                    <a:pt x="93060" y="139878"/>
                  </a:cubicBezTo>
                  <a:cubicBezTo>
                    <a:pt x="92708" y="139087"/>
                    <a:pt x="91088" y="138201"/>
                    <a:pt x="90717" y="137534"/>
                  </a:cubicBezTo>
                  <a:cubicBezTo>
                    <a:pt x="90479" y="137106"/>
                    <a:pt x="91079" y="135477"/>
                    <a:pt x="90717" y="135182"/>
                  </a:cubicBezTo>
                  <a:cubicBezTo>
                    <a:pt x="89841" y="134467"/>
                    <a:pt x="89231" y="132477"/>
                    <a:pt x="88545" y="130219"/>
                  </a:cubicBezTo>
                  <a:cubicBezTo>
                    <a:pt x="87679" y="127352"/>
                    <a:pt x="86678" y="124038"/>
                    <a:pt x="84840" y="122266"/>
                  </a:cubicBezTo>
                  <a:cubicBezTo>
                    <a:pt x="84745" y="121599"/>
                    <a:pt x="84764" y="121171"/>
                    <a:pt x="84849" y="120866"/>
                  </a:cubicBezTo>
                  <a:lnTo>
                    <a:pt x="85421" y="120323"/>
                  </a:lnTo>
                  <a:lnTo>
                    <a:pt x="69581" y="90852"/>
                  </a:lnTo>
                  <a:cubicBezTo>
                    <a:pt x="68762" y="89481"/>
                    <a:pt x="67295" y="88281"/>
                    <a:pt x="67228" y="87042"/>
                  </a:cubicBezTo>
                  <a:cubicBezTo>
                    <a:pt x="67219" y="86852"/>
                    <a:pt x="66371" y="84090"/>
                    <a:pt x="66057" y="83518"/>
                  </a:cubicBezTo>
                  <a:cubicBezTo>
                    <a:pt x="65371" y="82299"/>
                    <a:pt x="64428" y="82108"/>
                    <a:pt x="63704" y="81166"/>
                  </a:cubicBezTo>
                  <a:cubicBezTo>
                    <a:pt x="62247" y="79261"/>
                    <a:pt x="61466" y="75441"/>
                    <a:pt x="57837" y="74127"/>
                  </a:cubicBezTo>
                  <a:cubicBezTo>
                    <a:pt x="57360" y="69069"/>
                    <a:pt x="53817" y="65487"/>
                    <a:pt x="50788" y="62382"/>
                  </a:cubicBezTo>
                  <a:cubicBezTo>
                    <a:pt x="50159" y="61744"/>
                    <a:pt x="49683" y="62573"/>
                    <a:pt x="49617" y="61211"/>
                  </a:cubicBezTo>
                  <a:cubicBezTo>
                    <a:pt x="49569" y="60211"/>
                    <a:pt x="46873" y="57382"/>
                    <a:pt x="44921" y="56515"/>
                  </a:cubicBezTo>
                  <a:cubicBezTo>
                    <a:pt x="44930" y="56458"/>
                    <a:pt x="44959" y="56439"/>
                    <a:pt x="44968" y="56381"/>
                  </a:cubicBezTo>
                  <a:cubicBezTo>
                    <a:pt x="43530" y="55343"/>
                    <a:pt x="42463" y="53724"/>
                    <a:pt x="41692" y="52114"/>
                  </a:cubicBezTo>
                  <a:cubicBezTo>
                    <a:pt x="41359" y="51438"/>
                    <a:pt x="41035" y="50590"/>
                    <a:pt x="40682" y="49704"/>
                  </a:cubicBezTo>
                  <a:cubicBezTo>
                    <a:pt x="38768" y="47742"/>
                    <a:pt x="37234" y="45351"/>
                    <a:pt x="36396" y="43132"/>
                  </a:cubicBezTo>
                  <a:cubicBezTo>
                    <a:pt x="36272" y="42808"/>
                    <a:pt x="36263" y="42504"/>
                    <a:pt x="36301" y="42199"/>
                  </a:cubicBezTo>
                  <a:cubicBezTo>
                    <a:pt x="35434" y="41046"/>
                    <a:pt x="34815" y="39456"/>
                    <a:pt x="34357" y="38903"/>
                  </a:cubicBezTo>
                  <a:cubicBezTo>
                    <a:pt x="32615" y="36798"/>
                    <a:pt x="31129" y="33731"/>
                    <a:pt x="29662" y="31864"/>
                  </a:cubicBezTo>
                  <a:cubicBezTo>
                    <a:pt x="28328" y="30150"/>
                    <a:pt x="26671" y="28930"/>
                    <a:pt x="24966" y="27159"/>
                  </a:cubicBezTo>
                  <a:cubicBezTo>
                    <a:pt x="24166" y="26330"/>
                    <a:pt x="23432" y="25616"/>
                    <a:pt x="22623" y="24816"/>
                  </a:cubicBezTo>
                  <a:cubicBezTo>
                    <a:pt x="22099" y="24292"/>
                    <a:pt x="20641" y="22987"/>
                    <a:pt x="20270" y="22463"/>
                  </a:cubicBezTo>
                  <a:cubicBezTo>
                    <a:pt x="19308" y="21101"/>
                    <a:pt x="20013" y="19215"/>
                    <a:pt x="19099" y="17767"/>
                  </a:cubicBezTo>
                  <a:cubicBezTo>
                    <a:pt x="18660" y="17081"/>
                    <a:pt x="17365" y="16224"/>
                    <a:pt x="16746" y="15424"/>
                  </a:cubicBezTo>
                  <a:cubicBezTo>
                    <a:pt x="14565" y="12605"/>
                    <a:pt x="11545" y="9957"/>
                    <a:pt x="9707" y="7204"/>
                  </a:cubicBezTo>
                  <a:cubicBezTo>
                    <a:pt x="5544" y="6270"/>
                    <a:pt x="7888" y="-1159"/>
                    <a:pt x="1487" y="155"/>
                  </a:cubicBezTo>
                  <a:cubicBezTo>
                    <a:pt x="-1761" y="1108"/>
                    <a:pt x="1296" y="4184"/>
                    <a:pt x="1487" y="6023"/>
                  </a:cubicBezTo>
                  <a:cubicBezTo>
                    <a:pt x="1449" y="5642"/>
                    <a:pt x="-380" y="6642"/>
                    <a:pt x="315" y="7194"/>
                  </a:cubicBezTo>
                  <a:cubicBezTo>
                    <a:pt x="1582" y="8204"/>
                    <a:pt x="1030" y="8785"/>
                    <a:pt x="1487" y="10719"/>
                  </a:cubicBezTo>
                  <a:cubicBezTo>
                    <a:pt x="2201" y="13719"/>
                    <a:pt x="3916" y="16681"/>
                    <a:pt x="5011" y="20110"/>
                  </a:cubicBezTo>
                  <a:cubicBezTo>
                    <a:pt x="5621" y="22015"/>
                    <a:pt x="5773" y="24082"/>
                    <a:pt x="6183" y="25978"/>
                  </a:cubicBezTo>
                  <a:cubicBezTo>
                    <a:pt x="6230" y="26197"/>
                    <a:pt x="7307" y="26140"/>
                    <a:pt x="7354" y="27149"/>
                  </a:cubicBezTo>
                  <a:cubicBezTo>
                    <a:pt x="7516" y="30340"/>
                    <a:pt x="7716" y="32159"/>
                    <a:pt x="8526" y="36550"/>
                  </a:cubicBezTo>
                  <a:cubicBezTo>
                    <a:pt x="8545" y="36693"/>
                    <a:pt x="9650" y="36770"/>
                    <a:pt x="9697" y="37722"/>
                  </a:cubicBezTo>
                  <a:cubicBezTo>
                    <a:pt x="9840" y="40360"/>
                    <a:pt x="10993" y="43380"/>
                    <a:pt x="11269" y="46047"/>
                  </a:cubicBezTo>
                  <a:cubicBezTo>
                    <a:pt x="11469" y="46228"/>
                    <a:pt x="11659" y="46447"/>
                    <a:pt x="11812" y="46742"/>
                  </a:cubicBezTo>
                  <a:cubicBezTo>
                    <a:pt x="14336" y="51838"/>
                    <a:pt x="14536" y="57696"/>
                    <a:pt x="14898" y="63268"/>
                  </a:cubicBezTo>
                  <a:cubicBezTo>
                    <a:pt x="14927" y="63659"/>
                    <a:pt x="14869" y="63992"/>
                    <a:pt x="14765" y="64287"/>
                  </a:cubicBezTo>
                  <a:cubicBezTo>
                    <a:pt x="15289" y="65402"/>
                    <a:pt x="16193" y="66040"/>
                    <a:pt x="16746" y="68259"/>
                  </a:cubicBezTo>
                  <a:cubicBezTo>
                    <a:pt x="17070" y="69545"/>
                    <a:pt x="17422" y="70640"/>
                    <a:pt x="17918" y="74127"/>
                  </a:cubicBezTo>
                  <a:cubicBezTo>
                    <a:pt x="17965" y="74489"/>
                    <a:pt x="17670" y="76270"/>
                    <a:pt x="17918" y="76470"/>
                  </a:cubicBezTo>
                  <a:cubicBezTo>
                    <a:pt x="18003" y="76536"/>
                    <a:pt x="19070" y="76384"/>
                    <a:pt x="19089" y="76470"/>
                  </a:cubicBezTo>
                  <a:cubicBezTo>
                    <a:pt x="20185" y="82061"/>
                    <a:pt x="20242" y="90395"/>
                    <a:pt x="21432" y="97606"/>
                  </a:cubicBezTo>
                  <a:cubicBezTo>
                    <a:pt x="21918" y="100549"/>
                    <a:pt x="23242" y="103978"/>
                    <a:pt x="23785" y="106997"/>
                  </a:cubicBezTo>
                  <a:cubicBezTo>
                    <a:pt x="24166" y="109112"/>
                    <a:pt x="24861" y="110302"/>
                    <a:pt x="24956" y="111693"/>
                  </a:cubicBezTo>
                  <a:cubicBezTo>
                    <a:pt x="25004" y="112360"/>
                    <a:pt x="25118" y="113398"/>
                    <a:pt x="24956" y="114046"/>
                  </a:cubicBezTo>
                  <a:cubicBezTo>
                    <a:pt x="24890" y="114332"/>
                    <a:pt x="23890" y="115837"/>
                    <a:pt x="23785" y="115217"/>
                  </a:cubicBezTo>
                  <a:cubicBezTo>
                    <a:pt x="24137" y="117341"/>
                    <a:pt x="25519" y="119723"/>
                    <a:pt x="26128" y="122266"/>
                  </a:cubicBezTo>
                  <a:cubicBezTo>
                    <a:pt x="27385" y="127486"/>
                    <a:pt x="28052" y="132324"/>
                    <a:pt x="29652" y="138706"/>
                  </a:cubicBezTo>
                  <a:cubicBezTo>
                    <a:pt x="30262" y="141135"/>
                    <a:pt x="32786" y="140811"/>
                    <a:pt x="32005" y="145745"/>
                  </a:cubicBezTo>
                  <a:cubicBezTo>
                    <a:pt x="32034" y="145526"/>
                    <a:pt x="30043" y="146288"/>
                    <a:pt x="30833" y="146917"/>
                  </a:cubicBezTo>
                  <a:cubicBezTo>
                    <a:pt x="33386" y="148955"/>
                    <a:pt x="32005" y="148155"/>
                    <a:pt x="33186" y="152784"/>
                  </a:cubicBezTo>
                  <a:cubicBezTo>
                    <a:pt x="33138" y="152584"/>
                    <a:pt x="34310" y="157442"/>
                    <a:pt x="34357" y="157480"/>
                  </a:cubicBezTo>
                  <a:cubicBezTo>
                    <a:pt x="35710" y="158585"/>
                    <a:pt x="34357" y="161004"/>
                    <a:pt x="35529" y="162176"/>
                  </a:cubicBezTo>
                  <a:cubicBezTo>
                    <a:pt x="36110" y="162757"/>
                    <a:pt x="37263" y="164900"/>
                    <a:pt x="37882" y="168043"/>
                  </a:cubicBezTo>
                  <a:cubicBezTo>
                    <a:pt x="38034" y="168805"/>
                    <a:pt x="39311" y="169405"/>
                    <a:pt x="39053" y="170386"/>
                  </a:cubicBezTo>
                  <a:cubicBezTo>
                    <a:pt x="38968" y="170701"/>
                    <a:pt x="37520" y="170348"/>
                    <a:pt x="37882" y="171558"/>
                  </a:cubicBezTo>
                  <a:cubicBezTo>
                    <a:pt x="38320" y="173072"/>
                    <a:pt x="39615" y="171777"/>
                    <a:pt x="40225" y="172729"/>
                  </a:cubicBezTo>
                  <a:cubicBezTo>
                    <a:pt x="41273" y="174358"/>
                    <a:pt x="40568" y="178073"/>
                    <a:pt x="41397" y="180949"/>
                  </a:cubicBezTo>
                  <a:cubicBezTo>
                    <a:pt x="42406" y="184436"/>
                    <a:pt x="44026" y="187979"/>
                    <a:pt x="44921" y="191513"/>
                  </a:cubicBezTo>
                  <a:cubicBezTo>
                    <a:pt x="45778" y="194932"/>
                    <a:pt x="46302" y="198504"/>
                    <a:pt x="47274" y="202076"/>
                  </a:cubicBezTo>
                  <a:cubicBezTo>
                    <a:pt x="47950" y="204552"/>
                    <a:pt x="48178" y="208039"/>
                    <a:pt x="49617" y="210296"/>
                  </a:cubicBezTo>
                  <a:cubicBezTo>
                    <a:pt x="50569" y="211791"/>
                    <a:pt x="51531" y="215125"/>
                    <a:pt x="51969" y="217344"/>
                  </a:cubicBezTo>
                  <a:cubicBezTo>
                    <a:pt x="52169" y="218345"/>
                    <a:pt x="51922" y="219621"/>
                    <a:pt x="51988" y="220593"/>
                  </a:cubicBezTo>
                  <a:lnTo>
                    <a:pt x="53141" y="222040"/>
                  </a:lnTo>
                  <a:lnTo>
                    <a:pt x="61361" y="252558"/>
                  </a:lnTo>
                  <a:cubicBezTo>
                    <a:pt x="60761" y="258254"/>
                    <a:pt x="63218" y="260883"/>
                    <a:pt x="63657" y="265541"/>
                  </a:cubicBezTo>
                  <a:cubicBezTo>
                    <a:pt x="64609" y="265779"/>
                    <a:pt x="65400" y="266503"/>
                    <a:pt x="65352" y="267789"/>
                  </a:cubicBezTo>
                  <a:cubicBezTo>
                    <a:pt x="65200" y="271685"/>
                    <a:pt x="66352" y="275437"/>
                    <a:pt x="67085" y="279238"/>
                  </a:cubicBezTo>
                  <a:cubicBezTo>
                    <a:pt x="67533" y="279343"/>
                    <a:pt x="67914" y="279505"/>
                    <a:pt x="68400" y="279562"/>
                  </a:cubicBezTo>
                  <a:cubicBezTo>
                    <a:pt x="67238" y="284162"/>
                    <a:pt x="66990" y="288010"/>
                    <a:pt x="68762" y="291716"/>
                  </a:cubicBezTo>
                  <a:lnTo>
                    <a:pt x="83211" y="368792"/>
                  </a:lnTo>
                  <a:lnTo>
                    <a:pt x="102033" y="374431"/>
                  </a:lnTo>
                  <a:lnTo>
                    <a:pt x="120625" y="310851"/>
                  </a:lnTo>
                  <a:lnTo>
                    <a:pt x="130684" y="232080"/>
                  </a:lnTo>
                  <a:lnTo>
                    <a:pt x="114196" y="192713"/>
                  </a:ln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02" id="102"/>
            <p:cNvSpPr/>
            <p:nvPr/>
          </p:nvSpPr>
          <p:spPr>
            <a:xfrm>
              <a:off x="9040306" y="3704794"/>
              <a:ext cx="83896" cy="242658"/>
            </a:xfrm>
            <a:custGeom>
              <a:avLst/>
              <a:gdLst/>
              <a:ahLst/>
              <a:cxnLst/>
              <a:rect r="r" b="b" t="t" l="l"/>
              <a:pathLst>
                <a:path w="83896" h="242658" stroke="true" fill="norm" extrusionOk="true">
                  <a:moveTo>
                    <a:pt x="83791" y="236239"/>
                  </a:moveTo>
                  <a:cubicBezTo>
                    <a:pt x="83658" y="235887"/>
                    <a:pt x="83496" y="235429"/>
                    <a:pt x="83344" y="234791"/>
                  </a:cubicBezTo>
                  <a:cubicBezTo>
                    <a:pt x="82115" y="229886"/>
                    <a:pt x="81296" y="222504"/>
                    <a:pt x="79820" y="216008"/>
                  </a:cubicBezTo>
                  <a:cubicBezTo>
                    <a:pt x="78829" y="211617"/>
                    <a:pt x="77314" y="207397"/>
                    <a:pt x="76295" y="203092"/>
                  </a:cubicBezTo>
                  <a:cubicBezTo>
                    <a:pt x="75686" y="200530"/>
                    <a:pt x="75705" y="198615"/>
                    <a:pt x="75124" y="196043"/>
                  </a:cubicBezTo>
                  <a:cubicBezTo>
                    <a:pt x="75076" y="195815"/>
                    <a:pt x="74000" y="195891"/>
                    <a:pt x="73952" y="194862"/>
                  </a:cubicBezTo>
                  <a:cubicBezTo>
                    <a:pt x="73762" y="191262"/>
                    <a:pt x="73581" y="190662"/>
                    <a:pt x="72781" y="186642"/>
                  </a:cubicBezTo>
                  <a:cubicBezTo>
                    <a:pt x="72704" y="186271"/>
                    <a:pt x="73047" y="184509"/>
                    <a:pt x="72781" y="184299"/>
                  </a:cubicBezTo>
                  <a:cubicBezTo>
                    <a:pt x="72695" y="184223"/>
                    <a:pt x="71628" y="184385"/>
                    <a:pt x="71609" y="184299"/>
                  </a:cubicBezTo>
                  <a:cubicBezTo>
                    <a:pt x="71142" y="182032"/>
                    <a:pt x="70942" y="179432"/>
                    <a:pt x="70438" y="177251"/>
                  </a:cubicBezTo>
                  <a:cubicBezTo>
                    <a:pt x="69828" y="174650"/>
                    <a:pt x="69780" y="172774"/>
                    <a:pt x="69266" y="170202"/>
                  </a:cubicBezTo>
                  <a:cubicBezTo>
                    <a:pt x="69228" y="170031"/>
                    <a:pt x="68142" y="170012"/>
                    <a:pt x="68094" y="169031"/>
                  </a:cubicBezTo>
                  <a:cubicBezTo>
                    <a:pt x="67904" y="165430"/>
                    <a:pt x="67723" y="164830"/>
                    <a:pt x="66923" y="160811"/>
                  </a:cubicBezTo>
                  <a:cubicBezTo>
                    <a:pt x="66847" y="160439"/>
                    <a:pt x="67190" y="158677"/>
                    <a:pt x="66923" y="158467"/>
                  </a:cubicBezTo>
                  <a:cubicBezTo>
                    <a:pt x="65084" y="156962"/>
                    <a:pt x="63303" y="149362"/>
                    <a:pt x="62227" y="145552"/>
                  </a:cubicBezTo>
                  <a:cubicBezTo>
                    <a:pt x="61255" y="142151"/>
                    <a:pt x="61379" y="139617"/>
                    <a:pt x="59874" y="136160"/>
                  </a:cubicBezTo>
                  <a:cubicBezTo>
                    <a:pt x="59636" y="135627"/>
                    <a:pt x="58769" y="136246"/>
                    <a:pt x="58693" y="134988"/>
                  </a:cubicBezTo>
                  <a:cubicBezTo>
                    <a:pt x="58684" y="134712"/>
                    <a:pt x="58817" y="134055"/>
                    <a:pt x="58693" y="133817"/>
                  </a:cubicBezTo>
                  <a:cubicBezTo>
                    <a:pt x="58293" y="133036"/>
                    <a:pt x="56722" y="132140"/>
                    <a:pt x="56350" y="131464"/>
                  </a:cubicBezTo>
                  <a:cubicBezTo>
                    <a:pt x="56112" y="131035"/>
                    <a:pt x="56712" y="129416"/>
                    <a:pt x="56350" y="129121"/>
                  </a:cubicBezTo>
                  <a:cubicBezTo>
                    <a:pt x="53940" y="127149"/>
                    <a:pt x="54893" y="121644"/>
                    <a:pt x="52826" y="118558"/>
                  </a:cubicBezTo>
                  <a:cubicBezTo>
                    <a:pt x="52064" y="117424"/>
                    <a:pt x="52064" y="116710"/>
                    <a:pt x="51654" y="115033"/>
                  </a:cubicBezTo>
                  <a:cubicBezTo>
                    <a:pt x="51388" y="113967"/>
                    <a:pt x="50645" y="114310"/>
                    <a:pt x="50483" y="113862"/>
                  </a:cubicBezTo>
                  <a:cubicBezTo>
                    <a:pt x="48168" y="107423"/>
                    <a:pt x="47082" y="102051"/>
                    <a:pt x="44615" y="95079"/>
                  </a:cubicBezTo>
                  <a:cubicBezTo>
                    <a:pt x="44520" y="94812"/>
                    <a:pt x="43663" y="94774"/>
                    <a:pt x="43444" y="93907"/>
                  </a:cubicBezTo>
                  <a:cubicBezTo>
                    <a:pt x="42891" y="91678"/>
                    <a:pt x="43491" y="90888"/>
                    <a:pt x="42272" y="88040"/>
                  </a:cubicBezTo>
                  <a:cubicBezTo>
                    <a:pt x="41996" y="87411"/>
                    <a:pt x="40091" y="86182"/>
                    <a:pt x="39919" y="85696"/>
                  </a:cubicBezTo>
                  <a:cubicBezTo>
                    <a:pt x="39014" y="83106"/>
                    <a:pt x="39519" y="79858"/>
                    <a:pt x="38748" y="77476"/>
                  </a:cubicBezTo>
                  <a:cubicBezTo>
                    <a:pt x="38681" y="77276"/>
                    <a:pt x="37786" y="77124"/>
                    <a:pt x="37576" y="76305"/>
                  </a:cubicBezTo>
                  <a:cubicBezTo>
                    <a:pt x="37395" y="75609"/>
                    <a:pt x="37852" y="74600"/>
                    <a:pt x="37576" y="73952"/>
                  </a:cubicBezTo>
                  <a:cubicBezTo>
                    <a:pt x="37281" y="73276"/>
                    <a:pt x="35443" y="72142"/>
                    <a:pt x="35223" y="71609"/>
                  </a:cubicBezTo>
                  <a:cubicBezTo>
                    <a:pt x="34442" y="69647"/>
                    <a:pt x="34671" y="68418"/>
                    <a:pt x="34052" y="66913"/>
                  </a:cubicBezTo>
                  <a:cubicBezTo>
                    <a:pt x="33900" y="66532"/>
                    <a:pt x="33119" y="66704"/>
                    <a:pt x="32880" y="65742"/>
                  </a:cubicBezTo>
                  <a:cubicBezTo>
                    <a:pt x="32328" y="63532"/>
                    <a:pt x="31347" y="63494"/>
                    <a:pt x="30528" y="61046"/>
                  </a:cubicBezTo>
                  <a:cubicBezTo>
                    <a:pt x="30728" y="61636"/>
                    <a:pt x="31804" y="60389"/>
                    <a:pt x="31699" y="59874"/>
                  </a:cubicBezTo>
                  <a:cubicBezTo>
                    <a:pt x="31766" y="60227"/>
                    <a:pt x="30632" y="58960"/>
                    <a:pt x="30528" y="58703"/>
                  </a:cubicBezTo>
                  <a:cubicBezTo>
                    <a:pt x="26746" y="49635"/>
                    <a:pt x="21489" y="39681"/>
                    <a:pt x="17621" y="29204"/>
                  </a:cubicBezTo>
                  <a:cubicBezTo>
                    <a:pt x="16212" y="25403"/>
                    <a:pt x="14992" y="21536"/>
                    <a:pt x="14088" y="17612"/>
                  </a:cubicBezTo>
                  <a:lnTo>
                    <a:pt x="0" y="0"/>
                  </a:lnTo>
                  <a:cubicBezTo>
                    <a:pt x="781" y="4639"/>
                    <a:pt x="2162" y="9163"/>
                    <a:pt x="3524" y="12916"/>
                  </a:cubicBezTo>
                  <a:cubicBezTo>
                    <a:pt x="3858" y="13849"/>
                    <a:pt x="5534" y="13764"/>
                    <a:pt x="5867" y="15259"/>
                  </a:cubicBezTo>
                  <a:cubicBezTo>
                    <a:pt x="5772" y="14802"/>
                    <a:pt x="4058" y="15926"/>
                    <a:pt x="4696" y="16431"/>
                  </a:cubicBezTo>
                  <a:cubicBezTo>
                    <a:pt x="6382" y="17774"/>
                    <a:pt x="6477" y="21917"/>
                    <a:pt x="8220" y="24651"/>
                  </a:cubicBezTo>
                  <a:cubicBezTo>
                    <a:pt x="8515" y="25117"/>
                    <a:pt x="9287" y="25632"/>
                    <a:pt x="9392" y="25822"/>
                  </a:cubicBezTo>
                  <a:cubicBezTo>
                    <a:pt x="10011" y="26984"/>
                    <a:pt x="9744" y="29004"/>
                    <a:pt x="10563" y="30518"/>
                  </a:cubicBezTo>
                  <a:cubicBezTo>
                    <a:pt x="11030" y="31375"/>
                    <a:pt x="11554" y="32071"/>
                    <a:pt x="12106" y="32728"/>
                  </a:cubicBezTo>
                  <a:cubicBezTo>
                    <a:pt x="13106" y="33928"/>
                    <a:pt x="14202" y="34976"/>
                    <a:pt x="15259" y="36395"/>
                  </a:cubicBezTo>
                  <a:cubicBezTo>
                    <a:pt x="15373" y="44301"/>
                    <a:pt x="20164" y="50321"/>
                    <a:pt x="23479" y="58703"/>
                  </a:cubicBezTo>
                  <a:cubicBezTo>
                    <a:pt x="23613" y="59055"/>
                    <a:pt x="24413" y="58941"/>
                    <a:pt x="24651" y="59874"/>
                  </a:cubicBezTo>
                  <a:cubicBezTo>
                    <a:pt x="24822" y="60569"/>
                    <a:pt x="24375" y="61570"/>
                    <a:pt x="24651" y="62227"/>
                  </a:cubicBezTo>
                  <a:cubicBezTo>
                    <a:pt x="26832" y="67351"/>
                    <a:pt x="30004" y="72533"/>
                    <a:pt x="31699" y="78657"/>
                  </a:cubicBezTo>
                  <a:cubicBezTo>
                    <a:pt x="31899" y="79391"/>
                    <a:pt x="31509" y="80277"/>
                    <a:pt x="31699" y="81010"/>
                  </a:cubicBezTo>
                  <a:cubicBezTo>
                    <a:pt x="31937" y="81953"/>
                    <a:pt x="32785" y="81877"/>
                    <a:pt x="32871" y="82182"/>
                  </a:cubicBezTo>
                  <a:cubicBezTo>
                    <a:pt x="33528" y="84496"/>
                    <a:pt x="33214" y="86887"/>
                    <a:pt x="34042" y="89230"/>
                  </a:cubicBezTo>
                  <a:cubicBezTo>
                    <a:pt x="34766" y="91278"/>
                    <a:pt x="35233" y="91964"/>
                    <a:pt x="36395" y="93926"/>
                  </a:cubicBezTo>
                  <a:cubicBezTo>
                    <a:pt x="36767" y="94564"/>
                    <a:pt x="37500" y="93755"/>
                    <a:pt x="37567" y="95098"/>
                  </a:cubicBezTo>
                  <a:cubicBezTo>
                    <a:pt x="37576" y="95412"/>
                    <a:pt x="37452" y="95983"/>
                    <a:pt x="37567" y="96269"/>
                  </a:cubicBezTo>
                  <a:cubicBezTo>
                    <a:pt x="38376" y="98298"/>
                    <a:pt x="39786" y="102908"/>
                    <a:pt x="41091" y="106832"/>
                  </a:cubicBezTo>
                  <a:cubicBezTo>
                    <a:pt x="41805" y="108995"/>
                    <a:pt x="41958" y="111557"/>
                    <a:pt x="43434" y="113881"/>
                  </a:cubicBezTo>
                  <a:cubicBezTo>
                    <a:pt x="43605" y="114148"/>
                    <a:pt x="44644" y="115148"/>
                    <a:pt x="44606" y="115053"/>
                  </a:cubicBezTo>
                  <a:cubicBezTo>
                    <a:pt x="45682" y="117834"/>
                    <a:pt x="45853" y="121568"/>
                    <a:pt x="46958" y="124444"/>
                  </a:cubicBezTo>
                  <a:cubicBezTo>
                    <a:pt x="47139" y="124920"/>
                    <a:pt x="48063" y="124397"/>
                    <a:pt x="48130" y="125616"/>
                  </a:cubicBezTo>
                  <a:cubicBezTo>
                    <a:pt x="48158" y="126054"/>
                    <a:pt x="47835" y="128892"/>
                    <a:pt x="48130" y="129140"/>
                  </a:cubicBezTo>
                  <a:cubicBezTo>
                    <a:pt x="48521" y="129454"/>
                    <a:pt x="51540" y="132817"/>
                    <a:pt x="51654" y="135007"/>
                  </a:cubicBezTo>
                  <a:cubicBezTo>
                    <a:pt x="51721" y="136160"/>
                    <a:pt x="53083" y="139313"/>
                    <a:pt x="53997" y="142046"/>
                  </a:cubicBezTo>
                  <a:cubicBezTo>
                    <a:pt x="54978" y="144970"/>
                    <a:pt x="55445" y="148304"/>
                    <a:pt x="56350" y="151438"/>
                  </a:cubicBezTo>
                  <a:cubicBezTo>
                    <a:pt x="56845" y="153153"/>
                    <a:pt x="57779" y="156191"/>
                    <a:pt x="58693" y="158486"/>
                  </a:cubicBezTo>
                  <a:cubicBezTo>
                    <a:pt x="59360" y="160144"/>
                    <a:pt x="59122" y="163573"/>
                    <a:pt x="59874" y="167878"/>
                  </a:cubicBezTo>
                  <a:cubicBezTo>
                    <a:pt x="59893" y="168002"/>
                    <a:pt x="60998" y="168116"/>
                    <a:pt x="61046" y="169050"/>
                  </a:cubicBezTo>
                  <a:cubicBezTo>
                    <a:pt x="61074" y="169488"/>
                    <a:pt x="60741" y="172326"/>
                    <a:pt x="61046" y="172574"/>
                  </a:cubicBezTo>
                  <a:cubicBezTo>
                    <a:pt x="63094" y="174250"/>
                    <a:pt x="60865" y="174127"/>
                    <a:pt x="61046" y="176098"/>
                  </a:cubicBezTo>
                  <a:cubicBezTo>
                    <a:pt x="61036" y="176031"/>
                    <a:pt x="62179" y="176489"/>
                    <a:pt x="62217" y="177270"/>
                  </a:cubicBezTo>
                  <a:cubicBezTo>
                    <a:pt x="62160" y="176298"/>
                    <a:pt x="63198" y="182985"/>
                    <a:pt x="63389" y="183137"/>
                  </a:cubicBezTo>
                  <a:cubicBezTo>
                    <a:pt x="64123" y="183737"/>
                    <a:pt x="64875" y="186471"/>
                    <a:pt x="65742" y="190176"/>
                  </a:cubicBezTo>
                  <a:cubicBezTo>
                    <a:pt x="66866" y="195072"/>
                    <a:pt x="67904" y="201959"/>
                    <a:pt x="69266" y="207788"/>
                  </a:cubicBezTo>
                  <a:cubicBezTo>
                    <a:pt x="70961" y="215046"/>
                    <a:pt x="73152" y="223552"/>
                    <a:pt x="75133" y="231267"/>
                  </a:cubicBezTo>
                  <a:cubicBezTo>
                    <a:pt x="75219" y="231610"/>
                    <a:pt x="76553" y="231219"/>
                    <a:pt x="76305" y="232439"/>
                  </a:cubicBezTo>
                  <a:cubicBezTo>
                    <a:pt x="76248" y="232724"/>
                    <a:pt x="74933" y="232429"/>
                    <a:pt x="75133" y="233610"/>
                  </a:cubicBezTo>
                  <a:cubicBezTo>
                    <a:pt x="75152" y="233724"/>
                    <a:pt x="76257" y="233867"/>
                    <a:pt x="76305" y="234782"/>
                  </a:cubicBezTo>
                  <a:cubicBezTo>
                    <a:pt x="76343" y="235677"/>
                    <a:pt x="77296" y="236811"/>
                    <a:pt x="77476" y="238325"/>
                  </a:cubicBezTo>
                  <a:cubicBezTo>
                    <a:pt x="77648" y="239801"/>
                    <a:pt x="78057" y="241316"/>
                    <a:pt x="78591" y="242659"/>
                  </a:cubicBezTo>
                  <a:cubicBezTo>
                    <a:pt x="79715" y="240963"/>
                    <a:pt x="84677" y="238639"/>
                    <a:pt x="83791" y="236239"/>
                  </a:cubicBezTo>
                  <a:close/>
                </a:path>
              </a:pathLst>
            </a:custGeom>
            <a:solidFill>
              <a:srgbClr val="DFBA47"/>
            </a:solidFill>
            <a:ln cap="flat">
              <a:noFill/>
              <a:prstDash val="solid"/>
              <a:miter lim="800000"/>
            </a:ln>
          </p:spPr>
          <p:txBody>
            <a:bodyPr vert="horz" anchor="ctr" tIns="45720" lIns="91440" bIns="45720" rIns="91440"/>
            <a:p>
              <a:pPr algn="l" marL="0"/>
            </a:p>
          </p:txBody>
        </p:sp>
        <p:sp>
          <p:nvSpPr>
            <p:cNvPr name="Freeform 103" id="103"/>
            <p:cNvSpPr/>
            <p:nvPr/>
          </p:nvSpPr>
          <p:spPr>
            <a:xfrm>
              <a:off x="8791713" y="3938747"/>
              <a:ext cx="308781" cy="97088"/>
            </a:xfrm>
            <a:custGeom>
              <a:avLst/>
              <a:gdLst/>
              <a:ahLst/>
              <a:cxnLst/>
              <a:rect r="r" b="b" t="t" l="l"/>
              <a:pathLst>
                <a:path w="308781" h="97088" stroke="true" fill="norm" extrusionOk="true">
                  <a:moveTo>
                    <a:pt x="303371" y="83620"/>
                  </a:moveTo>
                  <a:cubicBezTo>
                    <a:pt x="303495" y="83229"/>
                    <a:pt x="303381" y="82810"/>
                    <a:pt x="302581" y="81848"/>
                  </a:cubicBezTo>
                  <a:cubicBezTo>
                    <a:pt x="295932" y="75190"/>
                    <a:pt x="290703" y="67113"/>
                    <a:pt x="283797" y="60712"/>
                  </a:cubicBezTo>
                  <a:cubicBezTo>
                    <a:pt x="281530" y="58874"/>
                    <a:pt x="279921" y="56378"/>
                    <a:pt x="277930" y="54273"/>
                  </a:cubicBezTo>
                  <a:cubicBezTo>
                    <a:pt x="275930" y="52159"/>
                    <a:pt x="273539" y="50435"/>
                    <a:pt x="269710" y="50149"/>
                  </a:cubicBezTo>
                  <a:cubicBezTo>
                    <a:pt x="270253" y="47244"/>
                    <a:pt x="267443" y="46549"/>
                    <a:pt x="266186" y="45453"/>
                  </a:cubicBezTo>
                  <a:cubicBezTo>
                    <a:pt x="264462" y="43939"/>
                    <a:pt x="262871" y="42967"/>
                    <a:pt x="261490" y="41929"/>
                  </a:cubicBezTo>
                  <a:cubicBezTo>
                    <a:pt x="260623" y="41281"/>
                    <a:pt x="259880" y="40091"/>
                    <a:pt x="259137" y="39576"/>
                  </a:cubicBezTo>
                  <a:cubicBezTo>
                    <a:pt x="258718" y="39281"/>
                    <a:pt x="257099" y="39967"/>
                    <a:pt x="256794" y="39576"/>
                  </a:cubicBezTo>
                  <a:cubicBezTo>
                    <a:pt x="256003" y="38614"/>
                    <a:pt x="255432" y="36166"/>
                    <a:pt x="253270" y="36052"/>
                  </a:cubicBezTo>
                  <a:cubicBezTo>
                    <a:pt x="252832" y="36024"/>
                    <a:pt x="251346" y="34071"/>
                    <a:pt x="250926" y="33709"/>
                  </a:cubicBezTo>
                  <a:cubicBezTo>
                    <a:pt x="249365" y="32356"/>
                    <a:pt x="249202" y="32690"/>
                    <a:pt x="248574" y="30185"/>
                  </a:cubicBezTo>
                  <a:cubicBezTo>
                    <a:pt x="248241" y="28861"/>
                    <a:pt x="247859" y="29747"/>
                    <a:pt x="247402" y="29013"/>
                  </a:cubicBezTo>
                  <a:cubicBezTo>
                    <a:pt x="246955" y="28299"/>
                    <a:pt x="245545" y="27337"/>
                    <a:pt x="245164" y="26794"/>
                  </a:cubicBezTo>
                  <a:cubicBezTo>
                    <a:pt x="244859" y="26851"/>
                    <a:pt x="244545" y="26870"/>
                    <a:pt x="244202" y="26803"/>
                  </a:cubicBezTo>
                  <a:cubicBezTo>
                    <a:pt x="241668" y="26356"/>
                    <a:pt x="239525" y="25003"/>
                    <a:pt x="237172" y="24051"/>
                  </a:cubicBezTo>
                  <a:cubicBezTo>
                    <a:pt x="237077" y="24012"/>
                    <a:pt x="237020" y="23936"/>
                    <a:pt x="236934" y="23889"/>
                  </a:cubicBezTo>
                  <a:cubicBezTo>
                    <a:pt x="235963" y="23527"/>
                    <a:pt x="235106" y="23041"/>
                    <a:pt x="234305" y="22507"/>
                  </a:cubicBezTo>
                  <a:cubicBezTo>
                    <a:pt x="232696" y="21450"/>
                    <a:pt x="231343" y="20136"/>
                    <a:pt x="230057" y="18764"/>
                  </a:cubicBezTo>
                  <a:cubicBezTo>
                    <a:pt x="229343" y="18945"/>
                    <a:pt x="228552" y="18859"/>
                    <a:pt x="227848" y="18221"/>
                  </a:cubicBezTo>
                  <a:cubicBezTo>
                    <a:pt x="225733" y="16316"/>
                    <a:pt x="223028" y="15688"/>
                    <a:pt x="221266" y="13449"/>
                  </a:cubicBezTo>
                  <a:cubicBezTo>
                    <a:pt x="216456" y="8668"/>
                    <a:pt x="210560" y="4991"/>
                    <a:pt x="205149" y="819"/>
                  </a:cubicBezTo>
                  <a:cubicBezTo>
                    <a:pt x="200282" y="2229"/>
                    <a:pt x="200120" y="1257"/>
                    <a:pt x="193415" y="819"/>
                  </a:cubicBezTo>
                  <a:cubicBezTo>
                    <a:pt x="193176" y="552"/>
                    <a:pt x="193053" y="276"/>
                    <a:pt x="192900" y="0"/>
                  </a:cubicBezTo>
                  <a:cubicBezTo>
                    <a:pt x="192519" y="343"/>
                    <a:pt x="192024" y="591"/>
                    <a:pt x="191367" y="591"/>
                  </a:cubicBezTo>
                  <a:lnTo>
                    <a:pt x="185137" y="591"/>
                  </a:lnTo>
                  <a:cubicBezTo>
                    <a:pt x="185147" y="667"/>
                    <a:pt x="185185" y="743"/>
                    <a:pt x="185195" y="819"/>
                  </a:cubicBezTo>
                  <a:cubicBezTo>
                    <a:pt x="180813" y="267"/>
                    <a:pt x="177384" y="457"/>
                    <a:pt x="173460" y="819"/>
                  </a:cubicBezTo>
                  <a:cubicBezTo>
                    <a:pt x="171650" y="991"/>
                    <a:pt x="171383" y="1943"/>
                    <a:pt x="169935" y="1991"/>
                  </a:cubicBezTo>
                  <a:cubicBezTo>
                    <a:pt x="168992" y="2019"/>
                    <a:pt x="167288" y="886"/>
                    <a:pt x="167592" y="819"/>
                  </a:cubicBezTo>
                  <a:cubicBezTo>
                    <a:pt x="165039" y="1410"/>
                    <a:pt x="165125" y="3048"/>
                    <a:pt x="162897" y="3172"/>
                  </a:cubicBezTo>
                  <a:cubicBezTo>
                    <a:pt x="159449" y="3362"/>
                    <a:pt x="156372" y="3343"/>
                    <a:pt x="152333" y="2000"/>
                  </a:cubicBezTo>
                  <a:cubicBezTo>
                    <a:pt x="152305" y="1934"/>
                    <a:pt x="152286" y="1876"/>
                    <a:pt x="152257" y="1810"/>
                  </a:cubicBezTo>
                  <a:cubicBezTo>
                    <a:pt x="152248" y="1810"/>
                    <a:pt x="152248" y="1819"/>
                    <a:pt x="152238" y="1819"/>
                  </a:cubicBezTo>
                  <a:cubicBezTo>
                    <a:pt x="150266" y="2057"/>
                    <a:pt x="148266" y="2362"/>
                    <a:pt x="146456" y="3210"/>
                  </a:cubicBezTo>
                  <a:cubicBezTo>
                    <a:pt x="146352" y="3258"/>
                    <a:pt x="146237" y="3267"/>
                    <a:pt x="146133" y="3324"/>
                  </a:cubicBezTo>
                  <a:cubicBezTo>
                    <a:pt x="145275" y="3772"/>
                    <a:pt x="144466" y="3648"/>
                    <a:pt x="143818" y="3267"/>
                  </a:cubicBezTo>
                  <a:cubicBezTo>
                    <a:pt x="141560" y="3410"/>
                    <a:pt x="139065" y="3762"/>
                    <a:pt x="137074" y="4362"/>
                  </a:cubicBezTo>
                  <a:cubicBezTo>
                    <a:pt x="136369" y="4572"/>
                    <a:pt x="135369" y="4696"/>
                    <a:pt x="134379" y="4896"/>
                  </a:cubicBezTo>
                  <a:lnTo>
                    <a:pt x="134379" y="4896"/>
                  </a:lnTo>
                  <a:cubicBezTo>
                    <a:pt x="100003" y="5810"/>
                    <a:pt x="47796" y="32004"/>
                    <a:pt x="47796" y="32004"/>
                  </a:cubicBezTo>
                  <a:cubicBezTo>
                    <a:pt x="45739" y="34033"/>
                    <a:pt x="44063" y="36433"/>
                    <a:pt x="43148" y="39586"/>
                  </a:cubicBezTo>
                  <a:cubicBezTo>
                    <a:pt x="40557" y="38652"/>
                    <a:pt x="38814" y="42672"/>
                    <a:pt x="38452" y="43110"/>
                  </a:cubicBezTo>
                  <a:cubicBezTo>
                    <a:pt x="38128" y="43501"/>
                    <a:pt x="36471" y="42739"/>
                    <a:pt x="36109" y="43110"/>
                  </a:cubicBezTo>
                  <a:cubicBezTo>
                    <a:pt x="35309" y="43929"/>
                    <a:pt x="35747" y="45825"/>
                    <a:pt x="34938" y="46634"/>
                  </a:cubicBezTo>
                  <a:cubicBezTo>
                    <a:pt x="32061" y="49444"/>
                    <a:pt x="23355" y="55340"/>
                    <a:pt x="23193" y="58369"/>
                  </a:cubicBezTo>
                  <a:cubicBezTo>
                    <a:pt x="23117" y="59741"/>
                    <a:pt x="22565" y="58883"/>
                    <a:pt x="22022" y="59541"/>
                  </a:cubicBezTo>
                  <a:cubicBezTo>
                    <a:pt x="20060" y="61913"/>
                    <a:pt x="11544" y="69571"/>
                    <a:pt x="11458" y="71285"/>
                  </a:cubicBezTo>
                  <a:cubicBezTo>
                    <a:pt x="11373" y="72857"/>
                    <a:pt x="9706" y="75133"/>
                    <a:pt x="9106" y="75981"/>
                  </a:cubicBezTo>
                  <a:cubicBezTo>
                    <a:pt x="7925" y="77657"/>
                    <a:pt x="4543" y="77905"/>
                    <a:pt x="5582" y="80677"/>
                  </a:cubicBezTo>
                  <a:lnTo>
                    <a:pt x="0" y="87649"/>
                  </a:lnTo>
                  <a:cubicBezTo>
                    <a:pt x="1076" y="87458"/>
                    <a:pt x="2419" y="86525"/>
                    <a:pt x="4153" y="85906"/>
                  </a:cubicBezTo>
                  <a:cubicBezTo>
                    <a:pt x="6572" y="86020"/>
                    <a:pt x="8744" y="85182"/>
                    <a:pt x="11125" y="84191"/>
                  </a:cubicBezTo>
                  <a:lnTo>
                    <a:pt x="13802" y="84191"/>
                  </a:lnTo>
                  <a:cubicBezTo>
                    <a:pt x="15240" y="82496"/>
                    <a:pt x="18278" y="82410"/>
                    <a:pt x="19669" y="80667"/>
                  </a:cubicBezTo>
                  <a:cubicBezTo>
                    <a:pt x="24632" y="80115"/>
                    <a:pt x="30175" y="78210"/>
                    <a:pt x="33757" y="77143"/>
                  </a:cubicBezTo>
                  <a:cubicBezTo>
                    <a:pt x="35843" y="76524"/>
                    <a:pt x="38157" y="76524"/>
                    <a:pt x="39624" y="75971"/>
                  </a:cubicBezTo>
                  <a:cubicBezTo>
                    <a:pt x="40129" y="75781"/>
                    <a:pt x="41367" y="73952"/>
                    <a:pt x="41977" y="73619"/>
                  </a:cubicBezTo>
                  <a:cubicBezTo>
                    <a:pt x="45644" y="71647"/>
                    <a:pt x="49730" y="72057"/>
                    <a:pt x="53711" y="71276"/>
                  </a:cubicBezTo>
                  <a:cubicBezTo>
                    <a:pt x="59293" y="70180"/>
                    <a:pt x="63541" y="68837"/>
                    <a:pt x="68971" y="67751"/>
                  </a:cubicBezTo>
                  <a:cubicBezTo>
                    <a:pt x="71866" y="67170"/>
                    <a:pt x="74124" y="65751"/>
                    <a:pt x="77190" y="66580"/>
                  </a:cubicBezTo>
                  <a:cubicBezTo>
                    <a:pt x="77171" y="66475"/>
                    <a:pt x="77200" y="66370"/>
                    <a:pt x="77200" y="66265"/>
                  </a:cubicBezTo>
                  <a:cubicBezTo>
                    <a:pt x="77448" y="66208"/>
                    <a:pt x="77695" y="66151"/>
                    <a:pt x="77953" y="65999"/>
                  </a:cubicBezTo>
                  <a:cubicBezTo>
                    <a:pt x="80353" y="64608"/>
                    <a:pt x="83267" y="65122"/>
                    <a:pt x="85830" y="64217"/>
                  </a:cubicBezTo>
                  <a:cubicBezTo>
                    <a:pt x="93059" y="64227"/>
                    <a:pt x="102908" y="61836"/>
                    <a:pt x="107718" y="60703"/>
                  </a:cubicBezTo>
                  <a:cubicBezTo>
                    <a:pt x="110023" y="60160"/>
                    <a:pt x="111195" y="61027"/>
                    <a:pt x="112414" y="59531"/>
                  </a:cubicBezTo>
                  <a:cubicBezTo>
                    <a:pt x="113100" y="58703"/>
                    <a:pt x="117738" y="58436"/>
                    <a:pt x="118281" y="58360"/>
                  </a:cubicBezTo>
                  <a:cubicBezTo>
                    <a:pt x="120777" y="57988"/>
                    <a:pt x="120634" y="59788"/>
                    <a:pt x="121806" y="58360"/>
                  </a:cubicBezTo>
                  <a:cubicBezTo>
                    <a:pt x="122044" y="58055"/>
                    <a:pt x="122625" y="58045"/>
                    <a:pt x="123282" y="58093"/>
                  </a:cubicBezTo>
                  <a:cubicBezTo>
                    <a:pt x="123606" y="58264"/>
                    <a:pt x="123968" y="58379"/>
                    <a:pt x="124416" y="58388"/>
                  </a:cubicBezTo>
                  <a:cubicBezTo>
                    <a:pt x="128997" y="58407"/>
                    <a:pt x="133578" y="58607"/>
                    <a:pt x="138141" y="58131"/>
                  </a:cubicBezTo>
                  <a:cubicBezTo>
                    <a:pt x="138170" y="58217"/>
                    <a:pt x="138227" y="58264"/>
                    <a:pt x="138246" y="58360"/>
                  </a:cubicBezTo>
                  <a:cubicBezTo>
                    <a:pt x="143294" y="58369"/>
                    <a:pt x="147028" y="58350"/>
                    <a:pt x="149981" y="58360"/>
                  </a:cubicBezTo>
                  <a:cubicBezTo>
                    <a:pt x="150819" y="58369"/>
                    <a:pt x="149895" y="59912"/>
                    <a:pt x="151152" y="58360"/>
                  </a:cubicBezTo>
                  <a:cubicBezTo>
                    <a:pt x="152486" y="56740"/>
                    <a:pt x="156962" y="59026"/>
                    <a:pt x="159601" y="58645"/>
                  </a:cubicBezTo>
                  <a:cubicBezTo>
                    <a:pt x="163763" y="58979"/>
                    <a:pt x="167907" y="58722"/>
                    <a:pt x="172107" y="58693"/>
                  </a:cubicBezTo>
                  <a:cubicBezTo>
                    <a:pt x="172584" y="58683"/>
                    <a:pt x="172955" y="58560"/>
                    <a:pt x="173288" y="58360"/>
                  </a:cubicBezTo>
                  <a:cubicBezTo>
                    <a:pt x="174917" y="58350"/>
                    <a:pt x="176536" y="58417"/>
                    <a:pt x="178156" y="58350"/>
                  </a:cubicBezTo>
                  <a:cubicBezTo>
                    <a:pt x="177860" y="58360"/>
                    <a:pt x="178727" y="56426"/>
                    <a:pt x="179327" y="57178"/>
                  </a:cubicBezTo>
                  <a:cubicBezTo>
                    <a:pt x="180984" y="59246"/>
                    <a:pt x="190767" y="59950"/>
                    <a:pt x="195767" y="60703"/>
                  </a:cubicBezTo>
                  <a:cubicBezTo>
                    <a:pt x="197882" y="61017"/>
                    <a:pt x="200654" y="61569"/>
                    <a:pt x="202816" y="61874"/>
                  </a:cubicBezTo>
                  <a:cubicBezTo>
                    <a:pt x="203997" y="62046"/>
                    <a:pt x="205445" y="61579"/>
                    <a:pt x="206664" y="61665"/>
                  </a:cubicBezTo>
                  <a:cubicBezTo>
                    <a:pt x="207026" y="61798"/>
                    <a:pt x="207388" y="61884"/>
                    <a:pt x="207750" y="61989"/>
                  </a:cubicBezTo>
                  <a:cubicBezTo>
                    <a:pt x="208121" y="62198"/>
                    <a:pt x="208445" y="62522"/>
                    <a:pt x="208683" y="63055"/>
                  </a:cubicBezTo>
                  <a:cubicBezTo>
                    <a:pt x="209312" y="62865"/>
                    <a:pt x="209464" y="62665"/>
                    <a:pt x="209407" y="62436"/>
                  </a:cubicBezTo>
                  <a:cubicBezTo>
                    <a:pt x="211522" y="62913"/>
                    <a:pt x="213665" y="63246"/>
                    <a:pt x="215741" y="63903"/>
                  </a:cubicBezTo>
                  <a:cubicBezTo>
                    <a:pt x="215722" y="64008"/>
                    <a:pt x="215751" y="64113"/>
                    <a:pt x="215732" y="64217"/>
                  </a:cubicBezTo>
                  <a:cubicBezTo>
                    <a:pt x="228219" y="67866"/>
                    <a:pt x="239649" y="71371"/>
                    <a:pt x="250955" y="74781"/>
                  </a:cubicBezTo>
                  <a:cubicBezTo>
                    <a:pt x="253946" y="75686"/>
                    <a:pt x="257156" y="76095"/>
                    <a:pt x="260347" y="77133"/>
                  </a:cubicBezTo>
                  <a:cubicBezTo>
                    <a:pt x="261947" y="77648"/>
                    <a:pt x="262357" y="78972"/>
                    <a:pt x="263871" y="79477"/>
                  </a:cubicBezTo>
                  <a:cubicBezTo>
                    <a:pt x="263423" y="79324"/>
                    <a:pt x="264414" y="78276"/>
                    <a:pt x="265043" y="78305"/>
                  </a:cubicBezTo>
                  <a:cubicBezTo>
                    <a:pt x="265090" y="78305"/>
                    <a:pt x="264985" y="79410"/>
                    <a:pt x="265043" y="79477"/>
                  </a:cubicBezTo>
                  <a:cubicBezTo>
                    <a:pt x="265195" y="79667"/>
                    <a:pt x="268433" y="80600"/>
                    <a:pt x="268567" y="80648"/>
                  </a:cubicBezTo>
                  <a:cubicBezTo>
                    <a:pt x="270910" y="81582"/>
                    <a:pt x="273863" y="82420"/>
                    <a:pt x="275615" y="82991"/>
                  </a:cubicBezTo>
                  <a:cubicBezTo>
                    <a:pt x="278635" y="83982"/>
                    <a:pt x="281635" y="85087"/>
                    <a:pt x="285007" y="85344"/>
                  </a:cubicBezTo>
                  <a:cubicBezTo>
                    <a:pt x="288226" y="88392"/>
                    <a:pt x="291446" y="91430"/>
                    <a:pt x="296742" y="92392"/>
                  </a:cubicBezTo>
                  <a:cubicBezTo>
                    <a:pt x="296742" y="92392"/>
                    <a:pt x="299523" y="94326"/>
                    <a:pt x="303409" y="97088"/>
                  </a:cubicBezTo>
                  <a:lnTo>
                    <a:pt x="308781" y="95583"/>
                  </a:lnTo>
                  <a:lnTo>
                    <a:pt x="303371" y="83620"/>
                  </a:lnTo>
                  <a:close/>
                </a:path>
              </a:pathLst>
            </a:custGeom>
            <a:solidFill>
              <a:srgbClr val="E6981C"/>
            </a:solidFill>
            <a:ln cap="flat">
              <a:noFill/>
              <a:prstDash val="solid"/>
              <a:miter lim="800000"/>
            </a:ln>
          </p:spPr>
          <p:txBody>
            <a:bodyPr vert="horz" anchor="ctr" tIns="45720" lIns="91440" bIns="45720" rIns="91440"/>
            <a:p>
              <a:pPr algn="l" marL="0"/>
            </a:p>
          </p:txBody>
        </p:sp>
        <p:sp>
          <p:nvSpPr>
            <p:cNvPr name="Freeform 104" id="104"/>
            <p:cNvSpPr/>
            <p:nvPr/>
          </p:nvSpPr>
          <p:spPr>
            <a:xfrm>
              <a:off x="8495470" y="3787862"/>
              <a:ext cx="619740" cy="229790"/>
            </a:xfrm>
            <a:custGeom>
              <a:avLst/>
              <a:gdLst/>
              <a:ahLst/>
              <a:cxnLst/>
              <a:rect r="r" b="b" t="t" l="l"/>
              <a:pathLst>
                <a:path w="619740" h="229790" stroke="true" fill="norm" extrusionOk="true">
                  <a:moveTo>
                    <a:pt x="618530" y="212979"/>
                  </a:moveTo>
                  <a:cubicBezTo>
                    <a:pt x="618312" y="212388"/>
                    <a:pt x="618369" y="211893"/>
                    <a:pt x="618540" y="211455"/>
                  </a:cubicBezTo>
                  <a:cubicBezTo>
                    <a:pt x="616378" y="210474"/>
                    <a:pt x="615206" y="208578"/>
                    <a:pt x="614092" y="206892"/>
                  </a:cubicBezTo>
                  <a:cubicBezTo>
                    <a:pt x="613692" y="206293"/>
                    <a:pt x="611882" y="204883"/>
                    <a:pt x="611749" y="204540"/>
                  </a:cubicBezTo>
                  <a:cubicBezTo>
                    <a:pt x="610806" y="202178"/>
                    <a:pt x="611625" y="200654"/>
                    <a:pt x="610577" y="197501"/>
                  </a:cubicBezTo>
                  <a:cubicBezTo>
                    <a:pt x="610444" y="197091"/>
                    <a:pt x="609463" y="197491"/>
                    <a:pt x="609406" y="196329"/>
                  </a:cubicBezTo>
                  <a:cubicBezTo>
                    <a:pt x="609377" y="195786"/>
                    <a:pt x="609129" y="194253"/>
                    <a:pt x="608691" y="192719"/>
                  </a:cubicBezTo>
                  <a:cubicBezTo>
                    <a:pt x="608101" y="192605"/>
                    <a:pt x="607558" y="192243"/>
                    <a:pt x="607177" y="191557"/>
                  </a:cubicBezTo>
                  <a:cubicBezTo>
                    <a:pt x="605119" y="187833"/>
                    <a:pt x="600385" y="186595"/>
                    <a:pt x="597166" y="184099"/>
                  </a:cubicBezTo>
                  <a:cubicBezTo>
                    <a:pt x="596423" y="183518"/>
                    <a:pt x="596252" y="182813"/>
                    <a:pt x="596395" y="182147"/>
                  </a:cubicBezTo>
                  <a:cubicBezTo>
                    <a:pt x="594823" y="180765"/>
                    <a:pt x="592642" y="178489"/>
                    <a:pt x="591803" y="176374"/>
                  </a:cubicBezTo>
                  <a:cubicBezTo>
                    <a:pt x="591641" y="175955"/>
                    <a:pt x="592127" y="174288"/>
                    <a:pt x="591803" y="174031"/>
                  </a:cubicBezTo>
                  <a:cubicBezTo>
                    <a:pt x="591137" y="173488"/>
                    <a:pt x="589632" y="172269"/>
                    <a:pt x="588279" y="170507"/>
                  </a:cubicBezTo>
                  <a:cubicBezTo>
                    <a:pt x="586346" y="167983"/>
                    <a:pt x="583402" y="165983"/>
                    <a:pt x="581240" y="163468"/>
                  </a:cubicBezTo>
                  <a:cubicBezTo>
                    <a:pt x="580897" y="163068"/>
                    <a:pt x="581640" y="161439"/>
                    <a:pt x="581240" y="161115"/>
                  </a:cubicBezTo>
                  <a:cubicBezTo>
                    <a:pt x="579421" y="159630"/>
                    <a:pt x="577287" y="157496"/>
                    <a:pt x="575373" y="155248"/>
                  </a:cubicBezTo>
                  <a:cubicBezTo>
                    <a:pt x="574297" y="153981"/>
                    <a:pt x="572982" y="152933"/>
                    <a:pt x="571848" y="151724"/>
                  </a:cubicBezTo>
                  <a:cubicBezTo>
                    <a:pt x="570839" y="150647"/>
                    <a:pt x="569181" y="149276"/>
                    <a:pt x="568324" y="148200"/>
                  </a:cubicBezTo>
                  <a:cubicBezTo>
                    <a:pt x="566324" y="145675"/>
                    <a:pt x="565724" y="142227"/>
                    <a:pt x="563629" y="139979"/>
                  </a:cubicBezTo>
                  <a:cubicBezTo>
                    <a:pt x="562762" y="139036"/>
                    <a:pt x="559190" y="135350"/>
                    <a:pt x="557761" y="135284"/>
                  </a:cubicBezTo>
                  <a:cubicBezTo>
                    <a:pt x="554799" y="135131"/>
                    <a:pt x="552798" y="130845"/>
                    <a:pt x="550713" y="128235"/>
                  </a:cubicBezTo>
                  <a:cubicBezTo>
                    <a:pt x="549931" y="127263"/>
                    <a:pt x="549122" y="127111"/>
                    <a:pt x="548369" y="125892"/>
                  </a:cubicBezTo>
                  <a:cubicBezTo>
                    <a:pt x="547998" y="125292"/>
                    <a:pt x="547693" y="124082"/>
                    <a:pt x="547198" y="123539"/>
                  </a:cubicBezTo>
                  <a:cubicBezTo>
                    <a:pt x="546836" y="123139"/>
                    <a:pt x="545226" y="123920"/>
                    <a:pt x="544845" y="123539"/>
                  </a:cubicBezTo>
                  <a:cubicBezTo>
                    <a:pt x="544445" y="123139"/>
                    <a:pt x="545226" y="121615"/>
                    <a:pt x="544845" y="121187"/>
                  </a:cubicBezTo>
                  <a:cubicBezTo>
                    <a:pt x="544664" y="120987"/>
                    <a:pt x="540416" y="116567"/>
                    <a:pt x="538978" y="116491"/>
                  </a:cubicBezTo>
                  <a:cubicBezTo>
                    <a:pt x="537397" y="116415"/>
                    <a:pt x="533415" y="111081"/>
                    <a:pt x="530758" y="109452"/>
                  </a:cubicBezTo>
                  <a:cubicBezTo>
                    <a:pt x="527529" y="107461"/>
                    <a:pt x="524909" y="101870"/>
                    <a:pt x="521366" y="98889"/>
                  </a:cubicBezTo>
                  <a:cubicBezTo>
                    <a:pt x="520966" y="98546"/>
                    <a:pt x="519337" y="99289"/>
                    <a:pt x="519023" y="98889"/>
                  </a:cubicBezTo>
                  <a:cubicBezTo>
                    <a:pt x="517708" y="97279"/>
                    <a:pt x="516851" y="96993"/>
                    <a:pt x="514327" y="95364"/>
                  </a:cubicBezTo>
                  <a:cubicBezTo>
                    <a:pt x="513222" y="94659"/>
                    <a:pt x="512860" y="93688"/>
                    <a:pt x="511974" y="93012"/>
                  </a:cubicBezTo>
                  <a:cubicBezTo>
                    <a:pt x="510936" y="92221"/>
                    <a:pt x="509736" y="92592"/>
                    <a:pt x="508450" y="91840"/>
                  </a:cubicBezTo>
                  <a:cubicBezTo>
                    <a:pt x="507717" y="91411"/>
                    <a:pt x="506755" y="89849"/>
                    <a:pt x="506097" y="89497"/>
                  </a:cubicBezTo>
                  <a:cubicBezTo>
                    <a:pt x="504773" y="88783"/>
                    <a:pt x="503764" y="88935"/>
                    <a:pt x="502573" y="88325"/>
                  </a:cubicBezTo>
                  <a:cubicBezTo>
                    <a:pt x="502040" y="88049"/>
                    <a:pt x="502497" y="87430"/>
                    <a:pt x="501402" y="87154"/>
                  </a:cubicBezTo>
                  <a:cubicBezTo>
                    <a:pt x="500716" y="86982"/>
                    <a:pt x="499706" y="87439"/>
                    <a:pt x="499058" y="87154"/>
                  </a:cubicBezTo>
                  <a:cubicBezTo>
                    <a:pt x="498554" y="86944"/>
                    <a:pt x="497039" y="84887"/>
                    <a:pt x="496706" y="84811"/>
                  </a:cubicBezTo>
                  <a:cubicBezTo>
                    <a:pt x="493667" y="84106"/>
                    <a:pt x="491172" y="85344"/>
                    <a:pt x="488486" y="84811"/>
                  </a:cubicBezTo>
                  <a:cubicBezTo>
                    <a:pt x="486381" y="83067"/>
                    <a:pt x="483771" y="82220"/>
                    <a:pt x="481437" y="81286"/>
                  </a:cubicBezTo>
                  <a:cubicBezTo>
                    <a:pt x="478675" y="80181"/>
                    <a:pt x="475827" y="78419"/>
                    <a:pt x="473217" y="77762"/>
                  </a:cubicBezTo>
                  <a:cubicBezTo>
                    <a:pt x="469778" y="76905"/>
                    <a:pt x="464854" y="75752"/>
                    <a:pt x="460301" y="74238"/>
                  </a:cubicBezTo>
                  <a:cubicBezTo>
                    <a:pt x="460073" y="74162"/>
                    <a:pt x="459968" y="73276"/>
                    <a:pt x="459130" y="73057"/>
                  </a:cubicBezTo>
                  <a:cubicBezTo>
                    <a:pt x="456710" y="72457"/>
                    <a:pt x="454872" y="71409"/>
                    <a:pt x="452081" y="70714"/>
                  </a:cubicBezTo>
                  <a:cubicBezTo>
                    <a:pt x="448595" y="69837"/>
                    <a:pt x="443823" y="68551"/>
                    <a:pt x="439165" y="67189"/>
                  </a:cubicBezTo>
                  <a:cubicBezTo>
                    <a:pt x="439041" y="67151"/>
                    <a:pt x="438756" y="66208"/>
                    <a:pt x="437994" y="66018"/>
                  </a:cubicBezTo>
                  <a:cubicBezTo>
                    <a:pt x="436536" y="65646"/>
                    <a:pt x="433517" y="66570"/>
                    <a:pt x="432126" y="64846"/>
                  </a:cubicBezTo>
                  <a:cubicBezTo>
                    <a:pt x="433346" y="58960"/>
                    <a:pt x="435479" y="55159"/>
                    <a:pt x="434479" y="49578"/>
                  </a:cubicBezTo>
                  <a:cubicBezTo>
                    <a:pt x="433279" y="42882"/>
                    <a:pt x="426430" y="40119"/>
                    <a:pt x="423916" y="35490"/>
                  </a:cubicBezTo>
                  <a:cubicBezTo>
                    <a:pt x="417763" y="34442"/>
                    <a:pt x="409914" y="31461"/>
                    <a:pt x="402780" y="33138"/>
                  </a:cubicBezTo>
                  <a:cubicBezTo>
                    <a:pt x="397484" y="34385"/>
                    <a:pt x="394769" y="38252"/>
                    <a:pt x="392217" y="41358"/>
                  </a:cubicBezTo>
                  <a:cubicBezTo>
                    <a:pt x="391636" y="46625"/>
                    <a:pt x="392807" y="50149"/>
                    <a:pt x="393388" y="54273"/>
                  </a:cubicBezTo>
                  <a:cubicBezTo>
                    <a:pt x="390778" y="53359"/>
                    <a:pt x="388807" y="51806"/>
                    <a:pt x="385168" y="51930"/>
                  </a:cubicBezTo>
                  <a:cubicBezTo>
                    <a:pt x="386711" y="44853"/>
                    <a:pt x="384911" y="37100"/>
                    <a:pt x="380472" y="30794"/>
                  </a:cubicBezTo>
                  <a:cubicBezTo>
                    <a:pt x="379805" y="29851"/>
                    <a:pt x="379005" y="27965"/>
                    <a:pt x="378120" y="27270"/>
                  </a:cubicBezTo>
                  <a:cubicBezTo>
                    <a:pt x="377167" y="26527"/>
                    <a:pt x="375700" y="26870"/>
                    <a:pt x="374595" y="26098"/>
                  </a:cubicBezTo>
                  <a:cubicBezTo>
                    <a:pt x="374186" y="25803"/>
                    <a:pt x="373786" y="23917"/>
                    <a:pt x="373424" y="23746"/>
                  </a:cubicBezTo>
                  <a:cubicBezTo>
                    <a:pt x="372805" y="23470"/>
                    <a:pt x="371662" y="24089"/>
                    <a:pt x="371081" y="23746"/>
                  </a:cubicBezTo>
                  <a:cubicBezTo>
                    <a:pt x="370557" y="23441"/>
                    <a:pt x="369147" y="21536"/>
                    <a:pt x="368728" y="21403"/>
                  </a:cubicBezTo>
                  <a:cubicBezTo>
                    <a:pt x="367328" y="20945"/>
                    <a:pt x="362765" y="20431"/>
                    <a:pt x="360508" y="20231"/>
                  </a:cubicBezTo>
                  <a:cubicBezTo>
                    <a:pt x="357393" y="19955"/>
                    <a:pt x="353764" y="19860"/>
                    <a:pt x="352288" y="20231"/>
                  </a:cubicBezTo>
                  <a:cubicBezTo>
                    <a:pt x="348240" y="21260"/>
                    <a:pt x="343906" y="24936"/>
                    <a:pt x="342896" y="29623"/>
                  </a:cubicBezTo>
                  <a:cubicBezTo>
                    <a:pt x="341267" y="37119"/>
                    <a:pt x="344982" y="39462"/>
                    <a:pt x="346420" y="46063"/>
                  </a:cubicBezTo>
                  <a:cubicBezTo>
                    <a:pt x="343039" y="44758"/>
                    <a:pt x="339143" y="43948"/>
                    <a:pt x="334676" y="43710"/>
                  </a:cubicBezTo>
                  <a:cubicBezTo>
                    <a:pt x="334971" y="39700"/>
                    <a:pt x="337648" y="38071"/>
                    <a:pt x="337029" y="33147"/>
                  </a:cubicBezTo>
                  <a:cubicBezTo>
                    <a:pt x="335343" y="24517"/>
                    <a:pt x="328351" y="17040"/>
                    <a:pt x="319417" y="13192"/>
                  </a:cubicBezTo>
                  <a:cubicBezTo>
                    <a:pt x="309397" y="8877"/>
                    <a:pt x="299624" y="8372"/>
                    <a:pt x="291242" y="14364"/>
                  </a:cubicBezTo>
                  <a:cubicBezTo>
                    <a:pt x="290356" y="18269"/>
                    <a:pt x="289470" y="21974"/>
                    <a:pt x="291242" y="27280"/>
                  </a:cubicBezTo>
                  <a:cubicBezTo>
                    <a:pt x="291375" y="27689"/>
                    <a:pt x="292356" y="27289"/>
                    <a:pt x="292414" y="28451"/>
                  </a:cubicBezTo>
                  <a:cubicBezTo>
                    <a:pt x="292461" y="29270"/>
                    <a:pt x="292042" y="31271"/>
                    <a:pt x="292414" y="31975"/>
                  </a:cubicBezTo>
                  <a:cubicBezTo>
                    <a:pt x="292671" y="32461"/>
                    <a:pt x="295957" y="32185"/>
                    <a:pt x="294757" y="34319"/>
                  </a:cubicBezTo>
                  <a:cubicBezTo>
                    <a:pt x="296204" y="34833"/>
                    <a:pt x="297167" y="35824"/>
                    <a:pt x="297109" y="37843"/>
                  </a:cubicBezTo>
                  <a:cubicBezTo>
                    <a:pt x="291585" y="36995"/>
                    <a:pt x="286413" y="35805"/>
                    <a:pt x="281031" y="34814"/>
                  </a:cubicBezTo>
                  <a:lnTo>
                    <a:pt x="281393" y="29146"/>
                  </a:lnTo>
                  <a:lnTo>
                    <a:pt x="281384" y="29146"/>
                  </a:lnTo>
                  <a:cubicBezTo>
                    <a:pt x="281669" y="28023"/>
                    <a:pt x="281784" y="26899"/>
                    <a:pt x="281841" y="26108"/>
                  </a:cubicBezTo>
                  <a:cubicBezTo>
                    <a:pt x="282060" y="23146"/>
                    <a:pt x="280784" y="19498"/>
                    <a:pt x="279498" y="16716"/>
                  </a:cubicBezTo>
                  <a:cubicBezTo>
                    <a:pt x="279231" y="16154"/>
                    <a:pt x="278393" y="16821"/>
                    <a:pt x="278326" y="15545"/>
                  </a:cubicBezTo>
                  <a:cubicBezTo>
                    <a:pt x="278269" y="14564"/>
                    <a:pt x="270306" y="5896"/>
                    <a:pt x="268934" y="4982"/>
                  </a:cubicBezTo>
                  <a:cubicBezTo>
                    <a:pt x="267849" y="4258"/>
                    <a:pt x="266467" y="4353"/>
                    <a:pt x="265410" y="3810"/>
                  </a:cubicBezTo>
                  <a:cubicBezTo>
                    <a:pt x="264448" y="3315"/>
                    <a:pt x="258905" y="467"/>
                    <a:pt x="257190" y="286"/>
                  </a:cubicBezTo>
                  <a:cubicBezTo>
                    <a:pt x="250989" y="-343"/>
                    <a:pt x="246417" y="2276"/>
                    <a:pt x="240750" y="3810"/>
                  </a:cubicBezTo>
                  <a:cubicBezTo>
                    <a:pt x="240264" y="7944"/>
                    <a:pt x="239683" y="10820"/>
                    <a:pt x="240750" y="14373"/>
                  </a:cubicBezTo>
                  <a:cubicBezTo>
                    <a:pt x="241836" y="17993"/>
                    <a:pt x="244208" y="20945"/>
                    <a:pt x="246617" y="23765"/>
                  </a:cubicBezTo>
                  <a:cubicBezTo>
                    <a:pt x="247379" y="24651"/>
                    <a:pt x="248046" y="25356"/>
                    <a:pt x="248970" y="26118"/>
                  </a:cubicBezTo>
                  <a:cubicBezTo>
                    <a:pt x="249627" y="26660"/>
                    <a:pt x="248770" y="27222"/>
                    <a:pt x="250142" y="27289"/>
                  </a:cubicBezTo>
                  <a:cubicBezTo>
                    <a:pt x="250694" y="27318"/>
                    <a:pt x="254256" y="29432"/>
                    <a:pt x="253666" y="31985"/>
                  </a:cubicBezTo>
                  <a:cubicBezTo>
                    <a:pt x="249303" y="30080"/>
                    <a:pt x="242122" y="31013"/>
                    <a:pt x="236054" y="30813"/>
                  </a:cubicBezTo>
                  <a:cubicBezTo>
                    <a:pt x="236302" y="27137"/>
                    <a:pt x="235264" y="22193"/>
                    <a:pt x="237226" y="20241"/>
                  </a:cubicBezTo>
                  <a:cubicBezTo>
                    <a:pt x="235949" y="19507"/>
                    <a:pt x="235692" y="17945"/>
                    <a:pt x="234883" y="16716"/>
                  </a:cubicBezTo>
                  <a:cubicBezTo>
                    <a:pt x="233568" y="14745"/>
                    <a:pt x="229730" y="12287"/>
                    <a:pt x="229015" y="8496"/>
                  </a:cubicBezTo>
                  <a:cubicBezTo>
                    <a:pt x="225596" y="6077"/>
                    <a:pt x="220376" y="5486"/>
                    <a:pt x="218795" y="1238"/>
                  </a:cubicBezTo>
                  <a:cubicBezTo>
                    <a:pt x="216118" y="86"/>
                    <a:pt x="212870" y="438"/>
                    <a:pt x="209994" y="457"/>
                  </a:cubicBezTo>
                  <a:cubicBezTo>
                    <a:pt x="209422" y="457"/>
                    <a:pt x="208994" y="267"/>
                    <a:pt x="208622" y="0"/>
                  </a:cubicBezTo>
                  <a:cubicBezTo>
                    <a:pt x="208365" y="76"/>
                    <a:pt x="208194" y="238"/>
                    <a:pt x="207889" y="267"/>
                  </a:cubicBezTo>
                  <a:cubicBezTo>
                    <a:pt x="204422" y="733"/>
                    <a:pt x="201117" y="-381"/>
                    <a:pt x="198497" y="267"/>
                  </a:cubicBezTo>
                  <a:cubicBezTo>
                    <a:pt x="198173" y="352"/>
                    <a:pt x="196621" y="2362"/>
                    <a:pt x="196154" y="2619"/>
                  </a:cubicBezTo>
                  <a:cubicBezTo>
                    <a:pt x="194773" y="3362"/>
                    <a:pt x="193620" y="2781"/>
                    <a:pt x="192630" y="3791"/>
                  </a:cubicBezTo>
                  <a:cubicBezTo>
                    <a:pt x="190991" y="5458"/>
                    <a:pt x="190772" y="8887"/>
                    <a:pt x="190287" y="9658"/>
                  </a:cubicBezTo>
                  <a:cubicBezTo>
                    <a:pt x="189429" y="11001"/>
                    <a:pt x="189534" y="11259"/>
                    <a:pt x="190287" y="12011"/>
                  </a:cubicBezTo>
                  <a:cubicBezTo>
                    <a:pt x="190915" y="12649"/>
                    <a:pt x="190020" y="15792"/>
                    <a:pt x="190287" y="16707"/>
                  </a:cubicBezTo>
                  <a:cubicBezTo>
                    <a:pt x="190858" y="18707"/>
                    <a:pt x="192477" y="21774"/>
                    <a:pt x="193811" y="23746"/>
                  </a:cubicBezTo>
                  <a:cubicBezTo>
                    <a:pt x="194535" y="24822"/>
                    <a:pt x="195325" y="25184"/>
                    <a:pt x="196163" y="26098"/>
                  </a:cubicBezTo>
                  <a:cubicBezTo>
                    <a:pt x="197125" y="27146"/>
                    <a:pt x="197573" y="28546"/>
                    <a:pt x="198507" y="29623"/>
                  </a:cubicBezTo>
                  <a:cubicBezTo>
                    <a:pt x="195154" y="29575"/>
                    <a:pt x="191649" y="29385"/>
                    <a:pt x="189096" y="30137"/>
                  </a:cubicBezTo>
                  <a:lnTo>
                    <a:pt x="189086" y="30128"/>
                  </a:lnTo>
                  <a:lnTo>
                    <a:pt x="178361" y="31747"/>
                  </a:lnTo>
                  <a:lnTo>
                    <a:pt x="182219" y="26318"/>
                  </a:lnTo>
                  <a:lnTo>
                    <a:pt x="182209" y="26318"/>
                  </a:lnTo>
                  <a:cubicBezTo>
                    <a:pt x="182848" y="24984"/>
                    <a:pt x="182676" y="22822"/>
                    <a:pt x="184419" y="22593"/>
                  </a:cubicBezTo>
                  <a:cubicBezTo>
                    <a:pt x="184124" y="20107"/>
                    <a:pt x="184229" y="16659"/>
                    <a:pt x="183248" y="14373"/>
                  </a:cubicBezTo>
                  <a:cubicBezTo>
                    <a:pt x="183190" y="14240"/>
                    <a:pt x="182209" y="14478"/>
                    <a:pt x="182076" y="14373"/>
                  </a:cubicBezTo>
                  <a:cubicBezTo>
                    <a:pt x="181685" y="14059"/>
                    <a:pt x="182390" y="12440"/>
                    <a:pt x="182076" y="12030"/>
                  </a:cubicBezTo>
                  <a:cubicBezTo>
                    <a:pt x="181666" y="11487"/>
                    <a:pt x="180200" y="11401"/>
                    <a:pt x="179733" y="10858"/>
                  </a:cubicBezTo>
                  <a:cubicBezTo>
                    <a:pt x="177113" y="7820"/>
                    <a:pt x="175513" y="6296"/>
                    <a:pt x="172684" y="4991"/>
                  </a:cubicBezTo>
                  <a:cubicBezTo>
                    <a:pt x="172046" y="4696"/>
                    <a:pt x="170884" y="3848"/>
                    <a:pt x="170341" y="3820"/>
                  </a:cubicBezTo>
                  <a:cubicBezTo>
                    <a:pt x="169170" y="3762"/>
                    <a:pt x="169589" y="2791"/>
                    <a:pt x="169170" y="2648"/>
                  </a:cubicBezTo>
                  <a:cubicBezTo>
                    <a:pt x="167474" y="2067"/>
                    <a:pt x="164502" y="1953"/>
                    <a:pt x="162131" y="1476"/>
                  </a:cubicBezTo>
                  <a:cubicBezTo>
                    <a:pt x="157054" y="457"/>
                    <a:pt x="148786" y="-876"/>
                    <a:pt x="146872" y="1476"/>
                  </a:cubicBezTo>
                  <a:cubicBezTo>
                    <a:pt x="146605" y="1800"/>
                    <a:pt x="144938" y="1305"/>
                    <a:pt x="144519" y="1476"/>
                  </a:cubicBezTo>
                  <a:cubicBezTo>
                    <a:pt x="141204" y="2800"/>
                    <a:pt x="139871" y="4715"/>
                    <a:pt x="137480" y="6172"/>
                  </a:cubicBezTo>
                  <a:cubicBezTo>
                    <a:pt x="136413" y="13506"/>
                    <a:pt x="139233" y="16945"/>
                    <a:pt x="139823" y="22612"/>
                  </a:cubicBezTo>
                  <a:cubicBezTo>
                    <a:pt x="143205" y="22755"/>
                    <a:pt x="141861" y="27623"/>
                    <a:pt x="145691" y="27308"/>
                  </a:cubicBezTo>
                  <a:cubicBezTo>
                    <a:pt x="146205" y="30032"/>
                    <a:pt x="150872" y="30451"/>
                    <a:pt x="148034" y="33176"/>
                  </a:cubicBezTo>
                  <a:cubicBezTo>
                    <a:pt x="138242" y="33557"/>
                    <a:pt x="130784" y="36281"/>
                    <a:pt x="122211" y="37871"/>
                  </a:cubicBezTo>
                  <a:cubicBezTo>
                    <a:pt x="120535" y="37576"/>
                    <a:pt x="119478" y="37909"/>
                    <a:pt x="118782" y="38595"/>
                  </a:cubicBezTo>
                  <a:lnTo>
                    <a:pt x="117049" y="38967"/>
                  </a:lnTo>
                  <a:lnTo>
                    <a:pt x="117325" y="36366"/>
                  </a:lnTo>
                  <a:cubicBezTo>
                    <a:pt x="118563" y="35395"/>
                    <a:pt x="118554" y="33328"/>
                    <a:pt x="118678" y="32004"/>
                  </a:cubicBezTo>
                  <a:cubicBezTo>
                    <a:pt x="118687" y="31947"/>
                    <a:pt x="119840" y="32052"/>
                    <a:pt x="119849" y="32004"/>
                  </a:cubicBezTo>
                  <a:cubicBezTo>
                    <a:pt x="120564" y="28318"/>
                    <a:pt x="119268" y="26108"/>
                    <a:pt x="118678" y="24956"/>
                  </a:cubicBezTo>
                  <a:cubicBezTo>
                    <a:pt x="116677" y="21050"/>
                    <a:pt x="116277" y="19974"/>
                    <a:pt x="111639" y="16735"/>
                  </a:cubicBezTo>
                  <a:cubicBezTo>
                    <a:pt x="111115" y="16373"/>
                    <a:pt x="109876" y="17002"/>
                    <a:pt x="109286" y="16735"/>
                  </a:cubicBezTo>
                  <a:cubicBezTo>
                    <a:pt x="108924" y="16573"/>
                    <a:pt x="108524" y="14678"/>
                    <a:pt x="108114" y="14383"/>
                  </a:cubicBezTo>
                  <a:cubicBezTo>
                    <a:pt x="106914" y="13525"/>
                    <a:pt x="104400" y="12087"/>
                    <a:pt x="103419" y="12040"/>
                  </a:cubicBezTo>
                  <a:cubicBezTo>
                    <a:pt x="102190" y="11973"/>
                    <a:pt x="102733" y="11059"/>
                    <a:pt x="102247" y="10868"/>
                  </a:cubicBezTo>
                  <a:cubicBezTo>
                    <a:pt x="100342" y="10116"/>
                    <a:pt x="96989" y="9896"/>
                    <a:pt x="95198" y="9696"/>
                  </a:cubicBezTo>
                  <a:cubicBezTo>
                    <a:pt x="89007" y="8982"/>
                    <a:pt x="83807" y="10477"/>
                    <a:pt x="78768" y="10868"/>
                  </a:cubicBezTo>
                  <a:cubicBezTo>
                    <a:pt x="77863" y="14030"/>
                    <a:pt x="75501" y="14773"/>
                    <a:pt x="75244" y="17916"/>
                  </a:cubicBezTo>
                  <a:cubicBezTo>
                    <a:pt x="75034" y="20555"/>
                    <a:pt x="79130" y="28813"/>
                    <a:pt x="79939" y="29651"/>
                  </a:cubicBezTo>
                  <a:cubicBezTo>
                    <a:pt x="80244" y="29975"/>
                    <a:pt x="81940" y="31985"/>
                    <a:pt x="82292" y="32004"/>
                  </a:cubicBezTo>
                  <a:cubicBezTo>
                    <a:pt x="84445" y="32109"/>
                    <a:pt x="85016" y="34557"/>
                    <a:pt x="85816" y="35528"/>
                  </a:cubicBezTo>
                  <a:cubicBezTo>
                    <a:pt x="86131" y="35909"/>
                    <a:pt x="87740" y="35233"/>
                    <a:pt x="88169" y="35528"/>
                  </a:cubicBezTo>
                  <a:cubicBezTo>
                    <a:pt x="89607" y="36528"/>
                    <a:pt x="88988" y="37738"/>
                    <a:pt x="91693" y="37881"/>
                  </a:cubicBezTo>
                  <a:cubicBezTo>
                    <a:pt x="93017" y="37948"/>
                    <a:pt x="92246" y="38710"/>
                    <a:pt x="92865" y="39053"/>
                  </a:cubicBezTo>
                  <a:cubicBezTo>
                    <a:pt x="96141" y="40881"/>
                    <a:pt x="98913" y="42100"/>
                    <a:pt x="99904" y="44920"/>
                  </a:cubicBezTo>
                  <a:cubicBezTo>
                    <a:pt x="96580" y="44758"/>
                    <a:pt x="94570" y="47263"/>
                    <a:pt x="91684" y="48444"/>
                  </a:cubicBezTo>
                  <a:cubicBezTo>
                    <a:pt x="89960" y="49149"/>
                    <a:pt x="88207" y="49120"/>
                    <a:pt x="86988" y="49616"/>
                  </a:cubicBezTo>
                  <a:cubicBezTo>
                    <a:pt x="82759" y="51359"/>
                    <a:pt x="78825" y="53578"/>
                    <a:pt x="72900" y="53140"/>
                  </a:cubicBezTo>
                  <a:cubicBezTo>
                    <a:pt x="70548" y="55093"/>
                    <a:pt x="68548" y="57398"/>
                    <a:pt x="64680" y="57836"/>
                  </a:cubicBezTo>
                  <a:cubicBezTo>
                    <a:pt x="59699" y="56950"/>
                    <a:pt x="55689" y="55102"/>
                    <a:pt x="49421" y="55493"/>
                  </a:cubicBezTo>
                  <a:cubicBezTo>
                    <a:pt x="44554" y="58569"/>
                    <a:pt x="38410" y="60760"/>
                    <a:pt x="31810" y="63713"/>
                  </a:cubicBezTo>
                  <a:cubicBezTo>
                    <a:pt x="31029" y="64065"/>
                    <a:pt x="31019" y="64675"/>
                    <a:pt x="30638" y="64884"/>
                  </a:cubicBezTo>
                  <a:cubicBezTo>
                    <a:pt x="28828" y="65875"/>
                    <a:pt x="24256" y="66361"/>
                    <a:pt x="22418" y="67237"/>
                  </a:cubicBezTo>
                  <a:cubicBezTo>
                    <a:pt x="22275" y="67304"/>
                    <a:pt x="22532" y="68275"/>
                    <a:pt x="22418" y="68409"/>
                  </a:cubicBezTo>
                  <a:cubicBezTo>
                    <a:pt x="22132" y="68751"/>
                    <a:pt x="20494" y="68208"/>
                    <a:pt x="20075" y="68409"/>
                  </a:cubicBezTo>
                  <a:cubicBezTo>
                    <a:pt x="19922" y="68475"/>
                    <a:pt x="20180" y="69447"/>
                    <a:pt x="20075" y="69580"/>
                  </a:cubicBezTo>
                  <a:cubicBezTo>
                    <a:pt x="19779" y="69933"/>
                    <a:pt x="18151" y="69352"/>
                    <a:pt x="17722" y="69580"/>
                  </a:cubicBezTo>
                  <a:cubicBezTo>
                    <a:pt x="17227" y="69837"/>
                    <a:pt x="17141" y="71647"/>
                    <a:pt x="16550" y="71933"/>
                  </a:cubicBezTo>
                  <a:cubicBezTo>
                    <a:pt x="15703" y="72333"/>
                    <a:pt x="13788" y="71380"/>
                    <a:pt x="13026" y="71933"/>
                  </a:cubicBezTo>
                  <a:cubicBezTo>
                    <a:pt x="12474" y="72333"/>
                    <a:pt x="11226" y="73733"/>
                    <a:pt x="10683" y="74276"/>
                  </a:cubicBezTo>
                  <a:cubicBezTo>
                    <a:pt x="9969" y="74981"/>
                    <a:pt x="8978" y="75905"/>
                    <a:pt x="8330" y="76629"/>
                  </a:cubicBezTo>
                  <a:cubicBezTo>
                    <a:pt x="6597" y="78572"/>
                    <a:pt x="6816" y="79467"/>
                    <a:pt x="5978" y="81324"/>
                  </a:cubicBezTo>
                  <a:cubicBezTo>
                    <a:pt x="5797" y="81734"/>
                    <a:pt x="3911" y="82020"/>
                    <a:pt x="3635" y="82496"/>
                  </a:cubicBezTo>
                  <a:cubicBezTo>
                    <a:pt x="2987" y="83610"/>
                    <a:pt x="2920" y="85106"/>
                    <a:pt x="2463" y="86020"/>
                  </a:cubicBezTo>
                  <a:cubicBezTo>
                    <a:pt x="1930" y="87078"/>
                    <a:pt x="1396" y="86401"/>
                    <a:pt x="1292" y="88363"/>
                  </a:cubicBezTo>
                  <a:cubicBezTo>
                    <a:pt x="1244" y="89345"/>
                    <a:pt x="158" y="89364"/>
                    <a:pt x="120" y="89535"/>
                  </a:cubicBezTo>
                  <a:cubicBezTo>
                    <a:pt x="-404" y="92135"/>
                    <a:pt x="1492" y="91688"/>
                    <a:pt x="120" y="93059"/>
                  </a:cubicBezTo>
                  <a:cubicBezTo>
                    <a:pt x="-604" y="93783"/>
                    <a:pt x="2225" y="95288"/>
                    <a:pt x="1292" y="96583"/>
                  </a:cubicBezTo>
                  <a:lnTo>
                    <a:pt x="2415" y="100794"/>
                  </a:lnTo>
                  <a:cubicBezTo>
                    <a:pt x="2663" y="103013"/>
                    <a:pt x="4130" y="103689"/>
                    <a:pt x="4816" y="104804"/>
                  </a:cubicBezTo>
                  <a:cubicBezTo>
                    <a:pt x="6311" y="107204"/>
                    <a:pt x="6959" y="109366"/>
                    <a:pt x="9512" y="109499"/>
                  </a:cubicBezTo>
                  <a:cubicBezTo>
                    <a:pt x="10731" y="109566"/>
                    <a:pt x="10197" y="110480"/>
                    <a:pt x="10683" y="110671"/>
                  </a:cubicBezTo>
                  <a:cubicBezTo>
                    <a:pt x="16274" y="112843"/>
                    <a:pt x="25266" y="111738"/>
                    <a:pt x="29466" y="110671"/>
                  </a:cubicBezTo>
                  <a:cubicBezTo>
                    <a:pt x="33353" y="109680"/>
                    <a:pt x="34877" y="108880"/>
                    <a:pt x="35334" y="108318"/>
                  </a:cubicBezTo>
                  <a:cubicBezTo>
                    <a:pt x="35658" y="107928"/>
                    <a:pt x="37267" y="108633"/>
                    <a:pt x="37687" y="108318"/>
                  </a:cubicBezTo>
                  <a:cubicBezTo>
                    <a:pt x="38544" y="107680"/>
                    <a:pt x="38525" y="106051"/>
                    <a:pt x="40039" y="105975"/>
                  </a:cubicBezTo>
                  <a:cubicBezTo>
                    <a:pt x="41554" y="105899"/>
                    <a:pt x="42239" y="104156"/>
                    <a:pt x="43563" y="103622"/>
                  </a:cubicBezTo>
                  <a:cubicBezTo>
                    <a:pt x="45792" y="102727"/>
                    <a:pt x="51336" y="103499"/>
                    <a:pt x="52955" y="102451"/>
                  </a:cubicBezTo>
                  <a:cubicBezTo>
                    <a:pt x="53555" y="102060"/>
                    <a:pt x="52717" y="99717"/>
                    <a:pt x="54136" y="100108"/>
                  </a:cubicBezTo>
                  <a:lnTo>
                    <a:pt x="57660" y="94240"/>
                  </a:lnTo>
                  <a:cubicBezTo>
                    <a:pt x="58308" y="89278"/>
                    <a:pt x="62728" y="85287"/>
                    <a:pt x="64699" y="83677"/>
                  </a:cubicBezTo>
                  <a:cubicBezTo>
                    <a:pt x="65090" y="83363"/>
                    <a:pt x="64404" y="81753"/>
                    <a:pt x="64699" y="81334"/>
                  </a:cubicBezTo>
                  <a:cubicBezTo>
                    <a:pt x="65785" y="79781"/>
                    <a:pt x="67576" y="78781"/>
                    <a:pt x="68224" y="77810"/>
                  </a:cubicBezTo>
                  <a:cubicBezTo>
                    <a:pt x="68548" y="77314"/>
                    <a:pt x="68795" y="76838"/>
                    <a:pt x="68995" y="76362"/>
                  </a:cubicBezTo>
                  <a:lnTo>
                    <a:pt x="68995" y="76362"/>
                  </a:lnTo>
                  <a:lnTo>
                    <a:pt x="74091" y="64903"/>
                  </a:lnTo>
                  <a:cubicBezTo>
                    <a:pt x="73958" y="61979"/>
                    <a:pt x="71891" y="61265"/>
                    <a:pt x="74091" y="59026"/>
                  </a:cubicBezTo>
                  <a:cubicBezTo>
                    <a:pt x="77568" y="59531"/>
                    <a:pt x="80263" y="57626"/>
                    <a:pt x="83483" y="56683"/>
                  </a:cubicBezTo>
                  <a:cubicBezTo>
                    <a:pt x="86264" y="55864"/>
                    <a:pt x="90893" y="53283"/>
                    <a:pt x="91703" y="55512"/>
                  </a:cubicBezTo>
                  <a:cubicBezTo>
                    <a:pt x="87759" y="55140"/>
                    <a:pt x="88731" y="58941"/>
                    <a:pt x="87007" y="59036"/>
                  </a:cubicBezTo>
                  <a:cubicBezTo>
                    <a:pt x="84921" y="59150"/>
                    <a:pt x="84416" y="61722"/>
                    <a:pt x="83483" y="62560"/>
                  </a:cubicBezTo>
                  <a:cubicBezTo>
                    <a:pt x="81959" y="63922"/>
                    <a:pt x="80397" y="65056"/>
                    <a:pt x="78787" y="66084"/>
                  </a:cubicBezTo>
                  <a:cubicBezTo>
                    <a:pt x="77930" y="71876"/>
                    <a:pt x="75415" y="76029"/>
                    <a:pt x="76434" y="83696"/>
                  </a:cubicBezTo>
                  <a:cubicBezTo>
                    <a:pt x="79596" y="82744"/>
                    <a:pt x="77796" y="85925"/>
                    <a:pt x="78787" y="87220"/>
                  </a:cubicBezTo>
                  <a:cubicBezTo>
                    <a:pt x="79149" y="87697"/>
                    <a:pt x="80663" y="87992"/>
                    <a:pt x="81130" y="88392"/>
                  </a:cubicBezTo>
                  <a:cubicBezTo>
                    <a:pt x="81559" y="88763"/>
                    <a:pt x="83035" y="90716"/>
                    <a:pt x="83483" y="90745"/>
                  </a:cubicBezTo>
                  <a:cubicBezTo>
                    <a:pt x="84645" y="90811"/>
                    <a:pt x="84245" y="91783"/>
                    <a:pt x="84654" y="91916"/>
                  </a:cubicBezTo>
                  <a:cubicBezTo>
                    <a:pt x="90303" y="93802"/>
                    <a:pt x="99018" y="93097"/>
                    <a:pt x="103447" y="91916"/>
                  </a:cubicBezTo>
                  <a:cubicBezTo>
                    <a:pt x="105000" y="88506"/>
                    <a:pt x="110305" y="86068"/>
                    <a:pt x="110486" y="82525"/>
                  </a:cubicBezTo>
                  <a:cubicBezTo>
                    <a:pt x="110553" y="81296"/>
                    <a:pt x="111458" y="81858"/>
                    <a:pt x="111658" y="81353"/>
                  </a:cubicBezTo>
                  <a:cubicBezTo>
                    <a:pt x="112905" y="78238"/>
                    <a:pt x="112905" y="75200"/>
                    <a:pt x="114001" y="74304"/>
                  </a:cubicBezTo>
                  <a:cubicBezTo>
                    <a:pt x="114296" y="74066"/>
                    <a:pt x="113896" y="72352"/>
                    <a:pt x="114001" y="71961"/>
                  </a:cubicBezTo>
                  <a:cubicBezTo>
                    <a:pt x="114401" y="70552"/>
                    <a:pt x="114953" y="69399"/>
                    <a:pt x="115172" y="68437"/>
                  </a:cubicBezTo>
                  <a:cubicBezTo>
                    <a:pt x="117030" y="60312"/>
                    <a:pt x="115134" y="53416"/>
                    <a:pt x="116344" y="46130"/>
                  </a:cubicBezTo>
                  <a:cubicBezTo>
                    <a:pt x="116334" y="46130"/>
                    <a:pt x="116325" y="46130"/>
                    <a:pt x="116315" y="46130"/>
                  </a:cubicBezTo>
                  <a:lnTo>
                    <a:pt x="116525" y="44186"/>
                  </a:lnTo>
                  <a:lnTo>
                    <a:pt x="118458" y="44186"/>
                  </a:lnTo>
                  <a:cubicBezTo>
                    <a:pt x="121030" y="44901"/>
                    <a:pt x="124859" y="42824"/>
                    <a:pt x="125745" y="42605"/>
                  </a:cubicBezTo>
                  <a:cubicBezTo>
                    <a:pt x="126478" y="42415"/>
                    <a:pt x="127345" y="42720"/>
                    <a:pt x="128098" y="42605"/>
                  </a:cubicBezTo>
                  <a:cubicBezTo>
                    <a:pt x="134918" y="41558"/>
                    <a:pt x="140709" y="38814"/>
                    <a:pt x="148053" y="39081"/>
                  </a:cubicBezTo>
                  <a:cubicBezTo>
                    <a:pt x="147986" y="40586"/>
                    <a:pt x="146529" y="40662"/>
                    <a:pt x="145710" y="41434"/>
                  </a:cubicBezTo>
                  <a:cubicBezTo>
                    <a:pt x="142462" y="44472"/>
                    <a:pt x="138947" y="48854"/>
                    <a:pt x="137489" y="51997"/>
                  </a:cubicBezTo>
                  <a:cubicBezTo>
                    <a:pt x="137185" y="52635"/>
                    <a:pt x="136347" y="53797"/>
                    <a:pt x="136318" y="54340"/>
                  </a:cubicBezTo>
                  <a:cubicBezTo>
                    <a:pt x="136251" y="55607"/>
                    <a:pt x="135384" y="54978"/>
                    <a:pt x="135146" y="55512"/>
                  </a:cubicBezTo>
                  <a:cubicBezTo>
                    <a:pt x="134089" y="57921"/>
                    <a:pt x="133203" y="61855"/>
                    <a:pt x="132803" y="63732"/>
                  </a:cubicBezTo>
                  <a:cubicBezTo>
                    <a:pt x="131746" y="68656"/>
                    <a:pt x="131765" y="70142"/>
                    <a:pt x="133975" y="71952"/>
                  </a:cubicBezTo>
                  <a:cubicBezTo>
                    <a:pt x="134318" y="72228"/>
                    <a:pt x="133775" y="73876"/>
                    <a:pt x="133975" y="74295"/>
                  </a:cubicBezTo>
                  <a:cubicBezTo>
                    <a:pt x="134051" y="74447"/>
                    <a:pt x="135013" y="74181"/>
                    <a:pt x="135156" y="74295"/>
                  </a:cubicBezTo>
                  <a:cubicBezTo>
                    <a:pt x="135556" y="74619"/>
                    <a:pt x="134784" y="76276"/>
                    <a:pt x="135156" y="76648"/>
                  </a:cubicBezTo>
                  <a:cubicBezTo>
                    <a:pt x="136032" y="77514"/>
                    <a:pt x="138671" y="77334"/>
                    <a:pt x="139852" y="77819"/>
                  </a:cubicBezTo>
                  <a:cubicBezTo>
                    <a:pt x="140175" y="77953"/>
                    <a:pt x="140223" y="78676"/>
                    <a:pt x="141023" y="78991"/>
                  </a:cubicBezTo>
                  <a:cubicBezTo>
                    <a:pt x="141309" y="79105"/>
                    <a:pt x="141880" y="78981"/>
                    <a:pt x="142195" y="78991"/>
                  </a:cubicBezTo>
                  <a:cubicBezTo>
                    <a:pt x="143176" y="79038"/>
                    <a:pt x="143185" y="80124"/>
                    <a:pt x="143366" y="80162"/>
                  </a:cubicBezTo>
                  <a:cubicBezTo>
                    <a:pt x="147129" y="80924"/>
                    <a:pt x="155235" y="81115"/>
                    <a:pt x="158635" y="80162"/>
                  </a:cubicBezTo>
                  <a:cubicBezTo>
                    <a:pt x="158740" y="80134"/>
                    <a:pt x="158549" y="79086"/>
                    <a:pt x="158635" y="78991"/>
                  </a:cubicBezTo>
                  <a:cubicBezTo>
                    <a:pt x="158921" y="78648"/>
                    <a:pt x="160559" y="79191"/>
                    <a:pt x="160988" y="78991"/>
                  </a:cubicBezTo>
                  <a:cubicBezTo>
                    <a:pt x="161130" y="78924"/>
                    <a:pt x="160873" y="77953"/>
                    <a:pt x="160988" y="77819"/>
                  </a:cubicBezTo>
                  <a:cubicBezTo>
                    <a:pt x="161302" y="77429"/>
                    <a:pt x="162912" y="78124"/>
                    <a:pt x="163331" y="77819"/>
                  </a:cubicBezTo>
                  <a:cubicBezTo>
                    <a:pt x="164226" y="77172"/>
                    <a:pt x="164960" y="75200"/>
                    <a:pt x="165684" y="74295"/>
                  </a:cubicBezTo>
                  <a:cubicBezTo>
                    <a:pt x="168827" y="70333"/>
                    <a:pt x="169008" y="70075"/>
                    <a:pt x="170379" y="64903"/>
                  </a:cubicBezTo>
                  <a:cubicBezTo>
                    <a:pt x="170913" y="62894"/>
                    <a:pt x="171065" y="62151"/>
                    <a:pt x="171551" y="60208"/>
                  </a:cubicBezTo>
                  <a:cubicBezTo>
                    <a:pt x="171732" y="59484"/>
                    <a:pt x="172703" y="59112"/>
                    <a:pt x="172722" y="59036"/>
                  </a:cubicBezTo>
                  <a:cubicBezTo>
                    <a:pt x="174046" y="54102"/>
                    <a:pt x="173018" y="48616"/>
                    <a:pt x="176247" y="46120"/>
                  </a:cubicBezTo>
                  <a:cubicBezTo>
                    <a:pt x="176247" y="43377"/>
                    <a:pt x="176247" y="40643"/>
                    <a:pt x="176247" y="37900"/>
                  </a:cubicBezTo>
                  <a:cubicBezTo>
                    <a:pt x="177247" y="37576"/>
                    <a:pt x="178447" y="37452"/>
                    <a:pt x="179647" y="37329"/>
                  </a:cubicBezTo>
                  <a:lnTo>
                    <a:pt x="179657" y="37319"/>
                  </a:lnTo>
                  <a:cubicBezTo>
                    <a:pt x="181038" y="37176"/>
                    <a:pt x="182390" y="37014"/>
                    <a:pt x="183476" y="36586"/>
                  </a:cubicBezTo>
                  <a:lnTo>
                    <a:pt x="188753" y="35576"/>
                  </a:lnTo>
                  <a:cubicBezTo>
                    <a:pt x="189144" y="35700"/>
                    <a:pt x="189639" y="35728"/>
                    <a:pt x="190344" y="35547"/>
                  </a:cubicBezTo>
                  <a:cubicBezTo>
                    <a:pt x="192411" y="36224"/>
                    <a:pt x="197240" y="34128"/>
                    <a:pt x="197383" y="36719"/>
                  </a:cubicBezTo>
                  <a:cubicBezTo>
                    <a:pt x="196278" y="39329"/>
                    <a:pt x="193020" y="41348"/>
                    <a:pt x="191515" y="42586"/>
                  </a:cubicBezTo>
                  <a:cubicBezTo>
                    <a:pt x="191115" y="42910"/>
                    <a:pt x="191839" y="44520"/>
                    <a:pt x="191515" y="44929"/>
                  </a:cubicBezTo>
                  <a:cubicBezTo>
                    <a:pt x="190410" y="46358"/>
                    <a:pt x="189001" y="47177"/>
                    <a:pt x="187991" y="48454"/>
                  </a:cubicBezTo>
                  <a:cubicBezTo>
                    <a:pt x="187077" y="49606"/>
                    <a:pt x="186448" y="50768"/>
                    <a:pt x="185648" y="51978"/>
                  </a:cubicBezTo>
                  <a:cubicBezTo>
                    <a:pt x="184238" y="54083"/>
                    <a:pt x="183105" y="58379"/>
                    <a:pt x="183295" y="61370"/>
                  </a:cubicBezTo>
                  <a:cubicBezTo>
                    <a:pt x="183476" y="64103"/>
                    <a:pt x="185981" y="65932"/>
                    <a:pt x="185648" y="69590"/>
                  </a:cubicBezTo>
                  <a:cubicBezTo>
                    <a:pt x="192106" y="71752"/>
                    <a:pt x="194116" y="75467"/>
                    <a:pt x="200907" y="75457"/>
                  </a:cubicBezTo>
                  <a:cubicBezTo>
                    <a:pt x="201297" y="75457"/>
                    <a:pt x="201688" y="75476"/>
                    <a:pt x="202079" y="75457"/>
                  </a:cubicBezTo>
                  <a:cubicBezTo>
                    <a:pt x="203155" y="75400"/>
                    <a:pt x="202955" y="74362"/>
                    <a:pt x="203250" y="74285"/>
                  </a:cubicBezTo>
                  <a:cubicBezTo>
                    <a:pt x="205555" y="73676"/>
                    <a:pt x="206708" y="74628"/>
                    <a:pt x="207946" y="73104"/>
                  </a:cubicBezTo>
                  <a:cubicBezTo>
                    <a:pt x="208232" y="72761"/>
                    <a:pt x="209870" y="73314"/>
                    <a:pt x="210299" y="73104"/>
                  </a:cubicBezTo>
                  <a:cubicBezTo>
                    <a:pt x="210441" y="73038"/>
                    <a:pt x="210184" y="72066"/>
                    <a:pt x="210299" y="71933"/>
                  </a:cubicBezTo>
                  <a:cubicBezTo>
                    <a:pt x="210613" y="71552"/>
                    <a:pt x="212223" y="72219"/>
                    <a:pt x="212642" y="71933"/>
                  </a:cubicBezTo>
                  <a:cubicBezTo>
                    <a:pt x="214813" y="70495"/>
                    <a:pt x="217833" y="65913"/>
                    <a:pt x="219690" y="62532"/>
                  </a:cubicBezTo>
                  <a:cubicBezTo>
                    <a:pt x="220671" y="60751"/>
                    <a:pt x="221214" y="58874"/>
                    <a:pt x="222033" y="56664"/>
                  </a:cubicBezTo>
                  <a:cubicBezTo>
                    <a:pt x="222814" y="54578"/>
                    <a:pt x="224024" y="52397"/>
                    <a:pt x="224386" y="50797"/>
                  </a:cubicBezTo>
                  <a:cubicBezTo>
                    <a:pt x="224300" y="51168"/>
                    <a:pt x="223214" y="50283"/>
                    <a:pt x="223214" y="49625"/>
                  </a:cubicBezTo>
                  <a:cubicBezTo>
                    <a:pt x="223214" y="48682"/>
                    <a:pt x="224376" y="48530"/>
                    <a:pt x="224386" y="48454"/>
                  </a:cubicBezTo>
                  <a:cubicBezTo>
                    <a:pt x="225053" y="43367"/>
                    <a:pt x="224462" y="37643"/>
                    <a:pt x="226729" y="35538"/>
                  </a:cubicBezTo>
                  <a:cubicBezTo>
                    <a:pt x="231301" y="34499"/>
                    <a:pt x="237283" y="36586"/>
                    <a:pt x="238474" y="36709"/>
                  </a:cubicBezTo>
                  <a:cubicBezTo>
                    <a:pt x="242779" y="37157"/>
                    <a:pt x="248484" y="34890"/>
                    <a:pt x="250218" y="39053"/>
                  </a:cubicBezTo>
                  <a:cubicBezTo>
                    <a:pt x="248922" y="38633"/>
                    <a:pt x="248379" y="39948"/>
                    <a:pt x="247865" y="40224"/>
                  </a:cubicBezTo>
                  <a:cubicBezTo>
                    <a:pt x="246894" y="40767"/>
                    <a:pt x="245303" y="40672"/>
                    <a:pt x="244341" y="41396"/>
                  </a:cubicBezTo>
                  <a:cubicBezTo>
                    <a:pt x="243941" y="41701"/>
                    <a:pt x="244693" y="43386"/>
                    <a:pt x="244341" y="43739"/>
                  </a:cubicBezTo>
                  <a:cubicBezTo>
                    <a:pt x="243941" y="44139"/>
                    <a:pt x="242417" y="43367"/>
                    <a:pt x="241988" y="43739"/>
                  </a:cubicBezTo>
                  <a:cubicBezTo>
                    <a:pt x="241512" y="44158"/>
                    <a:pt x="239674" y="46644"/>
                    <a:pt x="239645" y="47263"/>
                  </a:cubicBezTo>
                  <a:cubicBezTo>
                    <a:pt x="239578" y="48625"/>
                    <a:pt x="238893" y="47787"/>
                    <a:pt x="238474" y="48435"/>
                  </a:cubicBezTo>
                  <a:cubicBezTo>
                    <a:pt x="236759" y="51083"/>
                    <a:pt x="235454" y="53435"/>
                    <a:pt x="234949" y="55483"/>
                  </a:cubicBezTo>
                  <a:cubicBezTo>
                    <a:pt x="234092" y="58979"/>
                    <a:pt x="234454" y="62103"/>
                    <a:pt x="234949" y="66046"/>
                  </a:cubicBezTo>
                  <a:cubicBezTo>
                    <a:pt x="236873" y="66218"/>
                    <a:pt x="238273" y="69323"/>
                    <a:pt x="238474" y="69571"/>
                  </a:cubicBezTo>
                  <a:cubicBezTo>
                    <a:pt x="238950" y="70161"/>
                    <a:pt x="241398" y="69075"/>
                    <a:pt x="241998" y="69571"/>
                  </a:cubicBezTo>
                  <a:cubicBezTo>
                    <a:pt x="242293" y="69818"/>
                    <a:pt x="241674" y="71771"/>
                    <a:pt x="241998" y="71923"/>
                  </a:cubicBezTo>
                  <a:cubicBezTo>
                    <a:pt x="242893" y="72333"/>
                    <a:pt x="244541" y="71752"/>
                    <a:pt x="245522" y="71923"/>
                  </a:cubicBezTo>
                  <a:cubicBezTo>
                    <a:pt x="247046" y="72190"/>
                    <a:pt x="247141" y="72981"/>
                    <a:pt x="249046" y="73095"/>
                  </a:cubicBezTo>
                  <a:cubicBezTo>
                    <a:pt x="252532" y="73314"/>
                    <a:pt x="253942" y="72219"/>
                    <a:pt x="254914" y="71923"/>
                  </a:cubicBezTo>
                  <a:cubicBezTo>
                    <a:pt x="255971" y="71599"/>
                    <a:pt x="257381" y="72285"/>
                    <a:pt x="258438" y="71923"/>
                  </a:cubicBezTo>
                  <a:cubicBezTo>
                    <a:pt x="258886" y="71761"/>
                    <a:pt x="260229" y="69894"/>
                    <a:pt x="260781" y="69571"/>
                  </a:cubicBezTo>
                  <a:cubicBezTo>
                    <a:pt x="261372" y="69228"/>
                    <a:pt x="262505" y="69856"/>
                    <a:pt x="263134" y="69571"/>
                  </a:cubicBezTo>
                  <a:cubicBezTo>
                    <a:pt x="263515" y="69399"/>
                    <a:pt x="263867" y="67513"/>
                    <a:pt x="264305" y="67227"/>
                  </a:cubicBezTo>
                  <a:cubicBezTo>
                    <a:pt x="265420" y="66484"/>
                    <a:pt x="266868" y="66704"/>
                    <a:pt x="267830" y="66056"/>
                  </a:cubicBezTo>
                  <a:cubicBezTo>
                    <a:pt x="268230" y="65780"/>
                    <a:pt x="268668" y="64113"/>
                    <a:pt x="269001" y="63703"/>
                  </a:cubicBezTo>
                  <a:cubicBezTo>
                    <a:pt x="269325" y="63303"/>
                    <a:pt x="270973" y="64075"/>
                    <a:pt x="271344" y="63703"/>
                  </a:cubicBezTo>
                  <a:cubicBezTo>
                    <a:pt x="271706" y="63351"/>
                    <a:pt x="271125" y="61836"/>
                    <a:pt x="271344" y="61360"/>
                  </a:cubicBezTo>
                  <a:cubicBezTo>
                    <a:pt x="271516" y="60989"/>
                    <a:pt x="273402" y="60608"/>
                    <a:pt x="273697" y="60188"/>
                  </a:cubicBezTo>
                  <a:cubicBezTo>
                    <a:pt x="273964" y="59808"/>
                    <a:pt x="274869" y="56712"/>
                    <a:pt x="274869" y="56664"/>
                  </a:cubicBezTo>
                  <a:cubicBezTo>
                    <a:pt x="274926" y="55521"/>
                    <a:pt x="275916" y="55874"/>
                    <a:pt x="276040" y="55493"/>
                  </a:cubicBezTo>
                  <a:cubicBezTo>
                    <a:pt x="276354" y="54502"/>
                    <a:pt x="274869" y="53140"/>
                    <a:pt x="274869" y="53140"/>
                  </a:cubicBezTo>
                  <a:cubicBezTo>
                    <a:pt x="275078" y="51683"/>
                    <a:pt x="276974" y="52616"/>
                    <a:pt x="277212" y="51968"/>
                  </a:cubicBezTo>
                  <a:cubicBezTo>
                    <a:pt x="278479" y="48511"/>
                    <a:pt x="278269" y="43739"/>
                    <a:pt x="280736" y="41405"/>
                  </a:cubicBezTo>
                  <a:cubicBezTo>
                    <a:pt x="285670" y="41948"/>
                    <a:pt x="291671" y="41424"/>
                    <a:pt x="293652" y="44929"/>
                  </a:cubicBezTo>
                  <a:cubicBezTo>
                    <a:pt x="288727" y="49854"/>
                    <a:pt x="284251" y="59960"/>
                    <a:pt x="287785" y="69590"/>
                  </a:cubicBezTo>
                  <a:cubicBezTo>
                    <a:pt x="289994" y="70618"/>
                    <a:pt x="291890" y="73019"/>
                    <a:pt x="293652" y="73114"/>
                  </a:cubicBezTo>
                  <a:cubicBezTo>
                    <a:pt x="294785" y="73181"/>
                    <a:pt x="294452" y="74171"/>
                    <a:pt x="294823" y="74295"/>
                  </a:cubicBezTo>
                  <a:cubicBezTo>
                    <a:pt x="297738" y="75200"/>
                    <a:pt x="305568" y="75409"/>
                    <a:pt x="310082" y="74295"/>
                  </a:cubicBezTo>
                  <a:cubicBezTo>
                    <a:pt x="310311" y="74238"/>
                    <a:pt x="310378" y="73342"/>
                    <a:pt x="311254" y="73114"/>
                  </a:cubicBezTo>
                  <a:cubicBezTo>
                    <a:pt x="312931" y="72695"/>
                    <a:pt x="313626" y="72676"/>
                    <a:pt x="314778" y="71942"/>
                  </a:cubicBezTo>
                  <a:cubicBezTo>
                    <a:pt x="315597" y="71418"/>
                    <a:pt x="316350" y="71209"/>
                    <a:pt x="317131" y="70771"/>
                  </a:cubicBezTo>
                  <a:cubicBezTo>
                    <a:pt x="319465" y="69437"/>
                    <a:pt x="320531" y="68075"/>
                    <a:pt x="321827" y="67246"/>
                  </a:cubicBezTo>
                  <a:cubicBezTo>
                    <a:pt x="323751" y="66018"/>
                    <a:pt x="323160" y="65970"/>
                    <a:pt x="324170" y="63722"/>
                  </a:cubicBezTo>
                  <a:cubicBezTo>
                    <a:pt x="324341" y="63341"/>
                    <a:pt x="326227" y="62989"/>
                    <a:pt x="326523" y="62551"/>
                  </a:cubicBezTo>
                  <a:cubicBezTo>
                    <a:pt x="327437" y="61189"/>
                    <a:pt x="326694" y="59046"/>
                    <a:pt x="328866" y="59026"/>
                  </a:cubicBezTo>
                  <a:cubicBezTo>
                    <a:pt x="329647" y="55893"/>
                    <a:pt x="329361" y="51692"/>
                    <a:pt x="331218" y="49635"/>
                  </a:cubicBezTo>
                  <a:cubicBezTo>
                    <a:pt x="336143" y="51368"/>
                    <a:pt x="343649" y="50511"/>
                    <a:pt x="346477" y="54331"/>
                  </a:cubicBezTo>
                  <a:cubicBezTo>
                    <a:pt x="344925" y="56302"/>
                    <a:pt x="341486" y="57855"/>
                    <a:pt x="339429" y="60208"/>
                  </a:cubicBezTo>
                  <a:cubicBezTo>
                    <a:pt x="338400" y="61389"/>
                    <a:pt x="338057" y="63341"/>
                    <a:pt x="337086" y="64903"/>
                  </a:cubicBezTo>
                  <a:cubicBezTo>
                    <a:pt x="336752" y="65437"/>
                    <a:pt x="335038" y="65437"/>
                    <a:pt x="334733" y="66075"/>
                  </a:cubicBezTo>
                  <a:cubicBezTo>
                    <a:pt x="332209" y="71399"/>
                    <a:pt x="338296" y="74162"/>
                    <a:pt x="337086" y="78991"/>
                  </a:cubicBezTo>
                  <a:cubicBezTo>
                    <a:pt x="343458" y="83172"/>
                    <a:pt x="350126" y="85668"/>
                    <a:pt x="357041" y="84858"/>
                  </a:cubicBezTo>
                  <a:cubicBezTo>
                    <a:pt x="358212" y="84715"/>
                    <a:pt x="359184" y="84163"/>
                    <a:pt x="360565" y="83687"/>
                  </a:cubicBezTo>
                  <a:cubicBezTo>
                    <a:pt x="361365" y="83410"/>
                    <a:pt x="361451" y="82639"/>
                    <a:pt x="361737" y="82515"/>
                  </a:cubicBezTo>
                  <a:cubicBezTo>
                    <a:pt x="362689" y="82105"/>
                    <a:pt x="364356" y="83020"/>
                    <a:pt x="365261" y="82515"/>
                  </a:cubicBezTo>
                  <a:cubicBezTo>
                    <a:pt x="365937" y="82144"/>
                    <a:pt x="369957" y="77838"/>
                    <a:pt x="369957" y="77819"/>
                  </a:cubicBezTo>
                  <a:cubicBezTo>
                    <a:pt x="370071" y="75667"/>
                    <a:pt x="372509" y="75095"/>
                    <a:pt x="373481" y="74295"/>
                  </a:cubicBezTo>
                  <a:cubicBezTo>
                    <a:pt x="373871" y="73971"/>
                    <a:pt x="373167" y="72361"/>
                    <a:pt x="373481" y="71952"/>
                  </a:cubicBezTo>
                  <a:cubicBezTo>
                    <a:pt x="374129" y="71095"/>
                    <a:pt x="375748" y="71104"/>
                    <a:pt x="375833" y="69599"/>
                  </a:cubicBezTo>
                  <a:cubicBezTo>
                    <a:pt x="375900" y="68437"/>
                    <a:pt x="376872" y="68837"/>
                    <a:pt x="377005" y="68428"/>
                  </a:cubicBezTo>
                  <a:cubicBezTo>
                    <a:pt x="378396" y="64237"/>
                    <a:pt x="378110" y="60474"/>
                    <a:pt x="381701" y="59036"/>
                  </a:cubicBezTo>
                  <a:cubicBezTo>
                    <a:pt x="383787" y="60817"/>
                    <a:pt x="387692" y="60150"/>
                    <a:pt x="388740" y="60208"/>
                  </a:cubicBezTo>
                  <a:cubicBezTo>
                    <a:pt x="389473" y="60246"/>
                    <a:pt x="390064" y="61389"/>
                    <a:pt x="389912" y="61379"/>
                  </a:cubicBezTo>
                  <a:cubicBezTo>
                    <a:pt x="391740" y="61484"/>
                    <a:pt x="391064" y="59922"/>
                    <a:pt x="392264" y="61379"/>
                  </a:cubicBezTo>
                  <a:cubicBezTo>
                    <a:pt x="392531" y="61703"/>
                    <a:pt x="394198" y="61208"/>
                    <a:pt x="394607" y="61379"/>
                  </a:cubicBezTo>
                  <a:cubicBezTo>
                    <a:pt x="396522" y="62141"/>
                    <a:pt x="397989" y="62332"/>
                    <a:pt x="399970" y="62455"/>
                  </a:cubicBezTo>
                  <a:lnTo>
                    <a:pt x="394607" y="66075"/>
                  </a:lnTo>
                  <a:cubicBezTo>
                    <a:pt x="391740" y="66923"/>
                    <a:pt x="390883" y="69228"/>
                    <a:pt x="388740" y="70771"/>
                  </a:cubicBezTo>
                  <a:cubicBezTo>
                    <a:pt x="380205" y="76895"/>
                    <a:pt x="375624" y="80553"/>
                    <a:pt x="380520" y="89554"/>
                  </a:cubicBezTo>
                  <a:cubicBezTo>
                    <a:pt x="381472" y="91307"/>
                    <a:pt x="383949" y="92897"/>
                    <a:pt x="387559" y="94250"/>
                  </a:cubicBezTo>
                  <a:cubicBezTo>
                    <a:pt x="395731" y="97298"/>
                    <a:pt x="407714" y="97165"/>
                    <a:pt x="416915" y="95422"/>
                  </a:cubicBezTo>
                  <a:cubicBezTo>
                    <a:pt x="416858" y="95745"/>
                    <a:pt x="416858" y="96002"/>
                    <a:pt x="416848" y="96279"/>
                  </a:cubicBezTo>
                  <a:cubicBezTo>
                    <a:pt x="418496" y="95698"/>
                    <a:pt x="420163" y="95155"/>
                    <a:pt x="421839" y="94640"/>
                  </a:cubicBezTo>
                  <a:cubicBezTo>
                    <a:pt x="422887" y="91116"/>
                    <a:pt x="426411" y="89411"/>
                    <a:pt x="428659" y="86030"/>
                  </a:cubicBezTo>
                  <a:cubicBezTo>
                    <a:pt x="429059" y="85439"/>
                    <a:pt x="428650" y="84611"/>
                    <a:pt x="429831" y="84858"/>
                  </a:cubicBezTo>
                  <a:cubicBezTo>
                    <a:pt x="430726" y="81915"/>
                    <a:pt x="431526" y="78781"/>
                    <a:pt x="432174" y="75467"/>
                  </a:cubicBezTo>
                  <a:cubicBezTo>
                    <a:pt x="432431" y="74190"/>
                    <a:pt x="432079" y="73304"/>
                    <a:pt x="433346" y="73114"/>
                  </a:cubicBezTo>
                  <a:cubicBezTo>
                    <a:pt x="435441" y="72781"/>
                    <a:pt x="435755" y="74228"/>
                    <a:pt x="434517" y="74295"/>
                  </a:cubicBezTo>
                  <a:cubicBezTo>
                    <a:pt x="434688" y="76914"/>
                    <a:pt x="437479" y="72771"/>
                    <a:pt x="440384" y="74295"/>
                  </a:cubicBezTo>
                  <a:cubicBezTo>
                    <a:pt x="440337" y="74676"/>
                    <a:pt x="440375" y="74952"/>
                    <a:pt x="440432" y="75219"/>
                  </a:cubicBezTo>
                  <a:cubicBezTo>
                    <a:pt x="444490" y="75409"/>
                    <a:pt x="448166" y="76962"/>
                    <a:pt x="452043" y="78038"/>
                  </a:cubicBezTo>
                  <a:cubicBezTo>
                    <a:pt x="452072" y="77943"/>
                    <a:pt x="452091" y="77829"/>
                    <a:pt x="452129" y="77819"/>
                  </a:cubicBezTo>
                  <a:cubicBezTo>
                    <a:pt x="451719" y="77895"/>
                    <a:pt x="455644" y="78991"/>
                    <a:pt x="455653" y="78991"/>
                  </a:cubicBezTo>
                  <a:cubicBezTo>
                    <a:pt x="456396" y="79896"/>
                    <a:pt x="459673" y="80505"/>
                    <a:pt x="462692" y="81343"/>
                  </a:cubicBezTo>
                  <a:cubicBezTo>
                    <a:pt x="467188" y="82582"/>
                    <a:pt x="471531" y="84030"/>
                    <a:pt x="475608" y="84868"/>
                  </a:cubicBezTo>
                  <a:cubicBezTo>
                    <a:pt x="475646" y="84896"/>
                    <a:pt x="475655" y="84963"/>
                    <a:pt x="475694" y="85001"/>
                  </a:cubicBezTo>
                  <a:cubicBezTo>
                    <a:pt x="476084" y="84896"/>
                    <a:pt x="476503" y="84858"/>
                    <a:pt x="476989" y="85001"/>
                  </a:cubicBezTo>
                  <a:cubicBezTo>
                    <a:pt x="482295" y="86573"/>
                    <a:pt x="488686" y="88916"/>
                    <a:pt x="492620" y="93097"/>
                  </a:cubicBezTo>
                  <a:cubicBezTo>
                    <a:pt x="496496" y="93269"/>
                    <a:pt x="502888" y="95955"/>
                    <a:pt x="503802" y="96612"/>
                  </a:cubicBezTo>
                  <a:cubicBezTo>
                    <a:pt x="504212" y="96907"/>
                    <a:pt x="504612" y="98793"/>
                    <a:pt x="504973" y="98955"/>
                  </a:cubicBezTo>
                  <a:cubicBezTo>
                    <a:pt x="505564" y="99222"/>
                    <a:pt x="506793" y="98593"/>
                    <a:pt x="507326" y="98955"/>
                  </a:cubicBezTo>
                  <a:cubicBezTo>
                    <a:pt x="508926" y="100060"/>
                    <a:pt x="510089" y="101298"/>
                    <a:pt x="511241" y="102289"/>
                  </a:cubicBezTo>
                  <a:cubicBezTo>
                    <a:pt x="511422" y="102232"/>
                    <a:pt x="511574" y="102165"/>
                    <a:pt x="511774" y="102117"/>
                  </a:cubicBezTo>
                  <a:cubicBezTo>
                    <a:pt x="512908" y="101832"/>
                    <a:pt x="513889" y="102308"/>
                    <a:pt x="514537" y="103232"/>
                  </a:cubicBezTo>
                  <a:cubicBezTo>
                    <a:pt x="517890" y="108042"/>
                    <a:pt x="522747" y="111471"/>
                    <a:pt x="527024" y="115414"/>
                  </a:cubicBezTo>
                  <a:cubicBezTo>
                    <a:pt x="527119" y="115405"/>
                    <a:pt x="527195" y="115414"/>
                    <a:pt x="527291" y="115395"/>
                  </a:cubicBezTo>
                  <a:cubicBezTo>
                    <a:pt x="527405" y="115643"/>
                    <a:pt x="527586" y="115824"/>
                    <a:pt x="527719" y="116043"/>
                  </a:cubicBezTo>
                  <a:cubicBezTo>
                    <a:pt x="527881" y="116205"/>
                    <a:pt x="528062" y="116348"/>
                    <a:pt x="528224" y="116510"/>
                  </a:cubicBezTo>
                  <a:cubicBezTo>
                    <a:pt x="528605" y="116881"/>
                    <a:pt x="528776" y="117281"/>
                    <a:pt x="528862" y="117691"/>
                  </a:cubicBezTo>
                  <a:cubicBezTo>
                    <a:pt x="530491" y="119472"/>
                    <a:pt x="532634" y="120729"/>
                    <a:pt x="534330" y="122444"/>
                  </a:cubicBezTo>
                  <a:cubicBezTo>
                    <a:pt x="537530" y="125901"/>
                    <a:pt x="540740" y="129350"/>
                    <a:pt x="544893" y="131836"/>
                  </a:cubicBezTo>
                  <a:cubicBezTo>
                    <a:pt x="545712" y="133874"/>
                    <a:pt x="547055" y="135884"/>
                    <a:pt x="548417" y="137703"/>
                  </a:cubicBezTo>
                  <a:cubicBezTo>
                    <a:pt x="549122" y="138646"/>
                    <a:pt x="550017" y="139075"/>
                    <a:pt x="550760" y="140056"/>
                  </a:cubicBezTo>
                  <a:cubicBezTo>
                    <a:pt x="551227" y="140665"/>
                    <a:pt x="551389" y="141837"/>
                    <a:pt x="551932" y="142399"/>
                  </a:cubicBezTo>
                  <a:cubicBezTo>
                    <a:pt x="552856" y="143361"/>
                    <a:pt x="554322" y="142732"/>
                    <a:pt x="555456" y="143570"/>
                  </a:cubicBezTo>
                  <a:cubicBezTo>
                    <a:pt x="556104" y="144056"/>
                    <a:pt x="556046" y="145418"/>
                    <a:pt x="556628" y="145913"/>
                  </a:cubicBezTo>
                  <a:cubicBezTo>
                    <a:pt x="558361" y="147399"/>
                    <a:pt x="559980" y="147999"/>
                    <a:pt x="561323" y="149438"/>
                  </a:cubicBezTo>
                  <a:cubicBezTo>
                    <a:pt x="562114" y="150285"/>
                    <a:pt x="561723" y="152124"/>
                    <a:pt x="562495" y="152962"/>
                  </a:cubicBezTo>
                  <a:cubicBezTo>
                    <a:pt x="563676" y="154229"/>
                    <a:pt x="566438" y="156658"/>
                    <a:pt x="568362" y="158829"/>
                  </a:cubicBezTo>
                  <a:cubicBezTo>
                    <a:pt x="570915" y="161715"/>
                    <a:pt x="573125" y="165097"/>
                    <a:pt x="576582" y="167049"/>
                  </a:cubicBezTo>
                  <a:cubicBezTo>
                    <a:pt x="576401" y="169974"/>
                    <a:pt x="578421" y="170688"/>
                    <a:pt x="578926" y="172917"/>
                  </a:cubicBezTo>
                  <a:cubicBezTo>
                    <a:pt x="580012" y="176260"/>
                    <a:pt x="583793" y="177108"/>
                    <a:pt x="585974" y="179956"/>
                  </a:cubicBezTo>
                  <a:cubicBezTo>
                    <a:pt x="586593" y="180775"/>
                    <a:pt x="586422" y="182623"/>
                    <a:pt x="587146" y="183480"/>
                  </a:cubicBezTo>
                  <a:cubicBezTo>
                    <a:pt x="588565" y="185137"/>
                    <a:pt x="590375" y="186385"/>
                    <a:pt x="591841" y="188176"/>
                  </a:cubicBezTo>
                  <a:cubicBezTo>
                    <a:pt x="593670" y="190405"/>
                    <a:pt x="595956" y="192195"/>
                    <a:pt x="597709" y="195215"/>
                  </a:cubicBezTo>
                  <a:cubicBezTo>
                    <a:pt x="598204" y="196082"/>
                    <a:pt x="598204" y="197739"/>
                    <a:pt x="598881" y="198739"/>
                  </a:cubicBezTo>
                  <a:cubicBezTo>
                    <a:pt x="600071" y="200492"/>
                    <a:pt x="602424" y="201663"/>
                    <a:pt x="603576" y="203435"/>
                  </a:cubicBezTo>
                  <a:cubicBezTo>
                    <a:pt x="605977" y="207083"/>
                    <a:pt x="606758" y="211541"/>
                    <a:pt x="610625" y="213998"/>
                  </a:cubicBezTo>
                  <a:cubicBezTo>
                    <a:pt x="610234" y="218294"/>
                    <a:pt x="611930" y="220523"/>
                    <a:pt x="612968" y="223390"/>
                  </a:cubicBezTo>
                  <a:cubicBezTo>
                    <a:pt x="612473" y="227409"/>
                    <a:pt x="616483" y="226914"/>
                    <a:pt x="617664" y="229257"/>
                  </a:cubicBezTo>
                  <a:cubicBezTo>
                    <a:pt x="617645" y="229457"/>
                    <a:pt x="617635" y="229619"/>
                    <a:pt x="617626" y="229791"/>
                  </a:cubicBezTo>
                  <a:lnTo>
                    <a:pt x="619740" y="215398"/>
                  </a:lnTo>
                  <a:cubicBezTo>
                    <a:pt x="619264" y="214579"/>
                    <a:pt x="618845" y="213817"/>
                    <a:pt x="618530" y="21297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05" id="105"/>
            <p:cNvSpPr/>
            <p:nvPr/>
          </p:nvSpPr>
          <p:spPr>
            <a:xfrm>
              <a:off x="9338876" y="3341877"/>
              <a:ext cx="238126" cy="368846"/>
            </a:xfrm>
            <a:custGeom>
              <a:avLst/>
              <a:gdLst/>
              <a:ahLst/>
              <a:cxnLst/>
              <a:rect r="r" b="b" t="t" l="l"/>
              <a:pathLst>
                <a:path w="238126" h="368846" stroke="true" fill="norm" extrusionOk="true">
                  <a:moveTo>
                    <a:pt x="1505" y="368441"/>
                  </a:moveTo>
                  <a:cubicBezTo>
                    <a:pt x="3972" y="366565"/>
                    <a:pt x="6953" y="366136"/>
                    <a:pt x="9887" y="365431"/>
                  </a:cubicBezTo>
                  <a:cubicBezTo>
                    <a:pt x="11039" y="365155"/>
                    <a:pt x="11582" y="364308"/>
                    <a:pt x="11630" y="363403"/>
                  </a:cubicBezTo>
                  <a:cubicBezTo>
                    <a:pt x="12792" y="362879"/>
                    <a:pt x="13926" y="362174"/>
                    <a:pt x="14878" y="361717"/>
                  </a:cubicBezTo>
                  <a:cubicBezTo>
                    <a:pt x="17107" y="360669"/>
                    <a:pt x="18974" y="360317"/>
                    <a:pt x="20746" y="359374"/>
                  </a:cubicBezTo>
                  <a:cubicBezTo>
                    <a:pt x="21460" y="358993"/>
                    <a:pt x="21736" y="358135"/>
                    <a:pt x="22412" y="357507"/>
                  </a:cubicBezTo>
                  <a:lnTo>
                    <a:pt x="47054" y="346772"/>
                  </a:lnTo>
                  <a:cubicBezTo>
                    <a:pt x="47177" y="346610"/>
                    <a:pt x="47368" y="346486"/>
                    <a:pt x="47758" y="346467"/>
                  </a:cubicBezTo>
                  <a:cubicBezTo>
                    <a:pt x="48073" y="346448"/>
                    <a:pt x="48644" y="346582"/>
                    <a:pt x="48930" y="346467"/>
                  </a:cubicBezTo>
                  <a:cubicBezTo>
                    <a:pt x="50530" y="345829"/>
                    <a:pt x="52483" y="345839"/>
                    <a:pt x="57150" y="345296"/>
                  </a:cubicBezTo>
                  <a:cubicBezTo>
                    <a:pt x="60027" y="344953"/>
                    <a:pt x="62789" y="343114"/>
                    <a:pt x="65370" y="342943"/>
                  </a:cubicBezTo>
                  <a:cubicBezTo>
                    <a:pt x="68313" y="342752"/>
                    <a:pt x="75229" y="341419"/>
                    <a:pt x="78286" y="342943"/>
                  </a:cubicBezTo>
                  <a:cubicBezTo>
                    <a:pt x="78477" y="343038"/>
                    <a:pt x="79458" y="345296"/>
                    <a:pt x="79458" y="345296"/>
                  </a:cubicBezTo>
                  <a:cubicBezTo>
                    <a:pt x="80143" y="345353"/>
                    <a:pt x="82458" y="344276"/>
                    <a:pt x="84153" y="344124"/>
                  </a:cubicBezTo>
                  <a:cubicBezTo>
                    <a:pt x="84411" y="344095"/>
                    <a:pt x="84677" y="344105"/>
                    <a:pt x="84934" y="344086"/>
                  </a:cubicBezTo>
                  <a:lnTo>
                    <a:pt x="88335" y="336866"/>
                  </a:lnTo>
                  <a:cubicBezTo>
                    <a:pt x="89278" y="336199"/>
                    <a:pt x="89468" y="334590"/>
                    <a:pt x="90030" y="333551"/>
                  </a:cubicBezTo>
                  <a:cubicBezTo>
                    <a:pt x="90964" y="331827"/>
                    <a:pt x="91745" y="329417"/>
                    <a:pt x="92373" y="327684"/>
                  </a:cubicBezTo>
                  <a:cubicBezTo>
                    <a:pt x="92764" y="326627"/>
                    <a:pt x="91049" y="326188"/>
                    <a:pt x="91202" y="325341"/>
                  </a:cubicBezTo>
                  <a:cubicBezTo>
                    <a:pt x="91240" y="325131"/>
                    <a:pt x="93269" y="323722"/>
                    <a:pt x="93545" y="322988"/>
                  </a:cubicBezTo>
                  <a:cubicBezTo>
                    <a:pt x="94183" y="321312"/>
                    <a:pt x="94145" y="320607"/>
                    <a:pt x="94717" y="318292"/>
                  </a:cubicBezTo>
                  <a:cubicBezTo>
                    <a:pt x="94955" y="317340"/>
                    <a:pt x="95745" y="317483"/>
                    <a:pt x="95888" y="317121"/>
                  </a:cubicBezTo>
                  <a:cubicBezTo>
                    <a:pt x="97412" y="313330"/>
                    <a:pt x="98841" y="309434"/>
                    <a:pt x="100584" y="305376"/>
                  </a:cubicBezTo>
                  <a:cubicBezTo>
                    <a:pt x="102184" y="301652"/>
                    <a:pt x="104737" y="295042"/>
                    <a:pt x="106451" y="293632"/>
                  </a:cubicBezTo>
                  <a:cubicBezTo>
                    <a:pt x="106547" y="293556"/>
                    <a:pt x="107632" y="290070"/>
                    <a:pt x="107623" y="290108"/>
                  </a:cubicBezTo>
                  <a:cubicBezTo>
                    <a:pt x="107985" y="288660"/>
                    <a:pt x="107842" y="288546"/>
                    <a:pt x="108795" y="287755"/>
                  </a:cubicBezTo>
                  <a:cubicBezTo>
                    <a:pt x="109109" y="287498"/>
                    <a:pt x="108633" y="285822"/>
                    <a:pt x="108795" y="285412"/>
                  </a:cubicBezTo>
                  <a:cubicBezTo>
                    <a:pt x="109328" y="284012"/>
                    <a:pt x="110071" y="282764"/>
                    <a:pt x="111147" y="281888"/>
                  </a:cubicBezTo>
                  <a:cubicBezTo>
                    <a:pt x="111243" y="281802"/>
                    <a:pt x="112328" y="278325"/>
                    <a:pt x="112319" y="278363"/>
                  </a:cubicBezTo>
                  <a:cubicBezTo>
                    <a:pt x="113424" y="273953"/>
                    <a:pt x="114090" y="271582"/>
                    <a:pt x="115843" y="270143"/>
                  </a:cubicBezTo>
                  <a:cubicBezTo>
                    <a:pt x="115938" y="270067"/>
                    <a:pt x="117024" y="266581"/>
                    <a:pt x="117015" y="266619"/>
                  </a:cubicBezTo>
                  <a:cubicBezTo>
                    <a:pt x="117377" y="265162"/>
                    <a:pt x="117224" y="265057"/>
                    <a:pt x="118186" y="264276"/>
                  </a:cubicBezTo>
                  <a:cubicBezTo>
                    <a:pt x="118291" y="264190"/>
                    <a:pt x="119367" y="260704"/>
                    <a:pt x="119358" y="260752"/>
                  </a:cubicBezTo>
                  <a:cubicBezTo>
                    <a:pt x="119720" y="259304"/>
                    <a:pt x="119577" y="259190"/>
                    <a:pt x="120529" y="258399"/>
                  </a:cubicBezTo>
                  <a:cubicBezTo>
                    <a:pt x="120872" y="258123"/>
                    <a:pt x="120329" y="256475"/>
                    <a:pt x="120529" y="256056"/>
                  </a:cubicBezTo>
                  <a:cubicBezTo>
                    <a:pt x="120996" y="255037"/>
                    <a:pt x="122654" y="254351"/>
                    <a:pt x="122872" y="253713"/>
                  </a:cubicBezTo>
                  <a:lnTo>
                    <a:pt x="174717" y="124373"/>
                  </a:lnTo>
                  <a:cubicBezTo>
                    <a:pt x="176365" y="120944"/>
                    <a:pt x="178908" y="117562"/>
                    <a:pt x="180404" y="116343"/>
                  </a:cubicBezTo>
                  <a:cubicBezTo>
                    <a:pt x="180765" y="116048"/>
                    <a:pt x="180165" y="114419"/>
                    <a:pt x="180404" y="113990"/>
                  </a:cubicBezTo>
                  <a:cubicBezTo>
                    <a:pt x="180775" y="113324"/>
                    <a:pt x="182366" y="112428"/>
                    <a:pt x="182756" y="111638"/>
                  </a:cubicBezTo>
                  <a:cubicBezTo>
                    <a:pt x="183756" y="109628"/>
                    <a:pt x="183975" y="106942"/>
                    <a:pt x="185099" y="104599"/>
                  </a:cubicBezTo>
                  <a:cubicBezTo>
                    <a:pt x="185176" y="104446"/>
                    <a:pt x="186137" y="104713"/>
                    <a:pt x="186271" y="104599"/>
                  </a:cubicBezTo>
                  <a:cubicBezTo>
                    <a:pt x="186633" y="104304"/>
                    <a:pt x="186033" y="102675"/>
                    <a:pt x="186271" y="102246"/>
                  </a:cubicBezTo>
                  <a:cubicBezTo>
                    <a:pt x="186642" y="101579"/>
                    <a:pt x="188243" y="100694"/>
                    <a:pt x="188624" y="99903"/>
                  </a:cubicBezTo>
                  <a:cubicBezTo>
                    <a:pt x="188919" y="99284"/>
                    <a:pt x="188452" y="98227"/>
                    <a:pt x="188624" y="97560"/>
                  </a:cubicBezTo>
                  <a:cubicBezTo>
                    <a:pt x="188881" y="96522"/>
                    <a:pt x="189586" y="96846"/>
                    <a:pt x="189795" y="96388"/>
                  </a:cubicBezTo>
                  <a:cubicBezTo>
                    <a:pt x="192148" y="91311"/>
                    <a:pt x="193758" y="86139"/>
                    <a:pt x="197634" y="82701"/>
                  </a:cubicBezTo>
                  <a:cubicBezTo>
                    <a:pt x="197644" y="82653"/>
                    <a:pt x="197625" y="82615"/>
                    <a:pt x="197634" y="82568"/>
                  </a:cubicBezTo>
                  <a:cubicBezTo>
                    <a:pt x="198349" y="78796"/>
                    <a:pt x="200540" y="75414"/>
                    <a:pt x="202902" y="72309"/>
                  </a:cubicBezTo>
                  <a:cubicBezTo>
                    <a:pt x="202730" y="72176"/>
                    <a:pt x="202644" y="71995"/>
                    <a:pt x="202711" y="71728"/>
                  </a:cubicBezTo>
                  <a:cubicBezTo>
                    <a:pt x="202225" y="70090"/>
                    <a:pt x="203835" y="69185"/>
                    <a:pt x="203883" y="68204"/>
                  </a:cubicBezTo>
                  <a:cubicBezTo>
                    <a:pt x="203997" y="66042"/>
                    <a:pt x="206140" y="65203"/>
                    <a:pt x="206226" y="63508"/>
                  </a:cubicBezTo>
                  <a:cubicBezTo>
                    <a:pt x="206302" y="62184"/>
                    <a:pt x="207064" y="62956"/>
                    <a:pt x="207397" y="62336"/>
                  </a:cubicBezTo>
                  <a:cubicBezTo>
                    <a:pt x="208255" y="60774"/>
                    <a:pt x="208721" y="59536"/>
                    <a:pt x="209740" y="57641"/>
                  </a:cubicBezTo>
                  <a:cubicBezTo>
                    <a:pt x="210426" y="56374"/>
                    <a:pt x="211760" y="55440"/>
                    <a:pt x="212093" y="54116"/>
                  </a:cubicBezTo>
                  <a:cubicBezTo>
                    <a:pt x="212731" y="51545"/>
                    <a:pt x="213284" y="52135"/>
                    <a:pt x="214436" y="50592"/>
                  </a:cubicBezTo>
                  <a:cubicBezTo>
                    <a:pt x="214674" y="50278"/>
                    <a:pt x="215608" y="47058"/>
                    <a:pt x="215608" y="47068"/>
                  </a:cubicBezTo>
                  <a:cubicBezTo>
                    <a:pt x="215684" y="45706"/>
                    <a:pt x="216360" y="46544"/>
                    <a:pt x="216780" y="45896"/>
                  </a:cubicBezTo>
                  <a:cubicBezTo>
                    <a:pt x="217770" y="44363"/>
                    <a:pt x="219075" y="41010"/>
                    <a:pt x="219123" y="40029"/>
                  </a:cubicBezTo>
                  <a:cubicBezTo>
                    <a:pt x="219199" y="38686"/>
                    <a:pt x="219913" y="39495"/>
                    <a:pt x="220294" y="38857"/>
                  </a:cubicBezTo>
                  <a:cubicBezTo>
                    <a:pt x="221180" y="37381"/>
                    <a:pt x="221342" y="34762"/>
                    <a:pt x="223819" y="34161"/>
                  </a:cubicBezTo>
                  <a:cubicBezTo>
                    <a:pt x="223866" y="32990"/>
                    <a:pt x="223752" y="31809"/>
                    <a:pt x="223819" y="30637"/>
                  </a:cubicBezTo>
                  <a:cubicBezTo>
                    <a:pt x="223885" y="29447"/>
                    <a:pt x="224828" y="29913"/>
                    <a:pt x="224990" y="29466"/>
                  </a:cubicBezTo>
                  <a:cubicBezTo>
                    <a:pt x="225857" y="27037"/>
                    <a:pt x="226781" y="24475"/>
                    <a:pt x="227343" y="23589"/>
                  </a:cubicBezTo>
                  <a:cubicBezTo>
                    <a:pt x="227847" y="22798"/>
                    <a:pt x="228114" y="22008"/>
                    <a:pt x="228514" y="21246"/>
                  </a:cubicBezTo>
                  <a:cubicBezTo>
                    <a:pt x="229848" y="18702"/>
                    <a:pt x="231534" y="16635"/>
                    <a:pt x="232038" y="15378"/>
                  </a:cubicBezTo>
                  <a:cubicBezTo>
                    <a:pt x="232763" y="13568"/>
                    <a:pt x="232439" y="12397"/>
                    <a:pt x="233210" y="10682"/>
                  </a:cubicBezTo>
                  <a:cubicBezTo>
                    <a:pt x="233410" y="10244"/>
                    <a:pt x="235306" y="10044"/>
                    <a:pt x="235553" y="9511"/>
                  </a:cubicBezTo>
                  <a:cubicBezTo>
                    <a:pt x="235858" y="8863"/>
                    <a:pt x="235258" y="7815"/>
                    <a:pt x="235553" y="7158"/>
                  </a:cubicBezTo>
                  <a:cubicBezTo>
                    <a:pt x="235753" y="6720"/>
                    <a:pt x="237744" y="6558"/>
                    <a:pt x="237906" y="5987"/>
                  </a:cubicBezTo>
                  <a:cubicBezTo>
                    <a:pt x="238487" y="3891"/>
                    <a:pt x="237858" y="2034"/>
                    <a:pt x="236725" y="119"/>
                  </a:cubicBezTo>
                  <a:cubicBezTo>
                    <a:pt x="233115" y="-862"/>
                    <a:pt x="230791" y="4529"/>
                    <a:pt x="229676" y="4815"/>
                  </a:cubicBezTo>
                  <a:cubicBezTo>
                    <a:pt x="226571" y="5596"/>
                    <a:pt x="226800" y="5910"/>
                    <a:pt x="224980" y="7168"/>
                  </a:cubicBezTo>
                  <a:cubicBezTo>
                    <a:pt x="222837" y="8634"/>
                    <a:pt x="221123" y="9158"/>
                    <a:pt x="219103" y="10692"/>
                  </a:cubicBezTo>
                  <a:cubicBezTo>
                    <a:pt x="218304" y="11311"/>
                    <a:pt x="217694" y="12340"/>
                    <a:pt x="216760" y="13045"/>
                  </a:cubicBezTo>
                  <a:cubicBezTo>
                    <a:pt x="213303" y="15626"/>
                    <a:pt x="210560" y="16740"/>
                    <a:pt x="207369" y="18912"/>
                  </a:cubicBezTo>
                  <a:cubicBezTo>
                    <a:pt x="206635" y="19407"/>
                    <a:pt x="205816" y="20731"/>
                    <a:pt x="205016" y="21255"/>
                  </a:cubicBezTo>
                  <a:cubicBezTo>
                    <a:pt x="204606" y="21531"/>
                    <a:pt x="203025" y="22408"/>
                    <a:pt x="202673" y="22427"/>
                  </a:cubicBezTo>
                  <a:cubicBezTo>
                    <a:pt x="201311" y="22493"/>
                    <a:pt x="202149" y="23160"/>
                    <a:pt x="201501" y="23598"/>
                  </a:cubicBezTo>
                  <a:cubicBezTo>
                    <a:pt x="199673" y="24827"/>
                    <a:pt x="197558" y="25960"/>
                    <a:pt x="195634" y="27123"/>
                  </a:cubicBezTo>
                  <a:cubicBezTo>
                    <a:pt x="194529" y="27789"/>
                    <a:pt x="194158" y="28913"/>
                    <a:pt x="193291" y="29475"/>
                  </a:cubicBezTo>
                  <a:cubicBezTo>
                    <a:pt x="191843" y="30390"/>
                    <a:pt x="189976" y="29704"/>
                    <a:pt x="188595" y="30647"/>
                  </a:cubicBezTo>
                  <a:cubicBezTo>
                    <a:pt x="187004" y="31733"/>
                    <a:pt x="185490" y="34057"/>
                    <a:pt x="183899" y="35343"/>
                  </a:cubicBezTo>
                  <a:cubicBezTo>
                    <a:pt x="181928" y="36943"/>
                    <a:pt x="179965" y="38467"/>
                    <a:pt x="178032" y="40038"/>
                  </a:cubicBezTo>
                  <a:cubicBezTo>
                    <a:pt x="176232" y="41496"/>
                    <a:pt x="175003" y="43334"/>
                    <a:pt x="173336" y="44734"/>
                  </a:cubicBezTo>
                  <a:cubicBezTo>
                    <a:pt x="172460" y="45477"/>
                    <a:pt x="170650" y="45258"/>
                    <a:pt x="169812" y="45906"/>
                  </a:cubicBezTo>
                  <a:cubicBezTo>
                    <a:pt x="166716" y="48316"/>
                    <a:pt x="165183" y="51888"/>
                    <a:pt x="162763" y="54126"/>
                  </a:cubicBezTo>
                  <a:cubicBezTo>
                    <a:pt x="161887" y="54945"/>
                    <a:pt x="160077" y="54459"/>
                    <a:pt x="159239" y="55297"/>
                  </a:cubicBezTo>
                  <a:cubicBezTo>
                    <a:pt x="158877" y="55659"/>
                    <a:pt x="159458" y="57164"/>
                    <a:pt x="159239" y="57650"/>
                  </a:cubicBezTo>
                  <a:cubicBezTo>
                    <a:pt x="159125" y="57898"/>
                    <a:pt x="157153" y="58574"/>
                    <a:pt x="156886" y="58822"/>
                  </a:cubicBezTo>
                  <a:cubicBezTo>
                    <a:pt x="153419" y="62060"/>
                    <a:pt x="149981" y="65175"/>
                    <a:pt x="146323" y="68213"/>
                  </a:cubicBezTo>
                  <a:cubicBezTo>
                    <a:pt x="146295" y="68147"/>
                    <a:pt x="146237" y="68118"/>
                    <a:pt x="146209" y="68061"/>
                  </a:cubicBezTo>
                  <a:cubicBezTo>
                    <a:pt x="145418" y="70261"/>
                    <a:pt x="142770" y="72585"/>
                    <a:pt x="141532" y="73976"/>
                  </a:cubicBezTo>
                  <a:cubicBezTo>
                    <a:pt x="140761" y="74843"/>
                    <a:pt x="139951" y="75662"/>
                    <a:pt x="139170" y="76519"/>
                  </a:cubicBezTo>
                  <a:cubicBezTo>
                    <a:pt x="139198" y="76481"/>
                    <a:pt x="139237" y="76462"/>
                    <a:pt x="139275" y="76433"/>
                  </a:cubicBezTo>
                  <a:cubicBezTo>
                    <a:pt x="137103" y="79853"/>
                    <a:pt x="134236" y="83006"/>
                    <a:pt x="132226" y="84654"/>
                  </a:cubicBezTo>
                  <a:cubicBezTo>
                    <a:pt x="131845" y="84968"/>
                    <a:pt x="132512" y="86578"/>
                    <a:pt x="132226" y="87006"/>
                  </a:cubicBezTo>
                  <a:cubicBezTo>
                    <a:pt x="131969" y="87397"/>
                    <a:pt x="130273" y="87854"/>
                    <a:pt x="129883" y="88178"/>
                  </a:cubicBezTo>
                  <a:cubicBezTo>
                    <a:pt x="129492" y="88492"/>
                    <a:pt x="130178" y="90102"/>
                    <a:pt x="129883" y="90521"/>
                  </a:cubicBezTo>
                  <a:cubicBezTo>
                    <a:pt x="129187" y="91502"/>
                    <a:pt x="127140" y="91902"/>
                    <a:pt x="126359" y="92864"/>
                  </a:cubicBezTo>
                  <a:cubicBezTo>
                    <a:pt x="125987" y="93331"/>
                    <a:pt x="126616" y="94664"/>
                    <a:pt x="126359" y="95217"/>
                  </a:cubicBezTo>
                  <a:cubicBezTo>
                    <a:pt x="126197" y="95588"/>
                    <a:pt x="124301" y="95979"/>
                    <a:pt x="124015" y="96388"/>
                  </a:cubicBezTo>
                  <a:cubicBezTo>
                    <a:pt x="123644" y="96903"/>
                    <a:pt x="124273" y="98150"/>
                    <a:pt x="124015" y="98731"/>
                  </a:cubicBezTo>
                  <a:cubicBezTo>
                    <a:pt x="123844" y="99112"/>
                    <a:pt x="121958" y="99474"/>
                    <a:pt x="121663" y="99903"/>
                  </a:cubicBezTo>
                  <a:cubicBezTo>
                    <a:pt x="121301" y="100446"/>
                    <a:pt x="121939" y="101656"/>
                    <a:pt x="121663" y="102246"/>
                  </a:cubicBezTo>
                  <a:cubicBezTo>
                    <a:pt x="121472" y="102665"/>
                    <a:pt x="119596" y="102932"/>
                    <a:pt x="119320" y="103418"/>
                  </a:cubicBezTo>
                  <a:cubicBezTo>
                    <a:pt x="118062" y="105647"/>
                    <a:pt x="118215" y="109142"/>
                    <a:pt x="116967" y="111638"/>
                  </a:cubicBezTo>
                  <a:cubicBezTo>
                    <a:pt x="116672" y="112238"/>
                    <a:pt x="115053" y="113333"/>
                    <a:pt x="114624" y="113990"/>
                  </a:cubicBezTo>
                  <a:cubicBezTo>
                    <a:pt x="113805" y="115210"/>
                    <a:pt x="113557" y="116781"/>
                    <a:pt x="112271" y="117515"/>
                  </a:cubicBezTo>
                  <a:cubicBezTo>
                    <a:pt x="112100" y="117486"/>
                    <a:pt x="111966" y="117419"/>
                    <a:pt x="111823" y="117372"/>
                  </a:cubicBezTo>
                  <a:cubicBezTo>
                    <a:pt x="111785" y="118743"/>
                    <a:pt x="111738" y="120096"/>
                    <a:pt x="111519" y="121468"/>
                  </a:cubicBezTo>
                  <a:cubicBezTo>
                    <a:pt x="111357" y="122458"/>
                    <a:pt x="110747" y="122963"/>
                    <a:pt x="110033" y="123135"/>
                  </a:cubicBezTo>
                  <a:cubicBezTo>
                    <a:pt x="109995" y="123220"/>
                    <a:pt x="109957" y="123306"/>
                    <a:pt x="109928" y="123382"/>
                  </a:cubicBezTo>
                  <a:cubicBezTo>
                    <a:pt x="109595" y="124278"/>
                    <a:pt x="109309" y="125716"/>
                    <a:pt x="108756" y="126906"/>
                  </a:cubicBezTo>
                  <a:cubicBezTo>
                    <a:pt x="108385" y="127687"/>
                    <a:pt x="106766" y="128592"/>
                    <a:pt x="106413" y="129250"/>
                  </a:cubicBezTo>
                  <a:cubicBezTo>
                    <a:pt x="105737" y="130497"/>
                    <a:pt x="105680" y="131621"/>
                    <a:pt x="105242" y="132774"/>
                  </a:cubicBezTo>
                  <a:cubicBezTo>
                    <a:pt x="104108" y="135698"/>
                    <a:pt x="100574" y="138441"/>
                    <a:pt x="101784" y="142213"/>
                  </a:cubicBezTo>
                  <a:lnTo>
                    <a:pt x="101746" y="142242"/>
                  </a:lnTo>
                  <a:lnTo>
                    <a:pt x="32718" y="284688"/>
                  </a:lnTo>
                  <a:cubicBezTo>
                    <a:pt x="32633" y="284926"/>
                    <a:pt x="32538" y="285174"/>
                    <a:pt x="32442" y="285412"/>
                  </a:cubicBezTo>
                  <a:cubicBezTo>
                    <a:pt x="32280" y="285831"/>
                    <a:pt x="32756" y="287498"/>
                    <a:pt x="32442" y="287755"/>
                  </a:cubicBezTo>
                  <a:cubicBezTo>
                    <a:pt x="32299" y="287869"/>
                    <a:pt x="31337" y="287612"/>
                    <a:pt x="31261" y="287755"/>
                  </a:cubicBezTo>
                  <a:cubicBezTo>
                    <a:pt x="31061" y="288184"/>
                    <a:pt x="31604" y="289832"/>
                    <a:pt x="31261" y="290108"/>
                  </a:cubicBezTo>
                  <a:cubicBezTo>
                    <a:pt x="31137" y="290213"/>
                    <a:pt x="30147" y="289974"/>
                    <a:pt x="30089" y="290108"/>
                  </a:cubicBezTo>
                  <a:cubicBezTo>
                    <a:pt x="29346" y="291851"/>
                    <a:pt x="28423" y="294213"/>
                    <a:pt x="27746" y="295975"/>
                  </a:cubicBezTo>
                  <a:cubicBezTo>
                    <a:pt x="27584" y="296394"/>
                    <a:pt x="28061" y="298061"/>
                    <a:pt x="27746" y="298318"/>
                  </a:cubicBezTo>
                  <a:cubicBezTo>
                    <a:pt x="27613" y="298433"/>
                    <a:pt x="26641" y="298175"/>
                    <a:pt x="26575" y="298318"/>
                  </a:cubicBezTo>
                  <a:cubicBezTo>
                    <a:pt x="26375" y="298747"/>
                    <a:pt x="26918" y="300385"/>
                    <a:pt x="26575" y="300671"/>
                  </a:cubicBezTo>
                  <a:cubicBezTo>
                    <a:pt x="26451" y="300766"/>
                    <a:pt x="25451" y="300538"/>
                    <a:pt x="25403" y="300671"/>
                  </a:cubicBezTo>
                  <a:cubicBezTo>
                    <a:pt x="23165" y="306291"/>
                    <a:pt x="21974" y="311739"/>
                    <a:pt x="19536" y="317111"/>
                  </a:cubicBezTo>
                  <a:cubicBezTo>
                    <a:pt x="19469" y="317245"/>
                    <a:pt x="18593" y="321616"/>
                    <a:pt x="18364" y="321807"/>
                  </a:cubicBezTo>
                  <a:cubicBezTo>
                    <a:pt x="17402" y="322588"/>
                    <a:pt x="17554" y="322702"/>
                    <a:pt x="17193" y="324150"/>
                  </a:cubicBezTo>
                  <a:cubicBezTo>
                    <a:pt x="17202" y="324112"/>
                    <a:pt x="16116" y="327589"/>
                    <a:pt x="16021" y="327674"/>
                  </a:cubicBezTo>
                  <a:cubicBezTo>
                    <a:pt x="15897" y="327779"/>
                    <a:pt x="14897" y="327541"/>
                    <a:pt x="14849" y="327674"/>
                  </a:cubicBezTo>
                  <a:cubicBezTo>
                    <a:pt x="14088" y="329598"/>
                    <a:pt x="14345" y="331923"/>
                    <a:pt x="13678" y="333542"/>
                  </a:cubicBezTo>
                  <a:cubicBezTo>
                    <a:pt x="13468" y="334056"/>
                    <a:pt x="12573" y="333475"/>
                    <a:pt x="12506" y="334713"/>
                  </a:cubicBezTo>
                  <a:cubicBezTo>
                    <a:pt x="12411" y="336647"/>
                    <a:pt x="10087" y="340295"/>
                    <a:pt x="8982" y="342933"/>
                  </a:cubicBezTo>
                  <a:cubicBezTo>
                    <a:pt x="7563" y="346343"/>
                    <a:pt x="5496" y="349934"/>
                    <a:pt x="4286" y="353506"/>
                  </a:cubicBezTo>
                  <a:cubicBezTo>
                    <a:pt x="3867" y="354735"/>
                    <a:pt x="3543" y="357811"/>
                    <a:pt x="3115" y="359374"/>
                  </a:cubicBezTo>
                  <a:cubicBezTo>
                    <a:pt x="3029" y="359688"/>
                    <a:pt x="2000" y="359459"/>
                    <a:pt x="1943" y="360545"/>
                  </a:cubicBezTo>
                  <a:cubicBezTo>
                    <a:pt x="1914" y="361079"/>
                    <a:pt x="1991" y="361802"/>
                    <a:pt x="2067" y="362555"/>
                  </a:cubicBezTo>
                  <a:lnTo>
                    <a:pt x="0" y="368822"/>
                  </a:lnTo>
                  <a:cubicBezTo>
                    <a:pt x="495" y="368889"/>
                    <a:pt x="991" y="368832"/>
                    <a:pt x="1505" y="368441"/>
                  </a:cubicBezTo>
                  <a:close/>
                </a:path>
              </a:pathLst>
            </a:custGeom>
            <a:solidFill>
              <a:srgbClr val="F2A122"/>
            </a:solidFill>
            <a:ln cap="flat">
              <a:noFill/>
              <a:prstDash val="solid"/>
              <a:miter lim="800000"/>
            </a:ln>
          </p:spPr>
          <p:txBody>
            <a:bodyPr vert="horz" anchor="ctr" tIns="45720" lIns="91440" bIns="45720" rIns="91440"/>
            <a:p>
              <a:pPr algn="l" marL="0"/>
            </a:p>
          </p:txBody>
        </p:sp>
        <p:sp>
          <p:nvSpPr>
            <p:cNvPr name="Freeform 106" id="106"/>
            <p:cNvSpPr/>
            <p:nvPr/>
          </p:nvSpPr>
          <p:spPr>
            <a:xfrm>
              <a:off x="9288032" y="3684099"/>
              <a:ext cx="333422" cy="136011"/>
            </a:xfrm>
            <a:custGeom>
              <a:avLst/>
              <a:gdLst/>
              <a:ahLst/>
              <a:cxnLst/>
              <a:rect r="r" b="b" t="t" l="l"/>
              <a:pathLst>
                <a:path w="333422" h="136011" stroke="true" fill="norm" extrusionOk="true">
                  <a:moveTo>
                    <a:pt x="331070" y="92285"/>
                  </a:moveTo>
                  <a:cubicBezTo>
                    <a:pt x="330527" y="91762"/>
                    <a:pt x="330365" y="90514"/>
                    <a:pt x="329898" y="89933"/>
                  </a:cubicBezTo>
                  <a:cubicBezTo>
                    <a:pt x="329575" y="89533"/>
                    <a:pt x="327955" y="90276"/>
                    <a:pt x="327555" y="89933"/>
                  </a:cubicBezTo>
                  <a:cubicBezTo>
                    <a:pt x="325869" y="88514"/>
                    <a:pt x="324946" y="84789"/>
                    <a:pt x="321678" y="85237"/>
                  </a:cubicBezTo>
                  <a:cubicBezTo>
                    <a:pt x="321783" y="81779"/>
                    <a:pt x="319326" y="81494"/>
                    <a:pt x="318154" y="80541"/>
                  </a:cubicBezTo>
                  <a:cubicBezTo>
                    <a:pt x="317754" y="80217"/>
                    <a:pt x="318488" y="78598"/>
                    <a:pt x="318154" y="78189"/>
                  </a:cubicBezTo>
                  <a:cubicBezTo>
                    <a:pt x="317468" y="77350"/>
                    <a:pt x="315887" y="78608"/>
                    <a:pt x="315802" y="77017"/>
                  </a:cubicBezTo>
                  <a:cubicBezTo>
                    <a:pt x="315725" y="75645"/>
                    <a:pt x="315211" y="76493"/>
                    <a:pt x="314630" y="75845"/>
                  </a:cubicBezTo>
                  <a:cubicBezTo>
                    <a:pt x="309925" y="70597"/>
                    <a:pt x="305048" y="66673"/>
                    <a:pt x="301714" y="60586"/>
                  </a:cubicBezTo>
                  <a:cubicBezTo>
                    <a:pt x="292180" y="57995"/>
                    <a:pt x="288998" y="49042"/>
                    <a:pt x="279407" y="46499"/>
                  </a:cubicBezTo>
                  <a:cubicBezTo>
                    <a:pt x="278482" y="43441"/>
                    <a:pt x="278082" y="43965"/>
                    <a:pt x="275882" y="42975"/>
                  </a:cubicBezTo>
                  <a:cubicBezTo>
                    <a:pt x="275520" y="42813"/>
                    <a:pt x="275111" y="40917"/>
                    <a:pt x="274711" y="40622"/>
                  </a:cubicBezTo>
                  <a:cubicBezTo>
                    <a:pt x="273796" y="39965"/>
                    <a:pt x="271996" y="39917"/>
                    <a:pt x="271186" y="39450"/>
                  </a:cubicBezTo>
                  <a:cubicBezTo>
                    <a:pt x="268777" y="38060"/>
                    <a:pt x="267205" y="36945"/>
                    <a:pt x="265319" y="35926"/>
                  </a:cubicBezTo>
                  <a:cubicBezTo>
                    <a:pt x="259499" y="32783"/>
                    <a:pt x="253765" y="29030"/>
                    <a:pt x="250060" y="24191"/>
                  </a:cubicBezTo>
                  <a:cubicBezTo>
                    <a:pt x="246688" y="23944"/>
                    <a:pt x="246374" y="24001"/>
                    <a:pt x="244193" y="23020"/>
                  </a:cubicBezTo>
                  <a:cubicBezTo>
                    <a:pt x="243783" y="22839"/>
                    <a:pt x="243488" y="20953"/>
                    <a:pt x="243021" y="20667"/>
                  </a:cubicBezTo>
                  <a:cubicBezTo>
                    <a:pt x="242440" y="20324"/>
                    <a:pt x="241297" y="20953"/>
                    <a:pt x="240668" y="20667"/>
                  </a:cubicBezTo>
                  <a:cubicBezTo>
                    <a:pt x="240287" y="20496"/>
                    <a:pt x="239935" y="18610"/>
                    <a:pt x="239497" y="18324"/>
                  </a:cubicBezTo>
                  <a:cubicBezTo>
                    <a:pt x="238954" y="17962"/>
                    <a:pt x="237744" y="18591"/>
                    <a:pt x="237144" y="18324"/>
                  </a:cubicBezTo>
                  <a:cubicBezTo>
                    <a:pt x="236706" y="18124"/>
                    <a:pt x="236525" y="16209"/>
                    <a:pt x="235973" y="15971"/>
                  </a:cubicBezTo>
                  <a:cubicBezTo>
                    <a:pt x="235325" y="15695"/>
                    <a:pt x="234315" y="16143"/>
                    <a:pt x="233629" y="15971"/>
                  </a:cubicBezTo>
                  <a:cubicBezTo>
                    <a:pt x="232839" y="15771"/>
                    <a:pt x="232620" y="14847"/>
                    <a:pt x="232458" y="14800"/>
                  </a:cubicBezTo>
                  <a:cubicBezTo>
                    <a:pt x="228572" y="13619"/>
                    <a:pt x="227009" y="13980"/>
                    <a:pt x="223066" y="13628"/>
                  </a:cubicBezTo>
                  <a:cubicBezTo>
                    <a:pt x="220999" y="13438"/>
                    <a:pt x="219542" y="12590"/>
                    <a:pt x="218370" y="12456"/>
                  </a:cubicBezTo>
                  <a:cubicBezTo>
                    <a:pt x="208788" y="11352"/>
                    <a:pt x="195301" y="10847"/>
                    <a:pt x="187843" y="10104"/>
                  </a:cubicBezTo>
                  <a:cubicBezTo>
                    <a:pt x="184833" y="9809"/>
                    <a:pt x="181270" y="10637"/>
                    <a:pt x="178451" y="10104"/>
                  </a:cubicBezTo>
                  <a:cubicBezTo>
                    <a:pt x="176289" y="9704"/>
                    <a:pt x="173784" y="7818"/>
                    <a:pt x="172584" y="7761"/>
                  </a:cubicBezTo>
                  <a:cubicBezTo>
                    <a:pt x="171450" y="7694"/>
                    <a:pt x="171783" y="6703"/>
                    <a:pt x="171412" y="6589"/>
                  </a:cubicBezTo>
                  <a:cubicBezTo>
                    <a:pt x="168012" y="5541"/>
                    <a:pt x="164259" y="6075"/>
                    <a:pt x="160849" y="5418"/>
                  </a:cubicBezTo>
                  <a:cubicBezTo>
                    <a:pt x="152924" y="3893"/>
                    <a:pt x="143913" y="1350"/>
                    <a:pt x="135798" y="1865"/>
                  </a:cubicBezTo>
                  <a:cubicBezTo>
                    <a:pt x="135541" y="1884"/>
                    <a:pt x="135274" y="1874"/>
                    <a:pt x="135017" y="1903"/>
                  </a:cubicBezTo>
                  <a:cubicBezTo>
                    <a:pt x="133322" y="2055"/>
                    <a:pt x="131007" y="3131"/>
                    <a:pt x="130321" y="3074"/>
                  </a:cubicBezTo>
                  <a:cubicBezTo>
                    <a:pt x="130321" y="3074"/>
                    <a:pt x="129340" y="817"/>
                    <a:pt x="129150" y="722"/>
                  </a:cubicBezTo>
                  <a:cubicBezTo>
                    <a:pt x="126092" y="-802"/>
                    <a:pt x="119177" y="531"/>
                    <a:pt x="116234" y="722"/>
                  </a:cubicBezTo>
                  <a:cubicBezTo>
                    <a:pt x="113652" y="893"/>
                    <a:pt x="110890" y="2731"/>
                    <a:pt x="108014" y="3074"/>
                  </a:cubicBezTo>
                  <a:cubicBezTo>
                    <a:pt x="103346" y="3617"/>
                    <a:pt x="101394" y="3608"/>
                    <a:pt x="99794" y="4246"/>
                  </a:cubicBezTo>
                  <a:cubicBezTo>
                    <a:pt x="99508" y="4360"/>
                    <a:pt x="98936" y="4227"/>
                    <a:pt x="98622" y="4246"/>
                  </a:cubicBezTo>
                  <a:cubicBezTo>
                    <a:pt x="98232" y="4274"/>
                    <a:pt x="98050" y="4398"/>
                    <a:pt x="97917" y="4551"/>
                  </a:cubicBezTo>
                  <a:lnTo>
                    <a:pt x="73276" y="15285"/>
                  </a:lnTo>
                  <a:cubicBezTo>
                    <a:pt x="72600" y="15924"/>
                    <a:pt x="72323" y="16771"/>
                    <a:pt x="71609" y="17152"/>
                  </a:cubicBezTo>
                  <a:cubicBezTo>
                    <a:pt x="69828" y="18095"/>
                    <a:pt x="67961" y="18448"/>
                    <a:pt x="65742" y="19495"/>
                  </a:cubicBezTo>
                  <a:cubicBezTo>
                    <a:pt x="64780" y="19953"/>
                    <a:pt x="63656" y="20658"/>
                    <a:pt x="62494" y="21181"/>
                  </a:cubicBezTo>
                  <a:cubicBezTo>
                    <a:pt x="62437" y="22086"/>
                    <a:pt x="61903" y="22934"/>
                    <a:pt x="60751" y="23210"/>
                  </a:cubicBezTo>
                  <a:cubicBezTo>
                    <a:pt x="57807" y="23915"/>
                    <a:pt x="54836" y="24353"/>
                    <a:pt x="52369" y="26220"/>
                  </a:cubicBezTo>
                  <a:cubicBezTo>
                    <a:pt x="51845" y="26620"/>
                    <a:pt x="51359" y="26668"/>
                    <a:pt x="50892" y="26592"/>
                  </a:cubicBezTo>
                  <a:cubicBezTo>
                    <a:pt x="50663" y="26553"/>
                    <a:pt x="50435" y="26544"/>
                    <a:pt x="50225" y="26439"/>
                  </a:cubicBezTo>
                  <a:cubicBezTo>
                    <a:pt x="50130" y="27916"/>
                    <a:pt x="49721" y="29344"/>
                    <a:pt x="46968" y="28887"/>
                  </a:cubicBezTo>
                  <a:cubicBezTo>
                    <a:pt x="46968" y="28773"/>
                    <a:pt x="46977" y="28620"/>
                    <a:pt x="46977" y="28497"/>
                  </a:cubicBezTo>
                  <a:cubicBezTo>
                    <a:pt x="45263" y="32373"/>
                    <a:pt x="42596" y="35621"/>
                    <a:pt x="39834" y="38784"/>
                  </a:cubicBezTo>
                  <a:cubicBezTo>
                    <a:pt x="39872" y="39003"/>
                    <a:pt x="39881" y="39231"/>
                    <a:pt x="39919" y="39450"/>
                  </a:cubicBezTo>
                  <a:cubicBezTo>
                    <a:pt x="35109" y="42775"/>
                    <a:pt x="31137" y="45432"/>
                    <a:pt x="28175" y="51195"/>
                  </a:cubicBezTo>
                  <a:cubicBezTo>
                    <a:pt x="27499" y="52519"/>
                    <a:pt x="27061" y="53985"/>
                    <a:pt x="25823" y="55890"/>
                  </a:cubicBezTo>
                  <a:cubicBezTo>
                    <a:pt x="25403" y="56538"/>
                    <a:pt x="24727" y="55710"/>
                    <a:pt x="24651" y="57062"/>
                  </a:cubicBezTo>
                  <a:cubicBezTo>
                    <a:pt x="24565" y="58567"/>
                    <a:pt x="22517" y="61510"/>
                    <a:pt x="21127" y="62939"/>
                  </a:cubicBezTo>
                  <a:cubicBezTo>
                    <a:pt x="20679" y="63396"/>
                    <a:pt x="20279" y="64015"/>
                    <a:pt x="19822" y="64549"/>
                  </a:cubicBezTo>
                  <a:lnTo>
                    <a:pt x="8325" y="82903"/>
                  </a:lnTo>
                  <a:lnTo>
                    <a:pt x="0" y="133386"/>
                  </a:lnTo>
                  <a:cubicBezTo>
                    <a:pt x="0" y="133386"/>
                    <a:pt x="48501" y="139177"/>
                    <a:pt x="76143" y="133557"/>
                  </a:cubicBezTo>
                  <a:cubicBezTo>
                    <a:pt x="76267" y="133538"/>
                    <a:pt x="76381" y="133510"/>
                    <a:pt x="76505" y="133481"/>
                  </a:cubicBezTo>
                  <a:cubicBezTo>
                    <a:pt x="76676" y="133443"/>
                    <a:pt x="76848" y="133415"/>
                    <a:pt x="77010" y="133386"/>
                  </a:cubicBezTo>
                  <a:lnTo>
                    <a:pt x="77019" y="133357"/>
                  </a:lnTo>
                  <a:cubicBezTo>
                    <a:pt x="80020" y="132624"/>
                    <a:pt x="82772" y="130662"/>
                    <a:pt x="85706" y="129862"/>
                  </a:cubicBezTo>
                  <a:cubicBezTo>
                    <a:pt x="88078" y="129214"/>
                    <a:pt x="90211" y="129195"/>
                    <a:pt x="92755" y="128690"/>
                  </a:cubicBezTo>
                  <a:cubicBezTo>
                    <a:pt x="93250" y="128585"/>
                    <a:pt x="92516" y="127233"/>
                    <a:pt x="93926" y="127519"/>
                  </a:cubicBezTo>
                  <a:cubicBezTo>
                    <a:pt x="94431" y="127623"/>
                    <a:pt x="93717" y="128842"/>
                    <a:pt x="95098" y="128690"/>
                  </a:cubicBezTo>
                  <a:cubicBezTo>
                    <a:pt x="96612" y="128528"/>
                    <a:pt x="96746" y="127652"/>
                    <a:pt x="98622" y="127519"/>
                  </a:cubicBezTo>
                  <a:cubicBezTo>
                    <a:pt x="104270" y="127118"/>
                    <a:pt x="109385" y="127995"/>
                    <a:pt x="115053" y="127519"/>
                  </a:cubicBezTo>
                  <a:cubicBezTo>
                    <a:pt x="119196" y="127176"/>
                    <a:pt x="128997" y="125613"/>
                    <a:pt x="130312" y="123994"/>
                  </a:cubicBezTo>
                  <a:cubicBezTo>
                    <a:pt x="130512" y="123747"/>
                    <a:pt x="132302" y="124051"/>
                    <a:pt x="132664" y="123994"/>
                  </a:cubicBezTo>
                  <a:cubicBezTo>
                    <a:pt x="136150" y="123499"/>
                    <a:pt x="137246" y="123146"/>
                    <a:pt x="138532" y="122823"/>
                  </a:cubicBezTo>
                  <a:cubicBezTo>
                    <a:pt x="139246" y="122642"/>
                    <a:pt x="140151" y="122880"/>
                    <a:pt x="140884" y="122823"/>
                  </a:cubicBezTo>
                  <a:cubicBezTo>
                    <a:pt x="150076" y="122165"/>
                    <a:pt x="155658" y="119403"/>
                    <a:pt x="163192" y="118127"/>
                  </a:cubicBezTo>
                  <a:cubicBezTo>
                    <a:pt x="170498" y="116889"/>
                    <a:pt x="179461" y="117155"/>
                    <a:pt x="185499" y="115784"/>
                  </a:cubicBezTo>
                  <a:cubicBezTo>
                    <a:pt x="187338" y="115365"/>
                    <a:pt x="189567" y="114984"/>
                    <a:pt x="191367" y="114612"/>
                  </a:cubicBezTo>
                  <a:cubicBezTo>
                    <a:pt x="202902" y="112221"/>
                    <a:pt x="213370" y="108326"/>
                    <a:pt x="224238" y="107564"/>
                  </a:cubicBezTo>
                  <a:cubicBezTo>
                    <a:pt x="227448" y="107345"/>
                    <a:pt x="230657" y="107945"/>
                    <a:pt x="233629" y="107564"/>
                  </a:cubicBezTo>
                  <a:cubicBezTo>
                    <a:pt x="234810" y="107411"/>
                    <a:pt x="234991" y="106621"/>
                    <a:pt x="235973" y="106392"/>
                  </a:cubicBezTo>
                  <a:cubicBezTo>
                    <a:pt x="237458" y="106040"/>
                    <a:pt x="239173" y="106640"/>
                    <a:pt x="240668" y="106392"/>
                  </a:cubicBezTo>
                  <a:cubicBezTo>
                    <a:pt x="241840" y="106192"/>
                    <a:pt x="242040" y="105449"/>
                    <a:pt x="243021" y="105220"/>
                  </a:cubicBezTo>
                  <a:cubicBezTo>
                    <a:pt x="245326" y="104678"/>
                    <a:pt x="246498" y="105544"/>
                    <a:pt x="247717" y="104049"/>
                  </a:cubicBezTo>
                  <a:cubicBezTo>
                    <a:pt x="247955" y="103763"/>
                    <a:pt x="249669" y="104163"/>
                    <a:pt x="250070" y="104049"/>
                  </a:cubicBezTo>
                  <a:cubicBezTo>
                    <a:pt x="253308" y="103134"/>
                    <a:pt x="255032" y="103306"/>
                    <a:pt x="258289" y="102877"/>
                  </a:cubicBezTo>
                  <a:cubicBezTo>
                    <a:pt x="264148" y="102106"/>
                    <a:pt x="271682" y="101353"/>
                    <a:pt x="278244" y="100534"/>
                  </a:cubicBezTo>
                  <a:cubicBezTo>
                    <a:pt x="283359" y="99896"/>
                    <a:pt x="288370" y="98515"/>
                    <a:pt x="293504" y="98181"/>
                  </a:cubicBezTo>
                  <a:cubicBezTo>
                    <a:pt x="298199" y="97886"/>
                    <a:pt x="302838" y="98410"/>
                    <a:pt x="307591" y="98181"/>
                  </a:cubicBezTo>
                  <a:cubicBezTo>
                    <a:pt x="309972" y="98067"/>
                    <a:pt x="311896" y="97105"/>
                    <a:pt x="314630" y="97010"/>
                  </a:cubicBezTo>
                  <a:cubicBezTo>
                    <a:pt x="316192" y="96953"/>
                    <a:pt x="317764" y="97019"/>
                    <a:pt x="319326" y="97010"/>
                  </a:cubicBezTo>
                  <a:cubicBezTo>
                    <a:pt x="323869" y="96972"/>
                    <a:pt x="332156" y="101039"/>
                    <a:pt x="333423" y="94657"/>
                  </a:cubicBezTo>
                  <a:cubicBezTo>
                    <a:pt x="333023" y="93476"/>
                    <a:pt x="331861" y="93048"/>
                    <a:pt x="331070" y="9228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07" id="107"/>
            <p:cNvSpPr/>
            <p:nvPr/>
          </p:nvSpPr>
          <p:spPr>
            <a:xfrm>
              <a:off x="9224129" y="3411034"/>
              <a:ext cx="72388" cy="175868"/>
            </a:xfrm>
            <a:custGeom>
              <a:avLst/>
              <a:gdLst/>
              <a:ahLst/>
              <a:cxnLst/>
              <a:rect r="r" b="b" t="t" l="l"/>
              <a:pathLst>
                <a:path w="72388" h="175868" stroke="true" fill="norm" extrusionOk="true">
                  <a:moveTo>
                    <a:pt x="1019" y="174688"/>
                  </a:moveTo>
                  <a:cubicBezTo>
                    <a:pt x="2153" y="174097"/>
                    <a:pt x="3181" y="173278"/>
                    <a:pt x="4029" y="172059"/>
                  </a:cubicBezTo>
                  <a:cubicBezTo>
                    <a:pt x="5544" y="169878"/>
                    <a:pt x="6087" y="166858"/>
                    <a:pt x="8001" y="164982"/>
                  </a:cubicBezTo>
                  <a:cubicBezTo>
                    <a:pt x="8725" y="164277"/>
                    <a:pt x="8820" y="163458"/>
                    <a:pt x="8601" y="162724"/>
                  </a:cubicBezTo>
                  <a:cubicBezTo>
                    <a:pt x="12040" y="156581"/>
                    <a:pt x="16716" y="151656"/>
                    <a:pt x="19269" y="144627"/>
                  </a:cubicBezTo>
                  <a:cubicBezTo>
                    <a:pt x="22222" y="142188"/>
                    <a:pt x="25432" y="140007"/>
                    <a:pt x="27965" y="137150"/>
                  </a:cubicBezTo>
                  <a:cubicBezTo>
                    <a:pt x="28356" y="137055"/>
                    <a:pt x="28737" y="136893"/>
                    <a:pt x="29089" y="136540"/>
                  </a:cubicBezTo>
                  <a:cubicBezTo>
                    <a:pt x="31690" y="133997"/>
                    <a:pt x="34595" y="131959"/>
                    <a:pt x="37767" y="130197"/>
                  </a:cubicBezTo>
                  <a:cubicBezTo>
                    <a:pt x="38881" y="129577"/>
                    <a:pt x="39119" y="128530"/>
                    <a:pt x="38853" y="127587"/>
                  </a:cubicBezTo>
                  <a:cubicBezTo>
                    <a:pt x="41977" y="124901"/>
                    <a:pt x="45425" y="122605"/>
                    <a:pt x="48616" y="119967"/>
                  </a:cubicBezTo>
                  <a:cubicBezTo>
                    <a:pt x="52435" y="116795"/>
                    <a:pt x="55636" y="112661"/>
                    <a:pt x="60350" y="110565"/>
                  </a:cubicBezTo>
                  <a:cubicBezTo>
                    <a:pt x="60179" y="110194"/>
                    <a:pt x="60065" y="109823"/>
                    <a:pt x="59922" y="109451"/>
                  </a:cubicBezTo>
                  <a:cubicBezTo>
                    <a:pt x="61236" y="108441"/>
                    <a:pt x="62512" y="107384"/>
                    <a:pt x="63837" y="106365"/>
                  </a:cubicBezTo>
                  <a:lnTo>
                    <a:pt x="66494" y="99040"/>
                  </a:lnTo>
                  <a:cubicBezTo>
                    <a:pt x="66504" y="94078"/>
                    <a:pt x="65103" y="88220"/>
                    <a:pt x="66180" y="82743"/>
                  </a:cubicBezTo>
                  <a:cubicBezTo>
                    <a:pt x="65503" y="81867"/>
                    <a:pt x="65303" y="80609"/>
                    <a:pt x="66294" y="79581"/>
                  </a:cubicBezTo>
                  <a:cubicBezTo>
                    <a:pt x="68761" y="76990"/>
                    <a:pt x="66913" y="72789"/>
                    <a:pt x="66351" y="69303"/>
                  </a:cubicBezTo>
                  <a:cubicBezTo>
                    <a:pt x="66294" y="69360"/>
                    <a:pt x="66275" y="69427"/>
                    <a:pt x="66218" y="69484"/>
                  </a:cubicBezTo>
                  <a:cubicBezTo>
                    <a:pt x="66227" y="69084"/>
                    <a:pt x="66237" y="68703"/>
                    <a:pt x="66237" y="68313"/>
                  </a:cubicBezTo>
                  <a:cubicBezTo>
                    <a:pt x="66218" y="68055"/>
                    <a:pt x="66180" y="67798"/>
                    <a:pt x="66189" y="67551"/>
                  </a:cubicBezTo>
                  <a:cubicBezTo>
                    <a:pt x="66189" y="67417"/>
                    <a:pt x="66246" y="67331"/>
                    <a:pt x="66265" y="67208"/>
                  </a:cubicBezTo>
                  <a:cubicBezTo>
                    <a:pt x="66532" y="54758"/>
                    <a:pt x="66380" y="42748"/>
                    <a:pt x="67399" y="30736"/>
                  </a:cubicBezTo>
                  <a:cubicBezTo>
                    <a:pt x="68085" y="22631"/>
                    <a:pt x="70790" y="11325"/>
                    <a:pt x="72095" y="6076"/>
                  </a:cubicBezTo>
                  <a:cubicBezTo>
                    <a:pt x="72752" y="3438"/>
                    <a:pt x="72447" y="199"/>
                    <a:pt x="69742" y="1380"/>
                  </a:cubicBezTo>
                  <a:cubicBezTo>
                    <a:pt x="68580" y="-2296"/>
                    <a:pt x="66246" y="2533"/>
                    <a:pt x="66218" y="2552"/>
                  </a:cubicBezTo>
                  <a:cubicBezTo>
                    <a:pt x="64665" y="3752"/>
                    <a:pt x="63703" y="4847"/>
                    <a:pt x="62694" y="6076"/>
                  </a:cubicBezTo>
                  <a:cubicBezTo>
                    <a:pt x="60493" y="8772"/>
                    <a:pt x="58531" y="12344"/>
                    <a:pt x="56826" y="15468"/>
                  </a:cubicBezTo>
                  <a:cubicBezTo>
                    <a:pt x="55893" y="17173"/>
                    <a:pt x="54540" y="20230"/>
                    <a:pt x="54483" y="21335"/>
                  </a:cubicBezTo>
                  <a:cubicBezTo>
                    <a:pt x="54407" y="22697"/>
                    <a:pt x="53730" y="21859"/>
                    <a:pt x="53311" y="22507"/>
                  </a:cubicBezTo>
                  <a:cubicBezTo>
                    <a:pt x="51673" y="25031"/>
                    <a:pt x="51568" y="25755"/>
                    <a:pt x="49787" y="27203"/>
                  </a:cubicBezTo>
                  <a:cubicBezTo>
                    <a:pt x="49397" y="27517"/>
                    <a:pt x="50082" y="29127"/>
                    <a:pt x="49787" y="29546"/>
                  </a:cubicBezTo>
                  <a:cubicBezTo>
                    <a:pt x="49663" y="29736"/>
                    <a:pt x="48787" y="29393"/>
                    <a:pt x="48616" y="29546"/>
                  </a:cubicBezTo>
                  <a:cubicBezTo>
                    <a:pt x="47282" y="30632"/>
                    <a:pt x="48378" y="33908"/>
                    <a:pt x="45853" y="33299"/>
                  </a:cubicBezTo>
                  <a:cubicBezTo>
                    <a:pt x="44453" y="34918"/>
                    <a:pt x="42501" y="36994"/>
                    <a:pt x="42348" y="39099"/>
                  </a:cubicBezTo>
                  <a:cubicBezTo>
                    <a:pt x="42253" y="40442"/>
                    <a:pt x="41291" y="41166"/>
                    <a:pt x="40243" y="41366"/>
                  </a:cubicBezTo>
                  <a:cubicBezTo>
                    <a:pt x="40167" y="42509"/>
                    <a:pt x="39891" y="43652"/>
                    <a:pt x="39224" y="44805"/>
                  </a:cubicBezTo>
                  <a:cubicBezTo>
                    <a:pt x="38662" y="45776"/>
                    <a:pt x="37700" y="46243"/>
                    <a:pt x="37119" y="46929"/>
                  </a:cubicBezTo>
                  <a:cubicBezTo>
                    <a:pt x="37233" y="47329"/>
                    <a:pt x="37271" y="47777"/>
                    <a:pt x="37062" y="48310"/>
                  </a:cubicBezTo>
                  <a:cubicBezTo>
                    <a:pt x="34690" y="54416"/>
                    <a:pt x="33138" y="60978"/>
                    <a:pt x="28432" y="65684"/>
                  </a:cubicBezTo>
                  <a:cubicBezTo>
                    <a:pt x="28518" y="65760"/>
                    <a:pt x="28565" y="65874"/>
                    <a:pt x="28661" y="65941"/>
                  </a:cubicBezTo>
                  <a:cubicBezTo>
                    <a:pt x="27184" y="70122"/>
                    <a:pt x="24517" y="73856"/>
                    <a:pt x="22793" y="77685"/>
                  </a:cubicBezTo>
                  <a:cubicBezTo>
                    <a:pt x="22508" y="78314"/>
                    <a:pt x="22965" y="79343"/>
                    <a:pt x="22793" y="80028"/>
                  </a:cubicBezTo>
                  <a:cubicBezTo>
                    <a:pt x="22441" y="81429"/>
                    <a:pt x="21088" y="82171"/>
                    <a:pt x="20450" y="83553"/>
                  </a:cubicBezTo>
                  <a:cubicBezTo>
                    <a:pt x="19641" y="85286"/>
                    <a:pt x="18840" y="87667"/>
                    <a:pt x="18097" y="89420"/>
                  </a:cubicBezTo>
                  <a:cubicBezTo>
                    <a:pt x="17821" y="90077"/>
                    <a:pt x="15773" y="91620"/>
                    <a:pt x="15754" y="91763"/>
                  </a:cubicBezTo>
                  <a:cubicBezTo>
                    <a:pt x="15592" y="92611"/>
                    <a:pt x="17316" y="93049"/>
                    <a:pt x="16926" y="94116"/>
                  </a:cubicBezTo>
                  <a:cubicBezTo>
                    <a:pt x="16811" y="94411"/>
                    <a:pt x="15983" y="94392"/>
                    <a:pt x="15754" y="95287"/>
                  </a:cubicBezTo>
                  <a:cubicBezTo>
                    <a:pt x="15592" y="95897"/>
                    <a:pt x="16069" y="97107"/>
                    <a:pt x="15754" y="97640"/>
                  </a:cubicBezTo>
                  <a:cubicBezTo>
                    <a:pt x="15535" y="98002"/>
                    <a:pt x="13497" y="98526"/>
                    <a:pt x="13402" y="98812"/>
                  </a:cubicBezTo>
                  <a:cubicBezTo>
                    <a:pt x="12668" y="101002"/>
                    <a:pt x="12954" y="103441"/>
                    <a:pt x="12230" y="105860"/>
                  </a:cubicBezTo>
                  <a:cubicBezTo>
                    <a:pt x="10897" y="110289"/>
                    <a:pt x="8029" y="114185"/>
                    <a:pt x="9887" y="119948"/>
                  </a:cubicBezTo>
                  <a:cubicBezTo>
                    <a:pt x="6782" y="120367"/>
                    <a:pt x="8820" y="125929"/>
                    <a:pt x="6363" y="126996"/>
                  </a:cubicBezTo>
                  <a:cubicBezTo>
                    <a:pt x="7629" y="130558"/>
                    <a:pt x="6563" y="129768"/>
                    <a:pt x="6391" y="133635"/>
                  </a:cubicBezTo>
                  <a:cubicBezTo>
                    <a:pt x="6601" y="134368"/>
                    <a:pt x="6525" y="135197"/>
                    <a:pt x="5877" y="135912"/>
                  </a:cubicBezTo>
                  <a:cubicBezTo>
                    <a:pt x="2191" y="140045"/>
                    <a:pt x="1124" y="145103"/>
                    <a:pt x="28" y="150256"/>
                  </a:cubicBezTo>
                  <a:cubicBezTo>
                    <a:pt x="867" y="151209"/>
                    <a:pt x="1667" y="152199"/>
                    <a:pt x="1667" y="153990"/>
                  </a:cubicBezTo>
                  <a:cubicBezTo>
                    <a:pt x="-10" y="154333"/>
                    <a:pt x="810" y="156952"/>
                    <a:pt x="495" y="158686"/>
                  </a:cubicBezTo>
                  <a:cubicBezTo>
                    <a:pt x="-38" y="161619"/>
                    <a:pt x="28" y="165401"/>
                    <a:pt x="0" y="169439"/>
                  </a:cubicBezTo>
                  <a:cubicBezTo>
                    <a:pt x="190" y="169144"/>
                    <a:pt x="343" y="168820"/>
                    <a:pt x="495" y="168506"/>
                  </a:cubicBezTo>
                  <a:lnTo>
                    <a:pt x="419" y="168697"/>
                  </a:lnTo>
                  <a:lnTo>
                    <a:pt x="86" y="175869"/>
                  </a:lnTo>
                  <a:cubicBezTo>
                    <a:pt x="172" y="175793"/>
                    <a:pt x="276" y="175755"/>
                    <a:pt x="362" y="175659"/>
                  </a:cubicBezTo>
                  <a:cubicBezTo>
                    <a:pt x="667" y="175336"/>
                    <a:pt x="867" y="175021"/>
                    <a:pt x="1019" y="174688"/>
                  </a:cubicBezTo>
                  <a:close/>
                </a:path>
              </a:pathLst>
            </a:custGeom>
            <a:solidFill>
              <a:srgbClr val="F7DC92"/>
            </a:solidFill>
            <a:ln cap="flat">
              <a:noFill/>
              <a:prstDash val="solid"/>
              <a:miter lim="800000"/>
            </a:ln>
          </p:spPr>
          <p:txBody>
            <a:bodyPr vert="horz" anchor="ctr" tIns="45720" lIns="91440" bIns="45720" rIns="91440"/>
            <a:p>
              <a:pPr algn="l" marL="0"/>
            </a:p>
          </p:txBody>
        </p:sp>
        <p:sp>
          <p:nvSpPr>
            <p:cNvPr name="Freeform 108" id="108"/>
            <p:cNvSpPr/>
            <p:nvPr/>
          </p:nvSpPr>
          <p:spPr>
            <a:xfrm>
              <a:off x="9284813" y="3463846"/>
              <a:ext cx="484517" cy="194094"/>
            </a:xfrm>
            <a:custGeom>
              <a:avLst/>
              <a:gdLst/>
              <a:ahLst/>
              <a:cxnLst/>
              <a:rect r="r" b="b" t="t" l="l"/>
              <a:pathLst>
                <a:path w="484517" h="194094" stroke="true" fill="norm" extrusionOk="true">
                  <a:moveTo>
                    <a:pt x="478698" y="88291"/>
                  </a:moveTo>
                  <a:cubicBezTo>
                    <a:pt x="477793" y="87643"/>
                    <a:pt x="476069" y="87881"/>
                    <a:pt x="475174" y="87119"/>
                  </a:cubicBezTo>
                  <a:cubicBezTo>
                    <a:pt x="471887" y="84309"/>
                    <a:pt x="469059" y="80499"/>
                    <a:pt x="465782" y="77727"/>
                  </a:cubicBezTo>
                  <a:cubicBezTo>
                    <a:pt x="464915" y="77004"/>
                    <a:pt x="463087" y="77185"/>
                    <a:pt x="462258" y="76556"/>
                  </a:cubicBezTo>
                  <a:cubicBezTo>
                    <a:pt x="461553" y="76013"/>
                    <a:pt x="460667" y="74870"/>
                    <a:pt x="459905" y="74213"/>
                  </a:cubicBezTo>
                  <a:cubicBezTo>
                    <a:pt x="458019" y="72584"/>
                    <a:pt x="456829" y="70841"/>
                    <a:pt x="455209" y="69517"/>
                  </a:cubicBezTo>
                  <a:cubicBezTo>
                    <a:pt x="452171" y="67021"/>
                    <a:pt x="449561" y="65174"/>
                    <a:pt x="446989" y="63650"/>
                  </a:cubicBezTo>
                  <a:cubicBezTo>
                    <a:pt x="446684" y="63469"/>
                    <a:pt x="446370" y="62830"/>
                    <a:pt x="445818" y="62478"/>
                  </a:cubicBezTo>
                  <a:cubicBezTo>
                    <a:pt x="444970" y="61935"/>
                    <a:pt x="444237" y="61868"/>
                    <a:pt x="443474" y="61306"/>
                  </a:cubicBezTo>
                  <a:cubicBezTo>
                    <a:pt x="441655" y="59954"/>
                    <a:pt x="440493" y="57849"/>
                    <a:pt x="438779" y="56611"/>
                  </a:cubicBezTo>
                  <a:cubicBezTo>
                    <a:pt x="435845" y="54496"/>
                    <a:pt x="431816" y="53315"/>
                    <a:pt x="429387" y="51915"/>
                  </a:cubicBezTo>
                  <a:cubicBezTo>
                    <a:pt x="427015" y="50543"/>
                    <a:pt x="425272" y="49486"/>
                    <a:pt x="423520" y="48391"/>
                  </a:cubicBezTo>
                  <a:cubicBezTo>
                    <a:pt x="422815" y="47952"/>
                    <a:pt x="421977" y="46495"/>
                    <a:pt x="421167" y="46047"/>
                  </a:cubicBezTo>
                  <a:cubicBezTo>
                    <a:pt x="419948" y="45362"/>
                    <a:pt x="418643" y="45447"/>
                    <a:pt x="417643" y="44876"/>
                  </a:cubicBezTo>
                  <a:cubicBezTo>
                    <a:pt x="415299" y="43523"/>
                    <a:pt x="415185" y="43085"/>
                    <a:pt x="412947" y="42523"/>
                  </a:cubicBezTo>
                  <a:cubicBezTo>
                    <a:pt x="412004" y="42285"/>
                    <a:pt x="412118" y="41485"/>
                    <a:pt x="411775" y="41351"/>
                  </a:cubicBezTo>
                  <a:cubicBezTo>
                    <a:pt x="408537" y="40075"/>
                    <a:pt x="407098" y="40190"/>
                    <a:pt x="404736" y="38999"/>
                  </a:cubicBezTo>
                  <a:cubicBezTo>
                    <a:pt x="401355" y="37313"/>
                    <a:pt x="398354" y="34398"/>
                    <a:pt x="394173" y="34303"/>
                  </a:cubicBezTo>
                  <a:cubicBezTo>
                    <a:pt x="391420" y="31579"/>
                    <a:pt x="388782" y="28731"/>
                    <a:pt x="385953" y="26083"/>
                  </a:cubicBezTo>
                  <a:cubicBezTo>
                    <a:pt x="380781" y="25540"/>
                    <a:pt x="375876" y="23187"/>
                    <a:pt x="370694" y="21387"/>
                  </a:cubicBezTo>
                  <a:cubicBezTo>
                    <a:pt x="368303" y="20558"/>
                    <a:pt x="365817" y="19882"/>
                    <a:pt x="363646" y="19034"/>
                  </a:cubicBezTo>
                  <a:cubicBezTo>
                    <a:pt x="361674" y="18263"/>
                    <a:pt x="358835" y="16748"/>
                    <a:pt x="357778" y="16691"/>
                  </a:cubicBezTo>
                  <a:cubicBezTo>
                    <a:pt x="356626" y="16625"/>
                    <a:pt x="357006" y="15644"/>
                    <a:pt x="356606" y="15520"/>
                  </a:cubicBezTo>
                  <a:cubicBezTo>
                    <a:pt x="353558" y="14529"/>
                    <a:pt x="349110" y="15443"/>
                    <a:pt x="346043" y="14348"/>
                  </a:cubicBezTo>
                  <a:cubicBezTo>
                    <a:pt x="345919" y="14301"/>
                    <a:pt x="346138" y="13291"/>
                    <a:pt x="346043" y="13177"/>
                  </a:cubicBezTo>
                  <a:cubicBezTo>
                    <a:pt x="345700" y="12767"/>
                    <a:pt x="342938" y="12291"/>
                    <a:pt x="342519" y="12005"/>
                  </a:cubicBezTo>
                  <a:cubicBezTo>
                    <a:pt x="339262" y="9833"/>
                    <a:pt x="333099" y="10119"/>
                    <a:pt x="329603" y="9652"/>
                  </a:cubicBezTo>
                  <a:cubicBezTo>
                    <a:pt x="324193" y="8938"/>
                    <a:pt x="316154" y="7176"/>
                    <a:pt x="311991" y="6128"/>
                  </a:cubicBezTo>
                  <a:cubicBezTo>
                    <a:pt x="311420" y="5985"/>
                    <a:pt x="310677" y="4928"/>
                    <a:pt x="310810" y="4956"/>
                  </a:cubicBezTo>
                  <a:cubicBezTo>
                    <a:pt x="306534" y="4166"/>
                    <a:pt x="301352" y="4566"/>
                    <a:pt x="296723" y="3785"/>
                  </a:cubicBezTo>
                  <a:cubicBezTo>
                    <a:pt x="291322" y="2870"/>
                    <a:pt x="286321" y="756"/>
                    <a:pt x="281464" y="261"/>
                  </a:cubicBezTo>
                  <a:cubicBezTo>
                    <a:pt x="273606" y="-539"/>
                    <a:pt x="263109" y="689"/>
                    <a:pt x="259156" y="1432"/>
                  </a:cubicBezTo>
                  <a:cubicBezTo>
                    <a:pt x="258061" y="1642"/>
                    <a:pt x="256756" y="1375"/>
                    <a:pt x="255632" y="1432"/>
                  </a:cubicBezTo>
                  <a:cubicBezTo>
                    <a:pt x="254651" y="1489"/>
                    <a:pt x="254641" y="2566"/>
                    <a:pt x="254460" y="2604"/>
                  </a:cubicBezTo>
                  <a:cubicBezTo>
                    <a:pt x="251727" y="3166"/>
                    <a:pt x="248021" y="3156"/>
                    <a:pt x="245069" y="3775"/>
                  </a:cubicBezTo>
                  <a:cubicBezTo>
                    <a:pt x="242697" y="4271"/>
                    <a:pt x="239744" y="5557"/>
                    <a:pt x="236849" y="6119"/>
                  </a:cubicBezTo>
                  <a:cubicBezTo>
                    <a:pt x="234725" y="6538"/>
                    <a:pt x="231495" y="7890"/>
                    <a:pt x="229000" y="7033"/>
                  </a:cubicBezTo>
                  <a:cubicBezTo>
                    <a:pt x="226838" y="7938"/>
                    <a:pt x="224666" y="8405"/>
                    <a:pt x="222361" y="8557"/>
                  </a:cubicBezTo>
                  <a:cubicBezTo>
                    <a:pt x="219037" y="9433"/>
                    <a:pt x="215817" y="9852"/>
                    <a:pt x="212189" y="10814"/>
                  </a:cubicBezTo>
                  <a:cubicBezTo>
                    <a:pt x="209874" y="11433"/>
                    <a:pt x="206492" y="12148"/>
                    <a:pt x="203968" y="13167"/>
                  </a:cubicBezTo>
                  <a:cubicBezTo>
                    <a:pt x="203454" y="13377"/>
                    <a:pt x="202740" y="14348"/>
                    <a:pt x="202797" y="14339"/>
                  </a:cubicBezTo>
                  <a:cubicBezTo>
                    <a:pt x="197825" y="15520"/>
                    <a:pt x="191814" y="14386"/>
                    <a:pt x="187528" y="16682"/>
                  </a:cubicBezTo>
                  <a:cubicBezTo>
                    <a:pt x="186966" y="16987"/>
                    <a:pt x="185614" y="18882"/>
                    <a:pt x="185176" y="19025"/>
                  </a:cubicBezTo>
                  <a:cubicBezTo>
                    <a:pt x="183823" y="19473"/>
                    <a:pt x="181908" y="18834"/>
                    <a:pt x="180480" y="19025"/>
                  </a:cubicBezTo>
                  <a:cubicBezTo>
                    <a:pt x="177232" y="19454"/>
                    <a:pt x="174127" y="21797"/>
                    <a:pt x="169916" y="20196"/>
                  </a:cubicBezTo>
                  <a:cubicBezTo>
                    <a:pt x="166792" y="19187"/>
                    <a:pt x="167821" y="22406"/>
                    <a:pt x="165221" y="22549"/>
                  </a:cubicBezTo>
                  <a:cubicBezTo>
                    <a:pt x="163706" y="22625"/>
                    <a:pt x="163744" y="24483"/>
                    <a:pt x="162868" y="24902"/>
                  </a:cubicBezTo>
                  <a:cubicBezTo>
                    <a:pt x="160906" y="25826"/>
                    <a:pt x="158077" y="24387"/>
                    <a:pt x="155820" y="26073"/>
                  </a:cubicBezTo>
                  <a:cubicBezTo>
                    <a:pt x="155410" y="26388"/>
                    <a:pt x="155029" y="28245"/>
                    <a:pt x="154648" y="28417"/>
                  </a:cubicBezTo>
                  <a:cubicBezTo>
                    <a:pt x="152981" y="29217"/>
                    <a:pt x="150476" y="28778"/>
                    <a:pt x="148780" y="29588"/>
                  </a:cubicBezTo>
                  <a:cubicBezTo>
                    <a:pt x="148809" y="29579"/>
                    <a:pt x="147876" y="30588"/>
                    <a:pt x="147609" y="30760"/>
                  </a:cubicBezTo>
                  <a:cubicBezTo>
                    <a:pt x="146333" y="31607"/>
                    <a:pt x="145532" y="32427"/>
                    <a:pt x="144085" y="33112"/>
                  </a:cubicBezTo>
                  <a:cubicBezTo>
                    <a:pt x="143123" y="33560"/>
                    <a:pt x="141522" y="32655"/>
                    <a:pt x="140560" y="33112"/>
                  </a:cubicBezTo>
                  <a:cubicBezTo>
                    <a:pt x="139960" y="33398"/>
                    <a:pt x="139884" y="35189"/>
                    <a:pt x="139389" y="35456"/>
                  </a:cubicBezTo>
                  <a:cubicBezTo>
                    <a:pt x="136322" y="37122"/>
                    <a:pt x="133083" y="38532"/>
                    <a:pt x="129997" y="40151"/>
                  </a:cubicBezTo>
                  <a:cubicBezTo>
                    <a:pt x="127540" y="41609"/>
                    <a:pt x="125578" y="43571"/>
                    <a:pt x="124130" y="46019"/>
                  </a:cubicBezTo>
                  <a:cubicBezTo>
                    <a:pt x="122434" y="46705"/>
                    <a:pt x="121110" y="46362"/>
                    <a:pt x="119434" y="47190"/>
                  </a:cubicBezTo>
                  <a:cubicBezTo>
                    <a:pt x="118386" y="47714"/>
                    <a:pt x="117805" y="49181"/>
                    <a:pt x="117081" y="49533"/>
                  </a:cubicBezTo>
                  <a:cubicBezTo>
                    <a:pt x="115062" y="50543"/>
                    <a:pt x="111947" y="50705"/>
                    <a:pt x="110042" y="51886"/>
                  </a:cubicBezTo>
                  <a:cubicBezTo>
                    <a:pt x="109023" y="52515"/>
                    <a:pt x="108652" y="54734"/>
                    <a:pt x="107690" y="55410"/>
                  </a:cubicBezTo>
                  <a:cubicBezTo>
                    <a:pt x="106575" y="56191"/>
                    <a:pt x="105213" y="55877"/>
                    <a:pt x="104165" y="56582"/>
                  </a:cubicBezTo>
                  <a:cubicBezTo>
                    <a:pt x="102679" y="57592"/>
                    <a:pt x="101403" y="59287"/>
                    <a:pt x="99613" y="59859"/>
                  </a:cubicBezTo>
                  <a:cubicBezTo>
                    <a:pt x="98850" y="60744"/>
                    <a:pt x="97936" y="61335"/>
                    <a:pt x="96898" y="61792"/>
                  </a:cubicBezTo>
                  <a:cubicBezTo>
                    <a:pt x="96984" y="61983"/>
                    <a:pt x="97088" y="62126"/>
                    <a:pt x="97117" y="62449"/>
                  </a:cubicBezTo>
                  <a:cubicBezTo>
                    <a:pt x="94736" y="61687"/>
                    <a:pt x="94593" y="64278"/>
                    <a:pt x="93593" y="64793"/>
                  </a:cubicBezTo>
                  <a:cubicBezTo>
                    <a:pt x="92669" y="65278"/>
                    <a:pt x="91021" y="64345"/>
                    <a:pt x="90068" y="64793"/>
                  </a:cubicBezTo>
                  <a:cubicBezTo>
                    <a:pt x="89659" y="64993"/>
                    <a:pt x="89363" y="66840"/>
                    <a:pt x="88897" y="67145"/>
                  </a:cubicBezTo>
                  <a:cubicBezTo>
                    <a:pt x="87087" y="68298"/>
                    <a:pt x="85982" y="68298"/>
                    <a:pt x="84201" y="69488"/>
                  </a:cubicBezTo>
                  <a:cubicBezTo>
                    <a:pt x="82934" y="70336"/>
                    <a:pt x="82029" y="72003"/>
                    <a:pt x="80677" y="73013"/>
                  </a:cubicBezTo>
                  <a:cubicBezTo>
                    <a:pt x="80486" y="73146"/>
                    <a:pt x="80829" y="73994"/>
                    <a:pt x="80677" y="74184"/>
                  </a:cubicBezTo>
                  <a:cubicBezTo>
                    <a:pt x="80410" y="74508"/>
                    <a:pt x="78743" y="74013"/>
                    <a:pt x="78324" y="74184"/>
                  </a:cubicBezTo>
                  <a:cubicBezTo>
                    <a:pt x="75886" y="75156"/>
                    <a:pt x="75714" y="77594"/>
                    <a:pt x="73628" y="77699"/>
                  </a:cubicBezTo>
                  <a:cubicBezTo>
                    <a:pt x="71476" y="77813"/>
                    <a:pt x="70904" y="80252"/>
                    <a:pt x="70104" y="81223"/>
                  </a:cubicBezTo>
                  <a:cubicBezTo>
                    <a:pt x="69818" y="81576"/>
                    <a:pt x="68180" y="81004"/>
                    <a:pt x="67751" y="81223"/>
                  </a:cubicBezTo>
                  <a:cubicBezTo>
                    <a:pt x="67599" y="81299"/>
                    <a:pt x="67875" y="82252"/>
                    <a:pt x="67751" y="82395"/>
                  </a:cubicBezTo>
                  <a:cubicBezTo>
                    <a:pt x="67494" y="82719"/>
                    <a:pt x="65818" y="82223"/>
                    <a:pt x="65408" y="82395"/>
                  </a:cubicBezTo>
                  <a:cubicBezTo>
                    <a:pt x="63217" y="83271"/>
                    <a:pt x="62913" y="85424"/>
                    <a:pt x="61884" y="85919"/>
                  </a:cubicBezTo>
                  <a:cubicBezTo>
                    <a:pt x="60979" y="86348"/>
                    <a:pt x="59198" y="85386"/>
                    <a:pt x="58360" y="85919"/>
                  </a:cubicBezTo>
                  <a:cubicBezTo>
                    <a:pt x="57045" y="86757"/>
                    <a:pt x="55969" y="88624"/>
                    <a:pt x="54835" y="89443"/>
                  </a:cubicBezTo>
                  <a:cubicBezTo>
                    <a:pt x="53530" y="90377"/>
                    <a:pt x="52607" y="92044"/>
                    <a:pt x="51311" y="92967"/>
                  </a:cubicBezTo>
                  <a:cubicBezTo>
                    <a:pt x="49825" y="94025"/>
                    <a:pt x="47920" y="94320"/>
                    <a:pt x="46615" y="95311"/>
                  </a:cubicBezTo>
                  <a:cubicBezTo>
                    <a:pt x="43034" y="98035"/>
                    <a:pt x="39986" y="101245"/>
                    <a:pt x="36404" y="103788"/>
                  </a:cubicBezTo>
                  <a:lnTo>
                    <a:pt x="30890" y="105483"/>
                  </a:lnTo>
                  <a:cubicBezTo>
                    <a:pt x="30651" y="106007"/>
                    <a:pt x="30432" y="106531"/>
                    <a:pt x="30175" y="107045"/>
                  </a:cubicBezTo>
                  <a:cubicBezTo>
                    <a:pt x="30328" y="106998"/>
                    <a:pt x="30461" y="106931"/>
                    <a:pt x="30604" y="106874"/>
                  </a:cubicBezTo>
                  <a:cubicBezTo>
                    <a:pt x="29728" y="109008"/>
                    <a:pt x="28880" y="111151"/>
                    <a:pt x="28013" y="113275"/>
                  </a:cubicBezTo>
                  <a:cubicBezTo>
                    <a:pt x="26708" y="116475"/>
                    <a:pt x="25070" y="121352"/>
                    <a:pt x="21993" y="123286"/>
                  </a:cubicBezTo>
                  <a:cubicBezTo>
                    <a:pt x="20993" y="123914"/>
                    <a:pt x="20717" y="124895"/>
                    <a:pt x="20898" y="125791"/>
                  </a:cubicBezTo>
                  <a:cubicBezTo>
                    <a:pt x="20860" y="125800"/>
                    <a:pt x="20831" y="125829"/>
                    <a:pt x="20793" y="125838"/>
                  </a:cubicBezTo>
                  <a:cubicBezTo>
                    <a:pt x="19088" y="134306"/>
                    <a:pt x="14640" y="140040"/>
                    <a:pt x="12573" y="148146"/>
                  </a:cubicBezTo>
                  <a:cubicBezTo>
                    <a:pt x="8763" y="150184"/>
                    <a:pt x="15621" y="151222"/>
                    <a:pt x="13745" y="155194"/>
                  </a:cubicBezTo>
                  <a:cubicBezTo>
                    <a:pt x="10373" y="159338"/>
                    <a:pt x="7525" y="165510"/>
                    <a:pt x="7868" y="171587"/>
                  </a:cubicBezTo>
                  <a:lnTo>
                    <a:pt x="7782" y="171654"/>
                  </a:lnTo>
                  <a:cubicBezTo>
                    <a:pt x="7506" y="171692"/>
                    <a:pt x="7277" y="171863"/>
                    <a:pt x="7201" y="172082"/>
                  </a:cubicBezTo>
                  <a:cubicBezTo>
                    <a:pt x="7134" y="172282"/>
                    <a:pt x="7182" y="172501"/>
                    <a:pt x="7496" y="172654"/>
                  </a:cubicBezTo>
                  <a:cubicBezTo>
                    <a:pt x="6515" y="175035"/>
                    <a:pt x="5362" y="177340"/>
                    <a:pt x="4829" y="179912"/>
                  </a:cubicBezTo>
                  <a:cubicBezTo>
                    <a:pt x="4667" y="179902"/>
                    <a:pt x="4534" y="179845"/>
                    <a:pt x="4343" y="179855"/>
                  </a:cubicBezTo>
                  <a:cubicBezTo>
                    <a:pt x="3458" y="185169"/>
                    <a:pt x="2391" y="190284"/>
                    <a:pt x="0" y="194094"/>
                  </a:cubicBezTo>
                  <a:lnTo>
                    <a:pt x="27527" y="184722"/>
                  </a:lnTo>
                  <a:lnTo>
                    <a:pt x="80477" y="159776"/>
                  </a:lnTo>
                  <a:lnTo>
                    <a:pt x="82601" y="158795"/>
                  </a:lnTo>
                  <a:cubicBezTo>
                    <a:pt x="84496" y="157985"/>
                    <a:pt x="86630" y="157309"/>
                    <a:pt x="88868" y="157538"/>
                  </a:cubicBezTo>
                  <a:cubicBezTo>
                    <a:pt x="92230" y="156404"/>
                    <a:pt x="95793" y="155899"/>
                    <a:pt x="99060" y="154509"/>
                  </a:cubicBezTo>
                  <a:cubicBezTo>
                    <a:pt x="99165" y="154337"/>
                    <a:pt x="99270" y="154166"/>
                    <a:pt x="99441" y="154013"/>
                  </a:cubicBezTo>
                  <a:cubicBezTo>
                    <a:pt x="99698" y="154080"/>
                    <a:pt x="99946" y="154089"/>
                    <a:pt x="100184" y="154109"/>
                  </a:cubicBezTo>
                  <a:cubicBezTo>
                    <a:pt x="100689" y="153908"/>
                    <a:pt x="101155" y="153889"/>
                    <a:pt x="101603" y="153994"/>
                  </a:cubicBezTo>
                  <a:cubicBezTo>
                    <a:pt x="103346" y="153546"/>
                    <a:pt x="104718" y="152175"/>
                    <a:pt x="106489" y="151670"/>
                  </a:cubicBezTo>
                  <a:cubicBezTo>
                    <a:pt x="109195" y="150889"/>
                    <a:pt x="112395" y="151289"/>
                    <a:pt x="114710" y="150498"/>
                  </a:cubicBezTo>
                  <a:cubicBezTo>
                    <a:pt x="115148" y="150346"/>
                    <a:pt x="116253" y="148546"/>
                    <a:pt x="117053" y="148146"/>
                  </a:cubicBezTo>
                  <a:cubicBezTo>
                    <a:pt x="118729" y="147317"/>
                    <a:pt x="120053" y="147631"/>
                    <a:pt x="121748" y="146974"/>
                  </a:cubicBezTo>
                  <a:cubicBezTo>
                    <a:pt x="124406" y="145946"/>
                    <a:pt x="126882" y="144574"/>
                    <a:pt x="129969" y="143450"/>
                  </a:cubicBezTo>
                  <a:cubicBezTo>
                    <a:pt x="129654" y="143555"/>
                    <a:pt x="130330" y="144783"/>
                    <a:pt x="131140" y="144622"/>
                  </a:cubicBezTo>
                  <a:cubicBezTo>
                    <a:pt x="131007" y="144641"/>
                    <a:pt x="131845" y="143631"/>
                    <a:pt x="132312" y="143450"/>
                  </a:cubicBezTo>
                  <a:cubicBezTo>
                    <a:pt x="133055" y="143155"/>
                    <a:pt x="134036" y="142307"/>
                    <a:pt x="134664" y="142278"/>
                  </a:cubicBezTo>
                  <a:cubicBezTo>
                    <a:pt x="137808" y="142107"/>
                    <a:pt x="141303" y="137725"/>
                    <a:pt x="145228" y="138754"/>
                  </a:cubicBezTo>
                  <a:cubicBezTo>
                    <a:pt x="146704" y="139297"/>
                    <a:pt x="145885" y="136773"/>
                    <a:pt x="146399" y="136402"/>
                  </a:cubicBezTo>
                  <a:cubicBezTo>
                    <a:pt x="147333" y="135744"/>
                    <a:pt x="147542" y="137573"/>
                    <a:pt x="147571" y="137573"/>
                  </a:cubicBezTo>
                  <a:cubicBezTo>
                    <a:pt x="148857" y="137830"/>
                    <a:pt x="148295" y="136592"/>
                    <a:pt x="148742" y="136402"/>
                  </a:cubicBezTo>
                  <a:cubicBezTo>
                    <a:pt x="150676" y="135611"/>
                    <a:pt x="153524" y="134963"/>
                    <a:pt x="155781" y="134058"/>
                  </a:cubicBezTo>
                  <a:cubicBezTo>
                    <a:pt x="158591" y="132934"/>
                    <a:pt x="161468" y="131534"/>
                    <a:pt x="164402" y="130506"/>
                  </a:cubicBezTo>
                  <a:cubicBezTo>
                    <a:pt x="164640" y="129896"/>
                    <a:pt x="165125" y="129382"/>
                    <a:pt x="165945" y="129153"/>
                  </a:cubicBezTo>
                  <a:cubicBezTo>
                    <a:pt x="169812" y="128096"/>
                    <a:pt x="173612" y="126810"/>
                    <a:pt x="177403" y="125533"/>
                  </a:cubicBezTo>
                  <a:cubicBezTo>
                    <a:pt x="177565" y="125229"/>
                    <a:pt x="177775" y="124924"/>
                    <a:pt x="178089" y="124657"/>
                  </a:cubicBezTo>
                  <a:cubicBezTo>
                    <a:pt x="182575" y="123105"/>
                    <a:pt x="186366" y="120876"/>
                    <a:pt x="191005" y="118790"/>
                  </a:cubicBezTo>
                  <a:cubicBezTo>
                    <a:pt x="192338" y="118190"/>
                    <a:pt x="193500" y="118094"/>
                    <a:pt x="194529" y="117618"/>
                  </a:cubicBezTo>
                  <a:cubicBezTo>
                    <a:pt x="195129" y="117342"/>
                    <a:pt x="194500" y="116751"/>
                    <a:pt x="195701" y="116447"/>
                  </a:cubicBezTo>
                  <a:cubicBezTo>
                    <a:pt x="196387" y="116275"/>
                    <a:pt x="197415" y="116732"/>
                    <a:pt x="198053" y="116447"/>
                  </a:cubicBezTo>
                  <a:cubicBezTo>
                    <a:pt x="198634" y="116189"/>
                    <a:pt x="199682" y="114408"/>
                    <a:pt x="200396" y="114103"/>
                  </a:cubicBezTo>
                  <a:cubicBezTo>
                    <a:pt x="201044" y="113827"/>
                    <a:pt x="202054" y="114284"/>
                    <a:pt x="202749" y="114103"/>
                  </a:cubicBezTo>
                  <a:cubicBezTo>
                    <a:pt x="203768" y="113846"/>
                    <a:pt x="203483" y="113122"/>
                    <a:pt x="203921" y="112932"/>
                  </a:cubicBezTo>
                  <a:cubicBezTo>
                    <a:pt x="206007" y="111998"/>
                    <a:pt x="208693" y="111722"/>
                    <a:pt x="210960" y="110579"/>
                  </a:cubicBezTo>
                  <a:cubicBezTo>
                    <a:pt x="212998" y="109560"/>
                    <a:pt x="214836" y="108046"/>
                    <a:pt x="216836" y="107055"/>
                  </a:cubicBezTo>
                  <a:cubicBezTo>
                    <a:pt x="218180" y="106388"/>
                    <a:pt x="219294" y="106503"/>
                    <a:pt x="220361" y="105883"/>
                  </a:cubicBezTo>
                  <a:cubicBezTo>
                    <a:pt x="221409" y="105274"/>
                    <a:pt x="221913" y="103969"/>
                    <a:pt x="222713" y="103540"/>
                  </a:cubicBezTo>
                  <a:cubicBezTo>
                    <a:pt x="225304" y="102131"/>
                    <a:pt x="226752" y="103655"/>
                    <a:pt x="228581" y="102369"/>
                  </a:cubicBezTo>
                  <a:cubicBezTo>
                    <a:pt x="229181" y="101940"/>
                    <a:pt x="228333" y="99664"/>
                    <a:pt x="229753" y="100016"/>
                  </a:cubicBezTo>
                  <a:cubicBezTo>
                    <a:pt x="236925" y="98911"/>
                    <a:pt x="242345" y="94758"/>
                    <a:pt x="248545" y="91796"/>
                  </a:cubicBezTo>
                  <a:cubicBezTo>
                    <a:pt x="251060" y="90596"/>
                    <a:pt x="254927" y="88367"/>
                    <a:pt x="256765" y="88272"/>
                  </a:cubicBezTo>
                  <a:cubicBezTo>
                    <a:pt x="258928" y="88157"/>
                    <a:pt x="259766" y="86014"/>
                    <a:pt x="261461" y="85929"/>
                  </a:cubicBezTo>
                  <a:cubicBezTo>
                    <a:pt x="264138" y="85786"/>
                    <a:pt x="264243" y="81318"/>
                    <a:pt x="267329" y="82404"/>
                  </a:cubicBezTo>
                  <a:cubicBezTo>
                    <a:pt x="274025" y="82242"/>
                    <a:pt x="280768" y="79975"/>
                    <a:pt x="287293" y="78880"/>
                  </a:cubicBezTo>
                  <a:cubicBezTo>
                    <a:pt x="288807" y="78623"/>
                    <a:pt x="290455" y="79080"/>
                    <a:pt x="291989" y="78880"/>
                  </a:cubicBezTo>
                  <a:cubicBezTo>
                    <a:pt x="296161" y="78328"/>
                    <a:pt x="299418" y="77318"/>
                    <a:pt x="303724" y="76537"/>
                  </a:cubicBezTo>
                  <a:cubicBezTo>
                    <a:pt x="307362" y="75880"/>
                    <a:pt x="311791" y="74518"/>
                    <a:pt x="313115" y="74194"/>
                  </a:cubicBezTo>
                  <a:cubicBezTo>
                    <a:pt x="313830" y="74013"/>
                    <a:pt x="314735" y="74241"/>
                    <a:pt x="315468" y="74194"/>
                  </a:cubicBezTo>
                  <a:cubicBezTo>
                    <a:pt x="319116" y="73927"/>
                    <a:pt x="319973" y="73356"/>
                    <a:pt x="321335" y="73022"/>
                  </a:cubicBezTo>
                  <a:cubicBezTo>
                    <a:pt x="322040" y="72841"/>
                    <a:pt x="322955" y="73070"/>
                    <a:pt x="323679" y="73022"/>
                  </a:cubicBezTo>
                  <a:cubicBezTo>
                    <a:pt x="328193" y="72698"/>
                    <a:pt x="329241" y="72193"/>
                    <a:pt x="331899" y="71841"/>
                  </a:cubicBezTo>
                  <a:cubicBezTo>
                    <a:pt x="333442" y="71641"/>
                    <a:pt x="335051" y="72022"/>
                    <a:pt x="336594" y="71841"/>
                  </a:cubicBezTo>
                  <a:cubicBezTo>
                    <a:pt x="342662" y="71146"/>
                    <a:pt x="348386" y="69717"/>
                    <a:pt x="354206" y="69488"/>
                  </a:cubicBezTo>
                  <a:cubicBezTo>
                    <a:pt x="355940" y="69422"/>
                    <a:pt x="356654" y="70574"/>
                    <a:pt x="357731" y="70660"/>
                  </a:cubicBezTo>
                  <a:cubicBezTo>
                    <a:pt x="357626" y="70650"/>
                    <a:pt x="358035" y="69488"/>
                    <a:pt x="358902" y="69488"/>
                  </a:cubicBezTo>
                  <a:cubicBezTo>
                    <a:pt x="359702" y="69488"/>
                    <a:pt x="360178" y="70669"/>
                    <a:pt x="360074" y="70660"/>
                  </a:cubicBezTo>
                  <a:cubicBezTo>
                    <a:pt x="361559" y="70736"/>
                    <a:pt x="361683" y="69403"/>
                    <a:pt x="363598" y="69488"/>
                  </a:cubicBezTo>
                  <a:cubicBezTo>
                    <a:pt x="365141" y="69555"/>
                    <a:pt x="365188" y="70708"/>
                    <a:pt x="367122" y="70660"/>
                  </a:cubicBezTo>
                  <a:cubicBezTo>
                    <a:pt x="368513" y="70631"/>
                    <a:pt x="368903" y="69707"/>
                    <a:pt x="370646" y="69488"/>
                  </a:cubicBezTo>
                  <a:cubicBezTo>
                    <a:pt x="370522" y="69507"/>
                    <a:pt x="370932" y="70708"/>
                    <a:pt x="371818" y="70660"/>
                  </a:cubicBezTo>
                  <a:cubicBezTo>
                    <a:pt x="371875" y="70660"/>
                    <a:pt x="371770" y="69555"/>
                    <a:pt x="371818" y="69488"/>
                  </a:cubicBezTo>
                  <a:cubicBezTo>
                    <a:pt x="372570" y="68574"/>
                    <a:pt x="378209" y="69565"/>
                    <a:pt x="378866" y="69488"/>
                  </a:cubicBezTo>
                  <a:cubicBezTo>
                    <a:pt x="382381" y="69098"/>
                    <a:pt x="382124" y="67726"/>
                    <a:pt x="383562" y="69488"/>
                  </a:cubicBezTo>
                  <a:cubicBezTo>
                    <a:pt x="383762" y="69736"/>
                    <a:pt x="385553" y="69441"/>
                    <a:pt x="385905" y="69488"/>
                  </a:cubicBezTo>
                  <a:cubicBezTo>
                    <a:pt x="390230" y="70108"/>
                    <a:pt x="391592" y="70327"/>
                    <a:pt x="394125" y="70660"/>
                  </a:cubicBezTo>
                  <a:cubicBezTo>
                    <a:pt x="396430" y="70965"/>
                    <a:pt x="397688" y="70450"/>
                    <a:pt x="398821" y="71832"/>
                  </a:cubicBezTo>
                  <a:cubicBezTo>
                    <a:pt x="399088" y="72155"/>
                    <a:pt x="400755" y="71670"/>
                    <a:pt x="401164" y="71832"/>
                  </a:cubicBezTo>
                  <a:cubicBezTo>
                    <a:pt x="405374" y="73517"/>
                    <a:pt x="413509" y="74394"/>
                    <a:pt x="415252" y="76527"/>
                  </a:cubicBezTo>
                  <a:cubicBezTo>
                    <a:pt x="415880" y="77289"/>
                    <a:pt x="420100" y="76194"/>
                    <a:pt x="421119" y="76527"/>
                  </a:cubicBezTo>
                  <a:cubicBezTo>
                    <a:pt x="421538" y="76661"/>
                    <a:pt x="422929" y="78585"/>
                    <a:pt x="423472" y="78871"/>
                  </a:cubicBezTo>
                  <a:cubicBezTo>
                    <a:pt x="424520" y="79432"/>
                    <a:pt x="426187" y="79737"/>
                    <a:pt x="426996" y="80042"/>
                  </a:cubicBezTo>
                  <a:cubicBezTo>
                    <a:pt x="430787" y="81471"/>
                    <a:pt x="434807" y="81709"/>
                    <a:pt x="437559" y="82395"/>
                  </a:cubicBezTo>
                  <a:cubicBezTo>
                    <a:pt x="440741" y="83185"/>
                    <a:pt x="444922" y="85109"/>
                    <a:pt x="446951" y="85919"/>
                  </a:cubicBezTo>
                  <a:cubicBezTo>
                    <a:pt x="448570" y="86567"/>
                    <a:pt x="449475" y="86414"/>
                    <a:pt x="451647" y="87091"/>
                  </a:cubicBezTo>
                  <a:cubicBezTo>
                    <a:pt x="457428" y="88919"/>
                    <a:pt x="465268" y="91967"/>
                    <a:pt x="469259" y="92967"/>
                  </a:cubicBezTo>
                  <a:cubicBezTo>
                    <a:pt x="470906" y="93377"/>
                    <a:pt x="471611" y="93672"/>
                    <a:pt x="472783" y="94139"/>
                  </a:cubicBezTo>
                  <a:cubicBezTo>
                    <a:pt x="476326" y="95558"/>
                    <a:pt x="480384" y="96682"/>
                    <a:pt x="484518" y="96492"/>
                  </a:cubicBezTo>
                  <a:cubicBezTo>
                    <a:pt x="483594" y="93272"/>
                    <a:pt x="480393" y="89491"/>
                    <a:pt x="478698" y="88291"/>
                  </a:cubicBezTo>
                  <a:close/>
                </a:path>
              </a:pathLst>
            </a:custGeom>
            <a:solidFill>
              <a:srgbClr val="F0BF43"/>
            </a:solidFill>
            <a:ln cap="flat">
              <a:noFill/>
              <a:prstDash val="solid"/>
              <a:miter lim="800000"/>
            </a:ln>
          </p:spPr>
          <p:txBody>
            <a:bodyPr vert="horz" anchor="ctr" tIns="45720" lIns="91440" bIns="45720" rIns="91440"/>
            <a:p>
              <a:pPr algn="l" marL="0"/>
            </a:p>
          </p:txBody>
        </p:sp>
        <p:sp>
          <p:nvSpPr>
            <p:cNvPr name="Freeform 109" id="109"/>
            <p:cNvSpPr/>
            <p:nvPr/>
          </p:nvSpPr>
          <p:spPr>
            <a:xfrm>
              <a:off x="9161311" y="3464057"/>
              <a:ext cx="220177" cy="695094"/>
            </a:xfrm>
            <a:custGeom>
              <a:avLst/>
              <a:gdLst/>
              <a:ahLst/>
              <a:cxnLst/>
              <a:rect r="r" b="b" t="t" l="l"/>
              <a:pathLst>
                <a:path w="220177" h="695094" stroke="true" fill="norm" extrusionOk="true">
                  <a:moveTo>
                    <a:pt x="219456" y="1202"/>
                  </a:moveTo>
                  <a:cubicBezTo>
                    <a:pt x="217408" y="-1331"/>
                    <a:pt x="215837" y="1421"/>
                    <a:pt x="214760" y="1202"/>
                  </a:cubicBezTo>
                  <a:cubicBezTo>
                    <a:pt x="214265" y="1107"/>
                    <a:pt x="214989" y="-217"/>
                    <a:pt x="213589" y="31"/>
                  </a:cubicBezTo>
                  <a:cubicBezTo>
                    <a:pt x="213312" y="78"/>
                    <a:pt x="211722" y="2241"/>
                    <a:pt x="211236" y="2383"/>
                  </a:cubicBezTo>
                  <a:cubicBezTo>
                    <a:pt x="209826" y="2812"/>
                    <a:pt x="207931" y="1888"/>
                    <a:pt x="206540" y="2383"/>
                  </a:cubicBezTo>
                  <a:cubicBezTo>
                    <a:pt x="206064" y="2555"/>
                    <a:pt x="204797" y="4422"/>
                    <a:pt x="204197" y="4736"/>
                  </a:cubicBezTo>
                  <a:cubicBezTo>
                    <a:pt x="201682" y="6022"/>
                    <a:pt x="199368" y="6079"/>
                    <a:pt x="198329" y="7079"/>
                  </a:cubicBezTo>
                  <a:cubicBezTo>
                    <a:pt x="196472" y="8851"/>
                    <a:pt x="193186" y="8660"/>
                    <a:pt x="191281" y="9422"/>
                  </a:cubicBezTo>
                  <a:cubicBezTo>
                    <a:pt x="191110" y="11213"/>
                    <a:pt x="189519" y="11499"/>
                    <a:pt x="187757" y="12947"/>
                  </a:cubicBezTo>
                  <a:cubicBezTo>
                    <a:pt x="186461" y="14013"/>
                    <a:pt x="185242" y="15757"/>
                    <a:pt x="184233" y="16471"/>
                  </a:cubicBezTo>
                  <a:cubicBezTo>
                    <a:pt x="183461" y="17023"/>
                    <a:pt x="181575" y="16061"/>
                    <a:pt x="180708" y="16471"/>
                  </a:cubicBezTo>
                  <a:cubicBezTo>
                    <a:pt x="180489" y="16576"/>
                    <a:pt x="180280" y="17195"/>
                    <a:pt x="180070" y="17776"/>
                  </a:cubicBezTo>
                  <a:cubicBezTo>
                    <a:pt x="180099" y="18528"/>
                    <a:pt x="179775" y="19262"/>
                    <a:pt x="178861" y="19709"/>
                  </a:cubicBezTo>
                  <a:cubicBezTo>
                    <a:pt x="178698" y="19786"/>
                    <a:pt x="178518" y="19871"/>
                    <a:pt x="178346" y="19948"/>
                  </a:cubicBezTo>
                  <a:cubicBezTo>
                    <a:pt x="177803" y="20510"/>
                    <a:pt x="177270" y="20938"/>
                    <a:pt x="176717" y="20700"/>
                  </a:cubicBezTo>
                  <a:cubicBezTo>
                    <a:pt x="174441" y="21757"/>
                    <a:pt x="172060" y="22834"/>
                    <a:pt x="169697" y="23967"/>
                  </a:cubicBezTo>
                  <a:cubicBezTo>
                    <a:pt x="169878" y="24567"/>
                    <a:pt x="170040" y="25177"/>
                    <a:pt x="170136" y="25853"/>
                  </a:cubicBezTo>
                  <a:cubicBezTo>
                    <a:pt x="166449" y="26415"/>
                    <a:pt x="165240" y="29444"/>
                    <a:pt x="160925" y="29368"/>
                  </a:cubicBezTo>
                  <a:cubicBezTo>
                    <a:pt x="157839" y="31892"/>
                    <a:pt x="155039" y="34740"/>
                    <a:pt x="151790" y="37093"/>
                  </a:cubicBezTo>
                  <a:cubicBezTo>
                    <a:pt x="151981" y="37321"/>
                    <a:pt x="152219" y="37502"/>
                    <a:pt x="152524" y="37607"/>
                  </a:cubicBezTo>
                  <a:cubicBezTo>
                    <a:pt x="152514" y="38817"/>
                    <a:pt x="151057" y="38426"/>
                    <a:pt x="150181" y="38778"/>
                  </a:cubicBezTo>
                  <a:cubicBezTo>
                    <a:pt x="147952" y="39664"/>
                    <a:pt x="146704" y="43284"/>
                    <a:pt x="143132" y="43484"/>
                  </a:cubicBezTo>
                  <a:cubicBezTo>
                    <a:pt x="140446" y="43636"/>
                    <a:pt x="140056" y="45255"/>
                    <a:pt x="136093" y="44655"/>
                  </a:cubicBezTo>
                  <a:cubicBezTo>
                    <a:pt x="135531" y="46779"/>
                    <a:pt x="133226" y="47180"/>
                    <a:pt x="131664" y="48303"/>
                  </a:cubicBezTo>
                  <a:cubicBezTo>
                    <a:pt x="131769" y="49142"/>
                    <a:pt x="131483" y="50027"/>
                    <a:pt x="130550" y="50589"/>
                  </a:cubicBezTo>
                  <a:cubicBezTo>
                    <a:pt x="129169" y="51437"/>
                    <a:pt x="127902" y="52380"/>
                    <a:pt x="126654" y="53352"/>
                  </a:cubicBezTo>
                  <a:cubicBezTo>
                    <a:pt x="125339" y="54371"/>
                    <a:pt x="124053" y="55428"/>
                    <a:pt x="122739" y="56438"/>
                  </a:cubicBezTo>
                  <a:cubicBezTo>
                    <a:pt x="122882" y="56809"/>
                    <a:pt x="122996" y="57190"/>
                    <a:pt x="123168" y="57552"/>
                  </a:cubicBezTo>
                  <a:cubicBezTo>
                    <a:pt x="118443" y="59638"/>
                    <a:pt x="115243" y="63782"/>
                    <a:pt x="111433" y="66953"/>
                  </a:cubicBezTo>
                  <a:cubicBezTo>
                    <a:pt x="108242" y="69592"/>
                    <a:pt x="104794" y="71887"/>
                    <a:pt x="101670" y="74573"/>
                  </a:cubicBezTo>
                  <a:cubicBezTo>
                    <a:pt x="101937" y="75516"/>
                    <a:pt x="101708" y="76574"/>
                    <a:pt x="100584" y="77183"/>
                  </a:cubicBezTo>
                  <a:cubicBezTo>
                    <a:pt x="97412" y="78945"/>
                    <a:pt x="94517" y="80984"/>
                    <a:pt x="91907" y="83527"/>
                  </a:cubicBezTo>
                  <a:cubicBezTo>
                    <a:pt x="91554" y="83879"/>
                    <a:pt x="91164" y="84041"/>
                    <a:pt x="90783" y="84137"/>
                  </a:cubicBezTo>
                  <a:cubicBezTo>
                    <a:pt x="88240" y="86994"/>
                    <a:pt x="85030" y="89166"/>
                    <a:pt x="82087" y="91614"/>
                  </a:cubicBezTo>
                  <a:cubicBezTo>
                    <a:pt x="79534" y="98643"/>
                    <a:pt x="74857" y="103558"/>
                    <a:pt x="71418" y="109711"/>
                  </a:cubicBezTo>
                  <a:cubicBezTo>
                    <a:pt x="71637" y="110445"/>
                    <a:pt x="71542" y="111273"/>
                    <a:pt x="70818" y="111969"/>
                  </a:cubicBezTo>
                  <a:cubicBezTo>
                    <a:pt x="68904" y="113845"/>
                    <a:pt x="68351" y="116864"/>
                    <a:pt x="66847" y="119046"/>
                  </a:cubicBezTo>
                  <a:cubicBezTo>
                    <a:pt x="65999" y="120265"/>
                    <a:pt x="64970" y="121094"/>
                    <a:pt x="63837" y="121675"/>
                  </a:cubicBezTo>
                  <a:cubicBezTo>
                    <a:pt x="63684" y="122008"/>
                    <a:pt x="63484" y="122322"/>
                    <a:pt x="63179" y="122665"/>
                  </a:cubicBezTo>
                  <a:cubicBezTo>
                    <a:pt x="63094" y="122760"/>
                    <a:pt x="62998" y="122808"/>
                    <a:pt x="62903" y="122875"/>
                  </a:cubicBezTo>
                  <a:cubicBezTo>
                    <a:pt x="62770" y="122979"/>
                    <a:pt x="62636" y="123103"/>
                    <a:pt x="62503" y="123179"/>
                  </a:cubicBezTo>
                  <a:cubicBezTo>
                    <a:pt x="62408" y="124399"/>
                    <a:pt x="62332" y="125618"/>
                    <a:pt x="62122" y="126828"/>
                  </a:cubicBezTo>
                  <a:lnTo>
                    <a:pt x="53902" y="144439"/>
                  </a:lnTo>
                  <a:cubicBezTo>
                    <a:pt x="54340" y="146963"/>
                    <a:pt x="52378" y="147116"/>
                    <a:pt x="51549" y="149135"/>
                  </a:cubicBezTo>
                  <a:cubicBezTo>
                    <a:pt x="50520" y="151631"/>
                    <a:pt x="50197" y="155250"/>
                    <a:pt x="49206" y="157355"/>
                  </a:cubicBezTo>
                  <a:cubicBezTo>
                    <a:pt x="48930" y="157927"/>
                    <a:pt x="48101" y="157241"/>
                    <a:pt x="48035" y="158527"/>
                  </a:cubicBezTo>
                  <a:cubicBezTo>
                    <a:pt x="47949" y="160032"/>
                    <a:pt x="46320" y="160013"/>
                    <a:pt x="45682" y="160879"/>
                  </a:cubicBezTo>
                  <a:cubicBezTo>
                    <a:pt x="45368" y="161299"/>
                    <a:pt x="46072" y="162908"/>
                    <a:pt x="45682" y="163223"/>
                  </a:cubicBezTo>
                  <a:cubicBezTo>
                    <a:pt x="43663" y="164880"/>
                    <a:pt x="42891" y="171871"/>
                    <a:pt x="40986" y="174967"/>
                  </a:cubicBezTo>
                  <a:lnTo>
                    <a:pt x="36290" y="196093"/>
                  </a:lnTo>
                  <a:cubicBezTo>
                    <a:pt x="35081" y="196093"/>
                    <a:pt x="35471" y="197570"/>
                    <a:pt x="35119" y="198446"/>
                  </a:cubicBezTo>
                  <a:cubicBezTo>
                    <a:pt x="34652" y="199608"/>
                    <a:pt x="34357" y="200323"/>
                    <a:pt x="33947" y="201970"/>
                  </a:cubicBezTo>
                  <a:cubicBezTo>
                    <a:pt x="33699" y="202970"/>
                    <a:pt x="32890" y="202780"/>
                    <a:pt x="32776" y="203142"/>
                  </a:cubicBezTo>
                  <a:cubicBezTo>
                    <a:pt x="32233" y="204885"/>
                    <a:pt x="33461" y="207323"/>
                    <a:pt x="32776" y="209009"/>
                  </a:cubicBezTo>
                  <a:cubicBezTo>
                    <a:pt x="32404" y="209914"/>
                    <a:pt x="30871" y="209971"/>
                    <a:pt x="30423" y="211352"/>
                  </a:cubicBezTo>
                  <a:cubicBezTo>
                    <a:pt x="29746" y="213467"/>
                    <a:pt x="29794" y="214477"/>
                    <a:pt x="29251" y="216048"/>
                  </a:cubicBezTo>
                  <a:cubicBezTo>
                    <a:pt x="28242" y="218944"/>
                    <a:pt x="26975" y="223544"/>
                    <a:pt x="25727" y="227793"/>
                  </a:cubicBezTo>
                  <a:cubicBezTo>
                    <a:pt x="25022" y="230202"/>
                    <a:pt x="25260" y="232422"/>
                    <a:pt x="24555" y="234832"/>
                  </a:cubicBezTo>
                  <a:cubicBezTo>
                    <a:pt x="24451" y="235184"/>
                    <a:pt x="23441" y="234898"/>
                    <a:pt x="23384" y="236003"/>
                  </a:cubicBezTo>
                  <a:cubicBezTo>
                    <a:pt x="23365" y="236317"/>
                    <a:pt x="23498" y="236889"/>
                    <a:pt x="23384" y="237175"/>
                  </a:cubicBezTo>
                  <a:cubicBezTo>
                    <a:pt x="22917" y="238337"/>
                    <a:pt x="22622" y="239051"/>
                    <a:pt x="22212" y="240699"/>
                  </a:cubicBezTo>
                  <a:cubicBezTo>
                    <a:pt x="21841" y="242194"/>
                    <a:pt x="19460" y="246747"/>
                    <a:pt x="18688" y="250091"/>
                  </a:cubicBezTo>
                  <a:cubicBezTo>
                    <a:pt x="17802" y="253920"/>
                    <a:pt x="17040" y="257853"/>
                    <a:pt x="16335" y="260654"/>
                  </a:cubicBezTo>
                  <a:cubicBezTo>
                    <a:pt x="16183" y="261273"/>
                    <a:pt x="16659" y="262473"/>
                    <a:pt x="16335" y="263006"/>
                  </a:cubicBezTo>
                  <a:cubicBezTo>
                    <a:pt x="16069" y="263445"/>
                    <a:pt x="14135" y="263816"/>
                    <a:pt x="13992" y="264178"/>
                  </a:cubicBezTo>
                  <a:cubicBezTo>
                    <a:pt x="13192" y="266102"/>
                    <a:pt x="13583" y="269141"/>
                    <a:pt x="12821" y="271227"/>
                  </a:cubicBezTo>
                  <a:cubicBezTo>
                    <a:pt x="12706" y="271522"/>
                    <a:pt x="11868" y="271503"/>
                    <a:pt x="11649" y="272398"/>
                  </a:cubicBezTo>
                  <a:cubicBezTo>
                    <a:pt x="11192" y="274236"/>
                    <a:pt x="11173" y="275265"/>
                    <a:pt x="10478" y="277094"/>
                  </a:cubicBezTo>
                  <a:cubicBezTo>
                    <a:pt x="10316" y="277513"/>
                    <a:pt x="10801" y="279180"/>
                    <a:pt x="10478" y="279437"/>
                  </a:cubicBezTo>
                  <a:cubicBezTo>
                    <a:pt x="9458" y="280275"/>
                    <a:pt x="8515" y="280266"/>
                    <a:pt x="8134" y="281790"/>
                  </a:cubicBezTo>
                  <a:cubicBezTo>
                    <a:pt x="7287" y="285124"/>
                    <a:pt x="7620" y="288914"/>
                    <a:pt x="6963" y="292353"/>
                  </a:cubicBezTo>
                  <a:cubicBezTo>
                    <a:pt x="6315" y="295734"/>
                    <a:pt x="4782" y="299363"/>
                    <a:pt x="4619" y="302926"/>
                  </a:cubicBezTo>
                  <a:lnTo>
                    <a:pt x="3438" y="315842"/>
                  </a:lnTo>
                  <a:cubicBezTo>
                    <a:pt x="2781" y="316785"/>
                    <a:pt x="2267" y="317747"/>
                    <a:pt x="2267" y="319366"/>
                  </a:cubicBezTo>
                  <a:cubicBezTo>
                    <a:pt x="2267" y="322947"/>
                    <a:pt x="3067" y="320861"/>
                    <a:pt x="2267" y="324062"/>
                  </a:cubicBezTo>
                  <a:cubicBezTo>
                    <a:pt x="781" y="329986"/>
                    <a:pt x="3362" y="339835"/>
                    <a:pt x="2267" y="347541"/>
                  </a:cubicBezTo>
                  <a:lnTo>
                    <a:pt x="1391" y="356323"/>
                  </a:lnTo>
                  <a:cubicBezTo>
                    <a:pt x="1838" y="358609"/>
                    <a:pt x="1162" y="361200"/>
                    <a:pt x="1095" y="363971"/>
                  </a:cubicBezTo>
                  <a:cubicBezTo>
                    <a:pt x="1048" y="366400"/>
                    <a:pt x="1638" y="369829"/>
                    <a:pt x="1248" y="372344"/>
                  </a:cubicBezTo>
                  <a:lnTo>
                    <a:pt x="1324" y="372344"/>
                  </a:lnTo>
                  <a:lnTo>
                    <a:pt x="2277" y="385108"/>
                  </a:lnTo>
                  <a:cubicBezTo>
                    <a:pt x="3762" y="390956"/>
                    <a:pt x="2534" y="396985"/>
                    <a:pt x="2277" y="403891"/>
                  </a:cubicBezTo>
                  <a:cubicBezTo>
                    <a:pt x="2238" y="404910"/>
                    <a:pt x="2572" y="406443"/>
                    <a:pt x="2277" y="407415"/>
                  </a:cubicBezTo>
                  <a:cubicBezTo>
                    <a:pt x="1591" y="409682"/>
                    <a:pt x="2200" y="408634"/>
                    <a:pt x="2277" y="413282"/>
                  </a:cubicBezTo>
                  <a:cubicBezTo>
                    <a:pt x="2324" y="416540"/>
                    <a:pt x="2515" y="420417"/>
                    <a:pt x="2277" y="423846"/>
                  </a:cubicBezTo>
                  <a:cubicBezTo>
                    <a:pt x="1962" y="428418"/>
                    <a:pt x="638" y="432913"/>
                    <a:pt x="190" y="437324"/>
                  </a:cubicBezTo>
                  <a:lnTo>
                    <a:pt x="0" y="437362"/>
                  </a:lnTo>
                  <a:lnTo>
                    <a:pt x="0" y="445344"/>
                  </a:lnTo>
                  <a:cubicBezTo>
                    <a:pt x="0" y="445344"/>
                    <a:pt x="286" y="445553"/>
                    <a:pt x="657" y="445848"/>
                  </a:cubicBezTo>
                  <a:lnTo>
                    <a:pt x="4619" y="477938"/>
                  </a:lnTo>
                  <a:cubicBezTo>
                    <a:pt x="4619" y="477938"/>
                    <a:pt x="26822" y="582208"/>
                    <a:pt x="27937" y="584694"/>
                  </a:cubicBezTo>
                  <a:cubicBezTo>
                    <a:pt x="29051" y="587180"/>
                    <a:pt x="42767" y="656275"/>
                    <a:pt x="46920" y="666057"/>
                  </a:cubicBezTo>
                  <a:cubicBezTo>
                    <a:pt x="51073" y="675839"/>
                    <a:pt x="61313" y="690203"/>
                    <a:pt x="65675" y="690355"/>
                  </a:cubicBezTo>
                  <a:cubicBezTo>
                    <a:pt x="70028" y="690517"/>
                    <a:pt x="96260" y="700937"/>
                    <a:pt x="97984" y="690355"/>
                  </a:cubicBezTo>
                  <a:cubicBezTo>
                    <a:pt x="99717" y="679782"/>
                    <a:pt x="135655" y="611336"/>
                    <a:pt x="135655" y="611336"/>
                  </a:cubicBezTo>
                  <a:lnTo>
                    <a:pt x="135655" y="601134"/>
                  </a:lnTo>
                  <a:cubicBezTo>
                    <a:pt x="134817" y="598534"/>
                    <a:pt x="134474" y="595667"/>
                    <a:pt x="133760" y="592895"/>
                  </a:cubicBezTo>
                  <a:cubicBezTo>
                    <a:pt x="131521" y="584199"/>
                    <a:pt x="129321" y="575817"/>
                    <a:pt x="127892" y="567073"/>
                  </a:cubicBezTo>
                  <a:cubicBezTo>
                    <a:pt x="127187" y="562787"/>
                    <a:pt x="125321" y="558463"/>
                    <a:pt x="126720" y="554157"/>
                  </a:cubicBezTo>
                  <a:cubicBezTo>
                    <a:pt x="126606" y="552862"/>
                    <a:pt x="125882" y="552186"/>
                    <a:pt x="124958" y="551700"/>
                  </a:cubicBezTo>
                  <a:lnTo>
                    <a:pt x="115729" y="439819"/>
                  </a:lnTo>
                  <a:lnTo>
                    <a:pt x="110566" y="377278"/>
                  </a:lnTo>
                  <a:cubicBezTo>
                    <a:pt x="110147" y="374449"/>
                    <a:pt x="110633" y="371639"/>
                    <a:pt x="110290" y="368658"/>
                  </a:cubicBezTo>
                  <a:cubicBezTo>
                    <a:pt x="109766" y="364105"/>
                    <a:pt x="106689" y="349694"/>
                    <a:pt x="109118" y="341654"/>
                  </a:cubicBezTo>
                  <a:cubicBezTo>
                    <a:pt x="109566" y="340159"/>
                    <a:pt x="110080" y="339873"/>
                    <a:pt x="109118" y="335787"/>
                  </a:cubicBezTo>
                  <a:cubicBezTo>
                    <a:pt x="107928" y="330710"/>
                    <a:pt x="108442" y="320642"/>
                    <a:pt x="107947" y="312308"/>
                  </a:cubicBezTo>
                  <a:cubicBezTo>
                    <a:pt x="107918" y="311975"/>
                    <a:pt x="108166" y="310136"/>
                    <a:pt x="107947" y="309955"/>
                  </a:cubicBezTo>
                  <a:cubicBezTo>
                    <a:pt x="106394" y="308688"/>
                    <a:pt x="107956" y="309603"/>
                    <a:pt x="107947" y="308784"/>
                  </a:cubicBezTo>
                  <a:cubicBezTo>
                    <a:pt x="107918" y="306688"/>
                    <a:pt x="106832" y="306298"/>
                    <a:pt x="106775" y="304088"/>
                  </a:cubicBezTo>
                  <a:cubicBezTo>
                    <a:pt x="106775" y="304193"/>
                    <a:pt x="108956" y="301583"/>
                    <a:pt x="107947" y="300564"/>
                  </a:cubicBezTo>
                  <a:cubicBezTo>
                    <a:pt x="106851" y="299468"/>
                    <a:pt x="107642" y="300097"/>
                    <a:pt x="107947" y="295868"/>
                  </a:cubicBezTo>
                  <a:cubicBezTo>
                    <a:pt x="108147" y="293086"/>
                    <a:pt x="108175" y="289334"/>
                    <a:pt x="107947" y="285305"/>
                  </a:cubicBezTo>
                  <a:cubicBezTo>
                    <a:pt x="107899" y="284447"/>
                    <a:pt x="106489" y="284028"/>
                    <a:pt x="106775" y="282961"/>
                  </a:cubicBezTo>
                  <a:cubicBezTo>
                    <a:pt x="106851" y="282676"/>
                    <a:pt x="107880" y="282838"/>
                    <a:pt x="107947" y="281790"/>
                  </a:cubicBezTo>
                  <a:cubicBezTo>
                    <a:pt x="108442" y="274341"/>
                    <a:pt x="109471" y="263654"/>
                    <a:pt x="110290" y="254786"/>
                  </a:cubicBezTo>
                  <a:cubicBezTo>
                    <a:pt x="110452" y="253015"/>
                    <a:pt x="111462" y="252672"/>
                    <a:pt x="111462" y="251262"/>
                  </a:cubicBezTo>
                  <a:cubicBezTo>
                    <a:pt x="111462" y="250795"/>
                    <a:pt x="111147" y="250367"/>
                    <a:pt x="110852" y="249881"/>
                  </a:cubicBezTo>
                  <a:cubicBezTo>
                    <a:pt x="110490" y="249319"/>
                    <a:pt x="110147" y="248671"/>
                    <a:pt x="110290" y="247738"/>
                  </a:cubicBezTo>
                  <a:cubicBezTo>
                    <a:pt x="110299" y="247662"/>
                    <a:pt x="111414" y="247462"/>
                    <a:pt x="111462" y="246566"/>
                  </a:cubicBezTo>
                  <a:cubicBezTo>
                    <a:pt x="111490" y="246119"/>
                    <a:pt x="111157" y="243290"/>
                    <a:pt x="111462" y="243042"/>
                  </a:cubicBezTo>
                  <a:cubicBezTo>
                    <a:pt x="111652" y="242880"/>
                    <a:pt x="111709" y="242652"/>
                    <a:pt x="111823" y="242461"/>
                  </a:cubicBezTo>
                  <a:cubicBezTo>
                    <a:pt x="112624" y="241109"/>
                    <a:pt x="111928" y="238918"/>
                    <a:pt x="112643" y="235994"/>
                  </a:cubicBezTo>
                  <a:cubicBezTo>
                    <a:pt x="112709" y="235736"/>
                    <a:pt x="113757" y="235870"/>
                    <a:pt x="113814" y="234822"/>
                  </a:cubicBezTo>
                  <a:cubicBezTo>
                    <a:pt x="113900" y="233193"/>
                    <a:pt x="115443" y="229736"/>
                    <a:pt x="116167" y="226602"/>
                  </a:cubicBezTo>
                  <a:cubicBezTo>
                    <a:pt x="116872" y="223525"/>
                    <a:pt x="116167" y="222259"/>
                    <a:pt x="117338" y="218382"/>
                  </a:cubicBezTo>
                  <a:cubicBezTo>
                    <a:pt x="118729" y="213781"/>
                    <a:pt x="122920" y="203694"/>
                    <a:pt x="122034" y="196074"/>
                  </a:cubicBezTo>
                  <a:cubicBezTo>
                    <a:pt x="122634" y="195436"/>
                    <a:pt x="123082" y="194636"/>
                    <a:pt x="123558" y="193884"/>
                  </a:cubicBezTo>
                  <a:cubicBezTo>
                    <a:pt x="125949" y="190074"/>
                    <a:pt x="127016" y="184959"/>
                    <a:pt x="127902" y="179644"/>
                  </a:cubicBezTo>
                  <a:cubicBezTo>
                    <a:pt x="128102" y="179625"/>
                    <a:pt x="128226" y="179691"/>
                    <a:pt x="128388" y="179701"/>
                  </a:cubicBezTo>
                  <a:cubicBezTo>
                    <a:pt x="128921" y="177129"/>
                    <a:pt x="130073" y="174824"/>
                    <a:pt x="131055" y="172443"/>
                  </a:cubicBezTo>
                  <a:cubicBezTo>
                    <a:pt x="130740" y="172290"/>
                    <a:pt x="130702" y="172071"/>
                    <a:pt x="130759" y="171871"/>
                  </a:cubicBezTo>
                  <a:cubicBezTo>
                    <a:pt x="130835" y="171652"/>
                    <a:pt x="131064" y="171481"/>
                    <a:pt x="131340" y="171443"/>
                  </a:cubicBezTo>
                  <a:lnTo>
                    <a:pt x="131426" y="171376"/>
                  </a:lnTo>
                  <a:cubicBezTo>
                    <a:pt x="131083" y="165299"/>
                    <a:pt x="133921" y="159127"/>
                    <a:pt x="137303" y="154983"/>
                  </a:cubicBezTo>
                  <a:cubicBezTo>
                    <a:pt x="139179" y="151012"/>
                    <a:pt x="132312" y="149973"/>
                    <a:pt x="136131" y="147935"/>
                  </a:cubicBezTo>
                  <a:cubicBezTo>
                    <a:pt x="138198" y="139829"/>
                    <a:pt x="142647" y="134105"/>
                    <a:pt x="144351" y="125627"/>
                  </a:cubicBezTo>
                  <a:cubicBezTo>
                    <a:pt x="144389" y="125618"/>
                    <a:pt x="144418" y="125589"/>
                    <a:pt x="144456" y="125580"/>
                  </a:cubicBezTo>
                  <a:cubicBezTo>
                    <a:pt x="144275" y="124684"/>
                    <a:pt x="144551" y="123694"/>
                    <a:pt x="145552" y="123075"/>
                  </a:cubicBezTo>
                  <a:cubicBezTo>
                    <a:pt x="148628" y="121141"/>
                    <a:pt x="150266" y="116264"/>
                    <a:pt x="151571" y="113064"/>
                  </a:cubicBezTo>
                  <a:cubicBezTo>
                    <a:pt x="152448" y="110940"/>
                    <a:pt x="153286" y="108787"/>
                    <a:pt x="154162" y="106663"/>
                  </a:cubicBezTo>
                  <a:cubicBezTo>
                    <a:pt x="154010" y="106720"/>
                    <a:pt x="153876" y="106787"/>
                    <a:pt x="153734" y="106835"/>
                  </a:cubicBezTo>
                  <a:cubicBezTo>
                    <a:pt x="153991" y="106311"/>
                    <a:pt x="154200" y="105796"/>
                    <a:pt x="154448" y="105272"/>
                  </a:cubicBezTo>
                  <a:cubicBezTo>
                    <a:pt x="156839" y="100062"/>
                    <a:pt x="158648" y="94843"/>
                    <a:pt x="160782" y="90404"/>
                  </a:cubicBezTo>
                  <a:cubicBezTo>
                    <a:pt x="160858" y="90252"/>
                    <a:pt x="161811" y="90518"/>
                    <a:pt x="161953" y="90404"/>
                  </a:cubicBezTo>
                  <a:cubicBezTo>
                    <a:pt x="163039" y="89518"/>
                    <a:pt x="162706" y="85384"/>
                    <a:pt x="163125" y="84537"/>
                  </a:cubicBezTo>
                  <a:cubicBezTo>
                    <a:pt x="164221" y="82327"/>
                    <a:pt x="166535" y="80746"/>
                    <a:pt x="166649" y="78669"/>
                  </a:cubicBezTo>
                  <a:cubicBezTo>
                    <a:pt x="166716" y="77336"/>
                    <a:pt x="167478" y="78117"/>
                    <a:pt x="167821" y="77498"/>
                  </a:cubicBezTo>
                  <a:cubicBezTo>
                    <a:pt x="168488" y="76297"/>
                    <a:pt x="168288" y="75345"/>
                    <a:pt x="168993" y="73983"/>
                  </a:cubicBezTo>
                  <a:cubicBezTo>
                    <a:pt x="169669" y="72687"/>
                    <a:pt x="171002" y="71802"/>
                    <a:pt x="171345" y="70459"/>
                  </a:cubicBezTo>
                  <a:cubicBezTo>
                    <a:pt x="171707" y="69011"/>
                    <a:pt x="171555" y="68897"/>
                    <a:pt x="172517" y="68106"/>
                  </a:cubicBezTo>
                  <a:cubicBezTo>
                    <a:pt x="172879" y="67811"/>
                    <a:pt x="172279" y="66191"/>
                    <a:pt x="172517" y="65763"/>
                  </a:cubicBezTo>
                  <a:cubicBezTo>
                    <a:pt x="172888" y="65096"/>
                    <a:pt x="174450" y="64182"/>
                    <a:pt x="174870" y="63420"/>
                  </a:cubicBezTo>
                  <a:cubicBezTo>
                    <a:pt x="176327" y="60753"/>
                    <a:pt x="177441" y="57905"/>
                    <a:pt x="178394" y="56371"/>
                  </a:cubicBezTo>
                  <a:cubicBezTo>
                    <a:pt x="179061" y="55285"/>
                    <a:pt x="180204" y="54885"/>
                    <a:pt x="180747" y="54028"/>
                  </a:cubicBezTo>
                  <a:cubicBezTo>
                    <a:pt x="182194" y="51723"/>
                    <a:pt x="182889" y="48227"/>
                    <a:pt x="184271" y="48151"/>
                  </a:cubicBezTo>
                  <a:cubicBezTo>
                    <a:pt x="185757" y="48075"/>
                    <a:pt x="186166" y="44074"/>
                    <a:pt x="186614" y="43455"/>
                  </a:cubicBezTo>
                  <a:cubicBezTo>
                    <a:pt x="188023" y="41531"/>
                    <a:pt x="191224" y="40531"/>
                    <a:pt x="191310" y="38750"/>
                  </a:cubicBezTo>
                  <a:cubicBezTo>
                    <a:pt x="191433" y="36435"/>
                    <a:pt x="194729" y="36035"/>
                    <a:pt x="194834" y="34054"/>
                  </a:cubicBezTo>
                  <a:cubicBezTo>
                    <a:pt x="194901" y="32692"/>
                    <a:pt x="195377" y="33521"/>
                    <a:pt x="196005" y="32883"/>
                  </a:cubicBezTo>
                  <a:cubicBezTo>
                    <a:pt x="198244" y="30587"/>
                    <a:pt x="200558" y="28015"/>
                    <a:pt x="200701" y="24662"/>
                  </a:cubicBezTo>
                  <a:cubicBezTo>
                    <a:pt x="204416" y="25224"/>
                    <a:pt x="203635" y="22424"/>
                    <a:pt x="204226" y="21138"/>
                  </a:cubicBezTo>
                  <a:cubicBezTo>
                    <a:pt x="204359" y="20833"/>
                    <a:pt x="206292" y="20281"/>
                    <a:pt x="206569" y="19967"/>
                  </a:cubicBezTo>
                  <a:cubicBezTo>
                    <a:pt x="208426" y="17890"/>
                    <a:pt x="209864" y="16423"/>
                    <a:pt x="211264" y="15271"/>
                  </a:cubicBezTo>
                  <a:cubicBezTo>
                    <a:pt x="211664" y="14947"/>
                    <a:pt x="210931" y="13318"/>
                    <a:pt x="211264" y="12918"/>
                  </a:cubicBezTo>
                  <a:cubicBezTo>
                    <a:pt x="211931" y="12118"/>
                    <a:pt x="214093" y="12661"/>
                    <a:pt x="214789" y="11747"/>
                  </a:cubicBezTo>
                  <a:cubicBezTo>
                    <a:pt x="215713" y="10537"/>
                    <a:pt x="215189" y="8118"/>
                    <a:pt x="215960" y="7051"/>
                  </a:cubicBezTo>
                  <a:cubicBezTo>
                    <a:pt x="217132" y="5422"/>
                    <a:pt x="221990" y="4250"/>
                    <a:pt x="219456" y="1202"/>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10" id="110"/>
            <p:cNvSpPr/>
            <p:nvPr/>
          </p:nvSpPr>
          <p:spPr>
            <a:xfrm>
              <a:off x="8987213" y="3951220"/>
              <a:ext cx="197462" cy="277249"/>
            </a:xfrm>
            <a:custGeom>
              <a:avLst/>
              <a:gdLst/>
              <a:ahLst/>
              <a:cxnLst/>
              <a:rect r="r" b="b" t="t" l="l"/>
              <a:pathLst>
                <a:path w="197462" h="277249" stroke="true" fill="norm" extrusionOk="true">
                  <a:moveTo>
                    <a:pt x="102384" y="225529"/>
                  </a:moveTo>
                  <a:cubicBezTo>
                    <a:pt x="105394" y="225653"/>
                    <a:pt x="107985" y="226196"/>
                    <a:pt x="109433" y="227872"/>
                  </a:cubicBezTo>
                  <a:cubicBezTo>
                    <a:pt x="116034" y="233158"/>
                    <a:pt x="128959" y="233616"/>
                    <a:pt x="132912" y="238435"/>
                  </a:cubicBezTo>
                  <a:cubicBezTo>
                    <a:pt x="133169" y="238759"/>
                    <a:pt x="134846" y="238273"/>
                    <a:pt x="135265" y="238435"/>
                  </a:cubicBezTo>
                  <a:cubicBezTo>
                    <a:pt x="136665" y="238969"/>
                    <a:pt x="137913" y="239721"/>
                    <a:pt x="138789" y="240788"/>
                  </a:cubicBezTo>
                  <a:cubicBezTo>
                    <a:pt x="139084" y="241150"/>
                    <a:pt x="140703" y="240550"/>
                    <a:pt x="141132" y="240788"/>
                  </a:cubicBezTo>
                  <a:cubicBezTo>
                    <a:pt x="141799" y="241159"/>
                    <a:pt x="142685" y="242769"/>
                    <a:pt x="143485" y="243131"/>
                  </a:cubicBezTo>
                  <a:cubicBezTo>
                    <a:pt x="144456" y="243579"/>
                    <a:pt x="146009" y="242731"/>
                    <a:pt x="147009" y="243131"/>
                  </a:cubicBezTo>
                  <a:cubicBezTo>
                    <a:pt x="147637" y="243379"/>
                    <a:pt x="148352" y="245036"/>
                    <a:pt x="149362" y="245484"/>
                  </a:cubicBezTo>
                  <a:cubicBezTo>
                    <a:pt x="152943" y="247046"/>
                    <a:pt x="156001" y="247998"/>
                    <a:pt x="157582" y="249008"/>
                  </a:cubicBezTo>
                  <a:cubicBezTo>
                    <a:pt x="160163" y="250656"/>
                    <a:pt x="161468" y="252113"/>
                    <a:pt x="163449" y="253704"/>
                  </a:cubicBezTo>
                  <a:cubicBezTo>
                    <a:pt x="170545" y="259409"/>
                    <a:pt x="176603" y="265572"/>
                    <a:pt x="184747" y="269211"/>
                  </a:cubicBezTo>
                  <a:cubicBezTo>
                    <a:pt x="184947" y="269877"/>
                    <a:pt x="185442" y="270430"/>
                    <a:pt x="186395" y="270554"/>
                  </a:cubicBezTo>
                  <a:cubicBezTo>
                    <a:pt x="189176" y="270935"/>
                    <a:pt x="191167" y="273354"/>
                    <a:pt x="192681" y="275554"/>
                  </a:cubicBezTo>
                  <a:cubicBezTo>
                    <a:pt x="192872" y="275830"/>
                    <a:pt x="193100" y="276021"/>
                    <a:pt x="193338" y="276192"/>
                  </a:cubicBezTo>
                  <a:cubicBezTo>
                    <a:pt x="193177" y="276535"/>
                    <a:pt x="193062" y="276935"/>
                    <a:pt x="192796" y="277183"/>
                  </a:cubicBezTo>
                  <a:cubicBezTo>
                    <a:pt x="193291" y="277107"/>
                    <a:pt x="193720" y="277173"/>
                    <a:pt x="194148" y="277250"/>
                  </a:cubicBezTo>
                  <a:lnTo>
                    <a:pt x="197463" y="273087"/>
                  </a:lnTo>
                  <a:lnTo>
                    <a:pt x="162363" y="147119"/>
                  </a:lnTo>
                  <a:lnTo>
                    <a:pt x="134026" y="101151"/>
                  </a:lnTo>
                  <a:lnTo>
                    <a:pt x="127045" y="91684"/>
                  </a:lnTo>
                  <a:cubicBezTo>
                    <a:pt x="125778" y="91322"/>
                    <a:pt x="126245" y="89436"/>
                    <a:pt x="124701" y="89340"/>
                  </a:cubicBezTo>
                  <a:lnTo>
                    <a:pt x="123158" y="90560"/>
                  </a:lnTo>
                  <a:cubicBezTo>
                    <a:pt x="122863" y="90664"/>
                    <a:pt x="122587" y="90693"/>
                    <a:pt x="122349" y="90512"/>
                  </a:cubicBezTo>
                  <a:cubicBezTo>
                    <a:pt x="121968" y="90226"/>
                    <a:pt x="122720" y="88474"/>
                    <a:pt x="122349" y="88169"/>
                  </a:cubicBezTo>
                  <a:cubicBezTo>
                    <a:pt x="121473" y="87445"/>
                    <a:pt x="120120" y="87293"/>
                    <a:pt x="120006" y="85816"/>
                  </a:cubicBezTo>
                  <a:cubicBezTo>
                    <a:pt x="117796" y="83587"/>
                    <a:pt x="115157" y="82140"/>
                    <a:pt x="112957" y="79949"/>
                  </a:cubicBezTo>
                  <a:cubicBezTo>
                    <a:pt x="111614" y="78615"/>
                    <a:pt x="110766" y="76272"/>
                    <a:pt x="109176" y="74977"/>
                  </a:cubicBezTo>
                  <a:cubicBezTo>
                    <a:pt x="108595" y="74510"/>
                    <a:pt x="107928" y="74167"/>
                    <a:pt x="107090" y="74081"/>
                  </a:cubicBezTo>
                  <a:lnTo>
                    <a:pt x="82430" y="52945"/>
                  </a:lnTo>
                  <a:cubicBezTo>
                    <a:pt x="78372" y="51374"/>
                    <a:pt x="75352" y="46316"/>
                    <a:pt x="73038" y="44725"/>
                  </a:cubicBezTo>
                  <a:cubicBezTo>
                    <a:pt x="71333" y="43554"/>
                    <a:pt x="69371" y="43430"/>
                    <a:pt x="67170" y="42373"/>
                  </a:cubicBezTo>
                  <a:cubicBezTo>
                    <a:pt x="66561" y="42077"/>
                    <a:pt x="65570" y="40344"/>
                    <a:pt x="64827" y="40029"/>
                  </a:cubicBezTo>
                  <a:cubicBezTo>
                    <a:pt x="64180" y="39744"/>
                    <a:pt x="63170" y="40201"/>
                    <a:pt x="62475" y="40029"/>
                  </a:cubicBezTo>
                  <a:cubicBezTo>
                    <a:pt x="61332" y="39744"/>
                    <a:pt x="61884" y="39182"/>
                    <a:pt x="61303" y="38858"/>
                  </a:cubicBezTo>
                  <a:cubicBezTo>
                    <a:pt x="58141" y="37086"/>
                    <a:pt x="54931" y="35677"/>
                    <a:pt x="53083" y="34162"/>
                  </a:cubicBezTo>
                  <a:cubicBezTo>
                    <a:pt x="51006" y="32457"/>
                    <a:pt x="48939" y="31714"/>
                    <a:pt x="47215" y="30638"/>
                  </a:cubicBezTo>
                  <a:cubicBezTo>
                    <a:pt x="46549" y="30219"/>
                    <a:pt x="45530" y="28838"/>
                    <a:pt x="44863" y="28285"/>
                  </a:cubicBezTo>
                  <a:cubicBezTo>
                    <a:pt x="43015" y="26752"/>
                    <a:pt x="41453" y="24485"/>
                    <a:pt x="40167" y="23589"/>
                  </a:cubicBezTo>
                  <a:cubicBezTo>
                    <a:pt x="39005" y="22780"/>
                    <a:pt x="38062" y="23094"/>
                    <a:pt x="36643" y="22418"/>
                  </a:cubicBezTo>
                  <a:cubicBezTo>
                    <a:pt x="32757" y="20560"/>
                    <a:pt x="30318" y="16808"/>
                    <a:pt x="26080" y="16550"/>
                  </a:cubicBezTo>
                  <a:cubicBezTo>
                    <a:pt x="25041" y="11331"/>
                    <a:pt x="18860" y="10816"/>
                    <a:pt x="15516" y="8330"/>
                  </a:cubicBezTo>
                  <a:cubicBezTo>
                    <a:pt x="14116" y="7292"/>
                    <a:pt x="12478" y="4901"/>
                    <a:pt x="10821" y="3634"/>
                  </a:cubicBezTo>
                  <a:cubicBezTo>
                    <a:pt x="8820" y="2101"/>
                    <a:pt x="6915" y="-576"/>
                    <a:pt x="3772" y="110"/>
                  </a:cubicBezTo>
                  <a:cubicBezTo>
                    <a:pt x="3601" y="2444"/>
                    <a:pt x="562" y="2749"/>
                    <a:pt x="248" y="3634"/>
                  </a:cubicBezTo>
                  <a:cubicBezTo>
                    <a:pt x="-657" y="6206"/>
                    <a:pt x="1191" y="8187"/>
                    <a:pt x="1419" y="10683"/>
                  </a:cubicBezTo>
                  <a:cubicBezTo>
                    <a:pt x="1639" y="13055"/>
                    <a:pt x="1839" y="15617"/>
                    <a:pt x="2591" y="17722"/>
                  </a:cubicBezTo>
                  <a:cubicBezTo>
                    <a:pt x="3143" y="19255"/>
                    <a:pt x="4563" y="19751"/>
                    <a:pt x="4934" y="21246"/>
                  </a:cubicBezTo>
                  <a:cubicBezTo>
                    <a:pt x="5105" y="21951"/>
                    <a:pt x="4677" y="22904"/>
                    <a:pt x="4934" y="23589"/>
                  </a:cubicBezTo>
                  <a:cubicBezTo>
                    <a:pt x="5058" y="23913"/>
                    <a:pt x="7039" y="24361"/>
                    <a:pt x="7287" y="24761"/>
                  </a:cubicBezTo>
                  <a:cubicBezTo>
                    <a:pt x="7601" y="25294"/>
                    <a:pt x="7134" y="26495"/>
                    <a:pt x="7287" y="27104"/>
                  </a:cubicBezTo>
                  <a:cubicBezTo>
                    <a:pt x="7944" y="29723"/>
                    <a:pt x="8820" y="32229"/>
                    <a:pt x="9630" y="35324"/>
                  </a:cubicBezTo>
                  <a:cubicBezTo>
                    <a:pt x="10544" y="38810"/>
                    <a:pt x="10639" y="41268"/>
                    <a:pt x="11983" y="42363"/>
                  </a:cubicBezTo>
                  <a:cubicBezTo>
                    <a:pt x="12449" y="42744"/>
                    <a:pt x="12421" y="43554"/>
                    <a:pt x="12278" y="44459"/>
                  </a:cubicBezTo>
                  <a:lnTo>
                    <a:pt x="34509" y="103418"/>
                  </a:lnTo>
                  <a:lnTo>
                    <a:pt x="56207" y="151539"/>
                  </a:lnTo>
                  <a:lnTo>
                    <a:pt x="59932" y="156435"/>
                  </a:lnTo>
                  <a:cubicBezTo>
                    <a:pt x="60627" y="157616"/>
                    <a:pt x="60779" y="158635"/>
                    <a:pt x="61294" y="159778"/>
                  </a:cubicBezTo>
                  <a:cubicBezTo>
                    <a:pt x="61446" y="160111"/>
                    <a:pt x="63351" y="160587"/>
                    <a:pt x="63637" y="160949"/>
                  </a:cubicBezTo>
                  <a:cubicBezTo>
                    <a:pt x="66323" y="164302"/>
                    <a:pt x="68752" y="167979"/>
                    <a:pt x="70685" y="170341"/>
                  </a:cubicBezTo>
                  <a:cubicBezTo>
                    <a:pt x="72038" y="171998"/>
                    <a:pt x="73695" y="174237"/>
                    <a:pt x="74209" y="175037"/>
                  </a:cubicBezTo>
                  <a:cubicBezTo>
                    <a:pt x="75048" y="176351"/>
                    <a:pt x="75743" y="177275"/>
                    <a:pt x="76562" y="178561"/>
                  </a:cubicBezTo>
                  <a:cubicBezTo>
                    <a:pt x="77962" y="180771"/>
                    <a:pt x="78905" y="181685"/>
                    <a:pt x="80086" y="183257"/>
                  </a:cubicBezTo>
                  <a:cubicBezTo>
                    <a:pt x="81449" y="185086"/>
                    <a:pt x="83087" y="187134"/>
                    <a:pt x="83611" y="187953"/>
                  </a:cubicBezTo>
                  <a:cubicBezTo>
                    <a:pt x="84449" y="189277"/>
                    <a:pt x="85135" y="190191"/>
                    <a:pt x="85963" y="191477"/>
                  </a:cubicBezTo>
                  <a:cubicBezTo>
                    <a:pt x="86497" y="192325"/>
                    <a:pt x="86601" y="193049"/>
                    <a:pt x="87135" y="193820"/>
                  </a:cubicBezTo>
                  <a:cubicBezTo>
                    <a:pt x="90373" y="198506"/>
                    <a:pt x="94059" y="202088"/>
                    <a:pt x="96526" y="206736"/>
                  </a:cubicBezTo>
                  <a:cubicBezTo>
                    <a:pt x="96841" y="207317"/>
                    <a:pt x="96364" y="208432"/>
                    <a:pt x="96526" y="209079"/>
                  </a:cubicBezTo>
                  <a:cubicBezTo>
                    <a:pt x="96793" y="210118"/>
                    <a:pt x="97489" y="209794"/>
                    <a:pt x="97698" y="210251"/>
                  </a:cubicBezTo>
                  <a:cubicBezTo>
                    <a:pt x="99460" y="214042"/>
                    <a:pt x="100375" y="217337"/>
                    <a:pt x="102051" y="220195"/>
                  </a:cubicBezTo>
                  <a:lnTo>
                    <a:pt x="102051" y="225129"/>
                  </a:lnTo>
                  <a:cubicBezTo>
                    <a:pt x="102127" y="225148"/>
                    <a:pt x="102203" y="225176"/>
                    <a:pt x="102280" y="225196"/>
                  </a:cubicBezTo>
                  <a:cubicBezTo>
                    <a:pt x="102318" y="225310"/>
                    <a:pt x="102318" y="225415"/>
                    <a:pt x="102384" y="225529"/>
                  </a:cubicBezTo>
                  <a:close/>
                </a:path>
              </a:pathLst>
            </a:custGeom>
            <a:solidFill>
              <a:srgbClr val="889428"/>
            </a:solidFill>
            <a:ln cap="flat">
              <a:noFill/>
              <a:prstDash val="solid"/>
              <a:miter lim="800000"/>
            </a:ln>
          </p:spPr>
          <p:txBody>
            <a:bodyPr vert="horz" anchor="ctr" tIns="45720" lIns="91440" bIns="45720" rIns="91440"/>
            <a:p>
              <a:pPr algn="l" marL="0"/>
            </a:p>
          </p:txBody>
        </p:sp>
        <p:sp>
          <p:nvSpPr>
            <p:cNvPr name="Freeform 111" id="111"/>
            <p:cNvSpPr/>
            <p:nvPr/>
          </p:nvSpPr>
          <p:spPr>
            <a:xfrm>
              <a:off x="8770256" y="3900250"/>
              <a:ext cx="319018" cy="287147"/>
            </a:xfrm>
            <a:custGeom>
              <a:avLst/>
              <a:gdLst/>
              <a:ahLst/>
              <a:cxnLst/>
              <a:rect r="r" b="b" t="t" l="l"/>
              <a:pathLst>
                <a:path w="319018" h="287147" stroke="true" fill="norm" extrusionOk="true">
                  <a:moveTo>
                    <a:pt x="314646" y="261230"/>
                  </a:moveTo>
                  <a:cubicBezTo>
                    <a:pt x="314427" y="260763"/>
                    <a:pt x="313731" y="261087"/>
                    <a:pt x="313474" y="260058"/>
                  </a:cubicBezTo>
                  <a:cubicBezTo>
                    <a:pt x="313313" y="259411"/>
                    <a:pt x="313789" y="258287"/>
                    <a:pt x="313474" y="257715"/>
                  </a:cubicBezTo>
                  <a:cubicBezTo>
                    <a:pt x="311007" y="253067"/>
                    <a:pt x="307321" y="249476"/>
                    <a:pt x="304083" y="244799"/>
                  </a:cubicBezTo>
                  <a:cubicBezTo>
                    <a:pt x="303549" y="244028"/>
                    <a:pt x="303445" y="243294"/>
                    <a:pt x="302911" y="242456"/>
                  </a:cubicBezTo>
                  <a:cubicBezTo>
                    <a:pt x="302092" y="241170"/>
                    <a:pt x="301397" y="240256"/>
                    <a:pt x="300558" y="238932"/>
                  </a:cubicBezTo>
                  <a:cubicBezTo>
                    <a:pt x="300035" y="238113"/>
                    <a:pt x="298406" y="236065"/>
                    <a:pt x="297034" y="234236"/>
                  </a:cubicBezTo>
                  <a:cubicBezTo>
                    <a:pt x="295853" y="232664"/>
                    <a:pt x="294920" y="231750"/>
                    <a:pt x="293510" y="229540"/>
                  </a:cubicBezTo>
                  <a:cubicBezTo>
                    <a:pt x="292691" y="228254"/>
                    <a:pt x="291996" y="227340"/>
                    <a:pt x="291157" y="226016"/>
                  </a:cubicBezTo>
                  <a:cubicBezTo>
                    <a:pt x="290643" y="225216"/>
                    <a:pt x="288986" y="222978"/>
                    <a:pt x="287633" y="221320"/>
                  </a:cubicBezTo>
                  <a:cubicBezTo>
                    <a:pt x="285699" y="218958"/>
                    <a:pt x="283271" y="215281"/>
                    <a:pt x="280585" y="211928"/>
                  </a:cubicBezTo>
                  <a:cubicBezTo>
                    <a:pt x="280289" y="211567"/>
                    <a:pt x="278384" y="211090"/>
                    <a:pt x="278241" y="210757"/>
                  </a:cubicBezTo>
                  <a:cubicBezTo>
                    <a:pt x="277727" y="209614"/>
                    <a:pt x="277565" y="208595"/>
                    <a:pt x="276879" y="207414"/>
                  </a:cubicBezTo>
                  <a:lnTo>
                    <a:pt x="273155" y="202518"/>
                  </a:lnTo>
                  <a:lnTo>
                    <a:pt x="189211" y="92418"/>
                  </a:lnTo>
                  <a:lnTo>
                    <a:pt x="189240" y="92418"/>
                  </a:lnTo>
                  <a:cubicBezTo>
                    <a:pt x="189154" y="92333"/>
                    <a:pt x="189106" y="92266"/>
                    <a:pt x="189021" y="92171"/>
                  </a:cubicBezTo>
                  <a:cubicBezTo>
                    <a:pt x="187602" y="90637"/>
                    <a:pt x="185639" y="89018"/>
                    <a:pt x="184325" y="87475"/>
                  </a:cubicBezTo>
                  <a:cubicBezTo>
                    <a:pt x="183953" y="87037"/>
                    <a:pt x="184725" y="85532"/>
                    <a:pt x="184325" y="85132"/>
                  </a:cubicBezTo>
                  <a:cubicBezTo>
                    <a:pt x="183944" y="84751"/>
                    <a:pt x="182325" y="85532"/>
                    <a:pt x="181972" y="85132"/>
                  </a:cubicBezTo>
                  <a:cubicBezTo>
                    <a:pt x="181182" y="84227"/>
                    <a:pt x="181601" y="82570"/>
                    <a:pt x="180801" y="81608"/>
                  </a:cubicBezTo>
                  <a:cubicBezTo>
                    <a:pt x="179324" y="79845"/>
                    <a:pt x="177353" y="79007"/>
                    <a:pt x="176105" y="76912"/>
                  </a:cubicBezTo>
                  <a:cubicBezTo>
                    <a:pt x="176210" y="76883"/>
                    <a:pt x="176305" y="76893"/>
                    <a:pt x="176410" y="76874"/>
                  </a:cubicBezTo>
                  <a:cubicBezTo>
                    <a:pt x="176162" y="76550"/>
                    <a:pt x="175914" y="76226"/>
                    <a:pt x="175695" y="75873"/>
                  </a:cubicBezTo>
                  <a:cubicBezTo>
                    <a:pt x="175476" y="75521"/>
                    <a:pt x="175267" y="75140"/>
                    <a:pt x="175057" y="74769"/>
                  </a:cubicBezTo>
                  <a:cubicBezTo>
                    <a:pt x="174933" y="74673"/>
                    <a:pt x="174809" y="74578"/>
                    <a:pt x="174676" y="74473"/>
                  </a:cubicBezTo>
                  <a:cubicBezTo>
                    <a:pt x="174048" y="73959"/>
                    <a:pt x="173819" y="73359"/>
                    <a:pt x="173857" y="72778"/>
                  </a:cubicBezTo>
                  <a:cubicBezTo>
                    <a:pt x="173285" y="71921"/>
                    <a:pt x="172657" y="71121"/>
                    <a:pt x="171809" y="70578"/>
                  </a:cubicBezTo>
                  <a:cubicBezTo>
                    <a:pt x="171123" y="70130"/>
                    <a:pt x="170790" y="69511"/>
                    <a:pt x="170714" y="68873"/>
                  </a:cubicBezTo>
                  <a:cubicBezTo>
                    <a:pt x="170218" y="68749"/>
                    <a:pt x="169685" y="68663"/>
                    <a:pt x="169056" y="68701"/>
                  </a:cubicBezTo>
                  <a:cubicBezTo>
                    <a:pt x="168675" y="66025"/>
                    <a:pt x="166332" y="63215"/>
                    <a:pt x="165532" y="62834"/>
                  </a:cubicBezTo>
                  <a:cubicBezTo>
                    <a:pt x="164303" y="62253"/>
                    <a:pt x="162094" y="63339"/>
                    <a:pt x="162008" y="61662"/>
                  </a:cubicBezTo>
                  <a:cubicBezTo>
                    <a:pt x="161941" y="60329"/>
                    <a:pt x="161532" y="61091"/>
                    <a:pt x="160836" y="60490"/>
                  </a:cubicBezTo>
                  <a:cubicBezTo>
                    <a:pt x="158731" y="58671"/>
                    <a:pt x="156531" y="57224"/>
                    <a:pt x="153788" y="56966"/>
                  </a:cubicBezTo>
                  <a:cubicBezTo>
                    <a:pt x="153283" y="53861"/>
                    <a:pt x="150359" y="53156"/>
                    <a:pt x="147920" y="51099"/>
                  </a:cubicBezTo>
                  <a:cubicBezTo>
                    <a:pt x="145815" y="49318"/>
                    <a:pt x="143415" y="46146"/>
                    <a:pt x="142053" y="45232"/>
                  </a:cubicBezTo>
                  <a:cubicBezTo>
                    <a:pt x="140662" y="44298"/>
                    <a:pt x="138862" y="44746"/>
                    <a:pt x="137357" y="44060"/>
                  </a:cubicBezTo>
                  <a:cubicBezTo>
                    <a:pt x="137214" y="43993"/>
                    <a:pt x="137471" y="43022"/>
                    <a:pt x="137357" y="42888"/>
                  </a:cubicBezTo>
                  <a:cubicBezTo>
                    <a:pt x="137081" y="42546"/>
                    <a:pt x="135433" y="43088"/>
                    <a:pt x="135014" y="42888"/>
                  </a:cubicBezTo>
                  <a:cubicBezTo>
                    <a:pt x="134862" y="42822"/>
                    <a:pt x="135119" y="41850"/>
                    <a:pt x="135014" y="41717"/>
                  </a:cubicBezTo>
                  <a:cubicBezTo>
                    <a:pt x="134719" y="41355"/>
                    <a:pt x="133090" y="41945"/>
                    <a:pt x="132661" y="41717"/>
                  </a:cubicBezTo>
                  <a:cubicBezTo>
                    <a:pt x="132376" y="41564"/>
                    <a:pt x="131737" y="39669"/>
                    <a:pt x="131490" y="39364"/>
                  </a:cubicBezTo>
                  <a:cubicBezTo>
                    <a:pt x="131194" y="39002"/>
                    <a:pt x="129566" y="39612"/>
                    <a:pt x="129137" y="39364"/>
                  </a:cubicBezTo>
                  <a:cubicBezTo>
                    <a:pt x="128966" y="39269"/>
                    <a:pt x="129270" y="38354"/>
                    <a:pt x="129137" y="38193"/>
                  </a:cubicBezTo>
                  <a:cubicBezTo>
                    <a:pt x="128851" y="37850"/>
                    <a:pt x="127213" y="38402"/>
                    <a:pt x="126794" y="38193"/>
                  </a:cubicBezTo>
                  <a:cubicBezTo>
                    <a:pt x="126642" y="38126"/>
                    <a:pt x="126908" y="37164"/>
                    <a:pt x="126794" y="37021"/>
                  </a:cubicBezTo>
                  <a:cubicBezTo>
                    <a:pt x="126470" y="36630"/>
                    <a:pt x="123670" y="36097"/>
                    <a:pt x="123270" y="35849"/>
                  </a:cubicBezTo>
                  <a:cubicBezTo>
                    <a:pt x="119574" y="33487"/>
                    <a:pt x="113669" y="32601"/>
                    <a:pt x="111535" y="29982"/>
                  </a:cubicBezTo>
                  <a:cubicBezTo>
                    <a:pt x="111211" y="29592"/>
                    <a:pt x="109601" y="30296"/>
                    <a:pt x="109182" y="29982"/>
                  </a:cubicBezTo>
                  <a:cubicBezTo>
                    <a:pt x="106925" y="28286"/>
                    <a:pt x="108020" y="27820"/>
                    <a:pt x="104486" y="27639"/>
                  </a:cubicBezTo>
                  <a:cubicBezTo>
                    <a:pt x="103372" y="27572"/>
                    <a:pt x="103667" y="26562"/>
                    <a:pt x="103315" y="26467"/>
                  </a:cubicBezTo>
                  <a:cubicBezTo>
                    <a:pt x="100314" y="25581"/>
                    <a:pt x="97362" y="24553"/>
                    <a:pt x="96276" y="24115"/>
                  </a:cubicBezTo>
                  <a:cubicBezTo>
                    <a:pt x="95990" y="24000"/>
                    <a:pt x="95409" y="24134"/>
                    <a:pt x="95104" y="24115"/>
                  </a:cubicBezTo>
                  <a:cubicBezTo>
                    <a:pt x="93885" y="24048"/>
                    <a:pt x="94409" y="23133"/>
                    <a:pt x="93933" y="22943"/>
                  </a:cubicBezTo>
                  <a:cubicBezTo>
                    <a:pt x="90989" y="21800"/>
                    <a:pt x="87903" y="21000"/>
                    <a:pt x="86894" y="20590"/>
                  </a:cubicBezTo>
                  <a:cubicBezTo>
                    <a:pt x="86608" y="20476"/>
                    <a:pt x="86027" y="20609"/>
                    <a:pt x="85722" y="20590"/>
                  </a:cubicBezTo>
                  <a:cubicBezTo>
                    <a:pt x="84541" y="20524"/>
                    <a:pt x="84979" y="19571"/>
                    <a:pt x="84551" y="19419"/>
                  </a:cubicBezTo>
                  <a:cubicBezTo>
                    <a:pt x="80436" y="17990"/>
                    <a:pt x="76369" y="18019"/>
                    <a:pt x="72816" y="17076"/>
                  </a:cubicBezTo>
                  <a:cubicBezTo>
                    <a:pt x="71120" y="16628"/>
                    <a:pt x="68587" y="16361"/>
                    <a:pt x="66948" y="15904"/>
                  </a:cubicBezTo>
                  <a:cubicBezTo>
                    <a:pt x="65329" y="15456"/>
                    <a:pt x="64891" y="14161"/>
                    <a:pt x="63424" y="13561"/>
                  </a:cubicBezTo>
                  <a:cubicBezTo>
                    <a:pt x="61633" y="12818"/>
                    <a:pt x="59176" y="12856"/>
                    <a:pt x="57557" y="12389"/>
                  </a:cubicBezTo>
                  <a:cubicBezTo>
                    <a:pt x="55642" y="11837"/>
                    <a:pt x="54118" y="11618"/>
                    <a:pt x="52861" y="11218"/>
                  </a:cubicBezTo>
                  <a:cubicBezTo>
                    <a:pt x="48775" y="9922"/>
                    <a:pt x="43698" y="9417"/>
                    <a:pt x="42298" y="7693"/>
                  </a:cubicBezTo>
                  <a:cubicBezTo>
                    <a:pt x="42098" y="7455"/>
                    <a:pt x="40297" y="7741"/>
                    <a:pt x="39945" y="7693"/>
                  </a:cubicBezTo>
                  <a:cubicBezTo>
                    <a:pt x="38021" y="7455"/>
                    <a:pt x="37364" y="7665"/>
                    <a:pt x="36421" y="6522"/>
                  </a:cubicBezTo>
                  <a:cubicBezTo>
                    <a:pt x="36173" y="6217"/>
                    <a:pt x="33344" y="6550"/>
                    <a:pt x="32896" y="6522"/>
                  </a:cubicBezTo>
                  <a:cubicBezTo>
                    <a:pt x="31963" y="6474"/>
                    <a:pt x="31839" y="5369"/>
                    <a:pt x="31725" y="5350"/>
                  </a:cubicBezTo>
                  <a:cubicBezTo>
                    <a:pt x="29286" y="4922"/>
                    <a:pt x="26791" y="5865"/>
                    <a:pt x="24676" y="5350"/>
                  </a:cubicBezTo>
                  <a:cubicBezTo>
                    <a:pt x="24467" y="5303"/>
                    <a:pt x="24381" y="4398"/>
                    <a:pt x="23505" y="4179"/>
                  </a:cubicBezTo>
                  <a:cubicBezTo>
                    <a:pt x="22000" y="3798"/>
                    <a:pt x="21019" y="3264"/>
                    <a:pt x="19981" y="3007"/>
                  </a:cubicBezTo>
                  <a:cubicBezTo>
                    <a:pt x="15894" y="1988"/>
                    <a:pt x="13713" y="1121"/>
                    <a:pt x="10589" y="654"/>
                  </a:cubicBezTo>
                  <a:cubicBezTo>
                    <a:pt x="8693" y="369"/>
                    <a:pt x="6636" y="759"/>
                    <a:pt x="4722" y="654"/>
                  </a:cubicBezTo>
                  <a:cubicBezTo>
                    <a:pt x="3140" y="569"/>
                    <a:pt x="1312" y="-774"/>
                    <a:pt x="26" y="654"/>
                  </a:cubicBezTo>
                  <a:cubicBezTo>
                    <a:pt x="-193" y="3217"/>
                    <a:pt x="988" y="4388"/>
                    <a:pt x="3550" y="4179"/>
                  </a:cubicBezTo>
                  <a:cubicBezTo>
                    <a:pt x="5988" y="4484"/>
                    <a:pt x="3874" y="9341"/>
                    <a:pt x="5893" y="10046"/>
                  </a:cubicBezTo>
                  <a:cubicBezTo>
                    <a:pt x="9284" y="10237"/>
                    <a:pt x="10170" y="13828"/>
                    <a:pt x="11760" y="14742"/>
                  </a:cubicBezTo>
                  <a:cubicBezTo>
                    <a:pt x="12313" y="15056"/>
                    <a:pt x="13485" y="14590"/>
                    <a:pt x="14113" y="14742"/>
                  </a:cubicBezTo>
                  <a:cubicBezTo>
                    <a:pt x="16494" y="15342"/>
                    <a:pt x="16466" y="18171"/>
                    <a:pt x="19981" y="17095"/>
                  </a:cubicBezTo>
                  <a:cubicBezTo>
                    <a:pt x="21200" y="20181"/>
                    <a:pt x="24638" y="21048"/>
                    <a:pt x="25848" y="24134"/>
                  </a:cubicBezTo>
                  <a:cubicBezTo>
                    <a:pt x="29172" y="24324"/>
                    <a:pt x="30744" y="26286"/>
                    <a:pt x="34068" y="26486"/>
                  </a:cubicBezTo>
                  <a:cubicBezTo>
                    <a:pt x="34201" y="28344"/>
                    <a:pt x="36468" y="28982"/>
                    <a:pt x="37592" y="30011"/>
                  </a:cubicBezTo>
                  <a:cubicBezTo>
                    <a:pt x="38802" y="31125"/>
                    <a:pt x="40021" y="32058"/>
                    <a:pt x="41117" y="33535"/>
                  </a:cubicBezTo>
                  <a:cubicBezTo>
                    <a:pt x="43888" y="35849"/>
                    <a:pt x="47222" y="37602"/>
                    <a:pt x="50508" y="39412"/>
                  </a:cubicBezTo>
                  <a:cubicBezTo>
                    <a:pt x="49403" y="44069"/>
                    <a:pt x="52708" y="43174"/>
                    <a:pt x="54032" y="44107"/>
                  </a:cubicBezTo>
                  <a:cubicBezTo>
                    <a:pt x="54642" y="44536"/>
                    <a:pt x="53794" y="46813"/>
                    <a:pt x="55204" y="46460"/>
                  </a:cubicBezTo>
                  <a:cubicBezTo>
                    <a:pt x="56976" y="47832"/>
                    <a:pt x="58500" y="49432"/>
                    <a:pt x="59900" y="51156"/>
                  </a:cubicBezTo>
                  <a:cubicBezTo>
                    <a:pt x="61309" y="52890"/>
                    <a:pt x="62538" y="54785"/>
                    <a:pt x="63424" y="57023"/>
                  </a:cubicBezTo>
                  <a:cubicBezTo>
                    <a:pt x="67082" y="59795"/>
                    <a:pt x="70568" y="62748"/>
                    <a:pt x="72578" y="67158"/>
                  </a:cubicBezTo>
                  <a:cubicBezTo>
                    <a:pt x="72749" y="67291"/>
                    <a:pt x="72921" y="67406"/>
                    <a:pt x="73063" y="67596"/>
                  </a:cubicBezTo>
                  <a:cubicBezTo>
                    <a:pt x="74406" y="69416"/>
                    <a:pt x="75902" y="71111"/>
                    <a:pt x="77293" y="72892"/>
                  </a:cubicBezTo>
                  <a:cubicBezTo>
                    <a:pt x="79617" y="74740"/>
                    <a:pt x="79998" y="78531"/>
                    <a:pt x="82198" y="80503"/>
                  </a:cubicBezTo>
                  <a:cubicBezTo>
                    <a:pt x="85446" y="84341"/>
                    <a:pt x="88599" y="88123"/>
                    <a:pt x="91589" y="92237"/>
                  </a:cubicBezTo>
                  <a:cubicBezTo>
                    <a:pt x="92066" y="92904"/>
                    <a:pt x="92694" y="92047"/>
                    <a:pt x="92761" y="93409"/>
                  </a:cubicBezTo>
                  <a:cubicBezTo>
                    <a:pt x="92771" y="93771"/>
                    <a:pt x="93656" y="95352"/>
                    <a:pt x="93933" y="95762"/>
                  </a:cubicBezTo>
                  <a:cubicBezTo>
                    <a:pt x="94409" y="96476"/>
                    <a:pt x="95914" y="97448"/>
                    <a:pt x="96285" y="98105"/>
                  </a:cubicBezTo>
                  <a:cubicBezTo>
                    <a:pt x="96685" y="98819"/>
                    <a:pt x="96838" y="99476"/>
                    <a:pt x="97000" y="100134"/>
                  </a:cubicBezTo>
                  <a:lnTo>
                    <a:pt x="173781" y="208471"/>
                  </a:lnTo>
                  <a:cubicBezTo>
                    <a:pt x="174762" y="209938"/>
                    <a:pt x="176610" y="210938"/>
                    <a:pt x="177305" y="211995"/>
                  </a:cubicBezTo>
                  <a:cubicBezTo>
                    <a:pt x="177429" y="212186"/>
                    <a:pt x="177296" y="212929"/>
                    <a:pt x="177305" y="213167"/>
                  </a:cubicBezTo>
                  <a:cubicBezTo>
                    <a:pt x="177381" y="214529"/>
                    <a:pt x="178057" y="213691"/>
                    <a:pt x="178477" y="214338"/>
                  </a:cubicBezTo>
                  <a:cubicBezTo>
                    <a:pt x="180115" y="216862"/>
                    <a:pt x="180220" y="217586"/>
                    <a:pt x="182001" y="219034"/>
                  </a:cubicBezTo>
                  <a:cubicBezTo>
                    <a:pt x="182382" y="219339"/>
                    <a:pt x="181725" y="220958"/>
                    <a:pt x="182001" y="221377"/>
                  </a:cubicBezTo>
                  <a:cubicBezTo>
                    <a:pt x="182887" y="222730"/>
                    <a:pt x="184592" y="223606"/>
                    <a:pt x="185525" y="224902"/>
                  </a:cubicBezTo>
                  <a:cubicBezTo>
                    <a:pt x="186440" y="226188"/>
                    <a:pt x="187078" y="228350"/>
                    <a:pt x="187868" y="229597"/>
                  </a:cubicBezTo>
                  <a:cubicBezTo>
                    <a:pt x="188707" y="230912"/>
                    <a:pt x="189068" y="231007"/>
                    <a:pt x="190221" y="231950"/>
                  </a:cubicBezTo>
                  <a:cubicBezTo>
                    <a:pt x="190592" y="232255"/>
                    <a:pt x="189954" y="233874"/>
                    <a:pt x="190221" y="234293"/>
                  </a:cubicBezTo>
                  <a:cubicBezTo>
                    <a:pt x="190554" y="234827"/>
                    <a:pt x="192212" y="234874"/>
                    <a:pt x="192564" y="235465"/>
                  </a:cubicBezTo>
                  <a:cubicBezTo>
                    <a:pt x="193221" y="236560"/>
                    <a:pt x="192002" y="239018"/>
                    <a:pt x="193736" y="238989"/>
                  </a:cubicBezTo>
                  <a:cubicBezTo>
                    <a:pt x="195079" y="241656"/>
                    <a:pt x="198298" y="243571"/>
                    <a:pt x="198432" y="246038"/>
                  </a:cubicBezTo>
                  <a:cubicBezTo>
                    <a:pt x="198546" y="248200"/>
                    <a:pt x="200984" y="248771"/>
                    <a:pt x="201956" y="249562"/>
                  </a:cubicBezTo>
                  <a:cubicBezTo>
                    <a:pt x="202356" y="249886"/>
                    <a:pt x="201613" y="251514"/>
                    <a:pt x="201956" y="251914"/>
                  </a:cubicBezTo>
                  <a:cubicBezTo>
                    <a:pt x="203156" y="253315"/>
                    <a:pt x="205413" y="254020"/>
                    <a:pt x="206652" y="255439"/>
                  </a:cubicBezTo>
                  <a:cubicBezTo>
                    <a:pt x="208461" y="257496"/>
                    <a:pt x="213624" y="262201"/>
                    <a:pt x="213700" y="263659"/>
                  </a:cubicBezTo>
                  <a:cubicBezTo>
                    <a:pt x="213833" y="266145"/>
                    <a:pt x="217843" y="267764"/>
                    <a:pt x="218396" y="268355"/>
                  </a:cubicBezTo>
                  <a:cubicBezTo>
                    <a:pt x="219091" y="269107"/>
                    <a:pt x="219539" y="271812"/>
                    <a:pt x="220739" y="271879"/>
                  </a:cubicBezTo>
                  <a:cubicBezTo>
                    <a:pt x="222206" y="271955"/>
                    <a:pt x="222930" y="273117"/>
                    <a:pt x="223501" y="274146"/>
                  </a:cubicBezTo>
                  <a:cubicBezTo>
                    <a:pt x="223587" y="273936"/>
                    <a:pt x="223768" y="273793"/>
                    <a:pt x="223911" y="273622"/>
                  </a:cubicBezTo>
                  <a:lnTo>
                    <a:pt x="230578" y="287147"/>
                  </a:lnTo>
                  <a:lnTo>
                    <a:pt x="303445" y="281299"/>
                  </a:lnTo>
                  <a:lnTo>
                    <a:pt x="319018" y="280051"/>
                  </a:lnTo>
                  <a:lnTo>
                    <a:pt x="319018" y="271269"/>
                  </a:lnTo>
                  <a:cubicBezTo>
                    <a:pt x="317323" y="268316"/>
                    <a:pt x="316408" y="265021"/>
                    <a:pt x="314646" y="261230"/>
                  </a:cubicBezTo>
                  <a:close/>
                </a:path>
              </a:pathLst>
            </a:custGeom>
            <a:solidFill>
              <a:srgbClr val="94A723"/>
            </a:solidFill>
            <a:ln cap="flat">
              <a:noFill/>
              <a:prstDash val="solid"/>
              <a:miter lim="800000"/>
            </a:ln>
          </p:spPr>
          <p:txBody>
            <a:bodyPr vert="horz" anchor="ctr" tIns="45720" lIns="91440" bIns="45720" rIns="91440"/>
            <a:p>
              <a:pPr algn="l" marL="0"/>
            </a:p>
          </p:txBody>
        </p:sp>
        <p:sp>
          <p:nvSpPr>
            <p:cNvPr name="Freeform 112" id="112"/>
            <p:cNvSpPr/>
            <p:nvPr/>
          </p:nvSpPr>
          <p:spPr>
            <a:xfrm>
              <a:off x="8765501" y="4168813"/>
              <a:ext cx="433814" cy="152117"/>
            </a:xfrm>
            <a:custGeom>
              <a:avLst/>
              <a:gdLst/>
              <a:ahLst/>
              <a:cxnLst/>
              <a:rect r="r" b="b" t="t" l="l"/>
              <a:pathLst>
                <a:path w="433814" h="152117" stroke="true" fill="norm" extrusionOk="true">
                  <a:moveTo>
                    <a:pt x="433815" y="104824"/>
                  </a:moveTo>
                  <a:lnTo>
                    <a:pt x="431167" y="84240"/>
                  </a:lnTo>
                  <a:lnTo>
                    <a:pt x="425214" y="71991"/>
                  </a:lnTo>
                  <a:cubicBezTo>
                    <a:pt x="424547" y="69648"/>
                    <a:pt x="424195" y="66714"/>
                    <a:pt x="422719" y="66638"/>
                  </a:cubicBezTo>
                  <a:cubicBezTo>
                    <a:pt x="421080" y="66552"/>
                    <a:pt x="419718" y="60371"/>
                    <a:pt x="415851" y="59666"/>
                  </a:cubicBezTo>
                  <a:cubicBezTo>
                    <a:pt x="415432" y="59590"/>
                    <a:pt x="414994" y="59523"/>
                    <a:pt x="414498" y="59599"/>
                  </a:cubicBezTo>
                  <a:cubicBezTo>
                    <a:pt x="414756" y="59351"/>
                    <a:pt x="414870" y="58951"/>
                    <a:pt x="415032" y="58608"/>
                  </a:cubicBezTo>
                  <a:cubicBezTo>
                    <a:pt x="414794" y="58437"/>
                    <a:pt x="414565" y="58247"/>
                    <a:pt x="414375" y="57970"/>
                  </a:cubicBezTo>
                  <a:cubicBezTo>
                    <a:pt x="412869" y="55770"/>
                    <a:pt x="410879" y="53360"/>
                    <a:pt x="408088" y="52970"/>
                  </a:cubicBezTo>
                  <a:cubicBezTo>
                    <a:pt x="407136" y="52846"/>
                    <a:pt x="406640" y="52293"/>
                    <a:pt x="406440" y="51627"/>
                  </a:cubicBezTo>
                  <a:cubicBezTo>
                    <a:pt x="398296" y="47998"/>
                    <a:pt x="392238" y="41835"/>
                    <a:pt x="385142" y="36120"/>
                  </a:cubicBezTo>
                  <a:cubicBezTo>
                    <a:pt x="383152" y="34529"/>
                    <a:pt x="381856" y="33072"/>
                    <a:pt x="379265" y="31424"/>
                  </a:cubicBezTo>
                  <a:cubicBezTo>
                    <a:pt x="377694" y="30424"/>
                    <a:pt x="374636" y="29462"/>
                    <a:pt x="371045" y="27900"/>
                  </a:cubicBezTo>
                  <a:cubicBezTo>
                    <a:pt x="370036" y="27452"/>
                    <a:pt x="369321" y="25795"/>
                    <a:pt x="368693" y="25547"/>
                  </a:cubicBezTo>
                  <a:cubicBezTo>
                    <a:pt x="367702" y="25147"/>
                    <a:pt x="366149" y="25995"/>
                    <a:pt x="365178" y="25547"/>
                  </a:cubicBezTo>
                  <a:cubicBezTo>
                    <a:pt x="364378" y="25185"/>
                    <a:pt x="363492" y="23566"/>
                    <a:pt x="362825" y="23204"/>
                  </a:cubicBezTo>
                  <a:cubicBezTo>
                    <a:pt x="362397" y="22966"/>
                    <a:pt x="360768" y="23566"/>
                    <a:pt x="360473" y="23204"/>
                  </a:cubicBezTo>
                  <a:cubicBezTo>
                    <a:pt x="359606" y="22137"/>
                    <a:pt x="358348" y="21385"/>
                    <a:pt x="356958" y="20851"/>
                  </a:cubicBezTo>
                  <a:cubicBezTo>
                    <a:pt x="356539" y="20689"/>
                    <a:pt x="354862" y="21175"/>
                    <a:pt x="354605" y="20851"/>
                  </a:cubicBezTo>
                  <a:cubicBezTo>
                    <a:pt x="350652" y="16022"/>
                    <a:pt x="337727" y="15575"/>
                    <a:pt x="331117" y="10288"/>
                  </a:cubicBezTo>
                  <a:cubicBezTo>
                    <a:pt x="329678" y="8602"/>
                    <a:pt x="327087" y="8069"/>
                    <a:pt x="324077" y="7945"/>
                  </a:cubicBezTo>
                  <a:cubicBezTo>
                    <a:pt x="324011" y="7831"/>
                    <a:pt x="324011" y="7726"/>
                    <a:pt x="323963" y="7621"/>
                  </a:cubicBezTo>
                  <a:cubicBezTo>
                    <a:pt x="323887" y="7612"/>
                    <a:pt x="323811" y="7573"/>
                    <a:pt x="323735" y="7554"/>
                  </a:cubicBezTo>
                  <a:cubicBezTo>
                    <a:pt x="320144" y="6869"/>
                    <a:pt x="316696" y="4792"/>
                    <a:pt x="313533" y="3192"/>
                  </a:cubicBezTo>
                  <a:cubicBezTo>
                    <a:pt x="313333" y="3087"/>
                    <a:pt x="313219" y="2944"/>
                    <a:pt x="313067" y="2821"/>
                  </a:cubicBezTo>
                  <a:cubicBezTo>
                    <a:pt x="311104" y="2325"/>
                    <a:pt x="309362" y="1630"/>
                    <a:pt x="307647" y="887"/>
                  </a:cubicBezTo>
                  <a:cubicBezTo>
                    <a:pt x="306895" y="5478"/>
                    <a:pt x="300522" y="-2561"/>
                    <a:pt x="297074" y="887"/>
                  </a:cubicBezTo>
                  <a:cubicBezTo>
                    <a:pt x="295864" y="2097"/>
                    <a:pt x="296103" y="725"/>
                    <a:pt x="293550" y="887"/>
                  </a:cubicBezTo>
                  <a:cubicBezTo>
                    <a:pt x="291473" y="1020"/>
                    <a:pt x="291026" y="1859"/>
                    <a:pt x="288854" y="2059"/>
                  </a:cubicBezTo>
                  <a:cubicBezTo>
                    <a:pt x="284615" y="2459"/>
                    <a:pt x="280510" y="963"/>
                    <a:pt x="277110" y="2059"/>
                  </a:cubicBezTo>
                  <a:cubicBezTo>
                    <a:pt x="277186" y="1982"/>
                    <a:pt x="277215" y="1868"/>
                    <a:pt x="277291" y="1782"/>
                  </a:cubicBezTo>
                  <a:cubicBezTo>
                    <a:pt x="275157" y="1963"/>
                    <a:pt x="273062" y="2316"/>
                    <a:pt x="270919" y="2287"/>
                  </a:cubicBezTo>
                  <a:cubicBezTo>
                    <a:pt x="268280" y="4049"/>
                    <a:pt x="264985" y="2802"/>
                    <a:pt x="261851" y="3230"/>
                  </a:cubicBezTo>
                  <a:cubicBezTo>
                    <a:pt x="252973" y="4449"/>
                    <a:pt x="244191" y="5678"/>
                    <a:pt x="236019" y="7926"/>
                  </a:cubicBezTo>
                  <a:cubicBezTo>
                    <a:pt x="236009" y="7850"/>
                    <a:pt x="236038" y="7812"/>
                    <a:pt x="236029" y="7726"/>
                  </a:cubicBezTo>
                  <a:cubicBezTo>
                    <a:pt x="234904" y="8259"/>
                    <a:pt x="233752" y="8679"/>
                    <a:pt x="232504" y="8869"/>
                  </a:cubicBezTo>
                  <a:cubicBezTo>
                    <a:pt x="232495" y="8945"/>
                    <a:pt x="232523" y="9002"/>
                    <a:pt x="232504" y="9098"/>
                  </a:cubicBezTo>
                  <a:cubicBezTo>
                    <a:pt x="226427" y="12022"/>
                    <a:pt x="220093" y="13222"/>
                    <a:pt x="213721" y="14965"/>
                  </a:cubicBezTo>
                  <a:cubicBezTo>
                    <a:pt x="213616" y="14994"/>
                    <a:pt x="213797" y="16041"/>
                    <a:pt x="213721" y="16136"/>
                  </a:cubicBezTo>
                  <a:cubicBezTo>
                    <a:pt x="213502" y="16403"/>
                    <a:pt x="211740" y="16060"/>
                    <a:pt x="211368" y="16136"/>
                  </a:cubicBezTo>
                  <a:cubicBezTo>
                    <a:pt x="207835" y="16841"/>
                    <a:pt x="207168" y="16451"/>
                    <a:pt x="204329" y="17308"/>
                  </a:cubicBezTo>
                  <a:cubicBezTo>
                    <a:pt x="203882" y="17441"/>
                    <a:pt x="202586" y="19461"/>
                    <a:pt x="201977" y="19651"/>
                  </a:cubicBezTo>
                  <a:cubicBezTo>
                    <a:pt x="199614" y="20413"/>
                    <a:pt x="197186" y="20118"/>
                    <a:pt x="194938" y="20823"/>
                  </a:cubicBezTo>
                  <a:cubicBezTo>
                    <a:pt x="191975" y="21747"/>
                    <a:pt x="189099" y="22575"/>
                    <a:pt x="186708" y="23175"/>
                  </a:cubicBezTo>
                  <a:cubicBezTo>
                    <a:pt x="185775" y="23404"/>
                    <a:pt x="185889" y="24214"/>
                    <a:pt x="185546" y="24347"/>
                  </a:cubicBezTo>
                  <a:cubicBezTo>
                    <a:pt x="182307" y="25633"/>
                    <a:pt x="177478" y="25062"/>
                    <a:pt x="176145" y="26700"/>
                  </a:cubicBezTo>
                  <a:cubicBezTo>
                    <a:pt x="175916" y="26986"/>
                    <a:pt x="174192" y="26595"/>
                    <a:pt x="173801" y="26700"/>
                  </a:cubicBezTo>
                  <a:cubicBezTo>
                    <a:pt x="171144" y="27424"/>
                    <a:pt x="170849" y="27719"/>
                    <a:pt x="167925" y="27871"/>
                  </a:cubicBezTo>
                  <a:cubicBezTo>
                    <a:pt x="166782" y="27928"/>
                    <a:pt x="167153" y="28910"/>
                    <a:pt x="166753" y="29043"/>
                  </a:cubicBezTo>
                  <a:cubicBezTo>
                    <a:pt x="164972" y="29624"/>
                    <a:pt x="162543" y="29710"/>
                    <a:pt x="160886" y="30214"/>
                  </a:cubicBezTo>
                  <a:cubicBezTo>
                    <a:pt x="160771" y="30253"/>
                    <a:pt x="160990" y="31291"/>
                    <a:pt x="160886" y="31386"/>
                  </a:cubicBezTo>
                  <a:cubicBezTo>
                    <a:pt x="159724" y="32558"/>
                    <a:pt x="157295" y="31205"/>
                    <a:pt x="156190" y="32558"/>
                  </a:cubicBezTo>
                  <a:cubicBezTo>
                    <a:pt x="155923" y="32882"/>
                    <a:pt x="154247" y="32386"/>
                    <a:pt x="153837" y="32558"/>
                  </a:cubicBezTo>
                  <a:cubicBezTo>
                    <a:pt x="146941" y="35320"/>
                    <a:pt x="139731" y="37653"/>
                    <a:pt x="136225" y="41949"/>
                  </a:cubicBezTo>
                  <a:cubicBezTo>
                    <a:pt x="135902" y="42340"/>
                    <a:pt x="134282" y="41635"/>
                    <a:pt x="133873" y="41949"/>
                  </a:cubicBezTo>
                  <a:cubicBezTo>
                    <a:pt x="132901" y="42683"/>
                    <a:pt x="132511" y="44626"/>
                    <a:pt x="131520" y="45473"/>
                  </a:cubicBezTo>
                  <a:cubicBezTo>
                    <a:pt x="130006" y="46750"/>
                    <a:pt x="127977" y="46864"/>
                    <a:pt x="126824" y="47826"/>
                  </a:cubicBezTo>
                  <a:cubicBezTo>
                    <a:pt x="124729" y="49550"/>
                    <a:pt x="123271" y="52293"/>
                    <a:pt x="122128" y="53694"/>
                  </a:cubicBezTo>
                  <a:cubicBezTo>
                    <a:pt x="121805" y="54094"/>
                    <a:pt x="120176" y="53360"/>
                    <a:pt x="119776" y="53694"/>
                  </a:cubicBezTo>
                  <a:cubicBezTo>
                    <a:pt x="117337" y="55741"/>
                    <a:pt x="115061" y="58523"/>
                    <a:pt x="112737" y="60742"/>
                  </a:cubicBezTo>
                  <a:cubicBezTo>
                    <a:pt x="109860" y="60390"/>
                    <a:pt x="107851" y="61971"/>
                    <a:pt x="105698" y="63085"/>
                  </a:cubicBezTo>
                  <a:cubicBezTo>
                    <a:pt x="104679" y="63619"/>
                    <a:pt x="103212" y="63533"/>
                    <a:pt x="102174" y="64257"/>
                  </a:cubicBezTo>
                  <a:cubicBezTo>
                    <a:pt x="101202" y="64943"/>
                    <a:pt x="100831" y="67076"/>
                    <a:pt x="99821" y="67781"/>
                  </a:cubicBezTo>
                  <a:cubicBezTo>
                    <a:pt x="98726" y="68553"/>
                    <a:pt x="97249" y="68229"/>
                    <a:pt x="96306" y="68953"/>
                  </a:cubicBezTo>
                  <a:cubicBezTo>
                    <a:pt x="95544" y="69543"/>
                    <a:pt x="94820" y="70610"/>
                    <a:pt x="93954" y="71305"/>
                  </a:cubicBezTo>
                  <a:cubicBezTo>
                    <a:pt x="92991" y="72077"/>
                    <a:pt x="92477" y="72848"/>
                    <a:pt x="91601" y="73649"/>
                  </a:cubicBezTo>
                  <a:cubicBezTo>
                    <a:pt x="90563" y="74601"/>
                    <a:pt x="89191" y="75134"/>
                    <a:pt x="88077" y="76001"/>
                  </a:cubicBezTo>
                  <a:cubicBezTo>
                    <a:pt x="86305" y="77373"/>
                    <a:pt x="85324" y="79325"/>
                    <a:pt x="83381" y="80697"/>
                  </a:cubicBezTo>
                  <a:cubicBezTo>
                    <a:pt x="82428" y="81373"/>
                    <a:pt x="80695" y="81373"/>
                    <a:pt x="79856" y="81869"/>
                  </a:cubicBezTo>
                  <a:cubicBezTo>
                    <a:pt x="79561" y="82049"/>
                    <a:pt x="79237" y="82688"/>
                    <a:pt x="78685" y="83040"/>
                  </a:cubicBezTo>
                  <a:cubicBezTo>
                    <a:pt x="76494" y="84440"/>
                    <a:pt x="75542" y="85374"/>
                    <a:pt x="73989" y="86564"/>
                  </a:cubicBezTo>
                  <a:cubicBezTo>
                    <a:pt x="71760" y="88260"/>
                    <a:pt x="69941" y="89012"/>
                    <a:pt x="68122" y="90089"/>
                  </a:cubicBezTo>
                  <a:cubicBezTo>
                    <a:pt x="67817" y="90270"/>
                    <a:pt x="67503" y="90908"/>
                    <a:pt x="66950" y="91260"/>
                  </a:cubicBezTo>
                  <a:cubicBezTo>
                    <a:pt x="66102" y="91794"/>
                    <a:pt x="65293" y="91794"/>
                    <a:pt x="64598" y="92432"/>
                  </a:cubicBezTo>
                  <a:cubicBezTo>
                    <a:pt x="62531" y="94308"/>
                    <a:pt x="61730" y="97118"/>
                    <a:pt x="59902" y="99480"/>
                  </a:cubicBezTo>
                  <a:cubicBezTo>
                    <a:pt x="59549" y="99937"/>
                    <a:pt x="58016" y="100271"/>
                    <a:pt x="57559" y="100652"/>
                  </a:cubicBezTo>
                  <a:cubicBezTo>
                    <a:pt x="57158" y="100976"/>
                    <a:pt x="57882" y="102595"/>
                    <a:pt x="57559" y="102995"/>
                  </a:cubicBezTo>
                  <a:cubicBezTo>
                    <a:pt x="56758" y="103986"/>
                    <a:pt x="54853" y="104357"/>
                    <a:pt x="54034" y="105348"/>
                  </a:cubicBezTo>
                  <a:cubicBezTo>
                    <a:pt x="53072" y="106510"/>
                    <a:pt x="52729" y="107824"/>
                    <a:pt x="51682" y="108872"/>
                  </a:cubicBezTo>
                  <a:cubicBezTo>
                    <a:pt x="50748" y="109805"/>
                    <a:pt x="49043" y="110263"/>
                    <a:pt x="48167" y="111225"/>
                  </a:cubicBezTo>
                  <a:cubicBezTo>
                    <a:pt x="47795" y="111625"/>
                    <a:pt x="48395" y="113053"/>
                    <a:pt x="48167" y="113568"/>
                  </a:cubicBezTo>
                  <a:cubicBezTo>
                    <a:pt x="48024" y="113892"/>
                    <a:pt x="46100" y="114406"/>
                    <a:pt x="45814" y="114739"/>
                  </a:cubicBezTo>
                  <a:cubicBezTo>
                    <a:pt x="44786" y="115959"/>
                    <a:pt x="43614" y="116997"/>
                    <a:pt x="42290" y="118264"/>
                  </a:cubicBezTo>
                  <a:cubicBezTo>
                    <a:pt x="39061" y="121350"/>
                    <a:pt x="34413" y="125941"/>
                    <a:pt x="31717" y="127655"/>
                  </a:cubicBezTo>
                  <a:cubicBezTo>
                    <a:pt x="28383" y="129789"/>
                    <a:pt x="26145" y="132361"/>
                    <a:pt x="23497" y="134704"/>
                  </a:cubicBezTo>
                  <a:cubicBezTo>
                    <a:pt x="20821" y="137075"/>
                    <a:pt x="19030" y="138904"/>
                    <a:pt x="16458" y="140571"/>
                  </a:cubicBezTo>
                  <a:cubicBezTo>
                    <a:pt x="15020" y="141505"/>
                    <a:pt x="13277" y="140981"/>
                    <a:pt x="11753" y="141743"/>
                  </a:cubicBezTo>
                  <a:cubicBezTo>
                    <a:pt x="11277" y="141990"/>
                    <a:pt x="11153" y="143819"/>
                    <a:pt x="10581" y="144095"/>
                  </a:cubicBezTo>
                  <a:cubicBezTo>
                    <a:pt x="9657" y="144543"/>
                    <a:pt x="7962" y="143591"/>
                    <a:pt x="7066" y="144095"/>
                  </a:cubicBezTo>
                  <a:cubicBezTo>
                    <a:pt x="6562" y="144381"/>
                    <a:pt x="6505" y="146153"/>
                    <a:pt x="5895" y="146439"/>
                  </a:cubicBezTo>
                  <a:cubicBezTo>
                    <a:pt x="5047" y="146848"/>
                    <a:pt x="3123" y="145886"/>
                    <a:pt x="2371" y="146439"/>
                  </a:cubicBezTo>
                  <a:cubicBezTo>
                    <a:pt x="1475" y="147105"/>
                    <a:pt x="-192" y="149401"/>
                    <a:pt x="18" y="151134"/>
                  </a:cubicBezTo>
                  <a:cubicBezTo>
                    <a:pt x="4247" y="153297"/>
                    <a:pt x="8019" y="151430"/>
                    <a:pt x="11762" y="149963"/>
                  </a:cubicBezTo>
                  <a:cubicBezTo>
                    <a:pt x="12601" y="149629"/>
                    <a:pt x="12629" y="147696"/>
                    <a:pt x="14115" y="147610"/>
                  </a:cubicBezTo>
                  <a:cubicBezTo>
                    <a:pt x="15410" y="147543"/>
                    <a:pt x="14706" y="146724"/>
                    <a:pt x="15287" y="146439"/>
                  </a:cubicBezTo>
                  <a:cubicBezTo>
                    <a:pt x="16211" y="145981"/>
                    <a:pt x="17820" y="146743"/>
                    <a:pt x="18811" y="146439"/>
                  </a:cubicBezTo>
                  <a:cubicBezTo>
                    <a:pt x="19249" y="146305"/>
                    <a:pt x="20544" y="144305"/>
                    <a:pt x="21154" y="144095"/>
                  </a:cubicBezTo>
                  <a:cubicBezTo>
                    <a:pt x="24869" y="142819"/>
                    <a:pt x="29650" y="142562"/>
                    <a:pt x="34070" y="141743"/>
                  </a:cubicBezTo>
                  <a:cubicBezTo>
                    <a:pt x="38851" y="140866"/>
                    <a:pt x="43547" y="139704"/>
                    <a:pt x="48167" y="139400"/>
                  </a:cubicBezTo>
                  <a:cubicBezTo>
                    <a:pt x="51853" y="139152"/>
                    <a:pt x="56092" y="139838"/>
                    <a:pt x="59902" y="139400"/>
                  </a:cubicBezTo>
                  <a:cubicBezTo>
                    <a:pt x="61092" y="139257"/>
                    <a:pt x="61264" y="138438"/>
                    <a:pt x="62254" y="138228"/>
                  </a:cubicBezTo>
                  <a:cubicBezTo>
                    <a:pt x="69865" y="136580"/>
                    <a:pt x="75875" y="137638"/>
                    <a:pt x="83390" y="137056"/>
                  </a:cubicBezTo>
                  <a:cubicBezTo>
                    <a:pt x="89172" y="136609"/>
                    <a:pt x="98011" y="134285"/>
                    <a:pt x="101002" y="133532"/>
                  </a:cubicBezTo>
                  <a:cubicBezTo>
                    <a:pt x="101716" y="133351"/>
                    <a:pt x="102612" y="133580"/>
                    <a:pt x="103355" y="133532"/>
                  </a:cubicBezTo>
                  <a:cubicBezTo>
                    <a:pt x="107870" y="133208"/>
                    <a:pt x="108908" y="132751"/>
                    <a:pt x="111575" y="132361"/>
                  </a:cubicBezTo>
                  <a:cubicBezTo>
                    <a:pt x="116109" y="131703"/>
                    <a:pt x="118519" y="131513"/>
                    <a:pt x="120966" y="131189"/>
                  </a:cubicBezTo>
                  <a:cubicBezTo>
                    <a:pt x="129539" y="130056"/>
                    <a:pt x="137026" y="129770"/>
                    <a:pt x="143274" y="128836"/>
                  </a:cubicBezTo>
                  <a:cubicBezTo>
                    <a:pt x="146531" y="128351"/>
                    <a:pt x="149837" y="128274"/>
                    <a:pt x="152666" y="127665"/>
                  </a:cubicBezTo>
                  <a:cubicBezTo>
                    <a:pt x="153666" y="127446"/>
                    <a:pt x="154190" y="126541"/>
                    <a:pt x="155018" y="126493"/>
                  </a:cubicBezTo>
                  <a:cubicBezTo>
                    <a:pt x="156161" y="126427"/>
                    <a:pt x="155790" y="125445"/>
                    <a:pt x="156190" y="125322"/>
                  </a:cubicBezTo>
                  <a:cubicBezTo>
                    <a:pt x="157485" y="124893"/>
                    <a:pt x="159505" y="125388"/>
                    <a:pt x="160886" y="125322"/>
                  </a:cubicBezTo>
                  <a:cubicBezTo>
                    <a:pt x="162019" y="125255"/>
                    <a:pt x="161676" y="124264"/>
                    <a:pt x="162057" y="124150"/>
                  </a:cubicBezTo>
                  <a:cubicBezTo>
                    <a:pt x="165848" y="122969"/>
                    <a:pt x="172297" y="121588"/>
                    <a:pt x="173801" y="120626"/>
                  </a:cubicBezTo>
                  <a:cubicBezTo>
                    <a:pt x="176678" y="118787"/>
                    <a:pt x="181069" y="118254"/>
                    <a:pt x="182022" y="117102"/>
                  </a:cubicBezTo>
                  <a:cubicBezTo>
                    <a:pt x="182269" y="116806"/>
                    <a:pt x="185098" y="117130"/>
                    <a:pt x="185546" y="117102"/>
                  </a:cubicBezTo>
                  <a:cubicBezTo>
                    <a:pt x="186660" y="117044"/>
                    <a:pt x="186356" y="116035"/>
                    <a:pt x="186708" y="115930"/>
                  </a:cubicBezTo>
                  <a:cubicBezTo>
                    <a:pt x="194585" y="113568"/>
                    <a:pt x="201215" y="114625"/>
                    <a:pt x="209016" y="113577"/>
                  </a:cubicBezTo>
                  <a:cubicBezTo>
                    <a:pt x="210482" y="113377"/>
                    <a:pt x="210740" y="112663"/>
                    <a:pt x="212540" y="112406"/>
                  </a:cubicBezTo>
                  <a:cubicBezTo>
                    <a:pt x="216169" y="111872"/>
                    <a:pt x="218417" y="111520"/>
                    <a:pt x="219579" y="111234"/>
                  </a:cubicBezTo>
                  <a:cubicBezTo>
                    <a:pt x="220312" y="111044"/>
                    <a:pt x="221170" y="111358"/>
                    <a:pt x="221931" y="111234"/>
                  </a:cubicBezTo>
                  <a:cubicBezTo>
                    <a:pt x="228789" y="110082"/>
                    <a:pt x="236571" y="109224"/>
                    <a:pt x="243067" y="108881"/>
                  </a:cubicBezTo>
                  <a:cubicBezTo>
                    <a:pt x="243934" y="108834"/>
                    <a:pt x="244191" y="107710"/>
                    <a:pt x="244239" y="107710"/>
                  </a:cubicBezTo>
                  <a:cubicBezTo>
                    <a:pt x="263861" y="105005"/>
                    <a:pt x="288902" y="104328"/>
                    <a:pt x="311152" y="105367"/>
                  </a:cubicBezTo>
                  <a:cubicBezTo>
                    <a:pt x="313248" y="105462"/>
                    <a:pt x="314914" y="106405"/>
                    <a:pt x="317029" y="106538"/>
                  </a:cubicBezTo>
                  <a:cubicBezTo>
                    <a:pt x="324659" y="107034"/>
                    <a:pt x="332136" y="107253"/>
                    <a:pt x="336984" y="107710"/>
                  </a:cubicBezTo>
                  <a:cubicBezTo>
                    <a:pt x="339241" y="107919"/>
                    <a:pt x="342746" y="107510"/>
                    <a:pt x="345204" y="107710"/>
                  </a:cubicBezTo>
                  <a:cubicBezTo>
                    <a:pt x="350100" y="108110"/>
                    <a:pt x="356605" y="109720"/>
                    <a:pt x="360463" y="110063"/>
                  </a:cubicBezTo>
                  <a:cubicBezTo>
                    <a:pt x="362368" y="110234"/>
                    <a:pt x="364464" y="109701"/>
                    <a:pt x="366340" y="110063"/>
                  </a:cubicBezTo>
                  <a:cubicBezTo>
                    <a:pt x="368940" y="110567"/>
                    <a:pt x="371017" y="112091"/>
                    <a:pt x="373379" y="112406"/>
                  </a:cubicBezTo>
                  <a:cubicBezTo>
                    <a:pt x="379551" y="113244"/>
                    <a:pt x="385523" y="112739"/>
                    <a:pt x="390991" y="113577"/>
                  </a:cubicBezTo>
                  <a:cubicBezTo>
                    <a:pt x="393648" y="113987"/>
                    <a:pt x="395591" y="115425"/>
                    <a:pt x="398030" y="115930"/>
                  </a:cubicBezTo>
                  <a:cubicBezTo>
                    <a:pt x="400744" y="116482"/>
                    <a:pt x="404773" y="116930"/>
                    <a:pt x="407421" y="117102"/>
                  </a:cubicBezTo>
                  <a:cubicBezTo>
                    <a:pt x="415651" y="117644"/>
                    <a:pt x="419899" y="116606"/>
                    <a:pt x="424833" y="114901"/>
                  </a:cubicBezTo>
                  <a:lnTo>
                    <a:pt x="424833" y="114892"/>
                  </a:lnTo>
                  <a:lnTo>
                    <a:pt x="429481" y="113358"/>
                  </a:lnTo>
                  <a:lnTo>
                    <a:pt x="433815" y="104824"/>
                  </a:lnTo>
                  <a:close/>
                </a:path>
              </a:pathLst>
            </a:custGeom>
            <a:solidFill>
              <a:srgbClr val="E89A1B"/>
            </a:solidFill>
            <a:ln cap="flat">
              <a:noFill/>
              <a:prstDash val="solid"/>
              <a:miter lim="800000"/>
            </a:ln>
          </p:spPr>
          <p:txBody>
            <a:bodyPr vert="horz" anchor="ctr" tIns="45720" lIns="91440" bIns="45720" rIns="91440"/>
            <a:p>
              <a:pPr algn="l" marL="0"/>
            </a:p>
          </p:txBody>
        </p:sp>
        <p:sp>
          <p:nvSpPr>
            <p:cNvPr name="Freeform 113" id="113"/>
            <p:cNvSpPr/>
            <p:nvPr/>
          </p:nvSpPr>
          <p:spPr>
            <a:xfrm>
              <a:off x="9000808" y="4107479"/>
              <a:ext cx="41802" cy="58350"/>
            </a:xfrm>
            <a:custGeom>
              <a:avLst/>
              <a:gdLst/>
              <a:ahLst/>
              <a:cxnLst/>
              <a:rect r="r" b="b" t="t" l="l"/>
              <a:pathLst>
                <a:path w="41802" h="58350" stroke="true" fill="norm" extrusionOk="true">
                  <a:moveTo>
                    <a:pt x="21867" y="22301"/>
                  </a:moveTo>
                  <a:cubicBezTo>
                    <a:pt x="21543" y="21758"/>
                    <a:pt x="19771" y="21606"/>
                    <a:pt x="19514" y="21130"/>
                  </a:cubicBezTo>
                  <a:cubicBezTo>
                    <a:pt x="18514" y="19253"/>
                    <a:pt x="18257" y="16939"/>
                    <a:pt x="17171" y="15262"/>
                  </a:cubicBezTo>
                  <a:cubicBezTo>
                    <a:pt x="16133" y="13662"/>
                    <a:pt x="15037" y="12310"/>
                    <a:pt x="13647" y="10566"/>
                  </a:cubicBezTo>
                  <a:cubicBezTo>
                    <a:pt x="12532" y="9166"/>
                    <a:pt x="11323" y="7080"/>
                    <a:pt x="10123" y="5871"/>
                  </a:cubicBezTo>
                  <a:cubicBezTo>
                    <a:pt x="7722" y="3442"/>
                    <a:pt x="4579" y="-121"/>
                    <a:pt x="731" y="3"/>
                  </a:cubicBezTo>
                  <a:cubicBezTo>
                    <a:pt x="-974" y="527"/>
                    <a:pt x="855" y="1032"/>
                    <a:pt x="731" y="2346"/>
                  </a:cubicBezTo>
                  <a:cubicBezTo>
                    <a:pt x="769" y="7214"/>
                    <a:pt x="4493" y="9804"/>
                    <a:pt x="6598" y="12909"/>
                  </a:cubicBezTo>
                  <a:cubicBezTo>
                    <a:pt x="7075" y="13614"/>
                    <a:pt x="8589" y="14605"/>
                    <a:pt x="8951" y="15262"/>
                  </a:cubicBezTo>
                  <a:cubicBezTo>
                    <a:pt x="9189" y="15691"/>
                    <a:pt x="8589" y="17310"/>
                    <a:pt x="8951" y="17605"/>
                  </a:cubicBezTo>
                  <a:cubicBezTo>
                    <a:pt x="9799" y="18310"/>
                    <a:pt x="11732" y="20949"/>
                    <a:pt x="13647" y="22301"/>
                  </a:cubicBezTo>
                  <a:cubicBezTo>
                    <a:pt x="14628" y="25082"/>
                    <a:pt x="14447" y="28130"/>
                    <a:pt x="15990" y="30521"/>
                  </a:cubicBezTo>
                  <a:cubicBezTo>
                    <a:pt x="16409" y="31169"/>
                    <a:pt x="17095" y="30331"/>
                    <a:pt x="17161" y="31693"/>
                  </a:cubicBezTo>
                  <a:cubicBezTo>
                    <a:pt x="17238" y="33198"/>
                    <a:pt x="18867" y="33188"/>
                    <a:pt x="19505" y="34046"/>
                  </a:cubicBezTo>
                  <a:cubicBezTo>
                    <a:pt x="19819" y="34465"/>
                    <a:pt x="19114" y="36074"/>
                    <a:pt x="19505" y="36389"/>
                  </a:cubicBezTo>
                  <a:cubicBezTo>
                    <a:pt x="20562" y="37255"/>
                    <a:pt x="21800" y="38579"/>
                    <a:pt x="23029" y="41085"/>
                  </a:cubicBezTo>
                  <a:cubicBezTo>
                    <a:pt x="23238" y="41513"/>
                    <a:pt x="22677" y="43151"/>
                    <a:pt x="23029" y="43428"/>
                  </a:cubicBezTo>
                  <a:cubicBezTo>
                    <a:pt x="24181" y="44371"/>
                    <a:pt x="24553" y="44428"/>
                    <a:pt x="25372" y="45780"/>
                  </a:cubicBezTo>
                  <a:cubicBezTo>
                    <a:pt x="26172" y="47095"/>
                    <a:pt x="28230" y="48209"/>
                    <a:pt x="28896" y="49304"/>
                  </a:cubicBezTo>
                  <a:cubicBezTo>
                    <a:pt x="29163" y="49733"/>
                    <a:pt x="28525" y="51352"/>
                    <a:pt x="28896" y="51648"/>
                  </a:cubicBezTo>
                  <a:cubicBezTo>
                    <a:pt x="29039" y="51762"/>
                    <a:pt x="30001" y="51505"/>
                    <a:pt x="30068" y="51648"/>
                  </a:cubicBezTo>
                  <a:cubicBezTo>
                    <a:pt x="30268" y="52076"/>
                    <a:pt x="29725" y="53715"/>
                    <a:pt x="30068" y="54000"/>
                  </a:cubicBezTo>
                  <a:cubicBezTo>
                    <a:pt x="30239" y="54143"/>
                    <a:pt x="31116" y="53829"/>
                    <a:pt x="31239" y="53991"/>
                  </a:cubicBezTo>
                  <a:cubicBezTo>
                    <a:pt x="33887" y="57401"/>
                    <a:pt x="37479" y="59001"/>
                    <a:pt x="41803" y="58106"/>
                  </a:cubicBezTo>
                  <a:cubicBezTo>
                    <a:pt x="41203" y="55381"/>
                    <a:pt x="38383" y="51048"/>
                    <a:pt x="37116" y="48123"/>
                  </a:cubicBezTo>
                  <a:cubicBezTo>
                    <a:pt x="36878" y="47590"/>
                    <a:pt x="36011" y="48209"/>
                    <a:pt x="35945" y="46952"/>
                  </a:cubicBezTo>
                  <a:cubicBezTo>
                    <a:pt x="35840" y="44971"/>
                    <a:pt x="32545" y="44580"/>
                    <a:pt x="32421" y="42256"/>
                  </a:cubicBezTo>
                  <a:cubicBezTo>
                    <a:pt x="32402" y="42008"/>
                    <a:pt x="32545" y="41284"/>
                    <a:pt x="32421" y="41085"/>
                  </a:cubicBezTo>
                  <a:cubicBezTo>
                    <a:pt x="31963" y="40351"/>
                    <a:pt x="30439" y="39389"/>
                    <a:pt x="30068" y="38732"/>
                  </a:cubicBezTo>
                  <a:cubicBezTo>
                    <a:pt x="29830" y="38303"/>
                    <a:pt x="30430" y="36674"/>
                    <a:pt x="30068" y="36379"/>
                  </a:cubicBezTo>
                  <a:cubicBezTo>
                    <a:pt x="29363" y="35808"/>
                    <a:pt x="26620" y="33141"/>
                    <a:pt x="26544" y="31683"/>
                  </a:cubicBezTo>
                  <a:cubicBezTo>
                    <a:pt x="26486" y="30683"/>
                    <a:pt x="24762" y="29083"/>
                    <a:pt x="24191" y="28159"/>
                  </a:cubicBezTo>
                  <a:cubicBezTo>
                    <a:pt x="23438" y="26940"/>
                    <a:pt x="22210" y="26111"/>
                    <a:pt x="21848" y="24635"/>
                  </a:cubicBezTo>
                  <a:cubicBezTo>
                    <a:pt x="21714" y="24035"/>
                    <a:pt x="22191" y="22835"/>
                    <a:pt x="21867" y="22301"/>
                  </a:cubicBezTo>
                  <a:close/>
                </a:path>
              </a:pathLst>
            </a:custGeom>
            <a:solidFill>
              <a:srgbClr val="858F2B"/>
            </a:solidFill>
            <a:ln cap="flat">
              <a:noFill/>
              <a:prstDash val="solid"/>
              <a:miter lim="800000"/>
            </a:ln>
          </p:spPr>
          <p:txBody>
            <a:bodyPr vert="horz" anchor="ctr" tIns="45720" lIns="91440" bIns="45720" rIns="91440"/>
            <a:p>
              <a:pPr algn="l" marL="0"/>
            </a:p>
          </p:txBody>
        </p:sp>
        <p:sp>
          <p:nvSpPr>
            <p:cNvPr name="Freeform 114" id="114"/>
            <p:cNvSpPr/>
            <p:nvPr/>
          </p:nvSpPr>
          <p:spPr>
            <a:xfrm>
              <a:off x="9111943" y="3940509"/>
              <a:ext cx="49110" cy="150523"/>
            </a:xfrm>
            <a:custGeom>
              <a:avLst/>
              <a:gdLst/>
              <a:ahLst/>
              <a:cxnLst/>
              <a:rect r="r" b="b" t="t" l="l"/>
              <a:pathLst>
                <a:path w="49110" h="150523" stroke="true" fill="norm" extrusionOk="true">
                  <a:moveTo>
                    <a:pt x="7011" y="114129"/>
                  </a:moveTo>
                  <a:cubicBezTo>
                    <a:pt x="9982" y="115243"/>
                    <a:pt x="11001" y="118310"/>
                    <a:pt x="13373" y="120025"/>
                  </a:cubicBezTo>
                  <a:cubicBezTo>
                    <a:pt x="13383" y="120577"/>
                    <a:pt x="13573" y="121139"/>
                    <a:pt x="14107" y="121644"/>
                  </a:cubicBezTo>
                  <a:cubicBezTo>
                    <a:pt x="16421" y="123806"/>
                    <a:pt x="18631" y="126044"/>
                    <a:pt x="21165" y="127949"/>
                  </a:cubicBezTo>
                  <a:cubicBezTo>
                    <a:pt x="21136" y="128045"/>
                    <a:pt x="21117" y="128130"/>
                    <a:pt x="21098" y="128216"/>
                  </a:cubicBezTo>
                  <a:cubicBezTo>
                    <a:pt x="25270" y="130692"/>
                    <a:pt x="27280" y="135341"/>
                    <a:pt x="32842" y="136436"/>
                  </a:cubicBezTo>
                  <a:cubicBezTo>
                    <a:pt x="32976" y="137865"/>
                    <a:pt x="33195" y="139217"/>
                    <a:pt x="35185" y="138789"/>
                  </a:cubicBezTo>
                  <a:cubicBezTo>
                    <a:pt x="37262" y="139065"/>
                    <a:pt x="36014" y="142646"/>
                    <a:pt x="37633" y="143370"/>
                  </a:cubicBezTo>
                  <a:lnTo>
                    <a:pt x="37624" y="143389"/>
                  </a:lnTo>
                  <a:lnTo>
                    <a:pt x="41053" y="150524"/>
                  </a:lnTo>
                  <a:cubicBezTo>
                    <a:pt x="40862" y="149162"/>
                    <a:pt x="41310" y="148438"/>
                    <a:pt x="42224" y="148180"/>
                  </a:cubicBezTo>
                  <a:cubicBezTo>
                    <a:pt x="41729" y="146409"/>
                    <a:pt x="42815" y="145494"/>
                    <a:pt x="43958" y="144751"/>
                  </a:cubicBezTo>
                  <a:cubicBezTo>
                    <a:pt x="44644" y="144313"/>
                    <a:pt x="45339" y="143942"/>
                    <a:pt x="45749" y="143485"/>
                  </a:cubicBezTo>
                  <a:cubicBezTo>
                    <a:pt x="45872" y="143342"/>
                    <a:pt x="45987" y="143151"/>
                    <a:pt x="46082" y="142932"/>
                  </a:cubicBezTo>
                  <a:cubicBezTo>
                    <a:pt x="46072" y="142904"/>
                    <a:pt x="46054" y="142894"/>
                    <a:pt x="46044" y="142875"/>
                  </a:cubicBezTo>
                  <a:lnTo>
                    <a:pt x="49111" y="136265"/>
                  </a:lnTo>
                  <a:cubicBezTo>
                    <a:pt x="48768" y="134512"/>
                    <a:pt x="48368" y="132826"/>
                    <a:pt x="47082" y="131512"/>
                  </a:cubicBezTo>
                  <a:cubicBezTo>
                    <a:pt x="47073" y="131235"/>
                    <a:pt x="47044" y="130940"/>
                    <a:pt x="46930" y="130569"/>
                  </a:cubicBezTo>
                  <a:cubicBezTo>
                    <a:pt x="43901" y="124987"/>
                    <a:pt x="44263" y="112643"/>
                    <a:pt x="41062" y="109442"/>
                  </a:cubicBezTo>
                  <a:cubicBezTo>
                    <a:pt x="40500" y="108880"/>
                    <a:pt x="41215" y="105594"/>
                    <a:pt x="41062" y="104746"/>
                  </a:cubicBezTo>
                  <a:cubicBezTo>
                    <a:pt x="39548" y="96060"/>
                    <a:pt x="37548" y="87821"/>
                    <a:pt x="36367" y="80086"/>
                  </a:cubicBezTo>
                  <a:cubicBezTo>
                    <a:pt x="36043" y="77924"/>
                    <a:pt x="37595" y="73724"/>
                    <a:pt x="34776" y="72219"/>
                  </a:cubicBezTo>
                  <a:cubicBezTo>
                    <a:pt x="32356" y="65646"/>
                    <a:pt x="31861" y="58312"/>
                    <a:pt x="33071" y="51464"/>
                  </a:cubicBezTo>
                  <a:cubicBezTo>
                    <a:pt x="33309" y="50120"/>
                    <a:pt x="32528" y="49139"/>
                    <a:pt x="31547" y="48692"/>
                  </a:cubicBezTo>
                  <a:cubicBezTo>
                    <a:pt x="31595" y="48587"/>
                    <a:pt x="31623" y="48482"/>
                    <a:pt x="31671" y="48377"/>
                  </a:cubicBezTo>
                  <a:cubicBezTo>
                    <a:pt x="29194" y="45796"/>
                    <a:pt x="30099" y="41948"/>
                    <a:pt x="29328" y="38986"/>
                  </a:cubicBezTo>
                  <a:cubicBezTo>
                    <a:pt x="29423" y="39329"/>
                    <a:pt x="28223" y="37919"/>
                    <a:pt x="28156" y="37814"/>
                  </a:cubicBezTo>
                  <a:cubicBezTo>
                    <a:pt x="27346" y="36547"/>
                    <a:pt x="27318" y="36138"/>
                    <a:pt x="28156" y="35471"/>
                  </a:cubicBezTo>
                  <a:cubicBezTo>
                    <a:pt x="27804" y="35757"/>
                    <a:pt x="27175" y="31652"/>
                    <a:pt x="26984" y="30775"/>
                  </a:cubicBezTo>
                  <a:cubicBezTo>
                    <a:pt x="25784" y="25413"/>
                    <a:pt x="24156" y="19450"/>
                    <a:pt x="22917" y="13002"/>
                  </a:cubicBezTo>
                  <a:cubicBezTo>
                    <a:pt x="23174" y="12649"/>
                    <a:pt x="23365" y="12230"/>
                    <a:pt x="23394" y="11687"/>
                  </a:cubicBezTo>
                  <a:cubicBezTo>
                    <a:pt x="23556" y="7629"/>
                    <a:pt x="22184" y="3734"/>
                    <a:pt x="20679" y="0"/>
                  </a:cubicBezTo>
                  <a:lnTo>
                    <a:pt x="16659" y="3038"/>
                  </a:lnTo>
                  <a:cubicBezTo>
                    <a:pt x="15612" y="4267"/>
                    <a:pt x="14592" y="5534"/>
                    <a:pt x="14078" y="7296"/>
                  </a:cubicBezTo>
                  <a:cubicBezTo>
                    <a:pt x="13945" y="7201"/>
                    <a:pt x="13859" y="7077"/>
                    <a:pt x="13745" y="6972"/>
                  </a:cubicBezTo>
                  <a:cubicBezTo>
                    <a:pt x="11897" y="9954"/>
                    <a:pt x="10868" y="13325"/>
                    <a:pt x="9344" y="16469"/>
                  </a:cubicBezTo>
                  <a:cubicBezTo>
                    <a:pt x="9354" y="16545"/>
                    <a:pt x="9382" y="16602"/>
                    <a:pt x="9382" y="16688"/>
                  </a:cubicBezTo>
                  <a:cubicBezTo>
                    <a:pt x="9306" y="20393"/>
                    <a:pt x="7420" y="23813"/>
                    <a:pt x="5858" y="27251"/>
                  </a:cubicBezTo>
                  <a:cubicBezTo>
                    <a:pt x="6287" y="33585"/>
                    <a:pt x="5582" y="37157"/>
                    <a:pt x="4686" y="42510"/>
                  </a:cubicBezTo>
                  <a:cubicBezTo>
                    <a:pt x="4553" y="43262"/>
                    <a:pt x="4867" y="44129"/>
                    <a:pt x="4686" y="44863"/>
                  </a:cubicBezTo>
                  <a:cubicBezTo>
                    <a:pt x="4534" y="45453"/>
                    <a:pt x="3496" y="46206"/>
                    <a:pt x="3515" y="46034"/>
                  </a:cubicBezTo>
                  <a:cubicBezTo>
                    <a:pt x="3439" y="47044"/>
                    <a:pt x="4944" y="48635"/>
                    <a:pt x="4686" y="50730"/>
                  </a:cubicBezTo>
                  <a:cubicBezTo>
                    <a:pt x="4724" y="50435"/>
                    <a:pt x="3620" y="51454"/>
                    <a:pt x="3515" y="51902"/>
                  </a:cubicBezTo>
                  <a:cubicBezTo>
                    <a:pt x="3134" y="53435"/>
                    <a:pt x="3743" y="54731"/>
                    <a:pt x="4210" y="56045"/>
                  </a:cubicBezTo>
                  <a:lnTo>
                    <a:pt x="3239" y="62694"/>
                  </a:lnTo>
                  <a:lnTo>
                    <a:pt x="1124" y="77086"/>
                  </a:lnTo>
                  <a:lnTo>
                    <a:pt x="0" y="84782"/>
                  </a:lnTo>
                  <a:lnTo>
                    <a:pt x="1048" y="87144"/>
                  </a:lnTo>
                  <a:cubicBezTo>
                    <a:pt x="1896" y="89268"/>
                    <a:pt x="2677" y="91859"/>
                    <a:pt x="3058" y="94459"/>
                  </a:cubicBezTo>
                  <a:cubicBezTo>
                    <a:pt x="3077" y="94574"/>
                    <a:pt x="3077" y="94679"/>
                    <a:pt x="3096" y="94793"/>
                  </a:cubicBezTo>
                  <a:cubicBezTo>
                    <a:pt x="3467" y="97574"/>
                    <a:pt x="3391" y="100308"/>
                    <a:pt x="2353" y="102394"/>
                  </a:cubicBezTo>
                  <a:cubicBezTo>
                    <a:pt x="2353" y="102394"/>
                    <a:pt x="3239" y="106518"/>
                    <a:pt x="4210" y="111242"/>
                  </a:cubicBezTo>
                  <a:cubicBezTo>
                    <a:pt x="5620" y="112500"/>
                    <a:pt x="6668" y="113538"/>
                    <a:pt x="7011" y="114129"/>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15" id="115"/>
            <p:cNvSpPr/>
            <p:nvPr/>
          </p:nvSpPr>
          <p:spPr>
            <a:xfrm>
              <a:off x="8609410" y="3995761"/>
              <a:ext cx="593013" cy="259020"/>
            </a:xfrm>
            <a:custGeom>
              <a:avLst/>
              <a:gdLst/>
              <a:ahLst/>
              <a:cxnLst/>
              <a:rect r="r" b="b" t="t" l="l"/>
              <a:pathLst>
                <a:path w="593013" h="259020" stroke="true" fill="norm" extrusionOk="true">
                  <a:moveTo>
                    <a:pt x="584000" y="200208"/>
                  </a:moveTo>
                  <a:cubicBezTo>
                    <a:pt x="584000" y="195113"/>
                    <a:pt x="559540" y="110978"/>
                    <a:pt x="559540" y="110978"/>
                  </a:cubicBezTo>
                  <a:lnTo>
                    <a:pt x="551806" y="104654"/>
                  </a:lnTo>
                  <a:cubicBezTo>
                    <a:pt x="550387" y="102453"/>
                    <a:pt x="547596" y="102291"/>
                    <a:pt x="545939" y="99958"/>
                  </a:cubicBezTo>
                  <a:cubicBezTo>
                    <a:pt x="545110" y="98796"/>
                    <a:pt x="545891" y="95700"/>
                    <a:pt x="543586" y="95262"/>
                  </a:cubicBezTo>
                  <a:lnTo>
                    <a:pt x="540157" y="88128"/>
                  </a:lnTo>
                  <a:lnTo>
                    <a:pt x="540167" y="88109"/>
                  </a:lnTo>
                  <a:cubicBezTo>
                    <a:pt x="538538" y="87385"/>
                    <a:pt x="539785" y="83803"/>
                    <a:pt x="537718" y="83527"/>
                  </a:cubicBezTo>
                  <a:cubicBezTo>
                    <a:pt x="535718" y="83956"/>
                    <a:pt x="535509" y="82613"/>
                    <a:pt x="535376" y="81174"/>
                  </a:cubicBezTo>
                  <a:cubicBezTo>
                    <a:pt x="529822" y="80079"/>
                    <a:pt x="527813" y="75440"/>
                    <a:pt x="523631" y="72954"/>
                  </a:cubicBezTo>
                  <a:cubicBezTo>
                    <a:pt x="523650" y="72859"/>
                    <a:pt x="523669" y="72773"/>
                    <a:pt x="523698" y="72688"/>
                  </a:cubicBezTo>
                  <a:cubicBezTo>
                    <a:pt x="521164" y="70783"/>
                    <a:pt x="518954" y="68544"/>
                    <a:pt x="516640" y="66382"/>
                  </a:cubicBezTo>
                  <a:cubicBezTo>
                    <a:pt x="516106" y="65877"/>
                    <a:pt x="515906" y="65315"/>
                    <a:pt x="515906" y="64763"/>
                  </a:cubicBezTo>
                  <a:cubicBezTo>
                    <a:pt x="513534" y="63048"/>
                    <a:pt x="512515" y="59981"/>
                    <a:pt x="509544" y="58867"/>
                  </a:cubicBezTo>
                  <a:cubicBezTo>
                    <a:pt x="509210" y="58267"/>
                    <a:pt x="508153" y="57238"/>
                    <a:pt x="506696" y="55971"/>
                  </a:cubicBezTo>
                  <a:cubicBezTo>
                    <a:pt x="501895" y="51790"/>
                    <a:pt x="492218" y="44741"/>
                    <a:pt x="485674" y="40084"/>
                  </a:cubicBezTo>
                  <a:cubicBezTo>
                    <a:pt x="481797" y="37321"/>
                    <a:pt x="479006" y="35388"/>
                    <a:pt x="479006" y="35388"/>
                  </a:cubicBezTo>
                  <a:cubicBezTo>
                    <a:pt x="473701" y="34435"/>
                    <a:pt x="470482" y="31387"/>
                    <a:pt x="467272" y="28339"/>
                  </a:cubicBezTo>
                  <a:cubicBezTo>
                    <a:pt x="463900" y="28082"/>
                    <a:pt x="460900" y="26977"/>
                    <a:pt x="457880" y="25987"/>
                  </a:cubicBezTo>
                  <a:cubicBezTo>
                    <a:pt x="456127" y="25415"/>
                    <a:pt x="453184" y="24577"/>
                    <a:pt x="450832" y="23644"/>
                  </a:cubicBezTo>
                  <a:cubicBezTo>
                    <a:pt x="450698" y="23586"/>
                    <a:pt x="447469" y="22662"/>
                    <a:pt x="447307" y="22472"/>
                  </a:cubicBezTo>
                  <a:cubicBezTo>
                    <a:pt x="447250" y="22405"/>
                    <a:pt x="447355" y="21300"/>
                    <a:pt x="447307" y="21300"/>
                  </a:cubicBezTo>
                  <a:cubicBezTo>
                    <a:pt x="446669" y="21272"/>
                    <a:pt x="445678" y="22329"/>
                    <a:pt x="446136" y="22472"/>
                  </a:cubicBezTo>
                  <a:cubicBezTo>
                    <a:pt x="444621" y="21967"/>
                    <a:pt x="444212" y="20643"/>
                    <a:pt x="442611" y="20129"/>
                  </a:cubicBezTo>
                  <a:cubicBezTo>
                    <a:pt x="439421" y="19090"/>
                    <a:pt x="436211" y="18681"/>
                    <a:pt x="433220" y="17776"/>
                  </a:cubicBezTo>
                  <a:cubicBezTo>
                    <a:pt x="421914" y="14357"/>
                    <a:pt x="410484" y="10851"/>
                    <a:pt x="397996" y="7213"/>
                  </a:cubicBezTo>
                  <a:cubicBezTo>
                    <a:pt x="398006" y="7108"/>
                    <a:pt x="397987" y="7003"/>
                    <a:pt x="398006" y="6898"/>
                  </a:cubicBezTo>
                  <a:cubicBezTo>
                    <a:pt x="395929" y="6241"/>
                    <a:pt x="393786" y="5908"/>
                    <a:pt x="391672" y="5432"/>
                  </a:cubicBezTo>
                  <a:cubicBezTo>
                    <a:pt x="391729" y="5660"/>
                    <a:pt x="391576" y="5860"/>
                    <a:pt x="390948" y="6051"/>
                  </a:cubicBezTo>
                  <a:cubicBezTo>
                    <a:pt x="390710" y="5517"/>
                    <a:pt x="390386" y="5194"/>
                    <a:pt x="390014" y="4984"/>
                  </a:cubicBezTo>
                  <a:cubicBezTo>
                    <a:pt x="389652" y="4879"/>
                    <a:pt x="389281" y="4794"/>
                    <a:pt x="388929" y="4660"/>
                  </a:cubicBezTo>
                  <a:cubicBezTo>
                    <a:pt x="387719" y="4575"/>
                    <a:pt x="386261" y="5041"/>
                    <a:pt x="385080" y="4870"/>
                  </a:cubicBezTo>
                  <a:cubicBezTo>
                    <a:pt x="382918" y="4555"/>
                    <a:pt x="380146" y="4012"/>
                    <a:pt x="378032" y="3698"/>
                  </a:cubicBezTo>
                  <a:cubicBezTo>
                    <a:pt x="373031" y="2946"/>
                    <a:pt x="363249" y="2250"/>
                    <a:pt x="361592" y="174"/>
                  </a:cubicBezTo>
                  <a:cubicBezTo>
                    <a:pt x="360992" y="-579"/>
                    <a:pt x="360125" y="1355"/>
                    <a:pt x="360420" y="1345"/>
                  </a:cubicBezTo>
                  <a:cubicBezTo>
                    <a:pt x="358801" y="1412"/>
                    <a:pt x="357172" y="1345"/>
                    <a:pt x="355553" y="1355"/>
                  </a:cubicBezTo>
                  <a:cubicBezTo>
                    <a:pt x="355220" y="1545"/>
                    <a:pt x="354839" y="1679"/>
                    <a:pt x="354372" y="1688"/>
                  </a:cubicBezTo>
                  <a:cubicBezTo>
                    <a:pt x="350181" y="1726"/>
                    <a:pt x="346028" y="1974"/>
                    <a:pt x="341866" y="1641"/>
                  </a:cubicBezTo>
                  <a:cubicBezTo>
                    <a:pt x="339227" y="2022"/>
                    <a:pt x="334750" y="-264"/>
                    <a:pt x="333417" y="1355"/>
                  </a:cubicBezTo>
                  <a:cubicBezTo>
                    <a:pt x="332159" y="2908"/>
                    <a:pt x="333074" y="1365"/>
                    <a:pt x="332245" y="1355"/>
                  </a:cubicBezTo>
                  <a:cubicBezTo>
                    <a:pt x="329292" y="1345"/>
                    <a:pt x="325549" y="1365"/>
                    <a:pt x="320510" y="1355"/>
                  </a:cubicBezTo>
                  <a:cubicBezTo>
                    <a:pt x="320491" y="1260"/>
                    <a:pt x="320434" y="1212"/>
                    <a:pt x="320406" y="1126"/>
                  </a:cubicBezTo>
                  <a:cubicBezTo>
                    <a:pt x="315843" y="1593"/>
                    <a:pt x="311262" y="1403"/>
                    <a:pt x="306680" y="1384"/>
                  </a:cubicBezTo>
                  <a:cubicBezTo>
                    <a:pt x="306232" y="1374"/>
                    <a:pt x="305870" y="1260"/>
                    <a:pt x="305547" y="1088"/>
                  </a:cubicBezTo>
                  <a:cubicBezTo>
                    <a:pt x="304889" y="1041"/>
                    <a:pt x="304308" y="1050"/>
                    <a:pt x="304070" y="1355"/>
                  </a:cubicBezTo>
                  <a:cubicBezTo>
                    <a:pt x="302899" y="2784"/>
                    <a:pt x="303042" y="983"/>
                    <a:pt x="300546" y="1355"/>
                  </a:cubicBezTo>
                  <a:cubicBezTo>
                    <a:pt x="300003" y="1431"/>
                    <a:pt x="295355" y="1698"/>
                    <a:pt x="294679" y="2527"/>
                  </a:cubicBezTo>
                  <a:cubicBezTo>
                    <a:pt x="293459" y="4022"/>
                    <a:pt x="292288" y="3155"/>
                    <a:pt x="289983" y="3698"/>
                  </a:cubicBezTo>
                  <a:cubicBezTo>
                    <a:pt x="285163" y="4832"/>
                    <a:pt x="275324" y="7222"/>
                    <a:pt x="268094" y="7213"/>
                  </a:cubicBezTo>
                  <a:cubicBezTo>
                    <a:pt x="265532" y="8118"/>
                    <a:pt x="262617" y="7603"/>
                    <a:pt x="260217" y="8994"/>
                  </a:cubicBezTo>
                  <a:cubicBezTo>
                    <a:pt x="259960" y="9137"/>
                    <a:pt x="259712" y="9204"/>
                    <a:pt x="259465" y="9261"/>
                  </a:cubicBezTo>
                  <a:cubicBezTo>
                    <a:pt x="259465" y="9365"/>
                    <a:pt x="259436" y="9480"/>
                    <a:pt x="259455" y="9575"/>
                  </a:cubicBezTo>
                  <a:cubicBezTo>
                    <a:pt x="256388" y="8756"/>
                    <a:pt x="254131" y="10166"/>
                    <a:pt x="251235" y="10747"/>
                  </a:cubicBezTo>
                  <a:cubicBezTo>
                    <a:pt x="245796" y="11832"/>
                    <a:pt x="241558" y="13166"/>
                    <a:pt x="235976" y="14271"/>
                  </a:cubicBezTo>
                  <a:cubicBezTo>
                    <a:pt x="231995" y="15052"/>
                    <a:pt x="227899" y="14642"/>
                    <a:pt x="224241" y="16614"/>
                  </a:cubicBezTo>
                  <a:cubicBezTo>
                    <a:pt x="223632" y="16947"/>
                    <a:pt x="222393" y="18776"/>
                    <a:pt x="221889" y="18967"/>
                  </a:cubicBezTo>
                  <a:cubicBezTo>
                    <a:pt x="220422" y="19519"/>
                    <a:pt x="218098" y="19529"/>
                    <a:pt x="216021" y="20138"/>
                  </a:cubicBezTo>
                  <a:cubicBezTo>
                    <a:pt x="212440" y="21196"/>
                    <a:pt x="206896" y="23110"/>
                    <a:pt x="201934" y="23663"/>
                  </a:cubicBezTo>
                  <a:cubicBezTo>
                    <a:pt x="200543" y="25396"/>
                    <a:pt x="197505" y="25491"/>
                    <a:pt x="196066" y="27187"/>
                  </a:cubicBezTo>
                  <a:lnTo>
                    <a:pt x="193390" y="27187"/>
                  </a:lnTo>
                  <a:cubicBezTo>
                    <a:pt x="191008" y="28177"/>
                    <a:pt x="188846" y="29016"/>
                    <a:pt x="186417" y="28901"/>
                  </a:cubicBezTo>
                  <a:cubicBezTo>
                    <a:pt x="184684" y="29520"/>
                    <a:pt x="183341" y="30444"/>
                    <a:pt x="182265" y="30644"/>
                  </a:cubicBezTo>
                  <a:cubicBezTo>
                    <a:pt x="182169" y="30663"/>
                    <a:pt x="182065" y="30711"/>
                    <a:pt x="181969" y="30711"/>
                  </a:cubicBezTo>
                  <a:cubicBezTo>
                    <a:pt x="180769" y="30778"/>
                    <a:pt x="181255" y="31721"/>
                    <a:pt x="180798" y="31883"/>
                  </a:cubicBezTo>
                  <a:cubicBezTo>
                    <a:pt x="176807" y="33359"/>
                    <a:pt x="170901" y="34664"/>
                    <a:pt x="169063" y="35407"/>
                  </a:cubicBezTo>
                  <a:cubicBezTo>
                    <a:pt x="166244" y="36531"/>
                    <a:pt x="161938" y="38226"/>
                    <a:pt x="160843" y="38931"/>
                  </a:cubicBezTo>
                  <a:cubicBezTo>
                    <a:pt x="158538" y="40398"/>
                    <a:pt x="154633" y="40255"/>
                    <a:pt x="152623" y="41274"/>
                  </a:cubicBezTo>
                  <a:cubicBezTo>
                    <a:pt x="152470" y="41350"/>
                    <a:pt x="152747" y="42303"/>
                    <a:pt x="152623" y="42446"/>
                  </a:cubicBezTo>
                  <a:cubicBezTo>
                    <a:pt x="152308" y="42827"/>
                    <a:pt x="150699" y="42160"/>
                    <a:pt x="150280" y="42446"/>
                  </a:cubicBezTo>
                  <a:cubicBezTo>
                    <a:pt x="148432" y="43703"/>
                    <a:pt x="147670" y="45589"/>
                    <a:pt x="145584" y="47142"/>
                  </a:cubicBezTo>
                  <a:cubicBezTo>
                    <a:pt x="143888" y="48399"/>
                    <a:pt x="141536" y="49390"/>
                    <a:pt x="139707" y="50666"/>
                  </a:cubicBezTo>
                  <a:cubicBezTo>
                    <a:pt x="138650" y="51409"/>
                    <a:pt x="138250" y="52342"/>
                    <a:pt x="137354" y="53019"/>
                  </a:cubicBezTo>
                  <a:cubicBezTo>
                    <a:pt x="136316" y="53809"/>
                    <a:pt x="135002" y="53409"/>
                    <a:pt x="133830" y="54190"/>
                  </a:cubicBezTo>
                  <a:cubicBezTo>
                    <a:pt x="132963" y="54771"/>
                    <a:pt x="132601" y="55886"/>
                    <a:pt x="131487" y="56533"/>
                  </a:cubicBezTo>
                  <a:cubicBezTo>
                    <a:pt x="130525" y="57095"/>
                    <a:pt x="128906" y="56971"/>
                    <a:pt x="127963" y="57714"/>
                  </a:cubicBezTo>
                  <a:cubicBezTo>
                    <a:pt x="124762" y="60200"/>
                    <a:pt x="123067" y="63820"/>
                    <a:pt x="119742" y="65934"/>
                  </a:cubicBezTo>
                  <a:cubicBezTo>
                    <a:pt x="114789" y="69078"/>
                    <a:pt x="108646" y="69449"/>
                    <a:pt x="104483" y="74155"/>
                  </a:cubicBezTo>
                  <a:cubicBezTo>
                    <a:pt x="98730" y="74507"/>
                    <a:pt x="93977" y="77698"/>
                    <a:pt x="89215" y="80022"/>
                  </a:cubicBezTo>
                  <a:cubicBezTo>
                    <a:pt x="87977" y="80631"/>
                    <a:pt x="87110" y="80517"/>
                    <a:pt x="85691" y="81194"/>
                  </a:cubicBezTo>
                  <a:cubicBezTo>
                    <a:pt x="82738" y="82613"/>
                    <a:pt x="82966" y="84556"/>
                    <a:pt x="79823" y="84718"/>
                  </a:cubicBezTo>
                  <a:cubicBezTo>
                    <a:pt x="78585" y="84784"/>
                    <a:pt x="79156" y="85689"/>
                    <a:pt x="78652" y="85889"/>
                  </a:cubicBezTo>
                  <a:cubicBezTo>
                    <a:pt x="74803" y="87470"/>
                    <a:pt x="73718" y="87833"/>
                    <a:pt x="71613" y="89414"/>
                  </a:cubicBezTo>
                  <a:cubicBezTo>
                    <a:pt x="67945" y="92157"/>
                    <a:pt x="65440" y="95500"/>
                    <a:pt x="61049" y="96462"/>
                  </a:cubicBezTo>
                  <a:cubicBezTo>
                    <a:pt x="58906" y="99282"/>
                    <a:pt x="55582" y="105711"/>
                    <a:pt x="52829" y="105854"/>
                  </a:cubicBezTo>
                  <a:cubicBezTo>
                    <a:pt x="50505" y="105978"/>
                    <a:pt x="50115" y="109273"/>
                    <a:pt x="48133" y="109378"/>
                  </a:cubicBezTo>
                  <a:cubicBezTo>
                    <a:pt x="46762" y="109454"/>
                    <a:pt x="47619" y="110035"/>
                    <a:pt x="46962" y="110550"/>
                  </a:cubicBezTo>
                  <a:cubicBezTo>
                    <a:pt x="46209" y="111140"/>
                    <a:pt x="45352" y="112236"/>
                    <a:pt x="44609" y="112902"/>
                  </a:cubicBezTo>
                  <a:cubicBezTo>
                    <a:pt x="38780" y="118093"/>
                    <a:pt x="33170" y="123313"/>
                    <a:pt x="28179" y="129333"/>
                  </a:cubicBezTo>
                  <a:cubicBezTo>
                    <a:pt x="25112" y="133029"/>
                    <a:pt x="21940" y="137858"/>
                    <a:pt x="19959" y="141077"/>
                  </a:cubicBezTo>
                  <a:cubicBezTo>
                    <a:pt x="19216" y="142287"/>
                    <a:pt x="18358" y="142458"/>
                    <a:pt x="17615" y="143420"/>
                  </a:cubicBezTo>
                  <a:cubicBezTo>
                    <a:pt x="15920" y="145621"/>
                    <a:pt x="13891" y="148888"/>
                    <a:pt x="12920" y="150469"/>
                  </a:cubicBezTo>
                  <a:cubicBezTo>
                    <a:pt x="11072" y="153469"/>
                    <a:pt x="9052" y="155107"/>
                    <a:pt x="7052" y="157517"/>
                  </a:cubicBezTo>
                  <a:cubicBezTo>
                    <a:pt x="4461" y="160623"/>
                    <a:pt x="-149" y="163280"/>
                    <a:pt x="4" y="168081"/>
                  </a:cubicBezTo>
                  <a:cubicBezTo>
                    <a:pt x="1699" y="169395"/>
                    <a:pt x="2871" y="169347"/>
                    <a:pt x="3528" y="166909"/>
                  </a:cubicBezTo>
                  <a:cubicBezTo>
                    <a:pt x="3166" y="164204"/>
                    <a:pt x="6919" y="165604"/>
                    <a:pt x="7052" y="163385"/>
                  </a:cubicBezTo>
                  <a:cubicBezTo>
                    <a:pt x="8414" y="164375"/>
                    <a:pt x="10205" y="164937"/>
                    <a:pt x="12920" y="164556"/>
                  </a:cubicBezTo>
                  <a:cubicBezTo>
                    <a:pt x="14044" y="163585"/>
                    <a:pt x="15015" y="162032"/>
                    <a:pt x="16444" y="161032"/>
                  </a:cubicBezTo>
                  <a:cubicBezTo>
                    <a:pt x="17730" y="160127"/>
                    <a:pt x="19863" y="159451"/>
                    <a:pt x="21140" y="158679"/>
                  </a:cubicBezTo>
                  <a:cubicBezTo>
                    <a:pt x="23711" y="157136"/>
                    <a:pt x="24921" y="156279"/>
                    <a:pt x="25836" y="155155"/>
                  </a:cubicBezTo>
                  <a:cubicBezTo>
                    <a:pt x="26131" y="154793"/>
                    <a:pt x="27760" y="155393"/>
                    <a:pt x="28188" y="155155"/>
                  </a:cubicBezTo>
                  <a:cubicBezTo>
                    <a:pt x="28855" y="154784"/>
                    <a:pt x="29788" y="153241"/>
                    <a:pt x="30531" y="152812"/>
                  </a:cubicBezTo>
                  <a:cubicBezTo>
                    <a:pt x="32932" y="151421"/>
                    <a:pt x="34341" y="150374"/>
                    <a:pt x="35227" y="149288"/>
                  </a:cubicBezTo>
                  <a:cubicBezTo>
                    <a:pt x="35494" y="148964"/>
                    <a:pt x="37161" y="149459"/>
                    <a:pt x="37580" y="149288"/>
                  </a:cubicBezTo>
                  <a:cubicBezTo>
                    <a:pt x="40323" y="148192"/>
                    <a:pt x="40952" y="147383"/>
                    <a:pt x="42276" y="145764"/>
                  </a:cubicBezTo>
                  <a:cubicBezTo>
                    <a:pt x="42580" y="145392"/>
                    <a:pt x="44190" y="146021"/>
                    <a:pt x="44619" y="145764"/>
                  </a:cubicBezTo>
                  <a:cubicBezTo>
                    <a:pt x="44781" y="145668"/>
                    <a:pt x="44485" y="144754"/>
                    <a:pt x="44619" y="144592"/>
                  </a:cubicBezTo>
                  <a:cubicBezTo>
                    <a:pt x="44914" y="144230"/>
                    <a:pt x="46543" y="144830"/>
                    <a:pt x="46971" y="144592"/>
                  </a:cubicBezTo>
                  <a:cubicBezTo>
                    <a:pt x="47638" y="144220"/>
                    <a:pt x="48553" y="142658"/>
                    <a:pt x="49315" y="142249"/>
                  </a:cubicBezTo>
                  <a:cubicBezTo>
                    <a:pt x="49543" y="142125"/>
                    <a:pt x="50220" y="142268"/>
                    <a:pt x="50486" y="142249"/>
                  </a:cubicBezTo>
                  <a:cubicBezTo>
                    <a:pt x="52648" y="142134"/>
                    <a:pt x="53496" y="139991"/>
                    <a:pt x="55182" y="139896"/>
                  </a:cubicBezTo>
                  <a:cubicBezTo>
                    <a:pt x="56592" y="139820"/>
                    <a:pt x="57535" y="138144"/>
                    <a:pt x="58706" y="137553"/>
                  </a:cubicBezTo>
                  <a:cubicBezTo>
                    <a:pt x="61916" y="135924"/>
                    <a:pt x="67841" y="132991"/>
                    <a:pt x="70451" y="132857"/>
                  </a:cubicBezTo>
                  <a:cubicBezTo>
                    <a:pt x="71803" y="132781"/>
                    <a:pt x="70974" y="132105"/>
                    <a:pt x="71622" y="131686"/>
                  </a:cubicBezTo>
                  <a:cubicBezTo>
                    <a:pt x="74432" y="129857"/>
                    <a:pt x="77366" y="129133"/>
                    <a:pt x="79842" y="128161"/>
                  </a:cubicBezTo>
                  <a:cubicBezTo>
                    <a:pt x="83100" y="126875"/>
                    <a:pt x="86681" y="124370"/>
                    <a:pt x="90405" y="125809"/>
                  </a:cubicBezTo>
                  <a:cubicBezTo>
                    <a:pt x="90339" y="124313"/>
                    <a:pt x="91787" y="125170"/>
                    <a:pt x="92749" y="124637"/>
                  </a:cubicBezTo>
                  <a:cubicBezTo>
                    <a:pt x="93425" y="124266"/>
                    <a:pt x="94320" y="122694"/>
                    <a:pt x="95101" y="122294"/>
                  </a:cubicBezTo>
                  <a:cubicBezTo>
                    <a:pt x="95339" y="122170"/>
                    <a:pt x="95997" y="122313"/>
                    <a:pt x="96273" y="122294"/>
                  </a:cubicBezTo>
                  <a:cubicBezTo>
                    <a:pt x="97530" y="122227"/>
                    <a:pt x="96911" y="121351"/>
                    <a:pt x="97444" y="121122"/>
                  </a:cubicBezTo>
                  <a:cubicBezTo>
                    <a:pt x="101016" y="119570"/>
                    <a:pt x="103255" y="119913"/>
                    <a:pt x="106846" y="118770"/>
                  </a:cubicBezTo>
                  <a:cubicBezTo>
                    <a:pt x="109837" y="117827"/>
                    <a:pt x="114313" y="115350"/>
                    <a:pt x="116237" y="115245"/>
                  </a:cubicBezTo>
                  <a:cubicBezTo>
                    <a:pt x="117437" y="115179"/>
                    <a:pt x="116942" y="114245"/>
                    <a:pt x="117409" y="114074"/>
                  </a:cubicBezTo>
                  <a:cubicBezTo>
                    <a:pt x="119276" y="113378"/>
                    <a:pt x="122533" y="113464"/>
                    <a:pt x="124457" y="112902"/>
                  </a:cubicBezTo>
                  <a:cubicBezTo>
                    <a:pt x="128496" y="111721"/>
                    <a:pt x="132182" y="110588"/>
                    <a:pt x="136202" y="109378"/>
                  </a:cubicBezTo>
                  <a:cubicBezTo>
                    <a:pt x="142231" y="107578"/>
                    <a:pt x="146870" y="106159"/>
                    <a:pt x="152632" y="105854"/>
                  </a:cubicBezTo>
                  <a:cubicBezTo>
                    <a:pt x="153632" y="105797"/>
                    <a:pt x="153604" y="104720"/>
                    <a:pt x="153804" y="104682"/>
                  </a:cubicBezTo>
                  <a:cubicBezTo>
                    <a:pt x="155623" y="104292"/>
                    <a:pt x="157452" y="104015"/>
                    <a:pt x="159681" y="103511"/>
                  </a:cubicBezTo>
                  <a:cubicBezTo>
                    <a:pt x="169120" y="101386"/>
                    <a:pt x="182188" y="100948"/>
                    <a:pt x="191380" y="99986"/>
                  </a:cubicBezTo>
                  <a:cubicBezTo>
                    <a:pt x="197819" y="99310"/>
                    <a:pt x="207773" y="98500"/>
                    <a:pt x="213688" y="98815"/>
                  </a:cubicBezTo>
                  <a:cubicBezTo>
                    <a:pt x="214602" y="98862"/>
                    <a:pt x="214764" y="99967"/>
                    <a:pt x="214859" y="99986"/>
                  </a:cubicBezTo>
                  <a:cubicBezTo>
                    <a:pt x="217364" y="100396"/>
                    <a:pt x="217202" y="98539"/>
                    <a:pt x="218383" y="99986"/>
                  </a:cubicBezTo>
                  <a:cubicBezTo>
                    <a:pt x="218583" y="100234"/>
                    <a:pt x="220374" y="99939"/>
                    <a:pt x="220727" y="99986"/>
                  </a:cubicBezTo>
                  <a:cubicBezTo>
                    <a:pt x="224460" y="100520"/>
                    <a:pt x="226308" y="100815"/>
                    <a:pt x="227775" y="101158"/>
                  </a:cubicBezTo>
                  <a:cubicBezTo>
                    <a:pt x="229251" y="101510"/>
                    <a:pt x="230966" y="100929"/>
                    <a:pt x="232471" y="101158"/>
                  </a:cubicBezTo>
                  <a:cubicBezTo>
                    <a:pt x="236681" y="101806"/>
                    <a:pt x="241282" y="103091"/>
                    <a:pt x="243034" y="103511"/>
                  </a:cubicBezTo>
                  <a:cubicBezTo>
                    <a:pt x="244510" y="103863"/>
                    <a:pt x="246225" y="103253"/>
                    <a:pt x="247730" y="103511"/>
                  </a:cubicBezTo>
                  <a:cubicBezTo>
                    <a:pt x="248892" y="103701"/>
                    <a:pt x="249092" y="104454"/>
                    <a:pt x="250073" y="104682"/>
                  </a:cubicBezTo>
                  <a:cubicBezTo>
                    <a:pt x="251540" y="105035"/>
                    <a:pt x="253264" y="104492"/>
                    <a:pt x="254769" y="104682"/>
                  </a:cubicBezTo>
                  <a:cubicBezTo>
                    <a:pt x="255950" y="104835"/>
                    <a:pt x="256131" y="105682"/>
                    <a:pt x="257122" y="105854"/>
                  </a:cubicBezTo>
                  <a:cubicBezTo>
                    <a:pt x="257074" y="105844"/>
                    <a:pt x="257264" y="104473"/>
                    <a:pt x="258293" y="104682"/>
                  </a:cubicBezTo>
                  <a:cubicBezTo>
                    <a:pt x="258665" y="104758"/>
                    <a:pt x="258303" y="105758"/>
                    <a:pt x="259465" y="105854"/>
                  </a:cubicBezTo>
                  <a:cubicBezTo>
                    <a:pt x="262570" y="106111"/>
                    <a:pt x="265761" y="105549"/>
                    <a:pt x="268856" y="105854"/>
                  </a:cubicBezTo>
                  <a:cubicBezTo>
                    <a:pt x="270618" y="106025"/>
                    <a:pt x="272762" y="106930"/>
                    <a:pt x="274724" y="107025"/>
                  </a:cubicBezTo>
                  <a:cubicBezTo>
                    <a:pt x="283620" y="107482"/>
                    <a:pt x="293212" y="106825"/>
                    <a:pt x="300556" y="107025"/>
                  </a:cubicBezTo>
                  <a:cubicBezTo>
                    <a:pt x="300679" y="107035"/>
                    <a:pt x="300689" y="108197"/>
                    <a:pt x="301727" y="108197"/>
                  </a:cubicBezTo>
                  <a:cubicBezTo>
                    <a:pt x="302670" y="108197"/>
                    <a:pt x="302823" y="107035"/>
                    <a:pt x="302899" y="107025"/>
                  </a:cubicBezTo>
                  <a:cubicBezTo>
                    <a:pt x="306832" y="106511"/>
                    <a:pt x="308528" y="107892"/>
                    <a:pt x="309947" y="108197"/>
                  </a:cubicBezTo>
                  <a:cubicBezTo>
                    <a:pt x="317205" y="109769"/>
                    <a:pt x="324635" y="107159"/>
                    <a:pt x="331674" y="108140"/>
                  </a:cubicBezTo>
                  <a:cubicBezTo>
                    <a:pt x="336379" y="107692"/>
                    <a:pt x="340808" y="109149"/>
                    <a:pt x="345514" y="109007"/>
                  </a:cubicBezTo>
                  <a:cubicBezTo>
                    <a:pt x="345685" y="108997"/>
                    <a:pt x="345809" y="109064"/>
                    <a:pt x="345971" y="109092"/>
                  </a:cubicBezTo>
                  <a:cubicBezTo>
                    <a:pt x="356153" y="107625"/>
                    <a:pt x="367583" y="109330"/>
                    <a:pt x="379213" y="108206"/>
                  </a:cubicBezTo>
                  <a:cubicBezTo>
                    <a:pt x="381280" y="108006"/>
                    <a:pt x="381747" y="107273"/>
                    <a:pt x="383909" y="107035"/>
                  </a:cubicBezTo>
                  <a:cubicBezTo>
                    <a:pt x="385423" y="106863"/>
                    <a:pt x="387119" y="107349"/>
                    <a:pt x="388605" y="107035"/>
                  </a:cubicBezTo>
                  <a:cubicBezTo>
                    <a:pt x="390519" y="106625"/>
                    <a:pt x="393482" y="104815"/>
                    <a:pt x="395653" y="104682"/>
                  </a:cubicBezTo>
                  <a:cubicBezTo>
                    <a:pt x="398587" y="104520"/>
                    <a:pt x="400854" y="105549"/>
                    <a:pt x="403873" y="105854"/>
                  </a:cubicBezTo>
                  <a:cubicBezTo>
                    <a:pt x="410017" y="106482"/>
                    <a:pt x="416675" y="106311"/>
                    <a:pt x="422895" y="106759"/>
                  </a:cubicBezTo>
                  <a:cubicBezTo>
                    <a:pt x="423285" y="106273"/>
                    <a:pt x="423885" y="105949"/>
                    <a:pt x="424704" y="105949"/>
                  </a:cubicBezTo>
                  <a:cubicBezTo>
                    <a:pt x="427648" y="105968"/>
                    <a:pt x="430543" y="106197"/>
                    <a:pt x="433410" y="106740"/>
                  </a:cubicBezTo>
                  <a:cubicBezTo>
                    <a:pt x="433724" y="106178"/>
                    <a:pt x="434249" y="106235"/>
                    <a:pt x="434353" y="106930"/>
                  </a:cubicBezTo>
                  <a:cubicBezTo>
                    <a:pt x="434410" y="106949"/>
                    <a:pt x="434467" y="106959"/>
                    <a:pt x="434525" y="106978"/>
                  </a:cubicBezTo>
                  <a:cubicBezTo>
                    <a:pt x="438001" y="105082"/>
                    <a:pt x="441659" y="106301"/>
                    <a:pt x="447307" y="107035"/>
                  </a:cubicBezTo>
                  <a:cubicBezTo>
                    <a:pt x="447384" y="107044"/>
                    <a:pt x="447536" y="108206"/>
                    <a:pt x="448479" y="108206"/>
                  </a:cubicBezTo>
                  <a:cubicBezTo>
                    <a:pt x="449269" y="108206"/>
                    <a:pt x="449860" y="107063"/>
                    <a:pt x="449651" y="107035"/>
                  </a:cubicBezTo>
                  <a:cubicBezTo>
                    <a:pt x="452403" y="107397"/>
                    <a:pt x="455137" y="108987"/>
                    <a:pt x="457870" y="109378"/>
                  </a:cubicBezTo>
                  <a:cubicBezTo>
                    <a:pt x="460042" y="109702"/>
                    <a:pt x="462138" y="108683"/>
                    <a:pt x="464909" y="109378"/>
                  </a:cubicBezTo>
                  <a:cubicBezTo>
                    <a:pt x="466014" y="109654"/>
                    <a:pt x="467853" y="110026"/>
                    <a:pt x="469605" y="110550"/>
                  </a:cubicBezTo>
                  <a:cubicBezTo>
                    <a:pt x="470148" y="110711"/>
                    <a:pt x="470948" y="111740"/>
                    <a:pt x="470777" y="111721"/>
                  </a:cubicBezTo>
                  <a:cubicBezTo>
                    <a:pt x="472167" y="111893"/>
                    <a:pt x="471453" y="110645"/>
                    <a:pt x="471948" y="110550"/>
                  </a:cubicBezTo>
                  <a:cubicBezTo>
                    <a:pt x="472472" y="110445"/>
                    <a:pt x="478311" y="112283"/>
                    <a:pt x="481340" y="112902"/>
                  </a:cubicBezTo>
                  <a:cubicBezTo>
                    <a:pt x="485998" y="113845"/>
                    <a:pt x="489884" y="113921"/>
                    <a:pt x="494256" y="115245"/>
                  </a:cubicBezTo>
                  <a:cubicBezTo>
                    <a:pt x="494418" y="115293"/>
                    <a:pt x="494647" y="116227"/>
                    <a:pt x="495428" y="116417"/>
                  </a:cubicBezTo>
                  <a:cubicBezTo>
                    <a:pt x="497637" y="116969"/>
                    <a:pt x="497828" y="117350"/>
                    <a:pt x="500123" y="118760"/>
                  </a:cubicBezTo>
                  <a:cubicBezTo>
                    <a:pt x="501771" y="119779"/>
                    <a:pt x="503676" y="121627"/>
                    <a:pt x="505991" y="123456"/>
                  </a:cubicBezTo>
                  <a:cubicBezTo>
                    <a:pt x="507134" y="124351"/>
                    <a:pt x="508115" y="125971"/>
                    <a:pt x="509515" y="126980"/>
                  </a:cubicBezTo>
                  <a:cubicBezTo>
                    <a:pt x="511153" y="128152"/>
                    <a:pt x="516382" y="129390"/>
                    <a:pt x="516564" y="132848"/>
                  </a:cubicBezTo>
                  <a:cubicBezTo>
                    <a:pt x="516573" y="133038"/>
                    <a:pt x="516440" y="133886"/>
                    <a:pt x="516564" y="134019"/>
                  </a:cubicBezTo>
                  <a:cubicBezTo>
                    <a:pt x="517716" y="135334"/>
                    <a:pt x="520945" y="135962"/>
                    <a:pt x="521259" y="136372"/>
                  </a:cubicBezTo>
                  <a:cubicBezTo>
                    <a:pt x="521964" y="137296"/>
                    <a:pt x="521945" y="138944"/>
                    <a:pt x="522431" y="139896"/>
                  </a:cubicBezTo>
                  <a:cubicBezTo>
                    <a:pt x="523031" y="141058"/>
                    <a:pt x="524707" y="142011"/>
                    <a:pt x="524774" y="143420"/>
                  </a:cubicBezTo>
                  <a:cubicBezTo>
                    <a:pt x="524869" y="145116"/>
                    <a:pt x="527012" y="145964"/>
                    <a:pt x="527127" y="148116"/>
                  </a:cubicBezTo>
                  <a:cubicBezTo>
                    <a:pt x="527212" y="149669"/>
                    <a:pt x="527632" y="150593"/>
                    <a:pt x="528298" y="151640"/>
                  </a:cubicBezTo>
                  <a:cubicBezTo>
                    <a:pt x="528927" y="152612"/>
                    <a:pt x="531175" y="154031"/>
                    <a:pt x="531823" y="155165"/>
                  </a:cubicBezTo>
                  <a:cubicBezTo>
                    <a:pt x="530708" y="158956"/>
                    <a:pt x="532766" y="160794"/>
                    <a:pt x="534166" y="163385"/>
                  </a:cubicBezTo>
                  <a:cubicBezTo>
                    <a:pt x="534661" y="164299"/>
                    <a:pt x="534680" y="165804"/>
                    <a:pt x="535337" y="166909"/>
                  </a:cubicBezTo>
                  <a:cubicBezTo>
                    <a:pt x="535623" y="167376"/>
                    <a:pt x="537509" y="167681"/>
                    <a:pt x="537680" y="168081"/>
                  </a:cubicBezTo>
                  <a:cubicBezTo>
                    <a:pt x="537966" y="168709"/>
                    <a:pt x="537338" y="169852"/>
                    <a:pt x="537680" y="170433"/>
                  </a:cubicBezTo>
                  <a:cubicBezTo>
                    <a:pt x="538138" y="171214"/>
                    <a:pt x="539624" y="172091"/>
                    <a:pt x="540033" y="172776"/>
                  </a:cubicBezTo>
                  <a:cubicBezTo>
                    <a:pt x="541281" y="174881"/>
                    <a:pt x="542176" y="177510"/>
                    <a:pt x="543557" y="179825"/>
                  </a:cubicBezTo>
                  <a:cubicBezTo>
                    <a:pt x="543938" y="180463"/>
                    <a:pt x="544662" y="179654"/>
                    <a:pt x="544729" y="180996"/>
                  </a:cubicBezTo>
                  <a:cubicBezTo>
                    <a:pt x="544748" y="181368"/>
                    <a:pt x="545624" y="182921"/>
                    <a:pt x="545900" y="183340"/>
                  </a:cubicBezTo>
                  <a:cubicBezTo>
                    <a:pt x="547253" y="185435"/>
                    <a:pt x="548206" y="187235"/>
                    <a:pt x="549425" y="191560"/>
                  </a:cubicBezTo>
                  <a:cubicBezTo>
                    <a:pt x="550053" y="193789"/>
                    <a:pt x="550053" y="196017"/>
                    <a:pt x="550596" y="197427"/>
                  </a:cubicBezTo>
                  <a:cubicBezTo>
                    <a:pt x="550787" y="197913"/>
                    <a:pt x="551701" y="197379"/>
                    <a:pt x="551768" y="198599"/>
                  </a:cubicBezTo>
                  <a:cubicBezTo>
                    <a:pt x="551844" y="200113"/>
                    <a:pt x="553683" y="200065"/>
                    <a:pt x="554111" y="200951"/>
                  </a:cubicBezTo>
                  <a:cubicBezTo>
                    <a:pt x="555340" y="203437"/>
                    <a:pt x="554854" y="206685"/>
                    <a:pt x="556464" y="209171"/>
                  </a:cubicBezTo>
                  <a:cubicBezTo>
                    <a:pt x="556883" y="209819"/>
                    <a:pt x="557559" y="208991"/>
                    <a:pt x="557635" y="210353"/>
                  </a:cubicBezTo>
                  <a:cubicBezTo>
                    <a:pt x="557731" y="212048"/>
                    <a:pt x="559874" y="212886"/>
                    <a:pt x="559988" y="215048"/>
                  </a:cubicBezTo>
                  <a:cubicBezTo>
                    <a:pt x="560074" y="216744"/>
                    <a:pt x="562227" y="217582"/>
                    <a:pt x="562331" y="219744"/>
                  </a:cubicBezTo>
                  <a:cubicBezTo>
                    <a:pt x="562379" y="220659"/>
                    <a:pt x="562884" y="221259"/>
                    <a:pt x="563408" y="221925"/>
                  </a:cubicBezTo>
                  <a:lnTo>
                    <a:pt x="567046" y="235089"/>
                  </a:lnTo>
                  <a:lnTo>
                    <a:pt x="587029" y="258530"/>
                  </a:lnTo>
                  <a:cubicBezTo>
                    <a:pt x="587029" y="258530"/>
                    <a:pt x="591925" y="260768"/>
                    <a:pt x="592935" y="255682"/>
                  </a:cubicBezTo>
                  <a:cubicBezTo>
                    <a:pt x="593992" y="250558"/>
                    <a:pt x="584000" y="205314"/>
                    <a:pt x="584000" y="200208"/>
                  </a:cubicBezTo>
                  <a:close/>
                </a:path>
              </a:pathLst>
            </a:custGeom>
            <a:solidFill>
              <a:srgbClr val="F6C347"/>
            </a:solidFill>
            <a:ln cap="flat">
              <a:noFill/>
              <a:prstDash val="solid"/>
              <a:miter lim="800000"/>
            </a:ln>
          </p:spPr>
          <p:txBody>
            <a:bodyPr vert="horz" anchor="ctr" tIns="45720" lIns="91440" bIns="45720" rIns="91440"/>
            <a:p>
              <a:pPr algn="l" marL="0"/>
            </a:p>
          </p:txBody>
        </p:sp>
        <p:grpSp>
          <p:nvGrpSpPr>
            <p:cNvPr name="Group 116" id="116"/>
            <p:cNvGrpSpPr/>
            <p:nvPr/>
          </p:nvGrpSpPr>
          <p:grpSpPr>
            <a:xfrm>
              <a:off x="8671840" y="3969109"/>
              <a:ext cx="310063" cy="250849"/>
              <a:chOff x="2181100" y="1372529"/>
              <a:chExt cx="310063" cy="250849"/>
            </a:xfrm>
            <a:solidFill>
              <a:srgbClr val="F1E09F">
                <a:alpha val="11000"/>
              </a:srgbClr>
            </a:solidFill>
          </p:grpSpPr>
          <p:sp>
            <p:nvSpPr>
              <p:cNvPr name="Freeform 117" id="117"/>
              <p:cNvSpPr/>
              <p:nvPr/>
            </p:nvSpPr>
            <p:spPr>
              <a:xfrm>
                <a:off x="2281861" y="1499082"/>
                <a:ext cx="187541" cy="116537"/>
              </a:xfrm>
              <a:custGeom>
                <a:avLst/>
                <a:gdLst/>
                <a:ahLst/>
                <a:cxnLst/>
                <a:rect r="r" b="b" t="t" l="l"/>
                <a:pathLst>
                  <a:path w="187541" h="116537" stroke="true" fill="norm" extrusionOk="true">
                    <a:moveTo>
                      <a:pt x="52449" y="70228"/>
                    </a:moveTo>
                    <a:cubicBezTo>
                      <a:pt x="66622" y="47996"/>
                      <a:pt x="76957" y="33794"/>
                      <a:pt x="99864" y="17935"/>
                    </a:cubicBezTo>
                    <a:cubicBezTo>
                      <a:pt x="88292" y="23745"/>
                      <a:pt x="76719" y="29556"/>
                      <a:pt x="65155" y="35366"/>
                    </a:cubicBezTo>
                    <a:cubicBezTo>
                      <a:pt x="73966" y="32232"/>
                      <a:pt x="82786" y="29108"/>
                      <a:pt x="91597" y="25974"/>
                    </a:cubicBezTo>
                    <a:cubicBezTo>
                      <a:pt x="83405" y="27975"/>
                      <a:pt x="75204" y="29975"/>
                      <a:pt x="67013" y="31966"/>
                    </a:cubicBezTo>
                    <a:cubicBezTo>
                      <a:pt x="71280" y="31899"/>
                      <a:pt x="75557" y="31842"/>
                      <a:pt x="79824" y="31775"/>
                    </a:cubicBezTo>
                    <a:cubicBezTo>
                      <a:pt x="77185" y="27594"/>
                      <a:pt x="74547" y="23412"/>
                      <a:pt x="71909" y="19231"/>
                    </a:cubicBezTo>
                    <a:cubicBezTo>
                      <a:pt x="67327" y="27336"/>
                      <a:pt x="62746" y="35433"/>
                      <a:pt x="58164" y="43538"/>
                    </a:cubicBezTo>
                    <a:cubicBezTo>
                      <a:pt x="59612" y="42386"/>
                      <a:pt x="61069" y="41233"/>
                      <a:pt x="62517" y="40081"/>
                    </a:cubicBezTo>
                    <a:cubicBezTo>
                      <a:pt x="52144" y="41090"/>
                      <a:pt x="41781" y="42091"/>
                      <a:pt x="31408" y="43100"/>
                    </a:cubicBezTo>
                    <a:cubicBezTo>
                      <a:pt x="33894" y="49063"/>
                      <a:pt x="36390" y="55035"/>
                      <a:pt x="38876" y="60998"/>
                    </a:cubicBezTo>
                    <a:cubicBezTo>
                      <a:pt x="62707" y="28660"/>
                      <a:pt x="91625" y="22460"/>
                      <a:pt x="131106" y="26689"/>
                    </a:cubicBezTo>
                    <a:cubicBezTo>
                      <a:pt x="124134" y="25384"/>
                      <a:pt x="117162" y="24088"/>
                      <a:pt x="110190" y="22783"/>
                    </a:cubicBezTo>
                    <a:cubicBezTo>
                      <a:pt x="119238" y="28603"/>
                      <a:pt x="128287" y="34413"/>
                      <a:pt x="137345" y="40233"/>
                    </a:cubicBezTo>
                    <a:cubicBezTo>
                      <a:pt x="133707" y="35518"/>
                      <a:pt x="130059" y="30794"/>
                      <a:pt x="126420" y="26079"/>
                    </a:cubicBezTo>
                    <a:cubicBezTo>
                      <a:pt x="126830" y="33509"/>
                      <a:pt x="124572" y="35061"/>
                      <a:pt x="121010" y="41262"/>
                    </a:cubicBezTo>
                    <a:cubicBezTo>
                      <a:pt x="115552" y="50768"/>
                      <a:pt x="116124" y="65427"/>
                      <a:pt x="116419" y="75904"/>
                    </a:cubicBezTo>
                    <a:cubicBezTo>
                      <a:pt x="116695" y="85858"/>
                      <a:pt x="115495" y="99136"/>
                      <a:pt x="122810" y="106842"/>
                    </a:cubicBezTo>
                    <a:cubicBezTo>
                      <a:pt x="134478" y="119129"/>
                      <a:pt x="143032" y="116328"/>
                      <a:pt x="160720" y="116119"/>
                    </a:cubicBezTo>
                    <a:cubicBezTo>
                      <a:pt x="174883" y="115957"/>
                      <a:pt x="167606" y="81257"/>
                      <a:pt x="166987" y="76200"/>
                    </a:cubicBezTo>
                    <a:cubicBezTo>
                      <a:pt x="166492" y="72190"/>
                      <a:pt x="164691" y="34728"/>
                      <a:pt x="151271" y="38976"/>
                    </a:cubicBezTo>
                    <a:cubicBezTo>
                      <a:pt x="143517" y="43834"/>
                      <a:pt x="135431" y="45177"/>
                      <a:pt x="127020" y="42995"/>
                    </a:cubicBezTo>
                    <a:cubicBezTo>
                      <a:pt x="129049" y="64227"/>
                      <a:pt x="131087" y="85458"/>
                      <a:pt x="133116" y="106689"/>
                    </a:cubicBezTo>
                    <a:cubicBezTo>
                      <a:pt x="135593" y="99974"/>
                      <a:pt x="140031" y="95459"/>
                      <a:pt x="146432" y="93135"/>
                    </a:cubicBezTo>
                    <a:cubicBezTo>
                      <a:pt x="151890" y="90306"/>
                      <a:pt x="157157" y="87172"/>
                      <a:pt x="162244" y="83715"/>
                    </a:cubicBezTo>
                    <a:cubicBezTo>
                      <a:pt x="172502" y="77286"/>
                      <a:pt x="185637" y="69208"/>
                      <a:pt x="187256" y="55978"/>
                    </a:cubicBezTo>
                    <a:cubicBezTo>
                      <a:pt x="190371" y="30527"/>
                      <a:pt x="167435" y="11525"/>
                      <a:pt x="145165" y="6105"/>
                    </a:cubicBezTo>
                    <a:cubicBezTo>
                      <a:pt x="130878" y="2629"/>
                      <a:pt x="117067" y="1333"/>
                      <a:pt x="102370" y="2543"/>
                    </a:cubicBezTo>
                    <a:cubicBezTo>
                      <a:pt x="87920" y="3733"/>
                      <a:pt x="71966" y="7772"/>
                      <a:pt x="58945" y="14611"/>
                    </a:cubicBezTo>
                    <a:cubicBezTo>
                      <a:pt x="46648" y="21069"/>
                      <a:pt x="35999" y="35623"/>
                      <a:pt x="24988" y="44910"/>
                    </a:cubicBezTo>
                    <a:cubicBezTo>
                      <a:pt x="19302" y="49711"/>
                      <a:pt x="25360" y="67541"/>
                      <a:pt x="34047" y="64770"/>
                    </a:cubicBezTo>
                    <a:cubicBezTo>
                      <a:pt x="52601" y="58836"/>
                      <a:pt x="71166" y="52911"/>
                      <a:pt x="89730" y="46996"/>
                    </a:cubicBezTo>
                    <a:cubicBezTo>
                      <a:pt x="104808" y="41081"/>
                      <a:pt x="118429" y="32442"/>
                      <a:pt x="130611" y="21078"/>
                    </a:cubicBezTo>
                    <a:cubicBezTo>
                      <a:pt x="139212" y="15382"/>
                      <a:pt x="135736" y="6334"/>
                      <a:pt x="127011" y="3943"/>
                    </a:cubicBezTo>
                    <a:cubicBezTo>
                      <a:pt x="111142" y="-410"/>
                      <a:pt x="107056" y="-1277"/>
                      <a:pt x="92749" y="1933"/>
                    </a:cubicBezTo>
                    <a:cubicBezTo>
                      <a:pt x="82310" y="4276"/>
                      <a:pt x="72632" y="8229"/>
                      <a:pt x="63060" y="12992"/>
                    </a:cubicBezTo>
                    <a:cubicBezTo>
                      <a:pt x="36523" y="26174"/>
                      <a:pt x="18492" y="52273"/>
                      <a:pt x="2290" y="76095"/>
                    </a:cubicBezTo>
                    <a:cubicBezTo>
                      <a:pt x="-2787" y="83562"/>
                      <a:pt x="890" y="91649"/>
                      <a:pt x="10225" y="91697"/>
                    </a:cubicBezTo>
                    <a:cubicBezTo>
                      <a:pt x="17997" y="89801"/>
                      <a:pt x="25388" y="86915"/>
                      <a:pt x="32408" y="83020"/>
                    </a:cubicBezTo>
                    <a:cubicBezTo>
                      <a:pt x="39657" y="79676"/>
                      <a:pt x="46343" y="75400"/>
                      <a:pt x="52449" y="70228"/>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18" id="118"/>
              <p:cNvSpPr/>
              <p:nvPr/>
            </p:nvSpPr>
            <p:spPr>
              <a:xfrm>
                <a:off x="2209203" y="1446491"/>
                <a:ext cx="213142" cy="134800"/>
              </a:xfrm>
              <a:custGeom>
                <a:avLst/>
                <a:gdLst/>
                <a:ahLst/>
                <a:cxnLst/>
                <a:rect r="r" b="b" t="t" l="l"/>
                <a:pathLst>
                  <a:path w="213142" h="134800" stroke="true" fill="norm" extrusionOk="true">
                    <a:moveTo>
                      <a:pt x="76482" y="90158"/>
                    </a:moveTo>
                    <a:cubicBezTo>
                      <a:pt x="88141" y="71432"/>
                      <a:pt x="99647" y="55887"/>
                      <a:pt x="118145" y="43695"/>
                    </a:cubicBezTo>
                    <a:cubicBezTo>
                      <a:pt x="108172" y="47172"/>
                      <a:pt x="98209" y="50658"/>
                      <a:pt x="88236" y="54135"/>
                    </a:cubicBezTo>
                    <a:cubicBezTo>
                      <a:pt x="98352" y="52515"/>
                      <a:pt x="108477" y="50887"/>
                      <a:pt x="118602" y="49267"/>
                    </a:cubicBezTo>
                    <a:cubicBezTo>
                      <a:pt x="104914" y="46610"/>
                      <a:pt x="91227" y="43952"/>
                      <a:pt x="77530" y="41295"/>
                    </a:cubicBezTo>
                    <a:cubicBezTo>
                      <a:pt x="78178" y="44905"/>
                      <a:pt x="78825" y="48515"/>
                      <a:pt x="79473" y="52125"/>
                    </a:cubicBezTo>
                    <a:cubicBezTo>
                      <a:pt x="80187" y="48772"/>
                      <a:pt x="80892" y="45410"/>
                      <a:pt x="81607" y="42057"/>
                    </a:cubicBezTo>
                    <a:cubicBezTo>
                      <a:pt x="78225" y="45019"/>
                      <a:pt x="74834" y="47981"/>
                      <a:pt x="71453" y="50944"/>
                    </a:cubicBezTo>
                    <a:cubicBezTo>
                      <a:pt x="74225" y="49639"/>
                      <a:pt x="76987" y="48343"/>
                      <a:pt x="79759" y="47038"/>
                    </a:cubicBezTo>
                    <a:cubicBezTo>
                      <a:pt x="70986" y="48020"/>
                      <a:pt x="62214" y="49001"/>
                      <a:pt x="53441" y="49991"/>
                    </a:cubicBezTo>
                    <a:cubicBezTo>
                      <a:pt x="56680" y="57335"/>
                      <a:pt x="59909" y="64679"/>
                      <a:pt x="63147" y="72032"/>
                    </a:cubicBezTo>
                    <a:cubicBezTo>
                      <a:pt x="72148" y="62545"/>
                      <a:pt x="81159" y="53058"/>
                      <a:pt x="90160" y="43571"/>
                    </a:cubicBezTo>
                    <a:cubicBezTo>
                      <a:pt x="99256" y="38085"/>
                      <a:pt x="108972" y="34799"/>
                      <a:pt x="119316" y="33732"/>
                    </a:cubicBezTo>
                    <a:cubicBezTo>
                      <a:pt x="124974" y="30636"/>
                      <a:pt x="129336" y="31799"/>
                      <a:pt x="132403" y="37199"/>
                    </a:cubicBezTo>
                    <a:cubicBezTo>
                      <a:pt x="148272" y="52620"/>
                      <a:pt x="166350" y="65288"/>
                      <a:pt x="186629" y="75185"/>
                    </a:cubicBezTo>
                    <a:cubicBezTo>
                      <a:pt x="170980" y="61735"/>
                      <a:pt x="155340" y="48277"/>
                      <a:pt x="139690" y="34827"/>
                    </a:cubicBezTo>
                    <a:cubicBezTo>
                      <a:pt x="139547" y="61402"/>
                      <a:pt x="141576" y="87567"/>
                      <a:pt x="148872" y="113313"/>
                    </a:cubicBezTo>
                    <a:cubicBezTo>
                      <a:pt x="151120" y="121248"/>
                      <a:pt x="153339" y="125324"/>
                      <a:pt x="160064" y="130049"/>
                    </a:cubicBezTo>
                    <a:cubicBezTo>
                      <a:pt x="170942" y="137688"/>
                      <a:pt x="175161" y="134240"/>
                      <a:pt x="191039" y="132497"/>
                    </a:cubicBezTo>
                    <a:cubicBezTo>
                      <a:pt x="205803" y="130887"/>
                      <a:pt x="189820" y="84691"/>
                      <a:pt x="188953" y="81395"/>
                    </a:cubicBezTo>
                    <a:cubicBezTo>
                      <a:pt x="187677" y="76595"/>
                      <a:pt x="179886" y="31408"/>
                      <a:pt x="165455" y="35970"/>
                    </a:cubicBezTo>
                    <a:cubicBezTo>
                      <a:pt x="159483" y="39657"/>
                      <a:pt x="153244" y="40704"/>
                      <a:pt x="146748" y="39104"/>
                    </a:cubicBezTo>
                    <a:cubicBezTo>
                      <a:pt x="153082" y="67822"/>
                      <a:pt x="159407" y="96549"/>
                      <a:pt x="165741" y="125267"/>
                    </a:cubicBezTo>
                    <a:cubicBezTo>
                      <a:pt x="177523" y="107656"/>
                      <a:pt x="203870" y="101112"/>
                      <a:pt x="211718" y="80319"/>
                    </a:cubicBezTo>
                    <a:cubicBezTo>
                      <a:pt x="217595" y="64736"/>
                      <a:pt x="204041" y="47734"/>
                      <a:pt x="193821" y="37961"/>
                    </a:cubicBezTo>
                    <a:cubicBezTo>
                      <a:pt x="169103" y="14349"/>
                      <a:pt x="129451" y="6910"/>
                      <a:pt x="97056" y="1347"/>
                    </a:cubicBezTo>
                    <a:cubicBezTo>
                      <a:pt x="91265" y="-777"/>
                      <a:pt x="85807" y="-386"/>
                      <a:pt x="80683" y="2500"/>
                    </a:cubicBezTo>
                    <a:cubicBezTo>
                      <a:pt x="68195" y="19264"/>
                      <a:pt x="59404" y="37933"/>
                      <a:pt x="46517" y="54439"/>
                    </a:cubicBezTo>
                    <a:cubicBezTo>
                      <a:pt x="39563" y="63345"/>
                      <a:pt x="43049" y="77671"/>
                      <a:pt x="56222" y="76480"/>
                    </a:cubicBezTo>
                    <a:cubicBezTo>
                      <a:pt x="66043" y="76699"/>
                      <a:pt x="75663" y="75642"/>
                      <a:pt x="85074" y="73318"/>
                    </a:cubicBezTo>
                    <a:cubicBezTo>
                      <a:pt x="109467" y="69879"/>
                      <a:pt x="131184" y="60288"/>
                      <a:pt x="150215" y="44533"/>
                    </a:cubicBezTo>
                    <a:cubicBezTo>
                      <a:pt x="158473" y="39457"/>
                      <a:pt x="161674" y="29703"/>
                      <a:pt x="148882" y="27074"/>
                    </a:cubicBezTo>
                    <a:cubicBezTo>
                      <a:pt x="134318" y="24083"/>
                      <a:pt x="122745" y="23074"/>
                      <a:pt x="107867" y="25398"/>
                    </a:cubicBezTo>
                    <a:cubicBezTo>
                      <a:pt x="94884" y="27427"/>
                      <a:pt x="79883" y="29303"/>
                      <a:pt x="67919" y="34999"/>
                    </a:cubicBezTo>
                    <a:cubicBezTo>
                      <a:pt x="52213" y="42476"/>
                      <a:pt x="38134" y="55887"/>
                      <a:pt x="26447" y="68584"/>
                    </a:cubicBezTo>
                    <a:cubicBezTo>
                      <a:pt x="16875" y="78985"/>
                      <a:pt x="8864" y="90663"/>
                      <a:pt x="796" y="102236"/>
                    </a:cubicBezTo>
                    <a:cubicBezTo>
                      <a:pt x="-889" y="106332"/>
                      <a:pt x="101" y="109618"/>
                      <a:pt x="3768" y="112094"/>
                    </a:cubicBezTo>
                    <a:cubicBezTo>
                      <a:pt x="10369" y="114552"/>
                      <a:pt x="17056" y="114399"/>
                      <a:pt x="23838" y="111618"/>
                    </a:cubicBezTo>
                    <a:cubicBezTo>
                      <a:pt x="35944" y="108770"/>
                      <a:pt x="47841" y="105179"/>
                      <a:pt x="59499" y="100855"/>
                    </a:cubicBezTo>
                    <a:cubicBezTo>
                      <a:pt x="66690" y="99426"/>
                      <a:pt x="72348" y="95854"/>
                      <a:pt x="76482" y="90158"/>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19" id="119"/>
              <p:cNvSpPr/>
              <p:nvPr/>
            </p:nvSpPr>
            <p:spPr>
              <a:xfrm>
                <a:off x="2268570" y="1402105"/>
                <a:ext cx="188484" cy="141227"/>
              </a:xfrm>
              <a:custGeom>
                <a:avLst/>
                <a:gdLst/>
                <a:ahLst/>
                <a:cxnLst/>
                <a:rect r="r" b="b" t="t" l="l"/>
                <a:pathLst>
                  <a:path w="188484" h="141227" stroke="true" fill="norm" extrusionOk="true">
                    <a:moveTo>
                      <a:pt x="41547" y="68403"/>
                    </a:moveTo>
                    <a:cubicBezTo>
                      <a:pt x="46138" y="58592"/>
                      <a:pt x="52072" y="49676"/>
                      <a:pt x="59349" y="41675"/>
                    </a:cubicBezTo>
                    <a:cubicBezTo>
                      <a:pt x="70350" y="22025"/>
                      <a:pt x="89105" y="16472"/>
                      <a:pt x="115642" y="24997"/>
                    </a:cubicBezTo>
                    <a:cubicBezTo>
                      <a:pt x="108927" y="18244"/>
                      <a:pt x="102221" y="11491"/>
                      <a:pt x="95506" y="4747"/>
                    </a:cubicBezTo>
                    <a:cubicBezTo>
                      <a:pt x="88953" y="13539"/>
                      <a:pt x="82409" y="22330"/>
                      <a:pt x="75856" y="31112"/>
                    </a:cubicBezTo>
                    <a:cubicBezTo>
                      <a:pt x="79514" y="28236"/>
                      <a:pt x="83171" y="25369"/>
                      <a:pt x="86829" y="22492"/>
                    </a:cubicBezTo>
                    <a:cubicBezTo>
                      <a:pt x="63635" y="29541"/>
                      <a:pt x="40442" y="36589"/>
                      <a:pt x="17249" y="43628"/>
                    </a:cubicBezTo>
                    <a:cubicBezTo>
                      <a:pt x="20954" y="48952"/>
                      <a:pt x="24669" y="54267"/>
                      <a:pt x="28374" y="59592"/>
                    </a:cubicBezTo>
                    <a:cubicBezTo>
                      <a:pt x="62397" y="14644"/>
                      <a:pt x="124910" y="21473"/>
                      <a:pt x="167810" y="52096"/>
                    </a:cubicBezTo>
                    <a:cubicBezTo>
                      <a:pt x="164924" y="48038"/>
                      <a:pt x="162048" y="43971"/>
                      <a:pt x="159162" y="39913"/>
                    </a:cubicBezTo>
                    <a:cubicBezTo>
                      <a:pt x="169753" y="78833"/>
                      <a:pt x="130549" y="82690"/>
                      <a:pt x="117899" y="109836"/>
                    </a:cubicBezTo>
                    <a:cubicBezTo>
                      <a:pt x="116099" y="113694"/>
                      <a:pt x="114461" y="117409"/>
                      <a:pt x="115289" y="121819"/>
                    </a:cubicBezTo>
                    <a:cubicBezTo>
                      <a:pt x="117452" y="133335"/>
                      <a:pt x="124186" y="135640"/>
                      <a:pt x="134130" y="140126"/>
                    </a:cubicBezTo>
                    <a:cubicBezTo>
                      <a:pt x="138702" y="142193"/>
                      <a:pt x="148208" y="141478"/>
                      <a:pt x="151342" y="136906"/>
                    </a:cubicBezTo>
                    <a:cubicBezTo>
                      <a:pt x="153761" y="133382"/>
                      <a:pt x="152561" y="121847"/>
                      <a:pt x="148160" y="119895"/>
                    </a:cubicBezTo>
                    <a:cubicBezTo>
                      <a:pt x="144941" y="116913"/>
                      <a:pt x="141712" y="113932"/>
                      <a:pt x="138492" y="110960"/>
                    </a:cubicBezTo>
                    <a:cubicBezTo>
                      <a:pt x="137197" y="115770"/>
                      <a:pt x="135892" y="120581"/>
                      <a:pt x="134597" y="125391"/>
                    </a:cubicBezTo>
                    <a:cubicBezTo>
                      <a:pt x="148313" y="106512"/>
                      <a:pt x="169258" y="94368"/>
                      <a:pt x="182136" y="74613"/>
                    </a:cubicBezTo>
                    <a:cubicBezTo>
                      <a:pt x="190137" y="62345"/>
                      <a:pt x="189280" y="64707"/>
                      <a:pt x="186565" y="51343"/>
                    </a:cubicBezTo>
                    <a:cubicBezTo>
                      <a:pt x="183003" y="33808"/>
                      <a:pt x="176421" y="27026"/>
                      <a:pt x="158790" y="18977"/>
                    </a:cubicBezTo>
                    <a:cubicBezTo>
                      <a:pt x="151361" y="15587"/>
                      <a:pt x="143102" y="13129"/>
                      <a:pt x="135187" y="10986"/>
                    </a:cubicBezTo>
                    <a:cubicBezTo>
                      <a:pt x="119519" y="6747"/>
                      <a:pt x="95268" y="3213"/>
                      <a:pt x="78190" y="5366"/>
                    </a:cubicBezTo>
                    <a:cubicBezTo>
                      <a:pt x="51653" y="8700"/>
                      <a:pt x="27440" y="27340"/>
                      <a:pt x="10619" y="46676"/>
                    </a:cubicBezTo>
                    <a:cubicBezTo>
                      <a:pt x="4276" y="53972"/>
                      <a:pt x="12648" y="68079"/>
                      <a:pt x="22449" y="65164"/>
                    </a:cubicBezTo>
                    <a:cubicBezTo>
                      <a:pt x="40385" y="61887"/>
                      <a:pt x="57368" y="56106"/>
                      <a:pt x="73399" y="47838"/>
                    </a:cubicBezTo>
                    <a:cubicBezTo>
                      <a:pt x="89562" y="40380"/>
                      <a:pt x="105555" y="32569"/>
                      <a:pt x="121385" y="24426"/>
                    </a:cubicBezTo>
                    <a:cubicBezTo>
                      <a:pt x="125443" y="22416"/>
                      <a:pt x="127910" y="15625"/>
                      <a:pt x="126872" y="11376"/>
                    </a:cubicBezTo>
                    <a:cubicBezTo>
                      <a:pt x="125357" y="5185"/>
                      <a:pt x="117985" y="3080"/>
                      <a:pt x="112413" y="2251"/>
                    </a:cubicBezTo>
                    <a:cubicBezTo>
                      <a:pt x="91048" y="-892"/>
                      <a:pt x="72513" y="-1768"/>
                      <a:pt x="51796" y="6500"/>
                    </a:cubicBezTo>
                    <a:cubicBezTo>
                      <a:pt x="38928" y="11634"/>
                      <a:pt x="29993" y="18168"/>
                      <a:pt x="21373" y="28817"/>
                    </a:cubicBezTo>
                    <a:cubicBezTo>
                      <a:pt x="13639" y="38361"/>
                      <a:pt x="7619" y="49419"/>
                      <a:pt x="1628" y="60059"/>
                    </a:cubicBezTo>
                    <a:cubicBezTo>
                      <a:pt x="-8907" y="78766"/>
                      <a:pt x="34889" y="80090"/>
                      <a:pt x="41547" y="68403"/>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0" id="120"/>
              <p:cNvSpPr/>
              <p:nvPr/>
            </p:nvSpPr>
            <p:spPr>
              <a:xfrm>
                <a:off x="2181100" y="1415281"/>
                <a:ext cx="270956" cy="147851"/>
              </a:xfrm>
              <a:custGeom>
                <a:avLst/>
                <a:gdLst/>
                <a:ahLst/>
                <a:cxnLst/>
                <a:rect r="r" b="b" t="t" l="l"/>
                <a:pathLst>
                  <a:path w="270956" h="147851" stroke="true" fill="norm" extrusionOk="true">
                    <a:moveTo>
                      <a:pt x="136656" y="109167"/>
                    </a:moveTo>
                    <a:cubicBezTo>
                      <a:pt x="146791" y="92384"/>
                      <a:pt x="156144" y="79153"/>
                      <a:pt x="169841" y="65113"/>
                    </a:cubicBezTo>
                    <a:cubicBezTo>
                      <a:pt x="166526" y="67342"/>
                      <a:pt x="163221" y="69581"/>
                      <a:pt x="159906" y="71810"/>
                    </a:cubicBezTo>
                    <a:cubicBezTo>
                      <a:pt x="167927" y="66637"/>
                      <a:pt x="175947" y="61465"/>
                      <a:pt x="183967" y="56293"/>
                    </a:cubicBezTo>
                    <a:cubicBezTo>
                      <a:pt x="173080" y="60799"/>
                      <a:pt x="162193" y="65304"/>
                      <a:pt x="151305" y="69809"/>
                    </a:cubicBezTo>
                    <a:cubicBezTo>
                      <a:pt x="164069" y="66218"/>
                      <a:pt x="176823" y="62618"/>
                      <a:pt x="189577" y="59027"/>
                    </a:cubicBezTo>
                    <a:cubicBezTo>
                      <a:pt x="159926" y="64790"/>
                      <a:pt x="130284" y="70562"/>
                      <a:pt x="100632" y="76324"/>
                    </a:cubicBezTo>
                    <a:cubicBezTo>
                      <a:pt x="128207" y="73134"/>
                      <a:pt x="155782" y="69943"/>
                      <a:pt x="183357" y="66752"/>
                    </a:cubicBezTo>
                    <a:cubicBezTo>
                      <a:pt x="149219" y="64285"/>
                      <a:pt x="115091" y="61818"/>
                      <a:pt x="80954" y="59341"/>
                    </a:cubicBezTo>
                    <a:cubicBezTo>
                      <a:pt x="72667" y="59389"/>
                      <a:pt x="64447" y="58579"/>
                      <a:pt x="56284" y="56922"/>
                    </a:cubicBezTo>
                    <a:cubicBezTo>
                      <a:pt x="71829" y="69104"/>
                      <a:pt x="87374" y="81296"/>
                      <a:pt x="102928" y="93479"/>
                    </a:cubicBezTo>
                    <a:cubicBezTo>
                      <a:pt x="113139" y="77972"/>
                      <a:pt x="126493" y="65971"/>
                      <a:pt x="143009" y="57474"/>
                    </a:cubicBezTo>
                    <a:cubicBezTo>
                      <a:pt x="167060" y="42939"/>
                      <a:pt x="193244" y="41187"/>
                      <a:pt x="221581" y="52217"/>
                    </a:cubicBezTo>
                    <a:cubicBezTo>
                      <a:pt x="197054" y="43987"/>
                      <a:pt x="172537" y="35748"/>
                      <a:pt x="148010" y="27518"/>
                    </a:cubicBezTo>
                    <a:cubicBezTo>
                      <a:pt x="171889" y="36929"/>
                      <a:pt x="195778" y="46349"/>
                      <a:pt x="219657" y="55760"/>
                    </a:cubicBezTo>
                    <a:cubicBezTo>
                      <a:pt x="195416" y="44978"/>
                      <a:pt x="171184" y="34195"/>
                      <a:pt x="146943" y="23413"/>
                    </a:cubicBezTo>
                    <a:cubicBezTo>
                      <a:pt x="176756" y="42739"/>
                      <a:pt x="206569" y="62056"/>
                      <a:pt x="236383" y="81382"/>
                    </a:cubicBezTo>
                    <a:cubicBezTo>
                      <a:pt x="214771" y="64532"/>
                      <a:pt x="193149" y="47692"/>
                      <a:pt x="171537" y="30843"/>
                    </a:cubicBezTo>
                    <a:cubicBezTo>
                      <a:pt x="183738" y="44292"/>
                      <a:pt x="195949" y="57741"/>
                      <a:pt x="208160" y="71200"/>
                    </a:cubicBezTo>
                    <a:cubicBezTo>
                      <a:pt x="196511" y="55693"/>
                      <a:pt x="184862" y="40186"/>
                      <a:pt x="173203" y="24689"/>
                    </a:cubicBezTo>
                    <a:cubicBezTo>
                      <a:pt x="182900" y="56303"/>
                      <a:pt x="193368" y="87650"/>
                      <a:pt x="204617" y="118730"/>
                    </a:cubicBezTo>
                    <a:cubicBezTo>
                      <a:pt x="205941" y="125016"/>
                      <a:pt x="208865" y="130436"/>
                      <a:pt x="213389" y="135008"/>
                    </a:cubicBezTo>
                    <a:cubicBezTo>
                      <a:pt x="225258" y="145028"/>
                      <a:pt x="236011" y="143066"/>
                      <a:pt x="251727" y="143295"/>
                    </a:cubicBezTo>
                    <a:cubicBezTo>
                      <a:pt x="266367" y="143504"/>
                      <a:pt x="245393" y="80515"/>
                      <a:pt x="245298" y="80192"/>
                    </a:cubicBezTo>
                    <a:cubicBezTo>
                      <a:pt x="244193" y="76315"/>
                      <a:pt x="232516" y="18203"/>
                      <a:pt x="217561" y="23146"/>
                    </a:cubicBezTo>
                    <a:cubicBezTo>
                      <a:pt x="209265" y="28147"/>
                      <a:pt x="200531" y="29747"/>
                      <a:pt x="191368" y="27947"/>
                    </a:cubicBezTo>
                    <a:cubicBezTo>
                      <a:pt x="202036" y="62789"/>
                      <a:pt x="212704" y="97622"/>
                      <a:pt x="223372" y="132455"/>
                    </a:cubicBezTo>
                    <a:cubicBezTo>
                      <a:pt x="225267" y="129531"/>
                      <a:pt x="227163" y="126607"/>
                      <a:pt x="229058" y="123692"/>
                    </a:cubicBezTo>
                    <a:cubicBezTo>
                      <a:pt x="227810" y="125216"/>
                      <a:pt x="226553" y="126731"/>
                      <a:pt x="225305" y="128255"/>
                    </a:cubicBezTo>
                    <a:cubicBezTo>
                      <a:pt x="239231" y="120330"/>
                      <a:pt x="253480" y="113358"/>
                      <a:pt x="264253" y="101232"/>
                    </a:cubicBezTo>
                    <a:cubicBezTo>
                      <a:pt x="272778" y="91650"/>
                      <a:pt x="271663" y="90621"/>
                      <a:pt x="269092" y="78144"/>
                    </a:cubicBezTo>
                    <a:cubicBezTo>
                      <a:pt x="261938" y="43358"/>
                      <a:pt x="214980" y="30100"/>
                      <a:pt x="187110" y="19070"/>
                    </a:cubicBezTo>
                    <a:cubicBezTo>
                      <a:pt x="169517" y="12107"/>
                      <a:pt x="153353" y="7220"/>
                      <a:pt x="134675" y="3839"/>
                    </a:cubicBezTo>
                    <a:cubicBezTo>
                      <a:pt x="121635" y="248"/>
                      <a:pt x="108376" y="-828"/>
                      <a:pt x="94908" y="629"/>
                    </a:cubicBezTo>
                    <a:cubicBezTo>
                      <a:pt x="91660" y="915"/>
                      <a:pt x="88412" y="1201"/>
                      <a:pt x="85164" y="1486"/>
                    </a:cubicBezTo>
                    <a:cubicBezTo>
                      <a:pt x="79439" y="4372"/>
                      <a:pt x="74429" y="12697"/>
                      <a:pt x="70495" y="17374"/>
                    </a:cubicBezTo>
                    <a:cubicBezTo>
                      <a:pt x="58560" y="31547"/>
                      <a:pt x="51731" y="43682"/>
                      <a:pt x="45978" y="61161"/>
                    </a:cubicBezTo>
                    <a:cubicBezTo>
                      <a:pt x="43140" y="69790"/>
                      <a:pt x="49236" y="74229"/>
                      <a:pt x="56027" y="78934"/>
                    </a:cubicBezTo>
                    <a:cubicBezTo>
                      <a:pt x="60342" y="81611"/>
                      <a:pt x="64656" y="84278"/>
                      <a:pt x="68971" y="86954"/>
                    </a:cubicBezTo>
                    <a:cubicBezTo>
                      <a:pt x="76420" y="91526"/>
                      <a:pt x="84297" y="95108"/>
                      <a:pt x="92612" y="97718"/>
                    </a:cubicBezTo>
                    <a:cubicBezTo>
                      <a:pt x="113348" y="96241"/>
                      <a:pt x="130912" y="95060"/>
                      <a:pt x="150610" y="88669"/>
                    </a:cubicBezTo>
                    <a:cubicBezTo>
                      <a:pt x="179871" y="79182"/>
                      <a:pt x="172727" y="82716"/>
                      <a:pt x="200093" y="53531"/>
                    </a:cubicBezTo>
                    <a:cubicBezTo>
                      <a:pt x="216685" y="35834"/>
                      <a:pt x="159926" y="44511"/>
                      <a:pt x="163078" y="44120"/>
                    </a:cubicBezTo>
                    <a:cubicBezTo>
                      <a:pt x="140914" y="47207"/>
                      <a:pt x="118882" y="51055"/>
                      <a:pt x="96984" y="55665"/>
                    </a:cubicBezTo>
                    <a:cubicBezTo>
                      <a:pt x="84869" y="56846"/>
                      <a:pt x="73734" y="60599"/>
                      <a:pt x="63580" y="66923"/>
                    </a:cubicBezTo>
                    <a:cubicBezTo>
                      <a:pt x="38558" y="86602"/>
                      <a:pt x="19575" y="111157"/>
                      <a:pt x="2096" y="137561"/>
                    </a:cubicBezTo>
                    <a:cubicBezTo>
                      <a:pt x="-10972" y="157306"/>
                      <a:pt x="41387" y="142504"/>
                      <a:pt x="39996" y="142828"/>
                    </a:cubicBezTo>
                    <a:cubicBezTo>
                      <a:pt x="61732" y="137313"/>
                      <a:pt x="83259" y="131055"/>
                      <a:pt x="104566" y="124054"/>
                    </a:cubicBezTo>
                    <a:cubicBezTo>
                      <a:pt x="116549" y="121539"/>
                      <a:pt x="127226" y="116577"/>
                      <a:pt x="136656" y="109167"/>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1" id="121"/>
              <p:cNvSpPr/>
              <p:nvPr/>
            </p:nvSpPr>
            <p:spPr>
              <a:xfrm>
                <a:off x="2265136" y="1397393"/>
                <a:ext cx="226027" cy="140046"/>
              </a:xfrm>
              <a:custGeom>
                <a:avLst/>
                <a:gdLst/>
                <a:ahLst/>
                <a:cxnLst/>
                <a:rect r="r" b="b" t="t" l="l"/>
                <a:pathLst>
                  <a:path w="226027" h="140046" stroke="true" fill="norm" extrusionOk="true">
                    <a:moveTo>
                      <a:pt x="68489" y="71571"/>
                    </a:moveTo>
                    <a:cubicBezTo>
                      <a:pt x="83710" y="46606"/>
                      <a:pt x="93683" y="27156"/>
                      <a:pt x="128230" y="21041"/>
                    </a:cubicBezTo>
                    <a:cubicBezTo>
                      <a:pt x="114923" y="21012"/>
                      <a:pt x="101617" y="20984"/>
                      <a:pt x="88320" y="20946"/>
                    </a:cubicBezTo>
                    <a:cubicBezTo>
                      <a:pt x="104103" y="22527"/>
                      <a:pt x="119876" y="24108"/>
                      <a:pt x="135659" y="25689"/>
                    </a:cubicBezTo>
                    <a:cubicBezTo>
                      <a:pt x="122181" y="19612"/>
                      <a:pt x="108704" y="13545"/>
                      <a:pt x="95216" y="7468"/>
                    </a:cubicBezTo>
                    <a:cubicBezTo>
                      <a:pt x="93225" y="14659"/>
                      <a:pt x="91225" y="21851"/>
                      <a:pt x="89234" y="29042"/>
                    </a:cubicBezTo>
                    <a:cubicBezTo>
                      <a:pt x="91178" y="26213"/>
                      <a:pt x="93111" y="23375"/>
                      <a:pt x="95054" y="20546"/>
                    </a:cubicBezTo>
                    <a:cubicBezTo>
                      <a:pt x="85825" y="27346"/>
                      <a:pt x="76595" y="34147"/>
                      <a:pt x="67365" y="40948"/>
                    </a:cubicBezTo>
                    <a:cubicBezTo>
                      <a:pt x="71870" y="39786"/>
                      <a:pt x="76376" y="38634"/>
                      <a:pt x="80872" y="37472"/>
                    </a:cubicBezTo>
                    <a:cubicBezTo>
                      <a:pt x="69832" y="38443"/>
                      <a:pt x="58792" y="39405"/>
                      <a:pt x="47753" y="40377"/>
                    </a:cubicBezTo>
                    <a:cubicBezTo>
                      <a:pt x="51354" y="46425"/>
                      <a:pt x="54964" y="52473"/>
                      <a:pt x="58564" y="58512"/>
                    </a:cubicBezTo>
                    <a:cubicBezTo>
                      <a:pt x="64136" y="51797"/>
                      <a:pt x="69708" y="45082"/>
                      <a:pt x="75290" y="38367"/>
                    </a:cubicBezTo>
                    <a:cubicBezTo>
                      <a:pt x="88329" y="32661"/>
                      <a:pt x="101836" y="29680"/>
                      <a:pt x="115809" y="29442"/>
                    </a:cubicBezTo>
                    <a:cubicBezTo>
                      <a:pt x="145784" y="27346"/>
                      <a:pt x="189657" y="30423"/>
                      <a:pt x="203744" y="64885"/>
                    </a:cubicBezTo>
                    <a:cubicBezTo>
                      <a:pt x="203153" y="61303"/>
                      <a:pt x="202572" y="57731"/>
                      <a:pt x="201982" y="54150"/>
                    </a:cubicBezTo>
                    <a:cubicBezTo>
                      <a:pt x="194609" y="67542"/>
                      <a:pt x="186227" y="77848"/>
                      <a:pt x="175207" y="88640"/>
                    </a:cubicBezTo>
                    <a:cubicBezTo>
                      <a:pt x="168292" y="95403"/>
                      <a:pt x="158072" y="105823"/>
                      <a:pt x="156100" y="115872"/>
                    </a:cubicBezTo>
                    <a:cubicBezTo>
                      <a:pt x="153242" y="130464"/>
                      <a:pt x="167187" y="135798"/>
                      <a:pt x="177912" y="139132"/>
                    </a:cubicBezTo>
                    <a:cubicBezTo>
                      <a:pt x="184208" y="141085"/>
                      <a:pt x="191238" y="140199"/>
                      <a:pt x="193657" y="133636"/>
                    </a:cubicBezTo>
                    <a:cubicBezTo>
                      <a:pt x="195686" y="128131"/>
                      <a:pt x="195038" y="118710"/>
                      <a:pt x="188618" y="116634"/>
                    </a:cubicBezTo>
                    <a:cubicBezTo>
                      <a:pt x="184475" y="115291"/>
                      <a:pt x="180332" y="113948"/>
                      <a:pt x="176198" y="112614"/>
                    </a:cubicBezTo>
                    <a:cubicBezTo>
                      <a:pt x="178636" y="114443"/>
                      <a:pt x="181065" y="116272"/>
                      <a:pt x="183503" y="118101"/>
                    </a:cubicBezTo>
                    <a:cubicBezTo>
                      <a:pt x="182446" y="115977"/>
                      <a:pt x="181389" y="113852"/>
                      <a:pt x="180332" y="111728"/>
                    </a:cubicBezTo>
                    <a:cubicBezTo>
                      <a:pt x="178398" y="116472"/>
                      <a:pt x="176455" y="121225"/>
                      <a:pt x="174521" y="125968"/>
                    </a:cubicBezTo>
                    <a:cubicBezTo>
                      <a:pt x="187208" y="107652"/>
                      <a:pt x="207411" y="96117"/>
                      <a:pt x="219660" y="77343"/>
                    </a:cubicBezTo>
                    <a:cubicBezTo>
                      <a:pt x="227395" y="65494"/>
                      <a:pt x="227242" y="66751"/>
                      <a:pt x="223651" y="54007"/>
                    </a:cubicBezTo>
                    <a:cubicBezTo>
                      <a:pt x="218660" y="36290"/>
                      <a:pt x="212555" y="28042"/>
                      <a:pt x="194953" y="19326"/>
                    </a:cubicBezTo>
                    <a:cubicBezTo>
                      <a:pt x="171007" y="7468"/>
                      <a:pt x="138784" y="2562"/>
                      <a:pt x="112475" y="5906"/>
                    </a:cubicBezTo>
                    <a:cubicBezTo>
                      <a:pt x="85101" y="9382"/>
                      <a:pt x="60488" y="25413"/>
                      <a:pt x="41390" y="44577"/>
                    </a:cubicBezTo>
                    <a:cubicBezTo>
                      <a:pt x="35313" y="50673"/>
                      <a:pt x="44648" y="65456"/>
                      <a:pt x="52201" y="62713"/>
                    </a:cubicBezTo>
                    <a:cubicBezTo>
                      <a:pt x="69756" y="55512"/>
                      <a:pt x="87720" y="49587"/>
                      <a:pt x="106094" y="44949"/>
                    </a:cubicBezTo>
                    <a:cubicBezTo>
                      <a:pt x="119229" y="38614"/>
                      <a:pt x="132335" y="32214"/>
                      <a:pt x="145413" y="25746"/>
                    </a:cubicBezTo>
                    <a:cubicBezTo>
                      <a:pt x="152995" y="22041"/>
                      <a:pt x="156605" y="14812"/>
                      <a:pt x="148623" y="8535"/>
                    </a:cubicBezTo>
                    <a:cubicBezTo>
                      <a:pt x="137822" y="38"/>
                      <a:pt x="115885" y="19"/>
                      <a:pt x="102903" y="0"/>
                    </a:cubicBezTo>
                    <a:cubicBezTo>
                      <a:pt x="79024" y="-28"/>
                      <a:pt x="59155" y="5039"/>
                      <a:pt x="39438" y="19784"/>
                    </a:cubicBezTo>
                    <a:cubicBezTo>
                      <a:pt x="23502" y="31699"/>
                      <a:pt x="12730" y="48044"/>
                      <a:pt x="1938" y="64418"/>
                    </a:cubicBezTo>
                    <a:cubicBezTo>
                      <a:pt x="-6073" y="76562"/>
                      <a:pt x="12920" y="78867"/>
                      <a:pt x="19511" y="79248"/>
                    </a:cubicBezTo>
                    <a:cubicBezTo>
                      <a:pt x="30351" y="79505"/>
                      <a:pt x="41162" y="79001"/>
                      <a:pt x="51925" y="77715"/>
                    </a:cubicBezTo>
                    <a:cubicBezTo>
                      <a:pt x="58459" y="78019"/>
                      <a:pt x="63993" y="75972"/>
                      <a:pt x="68489" y="71571"/>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2" id="122"/>
              <p:cNvSpPr/>
              <p:nvPr/>
            </p:nvSpPr>
            <p:spPr>
              <a:xfrm>
                <a:off x="2242361" y="1441421"/>
                <a:ext cx="182361" cy="145156"/>
              </a:xfrm>
              <a:custGeom>
                <a:avLst/>
                <a:gdLst/>
                <a:ahLst/>
                <a:cxnLst/>
                <a:rect r="r" b="b" t="t" l="l"/>
                <a:pathLst>
                  <a:path w="182361" h="145156" stroke="true" fill="norm" extrusionOk="true">
                    <a:moveTo>
                      <a:pt x="53002" y="67262"/>
                    </a:moveTo>
                    <a:cubicBezTo>
                      <a:pt x="60870" y="47393"/>
                      <a:pt x="66365" y="24085"/>
                      <a:pt x="94283" y="22161"/>
                    </a:cubicBezTo>
                    <a:cubicBezTo>
                      <a:pt x="90807" y="21761"/>
                      <a:pt x="87330" y="21361"/>
                      <a:pt x="83853" y="20961"/>
                    </a:cubicBezTo>
                    <a:cubicBezTo>
                      <a:pt x="90949" y="23047"/>
                      <a:pt x="98046" y="25123"/>
                      <a:pt x="105142" y="27209"/>
                    </a:cubicBezTo>
                    <a:cubicBezTo>
                      <a:pt x="103856" y="20780"/>
                      <a:pt x="102560" y="14351"/>
                      <a:pt x="101275" y="7931"/>
                    </a:cubicBezTo>
                    <a:cubicBezTo>
                      <a:pt x="84482" y="28752"/>
                      <a:pt x="63375" y="44097"/>
                      <a:pt x="37971" y="53965"/>
                    </a:cubicBezTo>
                    <a:cubicBezTo>
                      <a:pt x="43601" y="52422"/>
                      <a:pt x="49230" y="50870"/>
                      <a:pt x="54850" y="49327"/>
                    </a:cubicBezTo>
                    <a:cubicBezTo>
                      <a:pt x="37733" y="50565"/>
                      <a:pt x="20626" y="51813"/>
                      <a:pt x="3519" y="53060"/>
                    </a:cubicBezTo>
                    <a:cubicBezTo>
                      <a:pt x="7444" y="58852"/>
                      <a:pt x="11368" y="64643"/>
                      <a:pt x="15283" y="70434"/>
                    </a:cubicBezTo>
                    <a:cubicBezTo>
                      <a:pt x="22341" y="56651"/>
                      <a:pt x="33342" y="47498"/>
                      <a:pt x="48297" y="42983"/>
                    </a:cubicBezTo>
                    <a:cubicBezTo>
                      <a:pt x="82710" y="17589"/>
                      <a:pt x="118924" y="25981"/>
                      <a:pt x="156948" y="68157"/>
                    </a:cubicBezTo>
                    <a:cubicBezTo>
                      <a:pt x="158415" y="65529"/>
                      <a:pt x="159882" y="62909"/>
                      <a:pt x="161358" y="60280"/>
                    </a:cubicBezTo>
                    <a:cubicBezTo>
                      <a:pt x="154453" y="71815"/>
                      <a:pt x="145137" y="80759"/>
                      <a:pt x="133402" y="87093"/>
                    </a:cubicBezTo>
                    <a:cubicBezTo>
                      <a:pt x="124754" y="91141"/>
                      <a:pt x="117924" y="97123"/>
                      <a:pt x="112933" y="105048"/>
                    </a:cubicBezTo>
                    <a:cubicBezTo>
                      <a:pt x="109285" y="109686"/>
                      <a:pt x="103799" y="120040"/>
                      <a:pt x="107037" y="126184"/>
                    </a:cubicBezTo>
                    <a:cubicBezTo>
                      <a:pt x="114791" y="140852"/>
                      <a:pt x="113124" y="138328"/>
                      <a:pt x="129411" y="144195"/>
                    </a:cubicBezTo>
                    <a:cubicBezTo>
                      <a:pt x="146471" y="150349"/>
                      <a:pt x="150328" y="125212"/>
                      <a:pt x="137298" y="118154"/>
                    </a:cubicBezTo>
                    <a:cubicBezTo>
                      <a:pt x="134793" y="115354"/>
                      <a:pt x="132297" y="112544"/>
                      <a:pt x="129792" y="109744"/>
                    </a:cubicBezTo>
                    <a:cubicBezTo>
                      <a:pt x="127830" y="116792"/>
                      <a:pt x="125859" y="123831"/>
                      <a:pt x="123896" y="130880"/>
                    </a:cubicBezTo>
                    <a:cubicBezTo>
                      <a:pt x="140384" y="109610"/>
                      <a:pt x="168216" y="95780"/>
                      <a:pt x="179684" y="70462"/>
                    </a:cubicBezTo>
                    <a:cubicBezTo>
                      <a:pt x="189305" y="49231"/>
                      <a:pt x="171093" y="32848"/>
                      <a:pt x="155272" y="24085"/>
                    </a:cubicBezTo>
                    <a:cubicBezTo>
                      <a:pt x="137070" y="14008"/>
                      <a:pt x="117200" y="9331"/>
                      <a:pt x="96703" y="6931"/>
                    </a:cubicBezTo>
                    <a:cubicBezTo>
                      <a:pt x="82472" y="5264"/>
                      <a:pt x="74024" y="6159"/>
                      <a:pt x="60488" y="11236"/>
                    </a:cubicBezTo>
                    <a:cubicBezTo>
                      <a:pt x="36200" y="20351"/>
                      <a:pt x="19674" y="35544"/>
                      <a:pt x="1386" y="53765"/>
                    </a:cubicBezTo>
                    <a:cubicBezTo>
                      <a:pt x="-3862" y="59004"/>
                      <a:pt x="7006" y="74920"/>
                      <a:pt x="13806" y="72101"/>
                    </a:cubicBezTo>
                    <a:cubicBezTo>
                      <a:pt x="117753" y="29086"/>
                      <a:pt x="48582" y="69748"/>
                      <a:pt x="120753" y="25590"/>
                    </a:cubicBezTo>
                    <a:cubicBezTo>
                      <a:pt x="127726" y="21323"/>
                      <a:pt x="122763" y="8321"/>
                      <a:pt x="116886" y="6302"/>
                    </a:cubicBezTo>
                    <a:cubicBezTo>
                      <a:pt x="100598" y="730"/>
                      <a:pt x="86120" y="-2823"/>
                      <a:pt x="68871" y="2949"/>
                    </a:cubicBezTo>
                    <a:cubicBezTo>
                      <a:pt x="63232" y="4835"/>
                      <a:pt x="55021" y="7435"/>
                      <a:pt x="50421" y="11569"/>
                    </a:cubicBezTo>
                    <a:cubicBezTo>
                      <a:pt x="41296" y="19780"/>
                      <a:pt x="36771" y="41954"/>
                      <a:pt x="33571" y="53051"/>
                    </a:cubicBezTo>
                    <a:cubicBezTo>
                      <a:pt x="32190" y="57842"/>
                      <a:pt x="31933" y="66919"/>
                      <a:pt x="36781" y="70262"/>
                    </a:cubicBezTo>
                    <a:cubicBezTo>
                      <a:pt x="40153" y="72606"/>
                      <a:pt x="51259" y="71672"/>
                      <a:pt x="53002" y="67262"/>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3" id="123"/>
              <p:cNvSpPr/>
              <p:nvPr/>
            </p:nvSpPr>
            <p:spPr>
              <a:xfrm>
                <a:off x="2283521" y="1500231"/>
                <a:ext cx="166883" cy="123146"/>
              </a:xfrm>
              <a:custGeom>
                <a:avLst/>
                <a:gdLst/>
                <a:ahLst/>
                <a:cxnLst/>
                <a:rect r="r" b="b" t="t" l="l"/>
                <a:pathLst>
                  <a:path w="166883" h="123146" stroke="true" fill="norm" extrusionOk="true">
                    <a:moveTo>
                      <a:pt x="37797" y="68297"/>
                    </a:moveTo>
                    <a:cubicBezTo>
                      <a:pt x="48446" y="51495"/>
                      <a:pt x="58457" y="37760"/>
                      <a:pt x="72335" y="23492"/>
                    </a:cubicBezTo>
                    <a:cubicBezTo>
                      <a:pt x="68963" y="25816"/>
                      <a:pt x="65591" y="28140"/>
                      <a:pt x="62229" y="30474"/>
                    </a:cubicBezTo>
                    <a:cubicBezTo>
                      <a:pt x="70478" y="29874"/>
                      <a:pt x="78726" y="29274"/>
                      <a:pt x="86975" y="28664"/>
                    </a:cubicBezTo>
                    <a:cubicBezTo>
                      <a:pt x="85870" y="22930"/>
                      <a:pt x="84765" y="17205"/>
                      <a:pt x="83660" y="11471"/>
                    </a:cubicBezTo>
                    <a:cubicBezTo>
                      <a:pt x="63172" y="40332"/>
                      <a:pt x="37292" y="52400"/>
                      <a:pt x="6012" y="47676"/>
                    </a:cubicBezTo>
                    <a:cubicBezTo>
                      <a:pt x="9013" y="53857"/>
                      <a:pt x="12003" y="60039"/>
                      <a:pt x="15004" y="66221"/>
                    </a:cubicBezTo>
                    <a:cubicBezTo>
                      <a:pt x="21433" y="56239"/>
                      <a:pt x="27853" y="46266"/>
                      <a:pt x="34282" y="36284"/>
                    </a:cubicBezTo>
                    <a:cubicBezTo>
                      <a:pt x="28653" y="39380"/>
                      <a:pt x="23033" y="42475"/>
                      <a:pt x="17404" y="45561"/>
                    </a:cubicBezTo>
                    <a:cubicBezTo>
                      <a:pt x="53799" y="32836"/>
                      <a:pt x="90966" y="34007"/>
                      <a:pt x="128885" y="49086"/>
                    </a:cubicBezTo>
                    <a:cubicBezTo>
                      <a:pt x="129571" y="45885"/>
                      <a:pt x="130247" y="42675"/>
                      <a:pt x="130933" y="39475"/>
                    </a:cubicBezTo>
                    <a:cubicBezTo>
                      <a:pt x="126056" y="48190"/>
                      <a:pt x="119512" y="55153"/>
                      <a:pt x="111311" y="60354"/>
                    </a:cubicBezTo>
                    <a:cubicBezTo>
                      <a:pt x="108415" y="62097"/>
                      <a:pt x="106368" y="64545"/>
                      <a:pt x="105187" y="67688"/>
                    </a:cubicBezTo>
                    <a:cubicBezTo>
                      <a:pt x="100605" y="75775"/>
                      <a:pt x="90937" y="104607"/>
                      <a:pt x="100091" y="112893"/>
                    </a:cubicBezTo>
                    <a:cubicBezTo>
                      <a:pt x="114845" y="126238"/>
                      <a:pt x="112283" y="123085"/>
                      <a:pt x="136095" y="122133"/>
                    </a:cubicBezTo>
                    <a:cubicBezTo>
                      <a:pt x="149163" y="121609"/>
                      <a:pt x="145925" y="99273"/>
                      <a:pt x="145525" y="91948"/>
                    </a:cubicBezTo>
                    <a:cubicBezTo>
                      <a:pt x="145220" y="86490"/>
                      <a:pt x="145582" y="60220"/>
                      <a:pt x="132838" y="62983"/>
                    </a:cubicBezTo>
                    <a:cubicBezTo>
                      <a:pt x="126837" y="63316"/>
                      <a:pt x="120827" y="63659"/>
                      <a:pt x="114826" y="63992"/>
                    </a:cubicBezTo>
                    <a:cubicBezTo>
                      <a:pt x="114721" y="79832"/>
                      <a:pt x="114626" y="95672"/>
                      <a:pt x="114521" y="111512"/>
                    </a:cubicBezTo>
                    <a:cubicBezTo>
                      <a:pt x="124008" y="98730"/>
                      <a:pt x="141286" y="91938"/>
                      <a:pt x="152183" y="80851"/>
                    </a:cubicBezTo>
                    <a:cubicBezTo>
                      <a:pt x="156517" y="76441"/>
                      <a:pt x="163222" y="69917"/>
                      <a:pt x="165213" y="63954"/>
                    </a:cubicBezTo>
                    <a:cubicBezTo>
                      <a:pt x="171890" y="43952"/>
                      <a:pt x="157507" y="27721"/>
                      <a:pt x="140581" y="19167"/>
                    </a:cubicBezTo>
                    <a:cubicBezTo>
                      <a:pt x="120741" y="9138"/>
                      <a:pt x="97195" y="4470"/>
                      <a:pt x="74992" y="7652"/>
                    </a:cubicBezTo>
                    <a:cubicBezTo>
                      <a:pt x="68896" y="8528"/>
                      <a:pt x="62429" y="9785"/>
                      <a:pt x="56457" y="11443"/>
                    </a:cubicBezTo>
                    <a:cubicBezTo>
                      <a:pt x="15337" y="22844"/>
                      <a:pt x="58543" y="19872"/>
                      <a:pt x="2859" y="48819"/>
                    </a:cubicBezTo>
                    <a:cubicBezTo>
                      <a:pt x="-3275" y="52000"/>
                      <a:pt x="1107" y="72174"/>
                      <a:pt x="9870" y="69478"/>
                    </a:cubicBezTo>
                    <a:cubicBezTo>
                      <a:pt x="27948" y="64354"/>
                      <a:pt x="45865" y="58725"/>
                      <a:pt x="63620" y="52581"/>
                    </a:cubicBezTo>
                    <a:cubicBezTo>
                      <a:pt x="82841" y="47171"/>
                      <a:pt x="99967" y="37398"/>
                      <a:pt x="114988" y="23244"/>
                    </a:cubicBezTo>
                    <a:cubicBezTo>
                      <a:pt x="120341" y="19796"/>
                      <a:pt x="116721" y="7966"/>
                      <a:pt x="111673" y="6052"/>
                    </a:cubicBezTo>
                    <a:cubicBezTo>
                      <a:pt x="100081" y="1670"/>
                      <a:pt x="93061" y="-864"/>
                      <a:pt x="80764" y="270"/>
                    </a:cubicBezTo>
                    <a:cubicBezTo>
                      <a:pt x="72306" y="1051"/>
                      <a:pt x="66572" y="2651"/>
                      <a:pt x="59047" y="6690"/>
                    </a:cubicBezTo>
                    <a:cubicBezTo>
                      <a:pt x="35845" y="19167"/>
                      <a:pt x="22062" y="41475"/>
                      <a:pt x="7993" y="63097"/>
                    </a:cubicBezTo>
                    <a:cubicBezTo>
                      <a:pt x="4555" y="68374"/>
                      <a:pt x="10498" y="77260"/>
                      <a:pt x="15518" y="78899"/>
                    </a:cubicBezTo>
                    <a:cubicBezTo>
                      <a:pt x="21652" y="80928"/>
                      <a:pt x="34616" y="73317"/>
                      <a:pt x="37797" y="68297"/>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4" id="124"/>
              <p:cNvSpPr/>
              <p:nvPr/>
            </p:nvSpPr>
            <p:spPr>
              <a:xfrm>
                <a:off x="2232776" y="1411848"/>
                <a:ext cx="252172" cy="147435"/>
              </a:xfrm>
              <a:custGeom>
                <a:avLst/>
                <a:gdLst/>
                <a:ahLst/>
                <a:cxnLst/>
                <a:rect r="r" b="b" t="t" l="l"/>
                <a:pathLst>
                  <a:path w="252172" h="147435" stroke="true" fill="norm" extrusionOk="true">
                    <a:moveTo>
                      <a:pt x="116631" y="104112"/>
                    </a:moveTo>
                    <a:cubicBezTo>
                      <a:pt x="126909" y="87291"/>
                      <a:pt x="136291" y="74166"/>
                      <a:pt x="150226" y="60212"/>
                    </a:cubicBezTo>
                    <a:cubicBezTo>
                      <a:pt x="147473" y="62317"/>
                      <a:pt x="144721" y="64422"/>
                      <a:pt x="141968" y="66517"/>
                    </a:cubicBezTo>
                    <a:cubicBezTo>
                      <a:pt x="151912" y="62507"/>
                      <a:pt x="161866" y="58488"/>
                      <a:pt x="171810" y="54478"/>
                    </a:cubicBezTo>
                    <a:cubicBezTo>
                      <a:pt x="146683" y="59326"/>
                      <a:pt x="121565" y="64164"/>
                      <a:pt x="96438" y="69013"/>
                    </a:cubicBezTo>
                    <a:cubicBezTo>
                      <a:pt x="120537" y="66803"/>
                      <a:pt x="144625" y="64603"/>
                      <a:pt x="168714" y="62393"/>
                    </a:cubicBezTo>
                    <a:cubicBezTo>
                      <a:pt x="139148" y="60755"/>
                      <a:pt x="109573" y="59116"/>
                      <a:pt x="80008" y="57487"/>
                    </a:cubicBezTo>
                    <a:cubicBezTo>
                      <a:pt x="80636" y="63602"/>
                      <a:pt x="81255" y="69717"/>
                      <a:pt x="81884" y="75833"/>
                    </a:cubicBezTo>
                    <a:cubicBezTo>
                      <a:pt x="85056" y="70927"/>
                      <a:pt x="88218" y="66031"/>
                      <a:pt x="91390" y="61126"/>
                    </a:cubicBezTo>
                    <a:cubicBezTo>
                      <a:pt x="85551" y="62421"/>
                      <a:pt x="79722" y="63717"/>
                      <a:pt x="73883" y="65012"/>
                    </a:cubicBezTo>
                    <a:cubicBezTo>
                      <a:pt x="78560" y="71594"/>
                      <a:pt x="83237" y="78176"/>
                      <a:pt x="87913" y="84757"/>
                    </a:cubicBezTo>
                    <a:cubicBezTo>
                      <a:pt x="129338" y="73985"/>
                      <a:pt x="170752" y="63212"/>
                      <a:pt x="212176" y="52439"/>
                    </a:cubicBezTo>
                    <a:cubicBezTo>
                      <a:pt x="194746" y="44362"/>
                      <a:pt x="177315" y="36285"/>
                      <a:pt x="159884" y="28208"/>
                    </a:cubicBezTo>
                    <a:cubicBezTo>
                      <a:pt x="170829" y="34180"/>
                      <a:pt x="181782" y="40142"/>
                      <a:pt x="192727" y="46115"/>
                    </a:cubicBezTo>
                    <a:cubicBezTo>
                      <a:pt x="182059" y="39323"/>
                      <a:pt x="171391" y="32541"/>
                      <a:pt x="160722" y="25750"/>
                    </a:cubicBezTo>
                    <a:cubicBezTo>
                      <a:pt x="181792" y="44552"/>
                      <a:pt x="202871" y="63355"/>
                      <a:pt x="223940" y="82157"/>
                    </a:cubicBezTo>
                    <a:cubicBezTo>
                      <a:pt x="209738" y="67298"/>
                      <a:pt x="195536" y="52439"/>
                      <a:pt x="181335" y="37571"/>
                    </a:cubicBezTo>
                    <a:cubicBezTo>
                      <a:pt x="186697" y="49820"/>
                      <a:pt x="188574" y="62574"/>
                      <a:pt x="186954" y="75842"/>
                    </a:cubicBezTo>
                    <a:cubicBezTo>
                      <a:pt x="186411" y="92939"/>
                      <a:pt x="187545" y="109875"/>
                      <a:pt x="190364" y="126658"/>
                    </a:cubicBezTo>
                    <a:cubicBezTo>
                      <a:pt x="197927" y="143727"/>
                      <a:pt x="217634" y="144336"/>
                      <a:pt x="233036" y="147308"/>
                    </a:cubicBezTo>
                    <a:cubicBezTo>
                      <a:pt x="246943" y="149994"/>
                      <a:pt x="242457" y="109256"/>
                      <a:pt x="242323" y="106122"/>
                    </a:cubicBezTo>
                    <a:cubicBezTo>
                      <a:pt x="242076" y="100436"/>
                      <a:pt x="243828" y="64469"/>
                      <a:pt x="229484" y="65898"/>
                    </a:cubicBezTo>
                    <a:cubicBezTo>
                      <a:pt x="219739" y="62907"/>
                      <a:pt x="209996" y="59916"/>
                      <a:pt x="200251" y="56925"/>
                    </a:cubicBezTo>
                    <a:cubicBezTo>
                      <a:pt x="203156" y="79014"/>
                      <a:pt x="206061" y="101102"/>
                      <a:pt x="208967" y="123191"/>
                    </a:cubicBezTo>
                    <a:cubicBezTo>
                      <a:pt x="230207" y="111247"/>
                      <a:pt x="260440" y="98674"/>
                      <a:pt x="250067" y="68994"/>
                    </a:cubicBezTo>
                    <a:cubicBezTo>
                      <a:pt x="241685" y="45010"/>
                      <a:pt x="213958" y="32189"/>
                      <a:pt x="193584" y="21588"/>
                    </a:cubicBezTo>
                    <a:cubicBezTo>
                      <a:pt x="178068" y="13520"/>
                      <a:pt x="156312" y="2671"/>
                      <a:pt x="139748" y="938"/>
                    </a:cubicBezTo>
                    <a:cubicBezTo>
                      <a:pt x="131490" y="71"/>
                      <a:pt x="121937" y="-1215"/>
                      <a:pt x="114755" y="2509"/>
                    </a:cubicBezTo>
                    <a:cubicBezTo>
                      <a:pt x="109335" y="5329"/>
                      <a:pt x="105135" y="12034"/>
                      <a:pt x="101105" y="16835"/>
                    </a:cubicBezTo>
                    <a:cubicBezTo>
                      <a:pt x="87447" y="33084"/>
                      <a:pt x="77322" y="51782"/>
                      <a:pt x="66054" y="69708"/>
                    </a:cubicBezTo>
                    <a:cubicBezTo>
                      <a:pt x="62463" y="75433"/>
                      <a:pt x="67682" y="89739"/>
                      <a:pt x="74931" y="90082"/>
                    </a:cubicBezTo>
                    <a:cubicBezTo>
                      <a:pt x="99143" y="94397"/>
                      <a:pt x="122565" y="91387"/>
                      <a:pt x="145187" y="81062"/>
                    </a:cubicBezTo>
                    <a:cubicBezTo>
                      <a:pt x="160065" y="74871"/>
                      <a:pt x="171905" y="64288"/>
                      <a:pt x="180687" y="49305"/>
                    </a:cubicBezTo>
                    <a:cubicBezTo>
                      <a:pt x="196879" y="33475"/>
                      <a:pt x="146083" y="39133"/>
                      <a:pt x="148969" y="38818"/>
                    </a:cubicBezTo>
                    <a:cubicBezTo>
                      <a:pt x="130157" y="41219"/>
                      <a:pt x="111478" y="44391"/>
                      <a:pt x="92933" y="48315"/>
                    </a:cubicBezTo>
                    <a:cubicBezTo>
                      <a:pt x="82484" y="49191"/>
                      <a:pt x="73083" y="52592"/>
                      <a:pt x="64720" y="58516"/>
                    </a:cubicBezTo>
                    <a:cubicBezTo>
                      <a:pt x="38841" y="76956"/>
                      <a:pt x="19648" y="100883"/>
                      <a:pt x="2074" y="127115"/>
                    </a:cubicBezTo>
                    <a:cubicBezTo>
                      <a:pt x="-10137" y="145346"/>
                      <a:pt x="35583" y="133592"/>
                      <a:pt x="34935" y="133745"/>
                    </a:cubicBezTo>
                    <a:cubicBezTo>
                      <a:pt x="53404" y="129106"/>
                      <a:pt x="71664" y="123734"/>
                      <a:pt x="89695" y="117619"/>
                    </a:cubicBezTo>
                    <a:cubicBezTo>
                      <a:pt x="100010" y="115504"/>
                      <a:pt x="108983" y="110999"/>
                      <a:pt x="116631" y="104112"/>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5" id="125"/>
              <p:cNvSpPr/>
              <p:nvPr/>
            </p:nvSpPr>
            <p:spPr>
              <a:xfrm>
                <a:off x="2244379" y="1422094"/>
                <a:ext cx="192806" cy="131609"/>
              </a:xfrm>
              <a:custGeom>
                <a:avLst/>
                <a:gdLst/>
                <a:ahLst/>
                <a:cxnLst/>
                <a:rect r="r" b="b" t="t" l="l"/>
                <a:pathLst>
                  <a:path w="192806" h="131609" stroke="true" fill="norm" extrusionOk="true">
                    <a:moveTo>
                      <a:pt x="47278" y="66587"/>
                    </a:moveTo>
                    <a:cubicBezTo>
                      <a:pt x="51831" y="56909"/>
                      <a:pt x="57718" y="48137"/>
                      <a:pt x="64947" y="40269"/>
                    </a:cubicBezTo>
                    <a:cubicBezTo>
                      <a:pt x="70329" y="30392"/>
                      <a:pt x="78482" y="23867"/>
                      <a:pt x="89427" y="20714"/>
                    </a:cubicBezTo>
                    <a:cubicBezTo>
                      <a:pt x="83416" y="22258"/>
                      <a:pt x="77406" y="23801"/>
                      <a:pt x="71386" y="25344"/>
                    </a:cubicBezTo>
                    <a:cubicBezTo>
                      <a:pt x="83159" y="24848"/>
                      <a:pt x="94942" y="24343"/>
                      <a:pt x="106714" y="23848"/>
                    </a:cubicBezTo>
                    <a:cubicBezTo>
                      <a:pt x="100542" y="17790"/>
                      <a:pt x="94370" y="11742"/>
                      <a:pt x="88188" y="5684"/>
                    </a:cubicBezTo>
                    <a:cubicBezTo>
                      <a:pt x="84435" y="13132"/>
                      <a:pt x="80692" y="20581"/>
                      <a:pt x="76949" y="28030"/>
                    </a:cubicBezTo>
                    <a:cubicBezTo>
                      <a:pt x="80149" y="24639"/>
                      <a:pt x="83350" y="21238"/>
                      <a:pt x="86541" y="17847"/>
                    </a:cubicBezTo>
                    <a:cubicBezTo>
                      <a:pt x="75406" y="23391"/>
                      <a:pt x="64271" y="28935"/>
                      <a:pt x="53127" y="34488"/>
                    </a:cubicBezTo>
                    <a:cubicBezTo>
                      <a:pt x="56080" y="34183"/>
                      <a:pt x="59042" y="33878"/>
                      <a:pt x="61995" y="33573"/>
                    </a:cubicBezTo>
                    <a:cubicBezTo>
                      <a:pt x="52022" y="33488"/>
                      <a:pt x="42059" y="33402"/>
                      <a:pt x="32086" y="33316"/>
                    </a:cubicBezTo>
                    <a:cubicBezTo>
                      <a:pt x="35591" y="38869"/>
                      <a:pt x="39087" y="44432"/>
                      <a:pt x="42592" y="49985"/>
                    </a:cubicBezTo>
                    <a:cubicBezTo>
                      <a:pt x="48755" y="41784"/>
                      <a:pt x="55384" y="33992"/>
                      <a:pt x="62499" y="26610"/>
                    </a:cubicBezTo>
                    <a:cubicBezTo>
                      <a:pt x="60804" y="27611"/>
                      <a:pt x="59099" y="28611"/>
                      <a:pt x="57404" y="29601"/>
                    </a:cubicBezTo>
                    <a:cubicBezTo>
                      <a:pt x="94627" y="19143"/>
                      <a:pt x="130889" y="26468"/>
                      <a:pt x="166189" y="51585"/>
                    </a:cubicBezTo>
                    <a:cubicBezTo>
                      <a:pt x="163312" y="48613"/>
                      <a:pt x="160435" y="45651"/>
                      <a:pt x="157549" y="42679"/>
                    </a:cubicBezTo>
                    <a:cubicBezTo>
                      <a:pt x="160331" y="48642"/>
                      <a:pt x="163112" y="54604"/>
                      <a:pt x="165893" y="60567"/>
                    </a:cubicBezTo>
                    <a:cubicBezTo>
                      <a:pt x="165760" y="57557"/>
                      <a:pt x="165636" y="54547"/>
                      <a:pt x="165503" y="51537"/>
                    </a:cubicBezTo>
                    <a:cubicBezTo>
                      <a:pt x="159073" y="61548"/>
                      <a:pt x="151120" y="69921"/>
                      <a:pt x="141652" y="76636"/>
                    </a:cubicBezTo>
                    <a:cubicBezTo>
                      <a:pt x="135756" y="80331"/>
                      <a:pt x="131518" y="85580"/>
                      <a:pt x="128927" y="92390"/>
                    </a:cubicBezTo>
                    <a:cubicBezTo>
                      <a:pt x="124326" y="99286"/>
                      <a:pt x="120030" y="112821"/>
                      <a:pt x="125317" y="120079"/>
                    </a:cubicBezTo>
                    <a:cubicBezTo>
                      <a:pt x="132889" y="130462"/>
                      <a:pt x="135061" y="130462"/>
                      <a:pt x="148872" y="131500"/>
                    </a:cubicBezTo>
                    <a:cubicBezTo>
                      <a:pt x="157664" y="132157"/>
                      <a:pt x="162664" y="130042"/>
                      <a:pt x="163283" y="120517"/>
                    </a:cubicBezTo>
                    <a:cubicBezTo>
                      <a:pt x="163731" y="113621"/>
                      <a:pt x="163264" y="97219"/>
                      <a:pt x="154711" y="94619"/>
                    </a:cubicBezTo>
                    <a:cubicBezTo>
                      <a:pt x="151110" y="93524"/>
                      <a:pt x="147510" y="92438"/>
                      <a:pt x="143910" y="91342"/>
                    </a:cubicBezTo>
                    <a:cubicBezTo>
                      <a:pt x="146529" y="93238"/>
                      <a:pt x="149139" y="95143"/>
                      <a:pt x="151758" y="97048"/>
                    </a:cubicBezTo>
                    <a:cubicBezTo>
                      <a:pt x="150901" y="95524"/>
                      <a:pt x="150034" y="94009"/>
                      <a:pt x="149177" y="92495"/>
                    </a:cubicBezTo>
                    <a:cubicBezTo>
                      <a:pt x="145938" y="102191"/>
                      <a:pt x="142700" y="111897"/>
                      <a:pt x="139461" y="121594"/>
                    </a:cubicBezTo>
                    <a:cubicBezTo>
                      <a:pt x="150863" y="106849"/>
                      <a:pt x="166046" y="98934"/>
                      <a:pt x="178609" y="85332"/>
                    </a:cubicBezTo>
                    <a:cubicBezTo>
                      <a:pt x="183896" y="79617"/>
                      <a:pt x="190306" y="72769"/>
                      <a:pt x="192078" y="65349"/>
                    </a:cubicBezTo>
                    <a:cubicBezTo>
                      <a:pt x="196764" y="45689"/>
                      <a:pt x="177914" y="27925"/>
                      <a:pt x="162493" y="19867"/>
                    </a:cubicBezTo>
                    <a:cubicBezTo>
                      <a:pt x="140881" y="8570"/>
                      <a:pt x="113192" y="-698"/>
                      <a:pt x="88417" y="436"/>
                    </a:cubicBezTo>
                    <a:cubicBezTo>
                      <a:pt x="83788" y="645"/>
                      <a:pt x="76339" y="1674"/>
                      <a:pt x="72062" y="3655"/>
                    </a:cubicBezTo>
                    <a:cubicBezTo>
                      <a:pt x="68986" y="5770"/>
                      <a:pt x="65909" y="7884"/>
                      <a:pt x="62833" y="9999"/>
                    </a:cubicBezTo>
                    <a:cubicBezTo>
                      <a:pt x="45554" y="14447"/>
                      <a:pt x="32324" y="24048"/>
                      <a:pt x="23142" y="38831"/>
                    </a:cubicBezTo>
                    <a:cubicBezTo>
                      <a:pt x="19342" y="43279"/>
                      <a:pt x="16522" y="45870"/>
                      <a:pt x="18551" y="51671"/>
                    </a:cubicBezTo>
                    <a:cubicBezTo>
                      <a:pt x="19704" y="54966"/>
                      <a:pt x="26104" y="61196"/>
                      <a:pt x="29752" y="60148"/>
                    </a:cubicBezTo>
                    <a:cubicBezTo>
                      <a:pt x="46621" y="56281"/>
                      <a:pt x="63128" y="51290"/>
                      <a:pt x="79273" y="45184"/>
                    </a:cubicBezTo>
                    <a:cubicBezTo>
                      <a:pt x="95037" y="39993"/>
                      <a:pt x="109848" y="32668"/>
                      <a:pt x="123717" y="23220"/>
                    </a:cubicBezTo>
                    <a:cubicBezTo>
                      <a:pt x="134394" y="17543"/>
                      <a:pt x="127993" y="5151"/>
                      <a:pt x="118716" y="3369"/>
                    </a:cubicBezTo>
                    <a:cubicBezTo>
                      <a:pt x="94961" y="-1193"/>
                      <a:pt x="73244" y="-2393"/>
                      <a:pt x="50526" y="7989"/>
                    </a:cubicBezTo>
                    <a:cubicBezTo>
                      <a:pt x="27162" y="18667"/>
                      <a:pt x="14312" y="40393"/>
                      <a:pt x="1578" y="61634"/>
                    </a:cubicBezTo>
                    <a:cubicBezTo>
                      <a:pt x="-9405" y="80017"/>
                      <a:pt x="40306" y="78731"/>
                      <a:pt x="47278" y="66587"/>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6" id="126"/>
              <p:cNvSpPr/>
              <p:nvPr/>
            </p:nvSpPr>
            <p:spPr>
              <a:xfrm>
                <a:off x="2194765" y="1372529"/>
                <a:ext cx="249397" cy="157673"/>
              </a:xfrm>
              <a:custGeom>
                <a:avLst/>
                <a:gdLst/>
                <a:ahLst/>
                <a:cxnLst/>
                <a:rect r="r" b="b" t="t" l="l"/>
                <a:pathLst>
                  <a:path w="249397" h="157673" stroke="true" fill="norm" extrusionOk="true">
                    <a:moveTo>
                      <a:pt x="107798" y="117200"/>
                    </a:moveTo>
                    <a:cubicBezTo>
                      <a:pt x="113989" y="106494"/>
                      <a:pt x="120895" y="96264"/>
                      <a:pt x="128505" y="86510"/>
                    </a:cubicBezTo>
                    <a:cubicBezTo>
                      <a:pt x="136649" y="74271"/>
                      <a:pt x="148194" y="67298"/>
                      <a:pt x="163119" y="65593"/>
                    </a:cubicBezTo>
                    <a:cubicBezTo>
                      <a:pt x="140955" y="66794"/>
                      <a:pt x="118790" y="67984"/>
                      <a:pt x="96625" y="69184"/>
                    </a:cubicBezTo>
                    <a:cubicBezTo>
                      <a:pt x="118714" y="69404"/>
                      <a:pt x="140793" y="69623"/>
                      <a:pt x="162881" y="69842"/>
                    </a:cubicBezTo>
                    <a:cubicBezTo>
                      <a:pt x="139221" y="62831"/>
                      <a:pt x="115561" y="55821"/>
                      <a:pt x="91901" y="48811"/>
                    </a:cubicBezTo>
                    <a:cubicBezTo>
                      <a:pt x="89205" y="51868"/>
                      <a:pt x="86500" y="54926"/>
                      <a:pt x="83805" y="57983"/>
                    </a:cubicBezTo>
                    <a:cubicBezTo>
                      <a:pt x="87091" y="57278"/>
                      <a:pt x="90377" y="56583"/>
                      <a:pt x="93663" y="55878"/>
                    </a:cubicBezTo>
                    <a:cubicBezTo>
                      <a:pt x="87538" y="55354"/>
                      <a:pt x="81423" y="54840"/>
                      <a:pt x="75299" y="54316"/>
                    </a:cubicBezTo>
                    <a:cubicBezTo>
                      <a:pt x="78461" y="68375"/>
                      <a:pt x="81614" y="82424"/>
                      <a:pt x="84776" y="96483"/>
                    </a:cubicBezTo>
                    <a:cubicBezTo>
                      <a:pt x="93996" y="80929"/>
                      <a:pt x="106893" y="69737"/>
                      <a:pt x="123476" y="62907"/>
                    </a:cubicBezTo>
                    <a:cubicBezTo>
                      <a:pt x="145241" y="50573"/>
                      <a:pt x="168387" y="49125"/>
                      <a:pt x="192913" y="58564"/>
                    </a:cubicBezTo>
                    <a:cubicBezTo>
                      <a:pt x="183798" y="52240"/>
                      <a:pt x="174692" y="45924"/>
                      <a:pt x="165577" y="39609"/>
                    </a:cubicBezTo>
                    <a:cubicBezTo>
                      <a:pt x="185312" y="58183"/>
                      <a:pt x="205058" y="76757"/>
                      <a:pt x="224794" y="95321"/>
                    </a:cubicBezTo>
                    <a:cubicBezTo>
                      <a:pt x="213106" y="82358"/>
                      <a:pt x="201419" y="69385"/>
                      <a:pt x="189732" y="56421"/>
                    </a:cubicBezTo>
                    <a:cubicBezTo>
                      <a:pt x="192532" y="65641"/>
                      <a:pt x="190904" y="75585"/>
                      <a:pt x="190542" y="84948"/>
                    </a:cubicBezTo>
                    <a:cubicBezTo>
                      <a:pt x="189989" y="99550"/>
                      <a:pt x="189094" y="115305"/>
                      <a:pt x="190675" y="129802"/>
                    </a:cubicBezTo>
                    <a:cubicBezTo>
                      <a:pt x="193342" y="154252"/>
                      <a:pt x="209211" y="155719"/>
                      <a:pt x="231280" y="157643"/>
                    </a:cubicBezTo>
                    <a:cubicBezTo>
                      <a:pt x="245215" y="158862"/>
                      <a:pt x="239053" y="123067"/>
                      <a:pt x="238653" y="118915"/>
                    </a:cubicBezTo>
                    <a:cubicBezTo>
                      <a:pt x="237862" y="110790"/>
                      <a:pt x="238338" y="82300"/>
                      <a:pt x="223975" y="82329"/>
                    </a:cubicBezTo>
                    <a:cubicBezTo>
                      <a:pt x="218269" y="81481"/>
                      <a:pt x="212564" y="80634"/>
                      <a:pt x="206858" y="79786"/>
                    </a:cubicBezTo>
                    <a:cubicBezTo>
                      <a:pt x="206610" y="102227"/>
                      <a:pt x="206372" y="124677"/>
                      <a:pt x="206125" y="147118"/>
                    </a:cubicBezTo>
                    <a:cubicBezTo>
                      <a:pt x="216126" y="137698"/>
                      <a:pt x="226127" y="128278"/>
                      <a:pt x="236119" y="118857"/>
                    </a:cubicBezTo>
                    <a:cubicBezTo>
                      <a:pt x="242043" y="114066"/>
                      <a:pt x="246301" y="108294"/>
                      <a:pt x="248911" y="101531"/>
                    </a:cubicBezTo>
                    <a:cubicBezTo>
                      <a:pt x="250435" y="93969"/>
                      <a:pt x="248149" y="84948"/>
                      <a:pt x="245234" y="77681"/>
                    </a:cubicBezTo>
                    <a:cubicBezTo>
                      <a:pt x="235195" y="52716"/>
                      <a:pt x="200648" y="35533"/>
                      <a:pt x="178673" y="23998"/>
                    </a:cubicBezTo>
                    <a:cubicBezTo>
                      <a:pt x="167777" y="18283"/>
                      <a:pt x="156461" y="13682"/>
                      <a:pt x="145079" y="9025"/>
                    </a:cubicBezTo>
                    <a:cubicBezTo>
                      <a:pt x="135916" y="5281"/>
                      <a:pt x="122609" y="-2624"/>
                      <a:pt x="112637" y="871"/>
                    </a:cubicBezTo>
                    <a:cubicBezTo>
                      <a:pt x="107008" y="2843"/>
                      <a:pt x="100645" y="10063"/>
                      <a:pt x="96339" y="13835"/>
                    </a:cubicBezTo>
                    <a:cubicBezTo>
                      <a:pt x="81414" y="26903"/>
                      <a:pt x="71870" y="43686"/>
                      <a:pt x="62516" y="60850"/>
                    </a:cubicBezTo>
                    <a:cubicBezTo>
                      <a:pt x="59535" y="66317"/>
                      <a:pt x="65259" y="84491"/>
                      <a:pt x="67098" y="89158"/>
                    </a:cubicBezTo>
                    <a:cubicBezTo>
                      <a:pt x="69660" y="95654"/>
                      <a:pt x="72327" y="99445"/>
                      <a:pt x="80014" y="98760"/>
                    </a:cubicBezTo>
                    <a:cubicBezTo>
                      <a:pt x="97130" y="99188"/>
                      <a:pt x="113675" y="96502"/>
                      <a:pt x="129639" y="90692"/>
                    </a:cubicBezTo>
                    <a:cubicBezTo>
                      <a:pt x="148165" y="88787"/>
                      <a:pt x="162071" y="79138"/>
                      <a:pt x="171358" y="61736"/>
                    </a:cubicBezTo>
                    <a:cubicBezTo>
                      <a:pt x="185093" y="47620"/>
                      <a:pt x="147451" y="46896"/>
                      <a:pt x="145327" y="46810"/>
                    </a:cubicBezTo>
                    <a:cubicBezTo>
                      <a:pt x="123057" y="45896"/>
                      <a:pt x="90910" y="43057"/>
                      <a:pt x="70593" y="54230"/>
                    </a:cubicBezTo>
                    <a:cubicBezTo>
                      <a:pt x="54858" y="62888"/>
                      <a:pt x="41571" y="71852"/>
                      <a:pt x="29064" y="85120"/>
                    </a:cubicBezTo>
                    <a:cubicBezTo>
                      <a:pt x="18777" y="96035"/>
                      <a:pt x="10491" y="108037"/>
                      <a:pt x="2080" y="120448"/>
                    </a:cubicBezTo>
                    <a:cubicBezTo>
                      <a:pt x="-8893" y="136640"/>
                      <a:pt x="26940" y="132754"/>
                      <a:pt x="30674" y="132526"/>
                    </a:cubicBezTo>
                    <a:cubicBezTo>
                      <a:pt x="47838" y="131087"/>
                      <a:pt x="64907" y="128878"/>
                      <a:pt x="81881" y="125906"/>
                    </a:cubicBezTo>
                    <a:cubicBezTo>
                      <a:pt x="91520" y="125553"/>
                      <a:pt x="100150" y="122639"/>
                      <a:pt x="107798" y="117200"/>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7" id="127"/>
              <p:cNvSpPr/>
              <p:nvPr/>
            </p:nvSpPr>
            <p:spPr>
              <a:xfrm>
                <a:off x="2253317" y="1460887"/>
                <a:ext cx="227263" cy="126960"/>
              </a:xfrm>
              <a:custGeom>
                <a:avLst/>
                <a:gdLst/>
                <a:ahLst/>
                <a:cxnLst/>
                <a:rect r="r" b="b" t="t" l="l"/>
                <a:pathLst>
                  <a:path w="227263" h="126960" stroke="true" fill="norm" extrusionOk="true">
                    <a:moveTo>
                      <a:pt x="93537" y="81810"/>
                    </a:moveTo>
                    <a:cubicBezTo>
                      <a:pt x="98452" y="72076"/>
                      <a:pt x="104653" y="63256"/>
                      <a:pt x="112121" y="55340"/>
                    </a:cubicBezTo>
                    <a:cubicBezTo>
                      <a:pt x="117731" y="46425"/>
                      <a:pt x="125351" y="39776"/>
                      <a:pt x="134990" y="35385"/>
                    </a:cubicBezTo>
                    <a:cubicBezTo>
                      <a:pt x="122303" y="40881"/>
                      <a:pt x="109616" y="46377"/>
                      <a:pt x="96928" y="51873"/>
                    </a:cubicBezTo>
                    <a:cubicBezTo>
                      <a:pt x="109473" y="47511"/>
                      <a:pt x="122017" y="43139"/>
                      <a:pt x="134562" y="38776"/>
                    </a:cubicBezTo>
                    <a:cubicBezTo>
                      <a:pt x="113111" y="44177"/>
                      <a:pt x="91661" y="49568"/>
                      <a:pt x="70220" y="54969"/>
                    </a:cubicBezTo>
                    <a:cubicBezTo>
                      <a:pt x="88908" y="52207"/>
                      <a:pt x="107596" y="49444"/>
                      <a:pt x="126284" y="46682"/>
                    </a:cubicBezTo>
                    <a:cubicBezTo>
                      <a:pt x="108235" y="45939"/>
                      <a:pt x="90175" y="45196"/>
                      <a:pt x="72125" y="44444"/>
                    </a:cubicBezTo>
                    <a:cubicBezTo>
                      <a:pt x="74402" y="48711"/>
                      <a:pt x="76678" y="52978"/>
                      <a:pt x="78955" y="57236"/>
                    </a:cubicBezTo>
                    <a:cubicBezTo>
                      <a:pt x="78983" y="53807"/>
                      <a:pt x="79012" y="50378"/>
                      <a:pt x="79040" y="46939"/>
                    </a:cubicBezTo>
                    <a:cubicBezTo>
                      <a:pt x="70601" y="50540"/>
                      <a:pt x="62152" y="54150"/>
                      <a:pt x="53713" y="57750"/>
                    </a:cubicBezTo>
                    <a:cubicBezTo>
                      <a:pt x="59209" y="61951"/>
                      <a:pt x="64696" y="66151"/>
                      <a:pt x="70192" y="70361"/>
                    </a:cubicBezTo>
                    <a:cubicBezTo>
                      <a:pt x="88880" y="34976"/>
                      <a:pt x="137695" y="27022"/>
                      <a:pt x="172214" y="29651"/>
                    </a:cubicBezTo>
                    <a:cubicBezTo>
                      <a:pt x="162517" y="28108"/>
                      <a:pt x="152811" y="26556"/>
                      <a:pt x="143106" y="25013"/>
                    </a:cubicBezTo>
                    <a:cubicBezTo>
                      <a:pt x="160508" y="40558"/>
                      <a:pt x="179320" y="54350"/>
                      <a:pt x="199541" y="66389"/>
                    </a:cubicBezTo>
                    <a:cubicBezTo>
                      <a:pt x="182596" y="50997"/>
                      <a:pt x="165651" y="35605"/>
                      <a:pt x="148697" y="20212"/>
                    </a:cubicBezTo>
                    <a:cubicBezTo>
                      <a:pt x="152497" y="45892"/>
                      <a:pt x="155860" y="71638"/>
                      <a:pt x="158793" y="97431"/>
                    </a:cubicBezTo>
                    <a:cubicBezTo>
                      <a:pt x="158460" y="103356"/>
                      <a:pt x="160069" y="108404"/>
                      <a:pt x="163632" y="112567"/>
                    </a:cubicBezTo>
                    <a:cubicBezTo>
                      <a:pt x="173614" y="127807"/>
                      <a:pt x="188721" y="125673"/>
                      <a:pt x="205009" y="126940"/>
                    </a:cubicBezTo>
                    <a:cubicBezTo>
                      <a:pt x="219448" y="128054"/>
                      <a:pt x="210533" y="83639"/>
                      <a:pt x="210143" y="80620"/>
                    </a:cubicBezTo>
                    <a:cubicBezTo>
                      <a:pt x="209618" y="76600"/>
                      <a:pt x="207418" y="33318"/>
                      <a:pt x="193312" y="37167"/>
                    </a:cubicBezTo>
                    <a:cubicBezTo>
                      <a:pt x="183958" y="42358"/>
                      <a:pt x="174357" y="43510"/>
                      <a:pt x="164518" y="40615"/>
                    </a:cubicBezTo>
                    <a:cubicBezTo>
                      <a:pt x="168318" y="65256"/>
                      <a:pt x="172128" y="89907"/>
                      <a:pt x="175929" y="114557"/>
                    </a:cubicBezTo>
                    <a:cubicBezTo>
                      <a:pt x="181787" y="109928"/>
                      <a:pt x="187645" y="105299"/>
                      <a:pt x="193512" y="100670"/>
                    </a:cubicBezTo>
                    <a:cubicBezTo>
                      <a:pt x="199798" y="97003"/>
                      <a:pt x="206094" y="93345"/>
                      <a:pt x="212381" y="89678"/>
                    </a:cubicBezTo>
                    <a:cubicBezTo>
                      <a:pt x="227697" y="78429"/>
                      <a:pt x="228078" y="73809"/>
                      <a:pt x="226802" y="58807"/>
                    </a:cubicBezTo>
                    <a:cubicBezTo>
                      <a:pt x="224782" y="35224"/>
                      <a:pt x="203285" y="20612"/>
                      <a:pt x="182558" y="12906"/>
                    </a:cubicBezTo>
                    <a:cubicBezTo>
                      <a:pt x="170728" y="8506"/>
                      <a:pt x="158079" y="4582"/>
                      <a:pt x="145696" y="2115"/>
                    </a:cubicBezTo>
                    <a:cubicBezTo>
                      <a:pt x="141229" y="1410"/>
                      <a:pt x="136762" y="705"/>
                      <a:pt x="132295" y="0"/>
                    </a:cubicBezTo>
                    <a:cubicBezTo>
                      <a:pt x="123389" y="95"/>
                      <a:pt x="114483" y="191"/>
                      <a:pt x="105577" y="295"/>
                    </a:cubicBezTo>
                    <a:cubicBezTo>
                      <a:pt x="86479" y="5801"/>
                      <a:pt x="59514" y="49978"/>
                      <a:pt x="51494" y="59226"/>
                    </a:cubicBezTo>
                    <a:cubicBezTo>
                      <a:pt x="44493" y="67294"/>
                      <a:pt x="59152" y="71199"/>
                      <a:pt x="64239" y="71800"/>
                    </a:cubicBezTo>
                    <a:cubicBezTo>
                      <a:pt x="72278" y="73809"/>
                      <a:pt x="80364" y="74562"/>
                      <a:pt x="88499" y="74066"/>
                    </a:cubicBezTo>
                    <a:cubicBezTo>
                      <a:pt x="117274" y="67428"/>
                      <a:pt x="143534" y="55236"/>
                      <a:pt x="167270" y="37519"/>
                    </a:cubicBezTo>
                    <a:cubicBezTo>
                      <a:pt x="168509" y="36786"/>
                      <a:pt x="184892" y="26013"/>
                      <a:pt x="173224" y="22441"/>
                    </a:cubicBezTo>
                    <a:cubicBezTo>
                      <a:pt x="153269" y="16335"/>
                      <a:pt x="149182" y="14373"/>
                      <a:pt x="128904" y="18564"/>
                    </a:cubicBezTo>
                    <a:cubicBezTo>
                      <a:pt x="116893" y="21222"/>
                      <a:pt x="105044" y="24432"/>
                      <a:pt x="93347" y="28213"/>
                    </a:cubicBezTo>
                    <a:cubicBezTo>
                      <a:pt x="83812" y="30794"/>
                      <a:pt x="74526" y="34090"/>
                      <a:pt x="65496" y="38110"/>
                    </a:cubicBezTo>
                    <a:cubicBezTo>
                      <a:pt x="38473" y="55464"/>
                      <a:pt x="17985" y="83696"/>
                      <a:pt x="850" y="110109"/>
                    </a:cubicBezTo>
                    <a:cubicBezTo>
                      <a:pt x="-1075" y="114662"/>
                      <a:pt x="269" y="117815"/>
                      <a:pt x="4888" y="119577"/>
                    </a:cubicBezTo>
                    <a:cubicBezTo>
                      <a:pt x="13489" y="120672"/>
                      <a:pt x="21709" y="119110"/>
                      <a:pt x="29568" y="114872"/>
                    </a:cubicBezTo>
                    <a:cubicBezTo>
                      <a:pt x="44369" y="109404"/>
                      <a:pt x="58857" y="103232"/>
                      <a:pt x="73049" y="96345"/>
                    </a:cubicBezTo>
                    <a:cubicBezTo>
                      <a:pt x="81545" y="93621"/>
                      <a:pt x="88375" y="88773"/>
                      <a:pt x="93537" y="81810"/>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8" id="128"/>
              <p:cNvSpPr/>
              <p:nvPr/>
            </p:nvSpPr>
            <p:spPr>
              <a:xfrm>
                <a:off x="2249462" y="1466026"/>
                <a:ext cx="179053" cy="128794"/>
              </a:xfrm>
              <a:custGeom>
                <a:avLst/>
                <a:gdLst/>
                <a:ahLst/>
                <a:cxnLst/>
                <a:rect r="r" b="b" t="t" l="l"/>
                <a:pathLst>
                  <a:path w="179053" h="128794" stroke="true" fill="norm" extrusionOk="true">
                    <a:moveTo>
                      <a:pt x="51263" y="64574"/>
                    </a:moveTo>
                    <a:cubicBezTo>
                      <a:pt x="60569" y="41495"/>
                      <a:pt x="65169" y="17140"/>
                      <a:pt x="103460" y="27827"/>
                    </a:cubicBezTo>
                    <a:cubicBezTo>
                      <a:pt x="101507" y="21559"/>
                      <a:pt x="99564" y="15282"/>
                      <a:pt x="97611" y="9015"/>
                    </a:cubicBezTo>
                    <a:cubicBezTo>
                      <a:pt x="76533" y="37114"/>
                      <a:pt x="46519" y="50601"/>
                      <a:pt x="7553" y="49477"/>
                    </a:cubicBezTo>
                    <a:cubicBezTo>
                      <a:pt x="9896" y="56068"/>
                      <a:pt x="12239" y="62660"/>
                      <a:pt x="14582" y="69251"/>
                    </a:cubicBezTo>
                    <a:cubicBezTo>
                      <a:pt x="21735" y="59516"/>
                      <a:pt x="28889" y="49782"/>
                      <a:pt x="36042" y="40047"/>
                    </a:cubicBezTo>
                    <a:cubicBezTo>
                      <a:pt x="34118" y="40600"/>
                      <a:pt x="32194" y="41152"/>
                      <a:pt x="30270" y="41705"/>
                    </a:cubicBezTo>
                    <a:cubicBezTo>
                      <a:pt x="48053" y="38638"/>
                      <a:pt x="65988" y="37114"/>
                      <a:pt x="84076" y="37142"/>
                    </a:cubicBezTo>
                    <a:cubicBezTo>
                      <a:pt x="114871" y="26236"/>
                      <a:pt x="137664" y="36228"/>
                      <a:pt x="152437" y="67108"/>
                    </a:cubicBezTo>
                    <a:cubicBezTo>
                      <a:pt x="154980" y="63183"/>
                      <a:pt x="157514" y="59269"/>
                      <a:pt x="160057" y="55344"/>
                    </a:cubicBezTo>
                    <a:cubicBezTo>
                      <a:pt x="150770" y="65088"/>
                      <a:pt x="140036" y="72308"/>
                      <a:pt x="127853" y="77023"/>
                    </a:cubicBezTo>
                    <a:cubicBezTo>
                      <a:pt x="123262" y="78195"/>
                      <a:pt x="119452" y="80595"/>
                      <a:pt x="116423" y="84215"/>
                    </a:cubicBezTo>
                    <a:cubicBezTo>
                      <a:pt x="110423" y="89577"/>
                      <a:pt x="100555" y="111285"/>
                      <a:pt x="107451" y="118848"/>
                    </a:cubicBezTo>
                    <a:cubicBezTo>
                      <a:pt x="118662" y="131163"/>
                      <a:pt x="121910" y="129030"/>
                      <a:pt x="138626" y="127906"/>
                    </a:cubicBezTo>
                    <a:cubicBezTo>
                      <a:pt x="150037" y="127134"/>
                      <a:pt x="148599" y="113542"/>
                      <a:pt x="147970" y="105560"/>
                    </a:cubicBezTo>
                    <a:cubicBezTo>
                      <a:pt x="147332" y="97502"/>
                      <a:pt x="146627" y="84005"/>
                      <a:pt x="135235" y="84958"/>
                    </a:cubicBezTo>
                    <a:cubicBezTo>
                      <a:pt x="131206" y="85291"/>
                      <a:pt x="127177" y="85634"/>
                      <a:pt x="123138" y="85967"/>
                    </a:cubicBezTo>
                    <a:cubicBezTo>
                      <a:pt x="126501" y="86672"/>
                      <a:pt x="129854" y="87367"/>
                      <a:pt x="133216" y="88072"/>
                    </a:cubicBezTo>
                    <a:cubicBezTo>
                      <a:pt x="132340" y="87386"/>
                      <a:pt x="131454" y="86701"/>
                      <a:pt x="130577" y="86015"/>
                    </a:cubicBezTo>
                    <a:cubicBezTo>
                      <a:pt x="127587" y="97559"/>
                      <a:pt x="124596" y="109103"/>
                      <a:pt x="121605" y="120648"/>
                    </a:cubicBezTo>
                    <a:cubicBezTo>
                      <a:pt x="137902" y="102655"/>
                      <a:pt x="166468" y="92768"/>
                      <a:pt x="176555" y="69318"/>
                    </a:cubicBezTo>
                    <a:cubicBezTo>
                      <a:pt x="187032" y="44962"/>
                      <a:pt x="162267" y="28703"/>
                      <a:pt x="144703" y="20445"/>
                    </a:cubicBezTo>
                    <a:cubicBezTo>
                      <a:pt x="126110" y="11710"/>
                      <a:pt x="94592" y="1795"/>
                      <a:pt x="73027" y="6157"/>
                    </a:cubicBezTo>
                    <a:cubicBezTo>
                      <a:pt x="62617" y="8262"/>
                      <a:pt x="48196" y="13482"/>
                      <a:pt x="39595" y="18540"/>
                    </a:cubicBezTo>
                    <a:cubicBezTo>
                      <a:pt x="26469" y="26246"/>
                      <a:pt x="14772" y="41867"/>
                      <a:pt x="1857" y="51496"/>
                    </a:cubicBezTo>
                    <a:cubicBezTo>
                      <a:pt x="-3706" y="55640"/>
                      <a:pt x="4285" y="73366"/>
                      <a:pt x="11934" y="70803"/>
                    </a:cubicBezTo>
                    <a:cubicBezTo>
                      <a:pt x="34594" y="63050"/>
                      <a:pt x="57321" y="55525"/>
                      <a:pt x="80124" y="48220"/>
                    </a:cubicBezTo>
                    <a:cubicBezTo>
                      <a:pt x="93992" y="41838"/>
                      <a:pt x="107079" y="33989"/>
                      <a:pt x="119376" y="24674"/>
                    </a:cubicBezTo>
                    <a:cubicBezTo>
                      <a:pt x="123091" y="22416"/>
                      <a:pt x="122024" y="8729"/>
                      <a:pt x="117852" y="7234"/>
                    </a:cubicBezTo>
                    <a:cubicBezTo>
                      <a:pt x="100059" y="861"/>
                      <a:pt x="83791" y="-3453"/>
                      <a:pt x="65446" y="3728"/>
                    </a:cubicBezTo>
                    <a:cubicBezTo>
                      <a:pt x="59483" y="6062"/>
                      <a:pt x="51987" y="8034"/>
                      <a:pt x="47215" y="12596"/>
                    </a:cubicBezTo>
                    <a:cubicBezTo>
                      <a:pt x="38737" y="20721"/>
                      <a:pt x="34956" y="41067"/>
                      <a:pt x="32089" y="51753"/>
                    </a:cubicBezTo>
                    <a:cubicBezTo>
                      <a:pt x="30879" y="56268"/>
                      <a:pt x="32241" y="65984"/>
                      <a:pt x="36813" y="68613"/>
                    </a:cubicBezTo>
                    <a:cubicBezTo>
                      <a:pt x="40547" y="70765"/>
                      <a:pt x="49520" y="68908"/>
                      <a:pt x="51263" y="64574"/>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grpSp>
        <p:sp>
          <p:nvSpPr>
            <p:cNvPr name="Freeform 129" id="129"/>
            <p:cNvSpPr/>
            <p:nvPr/>
          </p:nvSpPr>
          <p:spPr>
            <a:xfrm>
              <a:off x="9069317" y="3563958"/>
              <a:ext cx="94242" cy="344585"/>
            </a:xfrm>
            <a:custGeom>
              <a:avLst/>
              <a:gdLst/>
              <a:ahLst/>
              <a:cxnLst/>
              <a:rect r="r" b="b" t="t" l="l"/>
              <a:pathLst>
                <a:path w="94242" h="344585" stroke="true" fill="norm" extrusionOk="true">
                  <a:moveTo>
                    <a:pt x="86032" y="341576"/>
                  </a:moveTo>
                  <a:cubicBezTo>
                    <a:pt x="86423" y="341967"/>
                    <a:pt x="87985" y="341186"/>
                    <a:pt x="88375" y="341576"/>
                  </a:cubicBezTo>
                  <a:cubicBezTo>
                    <a:pt x="88775" y="341976"/>
                    <a:pt x="88004" y="343500"/>
                    <a:pt x="88375" y="343929"/>
                  </a:cubicBezTo>
                  <a:cubicBezTo>
                    <a:pt x="88642" y="344234"/>
                    <a:pt x="88909" y="344386"/>
                    <a:pt x="89176" y="344586"/>
                  </a:cubicBezTo>
                  <a:lnTo>
                    <a:pt x="85404" y="315306"/>
                  </a:lnTo>
                  <a:cubicBezTo>
                    <a:pt x="85651" y="313706"/>
                    <a:pt x="85404" y="311877"/>
                    <a:pt x="84851" y="311048"/>
                  </a:cubicBezTo>
                  <a:cubicBezTo>
                    <a:pt x="84270" y="310182"/>
                    <a:pt x="83165" y="308553"/>
                    <a:pt x="83680" y="305181"/>
                  </a:cubicBezTo>
                  <a:cubicBezTo>
                    <a:pt x="81175" y="305381"/>
                    <a:pt x="83108" y="301714"/>
                    <a:pt x="82508" y="299314"/>
                  </a:cubicBezTo>
                  <a:cubicBezTo>
                    <a:pt x="82318" y="298580"/>
                    <a:pt x="81337" y="298171"/>
                    <a:pt x="81337" y="298142"/>
                  </a:cubicBezTo>
                  <a:cubicBezTo>
                    <a:pt x="81108" y="296732"/>
                    <a:pt x="82413" y="297466"/>
                    <a:pt x="82508" y="296961"/>
                  </a:cubicBezTo>
                  <a:cubicBezTo>
                    <a:pt x="82508" y="296990"/>
                    <a:pt x="81365" y="292913"/>
                    <a:pt x="80155" y="292265"/>
                  </a:cubicBezTo>
                  <a:lnTo>
                    <a:pt x="77612" y="287741"/>
                  </a:lnTo>
                  <a:cubicBezTo>
                    <a:pt x="77612" y="287741"/>
                    <a:pt x="88042" y="286522"/>
                    <a:pt x="94243" y="282035"/>
                  </a:cubicBezTo>
                  <a:lnTo>
                    <a:pt x="94243" y="247640"/>
                  </a:lnTo>
                  <a:cubicBezTo>
                    <a:pt x="90947" y="247926"/>
                    <a:pt x="88604" y="249155"/>
                    <a:pt x="85966" y="250098"/>
                  </a:cubicBezTo>
                  <a:cubicBezTo>
                    <a:pt x="84565" y="250593"/>
                    <a:pt x="83108" y="251031"/>
                    <a:pt x="81327" y="251165"/>
                  </a:cubicBezTo>
                  <a:cubicBezTo>
                    <a:pt x="79917" y="251403"/>
                    <a:pt x="79698" y="252555"/>
                    <a:pt x="78974" y="253508"/>
                  </a:cubicBezTo>
                  <a:cubicBezTo>
                    <a:pt x="77402" y="255565"/>
                    <a:pt x="74126" y="257785"/>
                    <a:pt x="73107" y="261728"/>
                  </a:cubicBezTo>
                  <a:cubicBezTo>
                    <a:pt x="70040" y="258585"/>
                    <a:pt x="70792" y="253441"/>
                    <a:pt x="69583" y="248812"/>
                  </a:cubicBezTo>
                  <a:cubicBezTo>
                    <a:pt x="68973" y="246459"/>
                    <a:pt x="67992" y="244278"/>
                    <a:pt x="67239" y="241773"/>
                  </a:cubicBezTo>
                  <a:cubicBezTo>
                    <a:pt x="66725" y="240087"/>
                    <a:pt x="66620" y="236706"/>
                    <a:pt x="64887" y="235906"/>
                  </a:cubicBezTo>
                  <a:cubicBezTo>
                    <a:pt x="64677" y="234906"/>
                    <a:pt x="65344" y="234801"/>
                    <a:pt x="66058" y="234734"/>
                  </a:cubicBezTo>
                  <a:cubicBezTo>
                    <a:pt x="67763" y="236553"/>
                    <a:pt x="72068" y="235763"/>
                    <a:pt x="75450" y="235906"/>
                  </a:cubicBezTo>
                  <a:cubicBezTo>
                    <a:pt x="81136" y="234944"/>
                    <a:pt x="82003" y="229153"/>
                    <a:pt x="86013" y="226514"/>
                  </a:cubicBezTo>
                  <a:cubicBezTo>
                    <a:pt x="86347" y="221761"/>
                    <a:pt x="88033" y="218351"/>
                    <a:pt x="88356" y="213598"/>
                  </a:cubicBezTo>
                  <a:cubicBezTo>
                    <a:pt x="88471" y="212855"/>
                    <a:pt x="88471" y="211836"/>
                    <a:pt x="88442" y="210750"/>
                  </a:cubicBezTo>
                  <a:cubicBezTo>
                    <a:pt x="87861" y="208731"/>
                    <a:pt x="88233" y="205759"/>
                    <a:pt x="87185" y="204207"/>
                  </a:cubicBezTo>
                  <a:cubicBezTo>
                    <a:pt x="87470" y="204226"/>
                    <a:pt x="87670" y="204311"/>
                    <a:pt x="87890" y="204387"/>
                  </a:cubicBezTo>
                  <a:cubicBezTo>
                    <a:pt x="87547" y="201692"/>
                    <a:pt x="87185" y="199511"/>
                    <a:pt x="87185" y="199511"/>
                  </a:cubicBezTo>
                  <a:cubicBezTo>
                    <a:pt x="84775" y="197225"/>
                    <a:pt x="84308" y="192986"/>
                    <a:pt x="80136" y="192472"/>
                  </a:cubicBezTo>
                  <a:cubicBezTo>
                    <a:pt x="77088" y="192272"/>
                    <a:pt x="77241" y="192900"/>
                    <a:pt x="74269" y="193643"/>
                  </a:cubicBezTo>
                  <a:cubicBezTo>
                    <a:pt x="73250" y="193900"/>
                    <a:pt x="71421" y="194967"/>
                    <a:pt x="69573" y="195996"/>
                  </a:cubicBezTo>
                  <a:cubicBezTo>
                    <a:pt x="68954" y="196339"/>
                    <a:pt x="69735" y="197101"/>
                    <a:pt x="68402" y="197168"/>
                  </a:cubicBezTo>
                  <a:cubicBezTo>
                    <a:pt x="65039" y="197348"/>
                    <a:pt x="61439" y="202340"/>
                    <a:pt x="59010" y="205388"/>
                  </a:cubicBezTo>
                  <a:cubicBezTo>
                    <a:pt x="56333" y="202149"/>
                    <a:pt x="56238" y="196606"/>
                    <a:pt x="55485" y="191300"/>
                  </a:cubicBezTo>
                  <a:lnTo>
                    <a:pt x="62534" y="191300"/>
                  </a:lnTo>
                  <a:cubicBezTo>
                    <a:pt x="66716" y="187804"/>
                    <a:pt x="71859" y="186309"/>
                    <a:pt x="75450" y="181909"/>
                  </a:cubicBezTo>
                  <a:cubicBezTo>
                    <a:pt x="76193" y="180994"/>
                    <a:pt x="76041" y="179327"/>
                    <a:pt x="76621" y="178384"/>
                  </a:cubicBezTo>
                  <a:cubicBezTo>
                    <a:pt x="77069" y="177660"/>
                    <a:pt x="78622" y="176679"/>
                    <a:pt x="78965" y="176032"/>
                  </a:cubicBezTo>
                  <a:cubicBezTo>
                    <a:pt x="79689" y="174679"/>
                    <a:pt x="79098" y="170802"/>
                    <a:pt x="81575" y="170212"/>
                  </a:cubicBezTo>
                  <a:cubicBezTo>
                    <a:pt x="83508" y="162335"/>
                    <a:pt x="76621" y="153724"/>
                    <a:pt x="76621" y="153724"/>
                  </a:cubicBezTo>
                  <a:cubicBezTo>
                    <a:pt x="74726" y="153391"/>
                    <a:pt x="74602" y="154829"/>
                    <a:pt x="73097" y="154896"/>
                  </a:cubicBezTo>
                  <a:cubicBezTo>
                    <a:pt x="73288" y="153534"/>
                    <a:pt x="72840" y="152810"/>
                    <a:pt x="71926" y="152552"/>
                  </a:cubicBezTo>
                  <a:cubicBezTo>
                    <a:pt x="72611" y="155134"/>
                    <a:pt x="68592" y="153029"/>
                    <a:pt x="67487" y="153819"/>
                  </a:cubicBezTo>
                  <a:lnTo>
                    <a:pt x="67230" y="154896"/>
                  </a:lnTo>
                  <a:cubicBezTo>
                    <a:pt x="66592" y="154658"/>
                    <a:pt x="65811" y="154562"/>
                    <a:pt x="64963" y="154572"/>
                  </a:cubicBezTo>
                  <a:cubicBezTo>
                    <a:pt x="64934" y="154581"/>
                    <a:pt x="51514" y="161325"/>
                    <a:pt x="51714" y="168993"/>
                  </a:cubicBezTo>
                  <a:lnTo>
                    <a:pt x="50085" y="159087"/>
                  </a:lnTo>
                  <a:lnTo>
                    <a:pt x="47637" y="150000"/>
                  </a:lnTo>
                  <a:cubicBezTo>
                    <a:pt x="51695" y="151724"/>
                    <a:pt x="56238" y="150219"/>
                    <a:pt x="59953" y="148361"/>
                  </a:cubicBezTo>
                  <a:cubicBezTo>
                    <a:pt x="62620" y="147028"/>
                    <a:pt x="66582" y="145533"/>
                    <a:pt x="68220" y="142885"/>
                  </a:cubicBezTo>
                  <a:cubicBezTo>
                    <a:pt x="70449" y="139284"/>
                    <a:pt x="69792" y="134845"/>
                    <a:pt x="68563" y="131055"/>
                  </a:cubicBezTo>
                  <a:cubicBezTo>
                    <a:pt x="67563" y="127978"/>
                    <a:pt x="65735" y="122768"/>
                    <a:pt x="62725" y="120996"/>
                  </a:cubicBezTo>
                  <a:cubicBezTo>
                    <a:pt x="61296" y="120158"/>
                    <a:pt x="58276" y="119605"/>
                    <a:pt x="56657" y="119691"/>
                  </a:cubicBezTo>
                  <a:cubicBezTo>
                    <a:pt x="50399" y="120015"/>
                    <a:pt x="48437" y="125701"/>
                    <a:pt x="42570" y="126730"/>
                  </a:cubicBezTo>
                  <a:cubicBezTo>
                    <a:pt x="42332" y="121101"/>
                    <a:pt x="40760" y="116796"/>
                    <a:pt x="40217" y="111471"/>
                  </a:cubicBezTo>
                  <a:cubicBezTo>
                    <a:pt x="42960" y="109166"/>
                    <a:pt x="46094" y="111004"/>
                    <a:pt x="48437" y="110300"/>
                  </a:cubicBezTo>
                  <a:cubicBezTo>
                    <a:pt x="49913" y="109852"/>
                    <a:pt x="49799" y="108604"/>
                    <a:pt x="50790" y="107956"/>
                  </a:cubicBezTo>
                  <a:cubicBezTo>
                    <a:pt x="51952" y="107175"/>
                    <a:pt x="53247" y="107528"/>
                    <a:pt x="54314" y="106785"/>
                  </a:cubicBezTo>
                  <a:cubicBezTo>
                    <a:pt x="58229" y="104032"/>
                    <a:pt x="59562" y="100013"/>
                    <a:pt x="62534" y="96222"/>
                  </a:cubicBezTo>
                  <a:cubicBezTo>
                    <a:pt x="63515" y="83106"/>
                    <a:pt x="61201" y="73285"/>
                    <a:pt x="53142" y="69218"/>
                  </a:cubicBezTo>
                  <a:cubicBezTo>
                    <a:pt x="51333" y="71066"/>
                    <a:pt x="49047" y="69856"/>
                    <a:pt x="47275" y="70390"/>
                  </a:cubicBezTo>
                  <a:cubicBezTo>
                    <a:pt x="46903" y="70495"/>
                    <a:pt x="47227" y="71504"/>
                    <a:pt x="46103" y="71561"/>
                  </a:cubicBezTo>
                  <a:cubicBezTo>
                    <a:pt x="43541" y="71704"/>
                    <a:pt x="42541" y="73228"/>
                    <a:pt x="40236" y="75086"/>
                  </a:cubicBezTo>
                  <a:cubicBezTo>
                    <a:pt x="39141" y="75962"/>
                    <a:pt x="38950" y="77695"/>
                    <a:pt x="36712" y="77429"/>
                  </a:cubicBezTo>
                  <a:cubicBezTo>
                    <a:pt x="37445" y="73142"/>
                    <a:pt x="36102" y="69247"/>
                    <a:pt x="35540" y="65684"/>
                  </a:cubicBezTo>
                  <a:cubicBezTo>
                    <a:pt x="34997" y="62265"/>
                    <a:pt x="35369" y="58712"/>
                    <a:pt x="33197" y="56293"/>
                  </a:cubicBezTo>
                  <a:cubicBezTo>
                    <a:pt x="34264" y="54874"/>
                    <a:pt x="35654" y="52464"/>
                    <a:pt x="36721" y="50425"/>
                  </a:cubicBezTo>
                  <a:cubicBezTo>
                    <a:pt x="37255" y="49406"/>
                    <a:pt x="37245" y="48197"/>
                    <a:pt x="37893" y="46901"/>
                  </a:cubicBezTo>
                  <a:cubicBezTo>
                    <a:pt x="38274" y="46139"/>
                    <a:pt x="40112" y="44939"/>
                    <a:pt x="40236" y="44558"/>
                  </a:cubicBezTo>
                  <a:cubicBezTo>
                    <a:pt x="40693" y="43139"/>
                    <a:pt x="39893" y="41310"/>
                    <a:pt x="40236" y="39862"/>
                  </a:cubicBezTo>
                  <a:cubicBezTo>
                    <a:pt x="40465" y="38891"/>
                    <a:pt x="41188" y="38662"/>
                    <a:pt x="41408" y="37509"/>
                  </a:cubicBezTo>
                  <a:cubicBezTo>
                    <a:pt x="41569" y="36652"/>
                    <a:pt x="40826" y="33395"/>
                    <a:pt x="41408" y="32814"/>
                  </a:cubicBezTo>
                  <a:cubicBezTo>
                    <a:pt x="42398" y="31823"/>
                    <a:pt x="41655" y="31652"/>
                    <a:pt x="41408" y="29289"/>
                  </a:cubicBezTo>
                  <a:cubicBezTo>
                    <a:pt x="40950" y="24975"/>
                    <a:pt x="41865" y="18012"/>
                    <a:pt x="40236" y="14021"/>
                  </a:cubicBezTo>
                  <a:cubicBezTo>
                    <a:pt x="40027" y="13507"/>
                    <a:pt x="39131" y="14088"/>
                    <a:pt x="39064" y="12849"/>
                  </a:cubicBezTo>
                  <a:cubicBezTo>
                    <a:pt x="39045" y="12535"/>
                    <a:pt x="39179" y="11963"/>
                    <a:pt x="39064" y="11678"/>
                  </a:cubicBezTo>
                  <a:cubicBezTo>
                    <a:pt x="38598" y="10497"/>
                    <a:pt x="36807" y="4820"/>
                    <a:pt x="34369" y="3458"/>
                  </a:cubicBezTo>
                  <a:cubicBezTo>
                    <a:pt x="34416" y="3286"/>
                    <a:pt x="34473" y="3172"/>
                    <a:pt x="34531" y="3067"/>
                  </a:cubicBezTo>
                  <a:cubicBezTo>
                    <a:pt x="33378" y="2200"/>
                    <a:pt x="32216" y="1334"/>
                    <a:pt x="30940" y="629"/>
                  </a:cubicBezTo>
                  <a:cubicBezTo>
                    <a:pt x="30616" y="457"/>
                    <a:pt x="30378" y="238"/>
                    <a:pt x="30187" y="0"/>
                  </a:cubicBezTo>
                  <a:cubicBezTo>
                    <a:pt x="25425" y="248"/>
                    <a:pt x="20338" y="1943"/>
                    <a:pt x="16766" y="4629"/>
                  </a:cubicBezTo>
                  <a:cubicBezTo>
                    <a:pt x="14985" y="5963"/>
                    <a:pt x="14776" y="7268"/>
                    <a:pt x="13242" y="9325"/>
                  </a:cubicBezTo>
                  <a:cubicBezTo>
                    <a:pt x="12794" y="9925"/>
                    <a:pt x="11318" y="9935"/>
                    <a:pt x="10889" y="10497"/>
                  </a:cubicBezTo>
                  <a:cubicBezTo>
                    <a:pt x="10575" y="10916"/>
                    <a:pt x="11280" y="12525"/>
                    <a:pt x="10889" y="12849"/>
                  </a:cubicBezTo>
                  <a:cubicBezTo>
                    <a:pt x="10756" y="12954"/>
                    <a:pt x="9775" y="12716"/>
                    <a:pt x="9718" y="12849"/>
                  </a:cubicBezTo>
                  <a:cubicBezTo>
                    <a:pt x="9518" y="13316"/>
                    <a:pt x="9042" y="17717"/>
                    <a:pt x="8546" y="19888"/>
                  </a:cubicBezTo>
                  <a:cubicBezTo>
                    <a:pt x="8242" y="21203"/>
                    <a:pt x="9137" y="23393"/>
                    <a:pt x="8546" y="24584"/>
                  </a:cubicBezTo>
                  <a:cubicBezTo>
                    <a:pt x="8470" y="24736"/>
                    <a:pt x="6194" y="25822"/>
                    <a:pt x="6194" y="25765"/>
                  </a:cubicBezTo>
                  <a:cubicBezTo>
                    <a:pt x="6184" y="26213"/>
                    <a:pt x="7013" y="29194"/>
                    <a:pt x="7365" y="30461"/>
                  </a:cubicBezTo>
                  <a:cubicBezTo>
                    <a:pt x="7927" y="32433"/>
                    <a:pt x="10204" y="35947"/>
                    <a:pt x="10889" y="38681"/>
                  </a:cubicBezTo>
                  <a:cubicBezTo>
                    <a:pt x="12042" y="43310"/>
                    <a:pt x="14861" y="48587"/>
                    <a:pt x="17938" y="52769"/>
                  </a:cubicBezTo>
                  <a:cubicBezTo>
                    <a:pt x="20386" y="54626"/>
                    <a:pt x="22719" y="56598"/>
                    <a:pt x="26158" y="57464"/>
                  </a:cubicBezTo>
                  <a:cubicBezTo>
                    <a:pt x="28606" y="63627"/>
                    <a:pt x="28844" y="72000"/>
                    <a:pt x="29682" y="79772"/>
                  </a:cubicBezTo>
                  <a:cubicBezTo>
                    <a:pt x="30540" y="83630"/>
                    <a:pt x="27349" y="81572"/>
                    <a:pt x="27339" y="79772"/>
                  </a:cubicBezTo>
                  <a:cubicBezTo>
                    <a:pt x="27339" y="79200"/>
                    <a:pt x="23291" y="76524"/>
                    <a:pt x="22729" y="76086"/>
                  </a:cubicBezTo>
                  <a:cubicBezTo>
                    <a:pt x="20967" y="74714"/>
                    <a:pt x="19053" y="73352"/>
                    <a:pt x="16976" y="72495"/>
                  </a:cubicBezTo>
                  <a:cubicBezTo>
                    <a:pt x="14718" y="71561"/>
                    <a:pt x="12090" y="71276"/>
                    <a:pt x="9670" y="71657"/>
                  </a:cubicBezTo>
                  <a:cubicBezTo>
                    <a:pt x="488" y="73133"/>
                    <a:pt x="-769" y="84334"/>
                    <a:pt x="336" y="91507"/>
                  </a:cubicBezTo>
                  <a:cubicBezTo>
                    <a:pt x="336" y="91507"/>
                    <a:pt x="2955" y="108328"/>
                    <a:pt x="32035" y="107947"/>
                  </a:cubicBezTo>
                  <a:cubicBezTo>
                    <a:pt x="31463" y="111652"/>
                    <a:pt x="34150" y="112090"/>
                    <a:pt x="33207" y="116167"/>
                  </a:cubicBezTo>
                  <a:cubicBezTo>
                    <a:pt x="35235" y="116881"/>
                    <a:pt x="33111" y="121739"/>
                    <a:pt x="35550" y="122034"/>
                  </a:cubicBezTo>
                  <a:cubicBezTo>
                    <a:pt x="35026" y="123739"/>
                    <a:pt x="34521" y="121911"/>
                    <a:pt x="33207" y="122034"/>
                  </a:cubicBezTo>
                  <a:cubicBezTo>
                    <a:pt x="32349" y="120577"/>
                    <a:pt x="29749" y="120139"/>
                    <a:pt x="28511" y="119691"/>
                  </a:cubicBezTo>
                  <a:cubicBezTo>
                    <a:pt x="28044" y="119520"/>
                    <a:pt x="28539" y="118577"/>
                    <a:pt x="27339" y="118520"/>
                  </a:cubicBezTo>
                  <a:cubicBezTo>
                    <a:pt x="26187" y="118453"/>
                    <a:pt x="24977" y="118491"/>
                    <a:pt x="23815" y="118520"/>
                  </a:cubicBezTo>
                  <a:cubicBezTo>
                    <a:pt x="20957" y="118605"/>
                    <a:pt x="14442" y="121291"/>
                    <a:pt x="13080" y="124044"/>
                  </a:cubicBezTo>
                  <a:cubicBezTo>
                    <a:pt x="11242" y="127740"/>
                    <a:pt x="11747" y="132302"/>
                    <a:pt x="12166" y="136274"/>
                  </a:cubicBezTo>
                  <a:cubicBezTo>
                    <a:pt x="12585" y="140218"/>
                    <a:pt x="14642" y="143361"/>
                    <a:pt x="17938" y="145533"/>
                  </a:cubicBezTo>
                  <a:cubicBezTo>
                    <a:pt x="18528" y="145923"/>
                    <a:pt x="22558" y="146447"/>
                    <a:pt x="22634" y="147885"/>
                  </a:cubicBezTo>
                  <a:cubicBezTo>
                    <a:pt x="22729" y="149752"/>
                    <a:pt x="23862" y="147866"/>
                    <a:pt x="23805" y="147885"/>
                  </a:cubicBezTo>
                  <a:cubicBezTo>
                    <a:pt x="23977" y="147847"/>
                    <a:pt x="26491" y="148847"/>
                    <a:pt x="27330" y="149057"/>
                  </a:cubicBezTo>
                  <a:cubicBezTo>
                    <a:pt x="27835" y="149181"/>
                    <a:pt x="33530" y="151276"/>
                    <a:pt x="36721" y="150228"/>
                  </a:cubicBezTo>
                  <a:cubicBezTo>
                    <a:pt x="39931" y="154848"/>
                    <a:pt x="43436" y="159163"/>
                    <a:pt x="43760" y="166668"/>
                  </a:cubicBezTo>
                  <a:cubicBezTo>
                    <a:pt x="42446" y="165868"/>
                    <a:pt x="41627" y="165116"/>
                    <a:pt x="40236" y="164316"/>
                  </a:cubicBezTo>
                  <a:cubicBezTo>
                    <a:pt x="39807" y="164078"/>
                    <a:pt x="38188" y="164687"/>
                    <a:pt x="37893" y="164316"/>
                  </a:cubicBezTo>
                  <a:cubicBezTo>
                    <a:pt x="37617" y="163982"/>
                    <a:pt x="37045" y="162163"/>
                    <a:pt x="36721" y="161973"/>
                  </a:cubicBezTo>
                  <a:cubicBezTo>
                    <a:pt x="35493" y="161249"/>
                    <a:pt x="33607" y="161668"/>
                    <a:pt x="32026" y="160801"/>
                  </a:cubicBezTo>
                  <a:cubicBezTo>
                    <a:pt x="31006" y="160239"/>
                    <a:pt x="31349" y="158601"/>
                    <a:pt x="29673" y="158458"/>
                  </a:cubicBezTo>
                  <a:cubicBezTo>
                    <a:pt x="27796" y="158286"/>
                    <a:pt x="27625" y="159372"/>
                    <a:pt x="26149" y="159630"/>
                  </a:cubicBezTo>
                  <a:cubicBezTo>
                    <a:pt x="25082" y="159820"/>
                    <a:pt x="23653" y="159287"/>
                    <a:pt x="22624" y="159630"/>
                  </a:cubicBezTo>
                  <a:cubicBezTo>
                    <a:pt x="22348" y="159725"/>
                    <a:pt x="22091" y="159934"/>
                    <a:pt x="21824" y="160115"/>
                  </a:cubicBezTo>
                  <a:cubicBezTo>
                    <a:pt x="21824" y="160115"/>
                    <a:pt x="20824" y="160725"/>
                    <a:pt x="19500" y="161830"/>
                  </a:cubicBezTo>
                  <a:cubicBezTo>
                    <a:pt x="19043" y="162011"/>
                    <a:pt x="18528" y="162106"/>
                    <a:pt x="17928" y="161982"/>
                  </a:cubicBezTo>
                  <a:cubicBezTo>
                    <a:pt x="17890" y="162516"/>
                    <a:pt x="17814" y="163020"/>
                    <a:pt x="17719" y="163487"/>
                  </a:cubicBezTo>
                  <a:cubicBezTo>
                    <a:pt x="12966" y="168392"/>
                    <a:pt x="7927" y="178099"/>
                    <a:pt x="26149" y="188976"/>
                  </a:cubicBezTo>
                  <a:cubicBezTo>
                    <a:pt x="27377" y="189995"/>
                    <a:pt x="29454" y="189271"/>
                    <a:pt x="30844" y="190148"/>
                  </a:cubicBezTo>
                  <a:cubicBezTo>
                    <a:pt x="31902" y="190824"/>
                    <a:pt x="31540" y="192157"/>
                    <a:pt x="33197" y="192500"/>
                  </a:cubicBezTo>
                  <a:cubicBezTo>
                    <a:pt x="38064" y="193500"/>
                    <a:pt x="42694" y="191367"/>
                    <a:pt x="48456" y="190148"/>
                  </a:cubicBezTo>
                  <a:cubicBezTo>
                    <a:pt x="48275" y="194262"/>
                    <a:pt x="49285" y="197348"/>
                    <a:pt x="49628" y="199539"/>
                  </a:cubicBezTo>
                  <a:cubicBezTo>
                    <a:pt x="49590" y="199320"/>
                    <a:pt x="51590" y="200082"/>
                    <a:pt x="50799" y="200711"/>
                  </a:cubicBezTo>
                  <a:cubicBezTo>
                    <a:pt x="48618" y="202454"/>
                    <a:pt x="50313" y="203187"/>
                    <a:pt x="50799" y="206578"/>
                  </a:cubicBezTo>
                  <a:cubicBezTo>
                    <a:pt x="45008" y="206683"/>
                    <a:pt x="41998" y="201720"/>
                    <a:pt x="36712" y="201882"/>
                  </a:cubicBezTo>
                  <a:cubicBezTo>
                    <a:pt x="35997" y="201901"/>
                    <a:pt x="35054" y="201701"/>
                    <a:pt x="34359" y="201882"/>
                  </a:cubicBezTo>
                  <a:cubicBezTo>
                    <a:pt x="33159" y="202178"/>
                    <a:pt x="33788" y="202778"/>
                    <a:pt x="33187" y="203054"/>
                  </a:cubicBezTo>
                  <a:cubicBezTo>
                    <a:pt x="32321" y="203454"/>
                    <a:pt x="30730" y="203606"/>
                    <a:pt x="29663" y="204226"/>
                  </a:cubicBezTo>
                  <a:cubicBezTo>
                    <a:pt x="29054" y="204578"/>
                    <a:pt x="28530" y="205711"/>
                    <a:pt x="27873" y="206521"/>
                  </a:cubicBezTo>
                  <a:cubicBezTo>
                    <a:pt x="27825" y="206626"/>
                    <a:pt x="27815" y="206740"/>
                    <a:pt x="27749" y="206854"/>
                  </a:cubicBezTo>
                  <a:cubicBezTo>
                    <a:pt x="25072" y="211093"/>
                    <a:pt x="24358" y="215256"/>
                    <a:pt x="24253" y="220085"/>
                  </a:cubicBezTo>
                  <a:cubicBezTo>
                    <a:pt x="25968" y="222447"/>
                    <a:pt x="28082" y="224838"/>
                    <a:pt x="29663" y="227705"/>
                  </a:cubicBezTo>
                  <a:cubicBezTo>
                    <a:pt x="29825" y="228000"/>
                    <a:pt x="29825" y="228381"/>
                    <a:pt x="29787" y="228791"/>
                  </a:cubicBezTo>
                  <a:cubicBezTo>
                    <a:pt x="29797" y="228800"/>
                    <a:pt x="35597" y="232753"/>
                    <a:pt x="40817" y="232801"/>
                  </a:cubicBezTo>
                  <a:cubicBezTo>
                    <a:pt x="40998" y="232772"/>
                    <a:pt x="41179" y="232762"/>
                    <a:pt x="41474" y="232839"/>
                  </a:cubicBezTo>
                  <a:cubicBezTo>
                    <a:pt x="42874" y="233210"/>
                    <a:pt x="45170" y="234610"/>
                    <a:pt x="47275" y="233572"/>
                  </a:cubicBezTo>
                  <a:cubicBezTo>
                    <a:pt x="50561" y="232953"/>
                    <a:pt x="53381" y="231848"/>
                    <a:pt x="56667" y="231229"/>
                  </a:cubicBezTo>
                  <a:cubicBezTo>
                    <a:pt x="58448" y="235677"/>
                    <a:pt x="58695" y="240535"/>
                    <a:pt x="60191" y="246488"/>
                  </a:cubicBezTo>
                  <a:cubicBezTo>
                    <a:pt x="60467" y="247583"/>
                    <a:pt x="60839" y="249422"/>
                    <a:pt x="61362" y="251184"/>
                  </a:cubicBezTo>
                  <a:cubicBezTo>
                    <a:pt x="61562" y="251841"/>
                    <a:pt x="63144" y="254032"/>
                    <a:pt x="63706" y="255880"/>
                  </a:cubicBezTo>
                  <a:cubicBezTo>
                    <a:pt x="64334" y="257909"/>
                    <a:pt x="63753" y="261499"/>
                    <a:pt x="66058" y="262919"/>
                  </a:cubicBezTo>
                  <a:cubicBezTo>
                    <a:pt x="65801" y="266195"/>
                    <a:pt x="62591" y="262290"/>
                    <a:pt x="61362" y="261747"/>
                  </a:cubicBezTo>
                  <a:cubicBezTo>
                    <a:pt x="59515" y="260928"/>
                    <a:pt x="56810" y="261376"/>
                    <a:pt x="56667" y="259394"/>
                  </a:cubicBezTo>
                  <a:lnTo>
                    <a:pt x="52828" y="259394"/>
                  </a:lnTo>
                  <a:cubicBezTo>
                    <a:pt x="52552" y="259642"/>
                    <a:pt x="52219" y="259842"/>
                    <a:pt x="51761" y="259937"/>
                  </a:cubicBezTo>
                  <a:cubicBezTo>
                    <a:pt x="48675" y="260576"/>
                    <a:pt x="45513" y="260499"/>
                    <a:pt x="42427" y="261023"/>
                  </a:cubicBezTo>
                  <a:cubicBezTo>
                    <a:pt x="41351" y="264747"/>
                    <a:pt x="39484" y="267414"/>
                    <a:pt x="39055" y="271129"/>
                  </a:cubicBezTo>
                  <a:cubicBezTo>
                    <a:pt x="38836" y="273053"/>
                    <a:pt x="40369" y="273158"/>
                    <a:pt x="40227" y="274653"/>
                  </a:cubicBezTo>
                  <a:cubicBezTo>
                    <a:pt x="40227" y="274587"/>
                    <a:pt x="39093" y="275034"/>
                    <a:pt x="39055" y="275825"/>
                  </a:cubicBezTo>
                  <a:cubicBezTo>
                    <a:pt x="38941" y="277930"/>
                    <a:pt x="40465" y="278301"/>
                    <a:pt x="40227" y="280521"/>
                  </a:cubicBezTo>
                  <a:cubicBezTo>
                    <a:pt x="39874" y="281930"/>
                    <a:pt x="42151" y="281092"/>
                    <a:pt x="42579" y="281692"/>
                  </a:cubicBezTo>
                  <a:cubicBezTo>
                    <a:pt x="42922" y="282178"/>
                    <a:pt x="42179" y="283616"/>
                    <a:pt x="42579" y="284045"/>
                  </a:cubicBezTo>
                  <a:cubicBezTo>
                    <a:pt x="44760" y="286388"/>
                    <a:pt x="50399" y="287731"/>
                    <a:pt x="53142" y="291094"/>
                  </a:cubicBezTo>
                  <a:cubicBezTo>
                    <a:pt x="54676" y="289341"/>
                    <a:pt x="54990" y="291084"/>
                    <a:pt x="56667" y="291094"/>
                  </a:cubicBezTo>
                  <a:cubicBezTo>
                    <a:pt x="59267" y="291103"/>
                    <a:pt x="62010" y="290636"/>
                    <a:pt x="64887" y="289922"/>
                  </a:cubicBezTo>
                  <a:cubicBezTo>
                    <a:pt x="66744" y="289455"/>
                    <a:pt x="70078" y="289198"/>
                    <a:pt x="70754" y="287569"/>
                  </a:cubicBezTo>
                  <a:cubicBezTo>
                    <a:pt x="72716" y="288608"/>
                    <a:pt x="72221" y="292465"/>
                    <a:pt x="74279" y="294618"/>
                  </a:cubicBezTo>
                  <a:cubicBezTo>
                    <a:pt x="75174" y="295551"/>
                    <a:pt x="76155" y="300447"/>
                    <a:pt x="76631" y="302838"/>
                  </a:cubicBezTo>
                  <a:cubicBezTo>
                    <a:pt x="77022" y="304781"/>
                    <a:pt x="77279" y="306600"/>
                    <a:pt x="77803" y="308705"/>
                  </a:cubicBezTo>
                  <a:cubicBezTo>
                    <a:pt x="78345" y="310896"/>
                    <a:pt x="77612" y="314877"/>
                    <a:pt x="79050" y="316887"/>
                  </a:cubicBezTo>
                  <a:lnTo>
                    <a:pt x="79003" y="316935"/>
                  </a:lnTo>
                  <a:lnTo>
                    <a:pt x="81470" y="335861"/>
                  </a:lnTo>
                  <a:cubicBezTo>
                    <a:pt x="81813" y="336204"/>
                    <a:pt x="82165" y="336537"/>
                    <a:pt x="82498" y="336890"/>
                  </a:cubicBezTo>
                  <a:cubicBezTo>
                    <a:pt x="83860" y="338290"/>
                    <a:pt x="84651" y="340205"/>
                    <a:pt x="86032" y="34157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30" id="130"/>
            <p:cNvSpPr/>
            <p:nvPr/>
          </p:nvSpPr>
          <p:spPr>
            <a:xfrm>
              <a:off x="8801276" y="4215461"/>
              <a:ext cx="383378" cy="87331"/>
            </a:xfrm>
            <a:custGeom>
              <a:avLst/>
              <a:gdLst/>
              <a:ahLst/>
              <a:cxnLst/>
              <a:rect r="r" b="b" t="t" l="l"/>
              <a:pathLst>
                <a:path w="383378" h="87331" stroke="true" fill="norm" extrusionOk="true">
                  <a:moveTo>
                    <a:pt x="383086" y="45955"/>
                  </a:moveTo>
                  <a:cubicBezTo>
                    <a:pt x="381819" y="43716"/>
                    <a:pt x="377361" y="42450"/>
                    <a:pt x="375199" y="41116"/>
                  </a:cubicBezTo>
                  <a:cubicBezTo>
                    <a:pt x="374466" y="40659"/>
                    <a:pt x="373609" y="40478"/>
                    <a:pt x="372856" y="39945"/>
                  </a:cubicBezTo>
                  <a:cubicBezTo>
                    <a:pt x="371704" y="39125"/>
                    <a:pt x="370475" y="37116"/>
                    <a:pt x="369332" y="36420"/>
                  </a:cubicBezTo>
                  <a:cubicBezTo>
                    <a:pt x="368122" y="35677"/>
                    <a:pt x="366932" y="35868"/>
                    <a:pt x="365808" y="35249"/>
                  </a:cubicBezTo>
                  <a:cubicBezTo>
                    <a:pt x="365188" y="34906"/>
                    <a:pt x="365969" y="34144"/>
                    <a:pt x="364636" y="34077"/>
                  </a:cubicBezTo>
                  <a:cubicBezTo>
                    <a:pt x="363493" y="34011"/>
                    <a:pt x="360502" y="32649"/>
                    <a:pt x="358769" y="31725"/>
                  </a:cubicBezTo>
                  <a:cubicBezTo>
                    <a:pt x="357902" y="31267"/>
                    <a:pt x="357159" y="29915"/>
                    <a:pt x="356416" y="29381"/>
                  </a:cubicBezTo>
                  <a:cubicBezTo>
                    <a:pt x="354959" y="28315"/>
                    <a:pt x="352149" y="26638"/>
                    <a:pt x="348196" y="27029"/>
                  </a:cubicBezTo>
                  <a:cubicBezTo>
                    <a:pt x="344091" y="21352"/>
                    <a:pt x="336109" y="19542"/>
                    <a:pt x="331756" y="14113"/>
                  </a:cubicBezTo>
                  <a:cubicBezTo>
                    <a:pt x="326231" y="13732"/>
                    <a:pt x="322012" y="10979"/>
                    <a:pt x="316487" y="9417"/>
                  </a:cubicBezTo>
                  <a:cubicBezTo>
                    <a:pt x="316097" y="9303"/>
                    <a:pt x="314373" y="9703"/>
                    <a:pt x="314144" y="9417"/>
                  </a:cubicBezTo>
                  <a:cubicBezTo>
                    <a:pt x="313468" y="8588"/>
                    <a:pt x="312039" y="6617"/>
                    <a:pt x="309448" y="5893"/>
                  </a:cubicBezTo>
                  <a:cubicBezTo>
                    <a:pt x="302000" y="3835"/>
                    <a:pt x="291970" y="4626"/>
                    <a:pt x="282445" y="3540"/>
                  </a:cubicBezTo>
                  <a:cubicBezTo>
                    <a:pt x="280607" y="3340"/>
                    <a:pt x="280416" y="2559"/>
                    <a:pt x="278921" y="2369"/>
                  </a:cubicBezTo>
                  <a:cubicBezTo>
                    <a:pt x="279311" y="2416"/>
                    <a:pt x="278292" y="4226"/>
                    <a:pt x="277749" y="3540"/>
                  </a:cubicBezTo>
                  <a:cubicBezTo>
                    <a:pt x="275120" y="254"/>
                    <a:pt x="265271" y="1673"/>
                    <a:pt x="257794" y="1197"/>
                  </a:cubicBezTo>
                  <a:cubicBezTo>
                    <a:pt x="257927" y="1197"/>
                    <a:pt x="257356" y="63"/>
                    <a:pt x="256623" y="25"/>
                  </a:cubicBezTo>
                  <a:cubicBezTo>
                    <a:pt x="254718" y="-70"/>
                    <a:pt x="254584" y="1283"/>
                    <a:pt x="253098" y="1197"/>
                  </a:cubicBezTo>
                  <a:cubicBezTo>
                    <a:pt x="253251" y="1197"/>
                    <a:pt x="252651" y="63"/>
                    <a:pt x="251927" y="25"/>
                  </a:cubicBezTo>
                  <a:cubicBezTo>
                    <a:pt x="248126" y="-175"/>
                    <a:pt x="243630" y="864"/>
                    <a:pt x="239011" y="1197"/>
                  </a:cubicBezTo>
                  <a:cubicBezTo>
                    <a:pt x="230315" y="1816"/>
                    <a:pt x="220637" y="-137"/>
                    <a:pt x="212008" y="1197"/>
                  </a:cubicBezTo>
                  <a:cubicBezTo>
                    <a:pt x="208674" y="1711"/>
                    <a:pt x="205654" y="3388"/>
                    <a:pt x="202616" y="3540"/>
                  </a:cubicBezTo>
                  <a:cubicBezTo>
                    <a:pt x="199053" y="3721"/>
                    <a:pt x="194415" y="1968"/>
                    <a:pt x="190871" y="2369"/>
                  </a:cubicBezTo>
                  <a:cubicBezTo>
                    <a:pt x="189024" y="2578"/>
                    <a:pt x="187585" y="3854"/>
                    <a:pt x="185004" y="4721"/>
                  </a:cubicBezTo>
                  <a:cubicBezTo>
                    <a:pt x="182918" y="5416"/>
                    <a:pt x="179908" y="5340"/>
                    <a:pt x="177965" y="5893"/>
                  </a:cubicBezTo>
                  <a:cubicBezTo>
                    <a:pt x="175908" y="6474"/>
                    <a:pt x="174384" y="7588"/>
                    <a:pt x="172088" y="8236"/>
                  </a:cubicBezTo>
                  <a:cubicBezTo>
                    <a:pt x="169955" y="8845"/>
                    <a:pt x="167126" y="8684"/>
                    <a:pt x="165040" y="9408"/>
                  </a:cubicBezTo>
                  <a:cubicBezTo>
                    <a:pt x="164783" y="9503"/>
                    <a:pt x="164735" y="10360"/>
                    <a:pt x="163868" y="10579"/>
                  </a:cubicBezTo>
                  <a:cubicBezTo>
                    <a:pt x="161811" y="11093"/>
                    <a:pt x="160192" y="12379"/>
                    <a:pt x="158001" y="12922"/>
                  </a:cubicBezTo>
                  <a:cubicBezTo>
                    <a:pt x="157382" y="13075"/>
                    <a:pt x="156191" y="12598"/>
                    <a:pt x="155648" y="12922"/>
                  </a:cubicBezTo>
                  <a:cubicBezTo>
                    <a:pt x="155220" y="13179"/>
                    <a:pt x="154829" y="15122"/>
                    <a:pt x="154477" y="15275"/>
                  </a:cubicBezTo>
                  <a:cubicBezTo>
                    <a:pt x="150800" y="16761"/>
                    <a:pt x="146294" y="17456"/>
                    <a:pt x="142732" y="18799"/>
                  </a:cubicBezTo>
                  <a:cubicBezTo>
                    <a:pt x="139779" y="19914"/>
                    <a:pt x="137455" y="21161"/>
                    <a:pt x="133341" y="22323"/>
                  </a:cubicBezTo>
                  <a:cubicBezTo>
                    <a:pt x="132940" y="22438"/>
                    <a:pt x="131226" y="22038"/>
                    <a:pt x="130988" y="22323"/>
                  </a:cubicBezTo>
                  <a:cubicBezTo>
                    <a:pt x="130902" y="22438"/>
                    <a:pt x="129807" y="24676"/>
                    <a:pt x="129816" y="24676"/>
                  </a:cubicBezTo>
                  <a:cubicBezTo>
                    <a:pt x="129578" y="24724"/>
                    <a:pt x="126997" y="22638"/>
                    <a:pt x="126292" y="23504"/>
                  </a:cubicBezTo>
                  <a:cubicBezTo>
                    <a:pt x="125425" y="24571"/>
                    <a:pt x="124178" y="25324"/>
                    <a:pt x="122768" y="25857"/>
                  </a:cubicBezTo>
                  <a:cubicBezTo>
                    <a:pt x="122349" y="26010"/>
                    <a:pt x="120682" y="25533"/>
                    <a:pt x="120425" y="25857"/>
                  </a:cubicBezTo>
                  <a:cubicBezTo>
                    <a:pt x="119739" y="26686"/>
                    <a:pt x="116577" y="27314"/>
                    <a:pt x="113376" y="28200"/>
                  </a:cubicBezTo>
                  <a:cubicBezTo>
                    <a:pt x="112347" y="28486"/>
                    <a:pt x="111328" y="28953"/>
                    <a:pt x="109852" y="29372"/>
                  </a:cubicBezTo>
                  <a:cubicBezTo>
                    <a:pt x="109452" y="29486"/>
                    <a:pt x="107737" y="29077"/>
                    <a:pt x="107499" y="29372"/>
                  </a:cubicBezTo>
                  <a:cubicBezTo>
                    <a:pt x="104385" y="33172"/>
                    <a:pt x="91469" y="33677"/>
                    <a:pt x="85192" y="36411"/>
                  </a:cubicBezTo>
                  <a:cubicBezTo>
                    <a:pt x="84658" y="36649"/>
                    <a:pt x="85277" y="37516"/>
                    <a:pt x="84020" y="37582"/>
                  </a:cubicBezTo>
                  <a:cubicBezTo>
                    <a:pt x="82887" y="37649"/>
                    <a:pt x="80220" y="38087"/>
                    <a:pt x="79324" y="38754"/>
                  </a:cubicBezTo>
                  <a:cubicBezTo>
                    <a:pt x="78781" y="39164"/>
                    <a:pt x="78667" y="40764"/>
                    <a:pt x="78153" y="41097"/>
                  </a:cubicBezTo>
                  <a:cubicBezTo>
                    <a:pt x="77000" y="41859"/>
                    <a:pt x="73581" y="41192"/>
                    <a:pt x="73457" y="43450"/>
                  </a:cubicBezTo>
                  <a:cubicBezTo>
                    <a:pt x="73381" y="44802"/>
                    <a:pt x="70114" y="45526"/>
                    <a:pt x="67589" y="46974"/>
                  </a:cubicBezTo>
                  <a:cubicBezTo>
                    <a:pt x="66837" y="47412"/>
                    <a:pt x="65913" y="48955"/>
                    <a:pt x="65246" y="49327"/>
                  </a:cubicBezTo>
                  <a:cubicBezTo>
                    <a:pt x="64818" y="49565"/>
                    <a:pt x="63189" y="48965"/>
                    <a:pt x="62894" y="49327"/>
                  </a:cubicBezTo>
                  <a:cubicBezTo>
                    <a:pt x="61551" y="50975"/>
                    <a:pt x="59455" y="51508"/>
                    <a:pt x="57026" y="52851"/>
                  </a:cubicBezTo>
                  <a:cubicBezTo>
                    <a:pt x="56407" y="53194"/>
                    <a:pt x="57179" y="53956"/>
                    <a:pt x="55855" y="54023"/>
                  </a:cubicBezTo>
                  <a:cubicBezTo>
                    <a:pt x="54178" y="54108"/>
                    <a:pt x="53273" y="55842"/>
                    <a:pt x="51159" y="56366"/>
                  </a:cubicBezTo>
                  <a:cubicBezTo>
                    <a:pt x="50540" y="56518"/>
                    <a:pt x="49339" y="56051"/>
                    <a:pt x="48806" y="56366"/>
                  </a:cubicBezTo>
                  <a:cubicBezTo>
                    <a:pt x="48349" y="56642"/>
                    <a:pt x="48025" y="58547"/>
                    <a:pt x="47635" y="58718"/>
                  </a:cubicBezTo>
                  <a:cubicBezTo>
                    <a:pt x="46339" y="59280"/>
                    <a:pt x="44196" y="58090"/>
                    <a:pt x="42939" y="58718"/>
                  </a:cubicBezTo>
                  <a:cubicBezTo>
                    <a:pt x="42005" y="59185"/>
                    <a:pt x="40910" y="61909"/>
                    <a:pt x="38243" y="62243"/>
                  </a:cubicBezTo>
                  <a:cubicBezTo>
                    <a:pt x="38633" y="62195"/>
                    <a:pt x="37624" y="60385"/>
                    <a:pt x="37071" y="61071"/>
                  </a:cubicBezTo>
                  <a:cubicBezTo>
                    <a:pt x="36243" y="62109"/>
                    <a:pt x="35623" y="62519"/>
                    <a:pt x="34719" y="63424"/>
                  </a:cubicBezTo>
                  <a:cubicBezTo>
                    <a:pt x="33395" y="64738"/>
                    <a:pt x="32671" y="65586"/>
                    <a:pt x="30023" y="66948"/>
                  </a:cubicBezTo>
                  <a:cubicBezTo>
                    <a:pt x="28356" y="67815"/>
                    <a:pt x="24575" y="69091"/>
                    <a:pt x="21803" y="70472"/>
                  </a:cubicBezTo>
                  <a:cubicBezTo>
                    <a:pt x="20545" y="71110"/>
                    <a:pt x="20384" y="72168"/>
                    <a:pt x="19450" y="72825"/>
                  </a:cubicBezTo>
                  <a:cubicBezTo>
                    <a:pt x="19031" y="73120"/>
                    <a:pt x="17412" y="72444"/>
                    <a:pt x="17107" y="72825"/>
                  </a:cubicBezTo>
                  <a:cubicBezTo>
                    <a:pt x="16716" y="73301"/>
                    <a:pt x="13859" y="74854"/>
                    <a:pt x="12411" y="76349"/>
                  </a:cubicBezTo>
                  <a:lnTo>
                    <a:pt x="362" y="85084"/>
                  </a:lnTo>
                  <a:cubicBezTo>
                    <a:pt x="362" y="85084"/>
                    <a:pt x="-1076" y="87332"/>
                    <a:pt x="1781" y="87332"/>
                  </a:cubicBezTo>
                  <a:lnTo>
                    <a:pt x="14754" y="82217"/>
                  </a:lnTo>
                  <a:cubicBezTo>
                    <a:pt x="16612" y="81550"/>
                    <a:pt x="18755" y="81464"/>
                    <a:pt x="20631" y="81045"/>
                  </a:cubicBezTo>
                  <a:cubicBezTo>
                    <a:pt x="20441" y="81093"/>
                    <a:pt x="21165" y="79064"/>
                    <a:pt x="21803" y="79873"/>
                  </a:cubicBezTo>
                  <a:cubicBezTo>
                    <a:pt x="22650" y="80931"/>
                    <a:pt x="23460" y="80283"/>
                    <a:pt x="24708" y="79111"/>
                  </a:cubicBezTo>
                  <a:cubicBezTo>
                    <a:pt x="25222" y="78645"/>
                    <a:pt x="25794" y="78092"/>
                    <a:pt x="26499" y="77521"/>
                  </a:cubicBezTo>
                  <a:cubicBezTo>
                    <a:pt x="26689" y="77368"/>
                    <a:pt x="28099" y="74425"/>
                    <a:pt x="28842" y="75168"/>
                  </a:cubicBezTo>
                  <a:cubicBezTo>
                    <a:pt x="30147" y="76473"/>
                    <a:pt x="29670" y="75663"/>
                    <a:pt x="32366" y="73996"/>
                  </a:cubicBezTo>
                  <a:cubicBezTo>
                    <a:pt x="33137" y="73511"/>
                    <a:pt x="33880" y="73349"/>
                    <a:pt x="34709" y="72825"/>
                  </a:cubicBezTo>
                  <a:cubicBezTo>
                    <a:pt x="35995" y="72006"/>
                    <a:pt x="36909" y="71310"/>
                    <a:pt x="38233" y="70472"/>
                  </a:cubicBezTo>
                  <a:cubicBezTo>
                    <a:pt x="39519" y="69653"/>
                    <a:pt x="40443" y="68967"/>
                    <a:pt x="41758" y="68129"/>
                  </a:cubicBezTo>
                  <a:cubicBezTo>
                    <a:pt x="43586" y="66958"/>
                    <a:pt x="48701" y="66186"/>
                    <a:pt x="52321" y="64605"/>
                  </a:cubicBezTo>
                  <a:cubicBezTo>
                    <a:pt x="53645" y="64024"/>
                    <a:pt x="52588" y="62900"/>
                    <a:pt x="53492" y="62252"/>
                  </a:cubicBezTo>
                  <a:cubicBezTo>
                    <a:pt x="54569" y="61490"/>
                    <a:pt x="57283" y="62081"/>
                    <a:pt x="59369" y="61081"/>
                  </a:cubicBezTo>
                  <a:cubicBezTo>
                    <a:pt x="60789" y="60404"/>
                    <a:pt x="61408" y="59423"/>
                    <a:pt x="62894" y="58738"/>
                  </a:cubicBezTo>
                  <a:cubicBezTo>
                    <a:pt x="64484" y="57995"/>
                    <a:pt x="66046" y="58461"/>
                    <a:pt x="67589" y="57566"/>
                  </a:cubicBezTo>
                  <a:cubicBezTo>
                    <a:pt x="68075" y="57280"/>
                    <a:pt x="68361" y="55404"/>
                    <a:pt x="68761" y="55223"/>
                  </a:cubicBezTo>
                  <a:cubicBezTo>
                    <a:pt x="70599" y="54394"/>
                    <a:pt x="71542" y="54632"/>
                    <a:pt x="73457" y="52870"/>
                  </a:cubicBezTo>
                  <a:cubicBezTo>
                    <a:pt x="74314" y="50794"/>
                    <a:pt x="78381" y="50194"/>
                    <a:pt x="80505" y="49346"/>
                  </a:cubicBezTo>
                  <a:cubicBezTo>
                    <a:pt x="82429" y="48574"/>
                    <a:pt x="86287" y="44545"/>
                    <a:pt x="88725" y="42297"/>
                  </a:cubicBezTo>
                  <a:cubicBezTo>
                    <a:pt x="96726" y="42078"/>
                    <a:pt x="105166" y="37201"/>
                    <a:pt x="113386" y="35258"/>
                  </a:cubicBezTo>
                  <a:cubicBezTo>
                    <a:pt x="112719" y="35420"/>
                    <a:pt x="114195" y="36430"/>
                    <a:pt x="114557" y="36430"/>
                  </a:cubicBezTo>
                  <a:cubicBezTo>
                    <a:pt x="115757" y="36430"/>
                    <a:pt x="117138" y="34715"/>
                    <a:pt x="119253" y="34087"/>
                  </a:cubicBezTo>
                  <a:cubicBezTo>
                    <a:pt x="121844" y="33315"/>
                    <a:pt x="124577" y="32753"/>
                    <a:pt x="127473" y="31734"/>
                  </a:cubicBezTo>
                  <a:cubicBezTo>
                    <a:pt x="129159" y="31144"/>
                    <a:pt x="131226" y="29915"/>
                    <a:pt x="133341" y="29391"/>
                  </a:cubicBezTo>
                  <a:cubicBezTo>
                    <a:pt x="137636" y="28315"/>
                    <a:pt x="141961" y="27381"/>
                    <a:pt x="147428" y="25867"/>
                  </a:cubicBezTo>
                  <a:cubicBezTo>
                    <a:pt x="152800" y="24381"/>
                    <a:pt x="159506" y="21523"/>
                    <a:pt x="163868" y="16475"/>
                  </a:cubicBezTo>
                  <a:cubicBezTo>
                    <a:pt x="168507" y="16646"/>
                    <a:pt x="173336" y="15151"/>
                    <a:pt x="177956" y="14132"/>
                  </a:cubicBezTo>
                  <a:cubicBezTo>
                    <a:pt x="180003" y="13675"/>
                    <a:pt x="182509" y="13608"/>
                    <a:pt x="184994" y="12960"/>
                  </a:cubicBezTo>
                  <a:cubicBezTo>
                    <a:pt x="186757" y="12503"/>
                    <a:pt x="188957" y="10893"/>
                    <a:pt x="190862" y="10617"/>
                  </a:cubicBezTo>
                  <a:cubicBezTo>
                    <a:pt x="195053" y="9998"/>
                    <a:pt x="200396" y="11093"/>
                    <a:pt x="204949" y="10617"/>
                  </a:cubicBezTo>
                  <a:cubicBezTo>
                    <a:pt x="204911" y="10627"/>
                    <a:pt x="205312" y="9484"/>
                    <a:pt x="206121" y="9446"/>
                  </a:cubicBezTo>
                  <a:cubicBezTo>
                    <a:pt x="220399" y="8693"/>
                    <a:pt x="241678" y="8141"/>
                    <a:pt x="260128" y="8274"/>
                  </a:cubicBezTo>
                  <a:cubicBezTo>
                    <a:pt x="260118" y="8274"/>
                    <a:pt x="260328" y="9646"/>
                    <a:pt x="261299" y="9446"/>
                  </a:cubicBezTo>
                  <a:cubicBezTo>
                    <a:pt x="261385" y="9436"/>
                    <a:pt x="261633" y="8379"/>
                    <a:pt x="262471" y="8274"/>
                  </a:cubicBezTo>
                  <a:cubicBezTo>
                    <a:pt x="264995" y="7941"/>
                    <a:pt x="265500" y="9036"/>
                    <a:pt x="267167" y="9446"/>
                  </a:cubicBezTo>
                  <a:cubicBezTo>
                    <a:pt x="269196" y="9950"/>
                    <a:pt x="270462" y="10417"/>
                    <a:pt x="271863" y="10617"/>
                  </a:cubicBezTo>
                  <a:cubicBezTo>
                    <a:pt x="271339" y="10541"/>
                    <a:pt x="272548" y="9446"/>
                    <a:pt x="273034" y="9446"/>
                  </a:cubicBezTo>
                  <a:cubicBezTo>
                    <a:pt x="273949" y="9446"/>
                    <a:pt x="275853" y="10474"/>
                    <a:pt x="277730" y="10617"/>
                  </a:cubicBezTo>
                  <a:cubicBezTo>
                    <a:pt x="277559" y="10608"/>
                    <a:pt x="278054" y="9274"/>
                    <a:pt x="278902" y="9446"/>
                  </a:cubicBezTo>
                  <a:cubicBezTo>
                    <a:pt x="279063" y="9474"/>
                    <a:pt x="279121" y="10550"/>
                    <a:pt x="280073" y="10617"/>
                  </a:cubicBezTo>
                  <a:cubicBezTo>
                    <a:pt x="279921" y="10608"/>
                    <a:pt x="280378" y="9274"/>
                    <a:pt x="281245" y="9446"/>
                  </a:cubicBezTo>
                  <a:cubicBezTo>
                    <a:pt x="281407" y="9474"/>
                    <a:pt x="281454" y="10560"/>
                    <a:pt x="282416" y="10617"/>
                  </a:cubicBezTo>
                  <a:cubicBezTo>
                    <a:pt x="287636" y="10941"/>
                    <a:pt x="290922" y="10389"/>
                    <a:pt x="296513" y="11789"/>
                  </a:cubicBezTo>
                  <a:cubicBezTo>
                    <a:pt x="297199" y="11960"/>
                    <a:pt x="297723" y="12970"/>
                    <a:pt x="297685" y="12960"/>
                  </a:cubicBezTo>
                  <a:cubicBezTo>
                    <a:pt x="299085" y="13151"/>
                    <a:pt x="298361" y="11884"/>
                    <a:pt x="298866" y="11789"/>
                  </a:cubicBezTo>
                  <a:cubicBezTo>
                    <a:pt x="298999" y="11770"/>
                    <a:pt x="302400" y="12741"/>
                    <a:pt x="303562" y="12960"/>
                  </a:cubicBezTo>
                  <a:cubicBezTo>
                    <a:pt x="305972" y="13427"/>
                    <a:pt x="309391" y="13389"/>
                    <a:pt x="311782" y="14132"/>
                  </a:cubicBezTo>
                  <a:cubicBezTo>
                    <a:pt x="312401" y="14322"/>
                    <a:pt x="313687" y="16342"/>
                    <a:pt x="314135" y="16475"/>
                  </a:cubicBezTo>
                  <a:cubicBezTo>
                    <a:pt x="315192" y="16799"/>
                    <a:pt x="316611" y="16103"/>
                    <a:pt x="317659" y="16475"/>
                  </a:cubicBezTo>
                  <a:cubicBezTo>
                    <a:pt x="318811" y="16894"/>
                    <a:pt x="319297" y="18542"/>
                    <a:pt x="320012" y="18828"/>
                  </a:cubicBezTo>
                  <a:cubicBezTo>
                    <a:pt x="322374" y="19771"/>
                    <a:pt x="323898" y="18942"/>
                    <a:pt x="327050" y="19999"/>
                  </a:cubicBezTo>
                  <a:cubicBezTo>
                    <a:pt x="327469" y="20133"/>
                    <a:pt x="327060" y="21114"/>
                    <a:pt x="328222" y="21171"/>
                  </a:cubicBezTo>
                  <a:cubicBezTo>
                    <a:pt x="331070" y="21323"/>
                    <a:pt x="333670" y="25124"/>
                    <a:pt x="336442" y="27038"/>
                  </a:cubicBezTo>
                  <a:cubicBezTo>
                    <a:pt x="337214" y="27572"/>
                    <a:pt x="337947" y="27676"/>
                    <a:pt x="338795" y="28210"/>
                  </a:cubicBezTo>
                  <a:cubicBezTo>
                    <a:pt x="340081" y="29029"/>
                    <a:pt x="340995" y="29715"/>
                    <a:pt x="342319" y="30562"/>
                  </a:cubicBezTo>
                  <a:cubicBezTo>
                    <a:pt x="342719" y="30820"/>
                    <a:pt x="345520" y="31344"/>
                    <a:pt x="345843" y="31734"/>
                  </a:cubicBezTo>
                  <a:cubicBezTo>
                    <a:pt x="347301" y="33515"/>
                    <a:pt x="348005" y="33639"/>
                    <a:pt x="350549" y="35258"/>
                  </a:cubicBezTo>
                  <a:cubicBezTo>
                    <a:pt x="351625" y="35944"/>
                    <a:pt x="353978" y="36373"/>
                    <a:pt x="356416" y="37601"/>
                  </a:cubicBezTo>
                  <a:cubicBezTo>
                    <a:pt x="358150" y="38478"/>
                    <a:pt x="360007" y="39649"/>
                    <a:pt x="362283" y="41126"/>
                  </a:cubicBezTo>
                  <a:cubicBezTo>
                    <a:pt x="362931" y="41554"/>
                    <a:pt x="362103" y="42231"/>
                    <a:pt x="363455" y="42297"/>
                  </a:cubicBezTo>
                  <a:cubicBezTo>
                    <a:pt x="364960" y="42383"/>
                    <a:pt x="364941" y="44259"/>
                    <a:pt x="365798" y="44650"/>
                  </a:cubicBezTo>
                  <a:cubicBezTo>
                    <a:pt x="366417" y="44926"/>
                    <a:pt x="367570" y="44298"/>
                    <a:pt x="368151" y="44650"/>
                  </a:cubicBezTo>
                  <a:cubicBezTo>
                    <a:pt x="372551" y="47307"/>
                    <a:pt x="377295" y="50994"/>
                    <a:pt x="382429" y="52013"/>
                  </a:cubicBezTo>
                  <a:cubicBezTo>
                    <a:pt x="383620" y="52251"/>
                    <a:pt x="383410" y="46765"/>
                    <a:pt x="383267" y="46383"/>
                  </a:cubicBezTo>
                  <a:cubicBezTo>
                    <a:pt x="383229" y="46231"/>
                    <a:pt x="383162" y="46088"/>
                    <a:pt x="383086" y="45955"/>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31" id="131"/>
            <p:cNvSpPr/>
            <p:nvPr/>
          </p:nvSpPr>
          <p:spPr>
            <a:xfrm>
              <a:off x="8638714" y="4032191"/>
              <a:ext cx="531963" cy="122319"/>
            </a:xfrm>
            <a:custGeom>
              <a:avLst/>
              <a:gdLst/>
              <a:ahLst/>
              <a:cxnLst/>
              <a:rect r="r" b="b" t="t" l="l"/>
              <a:pathLst>
                <a:path w="531963" h="122319" stroke="true" fill="norm" extrusionOk="true">
                  <a:moveTo>
                    <a:pt x="527198" y="110505"/>
                  </a:moveTo>
                  <a:cubicBezTo>
                    <a:pt x="524988" y="106762"/>
                    <a:pt x="527493" y="105590"/>
                    <a:pt x="526017" y="101113"/>
                  </a:cubicBezTo>
                  <a:cubicBezTo>
                    <a:pt x="524160" y="98266"/>
                    <a:pt x="521816" y="95922"/>
                    <a:pt x="518968" y="94065"/>
                  </a:cubicBezTo>
                  <a:cubicBezTo>
                    <a:pt x="518321" y="93389"/>
                    <a:pt x="518330" y="92560"/>
                    <a:pt x="517797" y="91722"/>
                  </a:cubicBezTo>
                  <a:cubicBezTo>
                    <a:pt x="517445" y="91160"/>
                    <a:pt x="516797" y="90845"/>
                    <a:pt x="516625" y="90550"/>
                  </a:cubicBezTo>
                  <a:cubicBezTo>
                    <a:pt x="516187" y="89807"/>
                    <a:pt x="516082" y="87826"/>
                    <a:pt x="515454" y="87026"/>
                  </a:cubicBezTo>
                  <a:cubicBezTo>
                    <a:pt x="514701" y="86083"/>
                    <a:pt x="512806" y="85578"/>
                    <a:pt x="511929" y="84673"/>
                  </a:cubicBezTo>
                  <a:cubicBezTo>
                    <a:pt x="510682" y="83397"/>
                    <a:pt x="508958" y="80920"/>
                    <a:pt x="507234" y="78806"/>
                  </a:cubicBezTo>
                  <a:cubicBezTo>
                    <a:pt x="506110" y="77425"/>
                    <a:pt x="505614" y="75625"/>
                    <a:pt x="503709" y="74110"/>
                  </a:cubicBezTo>
                  <a:cubicBezTo>
                    <a:pt x="502833" y="73415"/>
                    <a:pt x="503166" y="73948"/>
                    <a:pt x="502538" y="72939"/>
                  </a:cubicBezTo>
                  <a:cubicBezTo>
                    <a:pt x="502071" y="72205"/>
                    <a:pt x="502004" y="70195"/>
                    <a:pt x="501366" y="69414"/>
                  </a:cubicBezTo>
                  <a:cubicBezTo>
                    <a:pt x="498690" y="66176"/>
                    <a:pt x="494489" y="63137"/>
                    <a:pt x="490803" y="60023"/>
                  </a:cubicBezTo>
                  <a:cubicBezTo>
                    <a:pt x="490460" y="59737"/>
                    <a:pt x="489946" y="57822"/>
                    <a:pt x="489631" y="57679"/>
                  </a:cubicBezTo>
                  <a:cubicBezTo>
                    <a:pt x="489108" y="57441"/>
                    <a:pt x="487698" y="58051"/>
                    <a:pt x="487288" y="57679"/>
                  </a:cubicBezTo>
                  <a:cubicBezTo>
                    <a:pt x="485955" y="56498"/>
                    <a:pt x="486288" y="54260"/>
                    <a:pt x="484935" y="52984"/>
                  </a:cubicBezTo>
                  <a:cubicBezTo>
                    <a:pt x="484555" y="52622"/>
                    <a:pt x="482916" y="53384"/>
                    <a:pt x="482592" y="52984"/>
                  </a:cubicBezTo>
                  <a:cubicBezTo>
                    <a:pt x="482126" y="52422"/>
                    <a:pt x="481954" y="51136"/>
                    <a:pt x="481421" y="50641"/>
                  </a:cubicBezTo>
                  <a:cubicBezTo>
                    <a:pt x="481040" y="50278"/>
                    <a:pt x="479401" y="51040"/>
                    <a:pt x="479068" y="50641"/>
                  </a:cubicBezTo>
                  <a:cubicBezTo>
                    <a:pt x="478001" y="49336"/>
                    <a:pt x="477306" y="46764"/>
                    <a:pt x="475544" y="44773"/>
                  </a:cubicBezTo>
                  <a:cubicBezTo>
                    <a:pt x="472686" y="46526"/>
                    <a:pt x="472201" y="43040"/>
                    <a:pt x="470848" y="42430"/>
                  </a:cubicBezTo>
                  <a:cubicBezTo>
                    <a:pt x="468410" y="41315"/>
                    <a:pt x="464733" y="41077"/>
                    <a:pt x="462628" y="40077"/>
                  </a:cubicBezTo>
                  <a:cubicBezTo>
                    <a:pt x="462057" y="39811"/>
                    <a:pt x="462742" y="38972"/>
                    <a:pt x="461456" y="38906"/>
                  </a:cubicBezTo>
                  <a:cubicBezTo>
                    <a:pt x="462428" y="38963"/>
                    <a:pt x="455741" y="37925"/>
                    <a:pt x="455589" y="37734"/>
                  </a:cubicBezTo>
                  <a:cubicBezTo>
                    <a:pt x="452351" y="33772"/>
                    <a:pt x="441987" y="30733"/>
                    <a:pt x="435625" y="28342"/>
                  </a:cubicBezTo>
                  <a:cubicBezTo>
                    <a:pt x="434625" y="27962"/>
                    <a:pt x="433062" y="28800"/>
                    <a:pt x="432100" y="28342"/>
                  </a:cubicBezTo>
                  <a:cubicBezTo>
                    <a:pt x="431596" y="28104"/>
                    <a:pt x="431338" y="26161"/>
                    <a:pt x="430929" y="25990"/>
                  </a:cubicBezTo>
                  <a:cubicBezTo>
                    <a:pt x="429319" y="25314"/>
                    <a:pt x="426957" y="25504"/>
                    <a:pt x="425061" y="24818"/>
                  </a:cubicBezTo>
                  <a:cubicBezTo>
                    <a:pt x="424604" y="24647"/>
                    <a:pt x="425080" y="23713"/>
                    <a:pt x="423890" y="23647"/>
                  </a:cubicBezTo>
                  <a:cubicBezTo>
                    <a:pt x="423442" y="23628"/>
                    <a:pt x="420613" y="23951"/>
                    <a:pt x="420366" y="23647"/>
                  </a:cubicBezTo>
                  <a:cubicBezTo>
                    <a:pt x="419499" y="22589"/>
                    <a:pt x="414879" y="21218"/>
                    <a:pt x="412145" y="20122"/>
                  </a:cubicBezTo>
                  <a:cubicBezTo>
                    <a:pt x="411726" y="19951"/>
                    <a:pt x="410059" y="20446"/>
                    <a:pt x="409802" y="20122"/>
                  </a:cubicBezTo>
                  <a:cubicBezTo>
                    <a:pt x="409707" y="20018"/>
                    <a:pt x="409917" y="18989"/>
                    <a:pt x="409802" y="18951"/>
                  </a:cubicBezTo>
                  <a:cubicBezTo>
                    <a:pt x="409393" y="18808"/>
                    <a:pt x="407707" y="19265"/>
                    <a:pt x="407450" y="18951"/>
                  </a:cubicBezTo>
                  <a:cubicBezTo>
                    <a:pt x="407383" y="18865"/>
                    <a:pt x="407526" y="17789"/>
                    <a:pt x="407450" y="17779"/>
                  </a:cubicBezTo>
                  <a:cubicBezTo>
                    <a:pt x="406230" y="17579"/>
                    <a:pt x="405040" y="18941"/>
                    <a:pt x="405107" y="18951"/>
                  </a:cubicBezTo>
                  <a:cubicBezTo>
                    <a:pt x="403601" y="18608"/>
                    <a:pt x="404830" y="17055"/>
                    <a:pt x="403935" y="16608"/>
                  </a:cubicBezTo>
                  <a:cubicBezTo>
                    <a:pt x="403459" y="16369"/>
                    <a:pt x="402411" y="17874"/>
                    <a:pt x="401582" y="17779"/>
                  </a:cubicBezTo>
                  <a:cubicBezTo>
                    <a:pt x="399773" y="17579"/>
                    <a:pt x="399392" y="16570"/>
                    <a:pt x="396886" y="17779"/>
                  </a:cubicBezTo>
                  <a:cubicBezTo>
                    <a:pt x="393819" y="13560"/>
                    <a:pt x="389305" y="14569"/>
                    <a:pt x="383971" y="13083"/>
                  </a:cubicBezTo>
                  <a:cubicBezTo>
                    <a:pt x="383647" y="12988"/>
                    <a:pt x="383894" y="11969"/>
                    <a:pt x="382799" y="11912"/>
                  </a:cubicBezTo>
                  <a:cubicBezTo>
                    <a:pt x="379360" y="11731"/>
                    <a:pt x="378713" y="11340"/>
                    <a:pt x="374579" y="10740"/>
                  </a:cubicBezTo>
                  <a:cubicBezTo>
                    <a:pt x="370712" y="10178"/>
                    <a:pt x="365721" y="9245"/>
                    <a:pt x="360491" y="8397"/>
                  </a:cubicBezTo>
                  <a:cubicBezTo>
                    <a:pt x="359225" y="8188"/>
                    <a:pt x="357939" y="7416"/>
                    <a:pt x="355796" y="7226"/>
                  </a:cubicBezTo>
                  <a:cubicBezTo>
                    <a:pt x="353852" y="7054"/>
                    <a:pt x="351862" y="7435"/>
                    <a:pt x="349928" y="7226"/>
                  </a:cubicBezTo>
                  <a:cubicBezTo>
                    <a:pt x="350176" y="7254"/>
                    <a:pt x="349376" y="5273"/>
                    <a:pt x="348757" y="6054"/>
                  </a:cubicBezTo>
                  <a:cubicBezTo>
                    <a:pt x="347537" y="7578"/>
                    <a:pt x="348414" y="6140"/>
                    <a:pt x="347585" y="6054"/>
                  </a:cubicBezTo>
                  <a:cubicBezTo>
                    <a:pt x="344909" y="5778"/>
                    <a:pt x="341527" y="7064"/>
                    <a:pt x="338194" y="6054"/>
                  </a:cubicBezTo>
                  <a:cubicBezTo>
                    <a:pt x="337622" y="5882"/>
                    <a:pt x="336898" y="4863"/>
                    <a:pt x="337022" y="4882"/>
                  </a:cubicBezTo>
                  <a:cubicBezTo>
                    <a:pt x="335107" y="4616"/>
                    <a:pt x="336212" y="6435"/>
                    <a:pt x="334669" y="4882"/>
                  </a:cubicBezTo>
                  <a:cubicBezTo>
                    <a:pt x="334879" y="5092"/>
                    <a:pt x="324925" y="3768"/>
                    <a:pt x="324106" y="3711"/>
                  </a:cubicBezTo>
                  <a:cubicBezTo>
                    <a:pt x="316895" y="3206"/>
                    <a:pt x="309333" y="4044"/>
                    <a:pt x="301798" y="3711"/>
                  </a:cubicBezTo>
                  <a:cubicBezTo>
                    <a:pt x="298788" y="3577"/>
                    <a:pt x="296655" y="2787"/>
                    <a:pt x="293578" y="2539"/>
                  </a:cubicBezTo>
                  <a:cubicBezTo>
                    <a:pt x="287759" y="2054"/>
                    <a:pt x="281767" y="3235"/>
                    <a:pt x="275967" y="2539"/>
                  </a:cubicBezTo>
                  <a:cubicBezTo>
                    <a:pt x="273128" y="2196"/>
                    <a:pt x="269718" y="453"/>
                    <a:pt x="266575" y="187"/>
                  </a:cubicBezTo>
                  <a:cubicBezTo>
                    <a:pt x="258964" y="-442"/>
                    <a:pt x="250868" y="663"/>
                    <a:pt x="243096" y="1358"/>
                  </a:cubicBezTo>
                  <a:cubicBezTo>
                    <a:pt x="235095" y="2082"/>
                    <a:pt x="227170" y="3225"/>
                    <a:pt x="219617" y="3711"/>
                  </a:cubicBezTo>
                  <a:cubicBezTo>
                    <a:pt x="219321" y="3720"/>
                    <a:pt x="217426" y="3901"/>
                    <a:pt x="217264" y="3711"/>
                  </a:cubicBezTo>
                  <a:cubicBezTo>
                    <a:pt x="216150" y="2339"/>
                    <a:pt x="216693" y="3644"/>
                    <a:pt x="214911" y="3711"/>
                  </a:cubicBezTo>
                  <a:cubicBezTo>
                    <a:pt x="208892" y="3911"/>
                    <a:pt x="203624" y="3892"/>
                    <a:pt x="196128" y="4882"/>
                  </a:cubicBezTo>
                  <a:cubicBezTo>
                    <a:pt x="196366" y="4854"/>
                    <a:pt x="195585" y="6844"/>
                    <a:pt x="194956" y="6054"/>
                  </a:cubicBezTo>
                  <a:cubicBezTo>
                    <a:pt x="193775" y="4578"/>
                    <a:pt x="191651" y="6616"/>
                    <a:pt x="187908" y="7226"/>
                  </a:cubicBezTo>
                  <a:cubicBezTo>
                    <a:pt x="181850" y="8216"/>
                    <a:pt x="177688" y="8149"/>
                    <a:pt x="172649" y="9569"/>
                  </a:cubicBezTo>
                  <a:cubicBezTo>
                    <a:pt x="172249" y="9683"/>
                    <a:pt x="170534" y="9283"/>
                    <a:pt x="170306" y="9569"/>
                  </a:cubicBezTo>
                  <a:cubicBezTo>
                    <a:pt x="168505" y="11769"/>
                    <a:pt x="167572" y="12436"/>
                    <a:pt x="162086" y="13093"/>
                  </a:cubicBezTo>
                  <a:cubicBezTo>
                    <a:pt x="161733" y="13131"/>
                    <a:pt x="159933" y="12845"/>
                    <a:pt x="159742" y="13093"/>
                  </a:cubicBezTo>
                  <a:cubicBezTo>
                    <a:pt x="159666" y="13188"/>
                    <a:pt x="159838" y="14236"/>
                    <a:pt x="159742" y="14265"/>
                  </a:cubicBezTo>
                  <a:cubicBezTo>
                    <a:pt x="157133" y="14979"/>
                    <a:pt x="154818" y="16084"/>
                    <a:pt x="152694" y="16617"/>
                  </a:cubicBezTo>
                  <a:cubicBezTo>
                    <a:pt x="150494" y="17170"/>
                    <a:pt x="148113" y="17798"/>
                    <a:pt x="145655" y="18960"/>
                  </a:cubicBezTo>
                  <a:cubicBezTo>
                    <a:pt x="145084" y="19237"/>
                    <a:pt x="145769" y="20065"/>
                    <a:pt x="144483" y="20132"/>
                  </a:cubicBezTo>
                  <a:cubicBezTo>
                    <a:pt x="142979" y="20218"/>
                    <a:pt x="143007" y="22066"/>
                    <a:pt x="142131" y="22485"/>
                  </a:cubicBezTo>
                  <a:cubicBezTo>
                    <a:pt x="141169" y="22942"/>
                    <a:pt x="139597" y="22075"/>
                    <a:pt x="138607" y="22485"/>
                  </a:cubicBezTo>
                  <a:cubicBezTo>
                    <a:pt x="138092" y="22694"/>
                    <a:pt x="138673" y="23590"/>
                    <a:pt x="137435" y="23656"/>
                  </a:cubicBezTo>
                  <a:cubicBezTo>
                    <a:pt x="135692" y="23751"/>
                    <a:pt x="135216" y="24266"/>
                    <a:pt x="133911" y="24828"/>
                  </a:cubicBezTo>
                  <a:cubicBezTo>
                    <a:pt x="130586" y="26276"/>
                    <a:pt x="126605" y="27904"/>
                    <a:pt x="123338" y="29524"/>
                  </a:cubicBezTo>
                  <a:cubicBezTo>
                    <a:pt x="123138" y="29628"/>
                    <a:pt x="118861" y="30428"/>
                    <a:pt x="118642" y="30695"/>
                  </a:cubicBezTo>
                  <a:cubicBezTo>
                    <a:pt x="117852" y="31667"/>
                    <a:pt x="117280" y="34105"/>
                    <a:pt x="115118" y="34219"/>
                  </a:cubicBezTo>
                  <a:cubicBezTo>
                    <a:pt x="113984" y="34286"/>
                    <a:pt x="111317" y="34724"/>
                    <a:pt x="110422" y="35400"/>
                  </a:cubicBezTo>
                  <a:cubicBezTo>
                    <a:pt x="109984" y="35734"/>
                    <a:pt x="109650" y="37544"/>
                    <a:pt x="109251" y="37753"/>
                  </a:cubicBezTo>
                  <a:cubicBezTo>
                    <a:pt x="107660" y="38563"/>
                    <a:pt x="104869" y="38096"/>
                    <a:pt x="103383" y="38925"/>
                  </a:cubicBezTo>
                  <a:cubicBezTo>
                    <a:pt x="102716" y="39296"/>
                    <a:pt x="102783" y="40849"/>
                    <a:pt x="102212" y="41277"/>
                  </a:cubicBezTo>
                  <a:cubicBezTo>
                    <a:pt x="101792" y="41592"/>
                    <a:pt x="100183" y="40887"/>
                    <a:pt x="99859" y="41277"/>
                  </a:cubicBezTo>
                  <a:cubicBezTo>
                    <a:pt x="99716" y="41439"/>
                    <a:pt x="100040" y="42335"/>
                    <a:pt x="99859" y="42449"/>
                  </a:cubicBezTo>
                  <a:cubicBezTo>
                    <a:pt x="99430" y="42725"/>
                    <a:pt x="97821" y="42068"/>
                    <a:pt x="97506" y="42449"/>
                  </a:cubicBezTo>
                  <a:cubicBezTo>
                    <a:pt x="96592" y="43563"/>
                    <a:pt x="96639" y="44173"/>
                    <a:pt x="95163" y="44792"/>
                  </a:cubicBezTo>
                  <a:cubicBezTo>
                    <a:pt x="92906" y="45745"/>
                    <a:pt x="90410" y="46507"/>
                    <a:pt x="88114" y="47145"/>
                  </a:cubicBezTo>
                  <a:cubicBezTo>
                    <a:pt x="85848" y="47773"/>
                    <a:pt x="83000" y="47611"/>
                    <a:pt x="81075" y="48316"/>
                  </a:cubicBezTo>
                  <a:cubicBezTo>
                    <a:pt x="80323" y="48593"/>
                    <a:pt x="79904" y="50202"/>
                    <a:pt x="78723" y="50669"/>
                  </a:cubicBezTo>
                  <a:cubicBezTo>
                    <a:pt x="78056" y="50936"/>
                    <a:pt x="77075" y="50488"/>
                    <a:pt x="76380" y="50669"/>
                  </a:cubicBezTo>
                  <a:cubicBezTo>
                    <a:pt x="75218" y="50964"/>
                    <a:pt x="71665" y="53003"/>
                    <a:pt x="69331" y="54193"/>
                  </a:cubicBezTo>
                  <a:cubicBezTo>
                    <a:pt x="67960" y="54898"/>
                    <a:pt x="66921" y="54527"/>
                    <a:pt x="65807" y="55365"/>
                  </a:cubicBezTo>
                  <a:cubicBezTo>
                    <a:pt x="64883" y="56070"/>
                    <a:pt x="64588" y="56975"/>
                    <a:pt x="63454" y="57718"/>
                  </a:cubicBezTo>
                  <a:cubicBezTo>
                    <a:pt x="62607" y="58280"/>
                    <a:pt x="60883" y="58184"/>
                    <a:pt x="59930" y="58889"/>
                  </a:cubicBezTo>
                  <a:cubicBezTo>
                    <a:pt x="59425" y="59270"/>
                    <a:pt x="59244" y="60947"/>
                    <a:pt x="58758" y="61242"/>
                  </a:cubicBezTo>
                  <a:cubicBezTo>
                    <a:pt x="57558" y="61966"/>
                    <a:pt x="56368" y="61842"/>
                    <a:pt x="55234" y="62413"/>
                  </a:cubicBezTo>
                  <a:cubicBezTo>
                    <a:pt x="54425" y="62832"/>
                    <a:pt x="53767" y="63090"/>
                    <a:pt x="52891" y="63585"/>
                  </a:cubicBezTo>
                  <a:cubicBezTo>
                    <a:pt x="51729" y="64242"/>
                    <a:pt x="51443" y="65309"/>
                    <a:pt x="50538" y="65938"/>
                  </a:cubicBezTo>
                  <a:cubicBezTo>
                    <a:pt x="50110" y="66233"/>
                    <a:pt x="48500" y="65557"/>
                    <a:pt x="48195" y="65938"/>
                  </a:cubicBezTo>
                  <a:cubicBezTo>
                    <a:pt x="47433" y="66862"/>
                    <a:pt x="46767" y="68748"/>
                    <a:pt x="45843" y="69462"/>
                  </a:cubicBezTo>
                  <a:cubicBezTo>
                    <a:pt x="45014" y="70100"/>
                    <a:pt x="43204" y="69900"/>
                    <a:pt x="42318" y="70633"/>
                  </a:cubicBezTo>
                  <a:cubicBezTo>
                    <a:pt x="40832" y="71872"/>
                    <a:pt x="40470" y="74015"/>
                    <a:pt x="38794" y="75329"/>
                  </a:cubicBezTo>
                  <a:cubicBezTo>
                    <a:pt x="37784" y="76120"/>
                    <a:pt x="36241" y="75767"/>
                    <a:pt x="35270" y="76501"/>
                  </a:cubicBezTo>
                  <a:cubicBezTo>
                    <a:pt x="34441" y="77139"/>
                    <a:pt x="33870" y="78120"/>
                    <a:pt x="32927" y="78844"/>
                  </a:cubicBezTo>
                  <a:cubicBezTo>
                    <a:pt x="29793" y="81254"/>
                    <a:pt x="26297" y="84130"/>
                    <a:pt x="22783" y="87207"/>
                  </a:cubicBezTo>
                  <a:cubicBezTo>
                    <a:pt x="18563" y="90893"/>
                    <a:pt x="14324" y="94865"/>
                    <a:pt x="10619" y="98808"/>
                  </a:cubicBezTo>
                  <a:cubicBezTo>
                    <a:pt x="7914" y="101190"/>
                    <a:pt x="5114" y="103466"/>
                    <a:pt x="2408" y="105847"/>
                  </a:cubicBezTo>
                  <a:cubicBezTo>
                    <a:pt x="1113" y="106981"/>
                    <a:pt x="-973" y="108467"/>
                    <a:pt x="513" y="110162"/>
                  </a:cubicBezTo>
                  <a:cubicBezTo>
                    <a:pt x="704" y="110381"/>
                    <a:pt x="12381" y="103799"/>
                    <a:pt x="13543" y="103085"/>
                  </a:cubicBezTo>
                  <a:cubicBezTo>
                    <a:pt x="16677" y="101161"/>
                    <a:pt x="19801" y="99237"/>
                    <a:pt x="22925" y="97304"/>
                  </a:cubicBezTo>
                  <a:cubicBezTo>
                    <a:pt x="22525" y="96865"/>
                    <a:pt x="23640" y="96332"/>
                    <a:pt x="23545" y="95284"/>
                  </a:cubicBezTo>
                  <a:cubicBezTo>
                    <a:pt x="26145" y="94484"/>
                    <a:pt x="27155" y="91855"/>
                    <a:pt x="28802" y="90074"/>
                  </a:cubicBezTo>
                  <a:cubicBezTo>
                    <a:pt x="29002" y="89855"/>
                    <a:pt x="29183" y="89598"/>
                    <a:pt x="29412" y="89417"/>
                  </a:cubicBezTo>
                  <a:cubicBezTo>
                    <a:pt x="30660" y="88398"/>
                    <a:pt x="32603" y="88055"/>
                    <a:pt x="34108" y="87074"/>
                  </a:cubicBezTo>
                  <a:cubicBezTo>
                    <a:pt x="35394" y="86226"/>
                    <a:pt x="36365" y="84473"/>
                    <a:pt x="37632" y="83549"/>
                  </a:cubicBezTo>
                  <a:cubicBezTo>
                    <a:pt x="39004" y="82549"/>
                    <a:pt x="40928" y="82168"/>
                    <a:pt x="42328" y="81206"/>
                  </a:cubicBezTo>
                  <a:cubicBezTo>
                    <a:pt x="42747" y="80911"/>
                    <a:pt x="43128" y="79025"/>
                    <a:pt x="43499" y="78853"/>
                  </a:cubicBezTo>
                  <a:cubicBezTo>
                    <a:pt x="44061" y="78596"/>
                    <a:pt x="45366" y="79225"/>
                    <a:pt x="45843" y="78853"/>
                  </a:cubicBezTo>
                  <a:cubicBezTo>
                    <a:pt x="47271" y="77758"/>
                    <a:pt x="47919" y="74291"/>
                    <a:pt x="50538" y="74158"/>
                  </a:cubicBezTo>
                  <a:cubicBezTo>
                    <a:pt x="50862" y="74139"/>
                    <a:pt x="52529" y="73243"/>
                    <a:pt x="52891" y="72986"/>
                  </a:cubicBezTo>
                  <a:cubicBezTo>
                    <a:pt x="54225" y="72024"/>
                    <a:pt x="55234" y="70300"/>
                    <a:pt x="56415" y="69462"/>
                  </a:cubicBezTo>
                  <a:cubicBezTo>
                    <a:pt x="56834" y="69167"/>
                    <a:pt x="58444" y="69852"/>
                    <a:pt x="58758" y="69462"/>
                  </a:cubicBezTo>
                  <a:cubicBezTo>
                    <a:pt x="59073" y="69081"/>
                    <a:pt x="59558" y="67357"/>
                    <a:pt x="59930" y="67119"/>
                  </a:cubicBezTo>
                  <a:cubicBezTo>
                    <a:pt x="60359" y="66843"/>
                    <a:pt x="61968" y="67490"/>
                    <a:pt x="62283" y="67119"/>
                  </a:cubicBezTo>
                  <a:cubicBezTo>
                    <a:pt x="62397" y="66985"/>
                    <a:pt x="62130" y="66014"/>
                    <a:pt x="62283" y="65947"/>
                  </a:cubicBezTo>
                  <a:cubicBezTo>
                    <a:pt x="62711" y="65747"/>
                    <a:pt x="64350" y="66290"/>
                    <a:pt x="64626" y="65947"/>
                  </a:cubicBezTo>
                  <a:cubicBezTo>
                    <a:pt x="65569" y="64795"/>
                    <a:pt x="65654" y="64433"/>
                    <a:pt x="66979" y="63595"/>
                  </a:cubicBezTo>
                  <a:cubicBezTo>
                    <a:pt x="68312" y="62747"/>
                    <a:pt x="72446" y="60651"/>
                    <a:pt x="75199" y="58899"/>
                  </a:cubicBezTo>
                  <a:cubicBezTo>
                    <a:pt x="76113" y="58318"/>
                    <a:pt x="79104" y="57470"/>
                    <a:pt x="82247" y="56556"/>
                  </a:cubicBezTo>
                  <a:cubicBezTo>
                    <a:pt x="82600" y="56451"/>
                    <a:pt x="82304" y="55441"/>
                    <a:pt x="83419" y="55384"/>
                  </a:cubicBezTo>
                  <a:cubicBezTo>
                    <a:pt x="85990" y="55251"/>
                    <a:pt x="87105" y="55251"/>
                    <a:pt x="89286" y="54212"/>
                  </a:cubicBezTo>
                  <a:cubicBezTo>
                    <a:pt x="89858" y="53946"/>
                    <a:pt x="89172" y="53108"/>
                    <a:pt x="90458" y="53041"/>
                  </a:cubicBezTo>
                  <a:cubicBezTo>
                    <a:pt x="90477" y="53041"/>
                    <a:pt x="94687" y="52584"/>
                    <a:pt x="96335" y="51869"/>
                  </a:cubicBezTo>
                  <a:cubicBezTo>
                    <a:pt x="97687" y="51279"/>
                    <a:pt x="97706" y="50193"/>
                    <a:pt x="98678" y="49517"/>
                  </a:cubicBezTo>
                  <a:cubicBezTo>
                    <a:pt x="99106" y="49221"/>
                    <a:pt x="100716" y="49907"/>
                    <a:pt x="101030" y="49517"/>
                  </a:cubicBezTo>
                  <a:cubicBezTo>
                    <a:pt x="101164" y="49345"/>
                    <a:pt x="100849" y="48459"/>
                    <a:pt x="101030" y="48345"/>
                  </a:cubicBezTo>
                  <a:cubicBezTo>
                    <a:pt x="101459" y="48069"/>
                    <a:pt x="103069" y="48726"/>
                    <a:pt x="103374" y="48345"/>
                  </a:cubicBezTo>
                  <a:cubicBezTo>
                    <a:pt x="104307" y="47212"/>
                    <a:pt x="104497" y="46888"/>
                    <a:pt x="105726" y="46002"/>
                  </a:cubicBezTo>
                  <a:cubicBezTo>
                    <a:pt x="106393" y="45516"/>
                    <a:pt x="108612" y="45449"/>
                    <a:pt x="109251" y="44830"/>
                  </a:cubicBezTo>
                  <a:cubicBezTo>
                    <a:pt x="109622" y="44468"/>
                    <a:pt x="108850" y="42801"/>
                    <a:pt x="109251" y="42487"/>
                  </a:cubicBezTo>
                  <a:cubicBezTo>
                    <a:pt x="110060" y="41820"/>
                    <a:pt x="110860" y="40687"/>
                    <a:pt x="111603" y="40134"/>
                  </a:cubicBezTo>
                  <a:cubicBezTo>
                    <a:pt x="112022" y="39820"/>
                    <a:pt x="113632" y="40525"/>
                    <a:pt x="113946" y="40134"/>
                  </a:cubicBezTo>
                  <a:cubicBezTo>
                    <a:pt x="114080" y="39973"/>
                    <a:pt x="113775" y="39068"/>
                    <a:pt x="113946" y="38963"/>
                  </a:cubicBezTo>
                  <a:cubicBezTo>
                    <a:pt x="115461" y="38058"/>
                    <a:pt x="117013" y="38620"/>
                    <a:pt x="118642" y="37791"/>
                  </a:cubicBezTo>
                  <a:cubicBezTo>
                    <a:pt x="119328" y="37439"/>
                    <a:pt x="120423" y="35696"/>
                    <a:pt x="120995" y="35439"/>
                  </a:cubicBezTo>
                  <a:cubicBezTo>
                    <a:pt x="121633" y="35153"/>
                    <a:pt x="122652" y="35610"/>
                    <a:pt x="123338" y="35439"/>
                  </a:cubicBezTo>
                  <a:cubicBezTo>
                    <a:pt x="124490" y="35153"/>
                    <a:pt x="125995" y="33981"/>
                    <a:pt x="128034" y="33096"/>
                  </a:cubicBezTo>
                  <a:cubicBezTo>
                    <a:pt x="130072" y="32210"/>
                    <a:pt x="132987" y="31762"/>
                    <a:pt x="135082" y="30743"/>
                  </a:cubicBezTo>
                  <a:cubicBezTo>
                    <a:pt x="137340" y="29638"/>
                    <a:pt x="138892" y="28057"/>
                    <a:pt x="140950" y="27219"/>
                  </a:cubicBezTo>
                  <a:cubicBezTo>
                    <a:pt x="145131" y="25523"/>
                    <a:pt x="150456" y="24256"/>
                    <a:pt x="155037" y="22523"/>
                  </a:cubicBezTo>
                  <a:cubicBezTo>
                    <a:pt x="155351" y="22408"/>
                    <a:pt x="155294" y="21580"/>
                    <a:pt x="156209" y="21351"/>
                  </a:cubicBezTo>
                  <a:cubicBezTo>
                    <a:pt x="158218" y="20846"/>
                    <a:pt x="159438" y="21161"/>
                    <a:pt x="162076" y="20170"/>
                  </a:cubicBezTo>
                  <a:cubicBezTo>
                    <a:pt x="162381" y="20056"/>
                    <a:pt x="162343" y="19227"/>
                    <a:pt x="163248" y="18998"/>
                  </a:cubicBezTo>
                  <a:cubicBezTo>
                    <a:pt x="163943" y="18827"/>
                    <a:pt x="164953" y="19284"/>
                    <a:pt x="165600" y="18998"/>
                  </a:cubicBezTo>
                  <a:cubicBezTo>
                    <a:pt x="166172" y="18751"/>
                    <a:pt x="167524" y="16779"/>
                    <a:pt x="167944" y="16655"/>
                  </a:cubicBezTo>
                  <a:cubicBezTo>
                    <a:pt x="170611" y="15865"/>
                    <a:pt x="173992" y="16217"/>
                    <a:pt x="177335" y="15484"/>
                  </a:cubicBezTo>
                  <a:cubicBezTo>
                    <a:pt x="179869" y="14931"/>
                    <a:pt x="182136" y="13474"/>
                    <a:pt x="184384" y="13141"/>
                  </a:cubicBezTo>
                  <a:cubicBezTo>
                    <a:pt x="190356" y="12226"/>
                    <a:pt x="196766" y="12836"/>
                    <a:pt x="203167" y="11969"/>
                  </a:cubicBezTo>
                  <a:cubicBezTo>
                    <a:pt x="202910" y="11998"/>
                    <a:pt x="203862" y="10912"/>
                    <a:pt x="204339" y="10797"/>
                  </a:cubicBezTo>
                  <a:cubicBezTo>
                    <a:pt x="205815" y="10426"/>
                    <a:pt x="207558" y="11169"/>
                    <a:pt x="209034" y="10797"/>
                  </a:cubicBezTo>
                  <a:cubicBezTo>
                    <a:pt x="209692" y="10636"/>
                    <a:pt x="210282" y="9616"/>
                    <a:pt x="210206" y="9626"/>
                  </a:cubicBezTo>
                  <a:cubicBezTo>
                    <a:pt x="213187" y="9264"/>
                    <a:pt x="216397" y="9978"/>
                    <a:pt x="219607" y="9626"/>
                  </a:cubicBezTo>
                  <a:cubicBezTo>
                    <a:pt x="227780" y="8740"/>
                    <a:pt x="234971" y="7988"/>
                    <a:pt x="245429" y="7283"/>
                  </a:cubicBezTo>
                  <a:cubicBezTo>
                    <a:pt x="257698" y="6445"/>
                    <a:pt x="277072" y="5882"/>
                    <a:pt x="291216" y="7283"/>
                  </a:cubicBezTo>
                  <a:cubicBezTo>
                    <a:pt x="293064" y="7464"/>
                    <a:pt x="294912" y="8264"/>
                    <a:pt x="297084" y="8454"/>
                  </a:cubicBezTo>
                  <a:cubicBezTo>
                    <a:pt x="306389" y="9292"/>
                    <a:pt x="316524" y="9607"/>
                    <a:pt x="326440" y="10797"/>
                  </a:cubicBezTo>
                  <a:cubicBezTo>
                    <a:pt x="326792" y="10845"/>
                    <a:pt x="328592" y="10559"/>
                    <a:pt x="328783" y="10797"/>
                  </a:cubicBezTo>
                  <a:cubicBezTo>
                    <a:pt x="328849" y="10874"/>
                    <a:pt x="328716" y="11959"/>
                    <a:pt x="328783" y="11969"/>
                  </a:cubicBezTo>
                  <a:cubicBezTo>
                    <a:pt x="336470" y="12912"/>
                    <a:pt x="345728" y="12988"/>
                    <a:pt x="354615" y="14312"/>
                  </a:cubicBezTo>
                  <a:cubicBezTo>
                    <a:pt x="358615" y="14912"/>
                    <a:pt x="362396" y="15979"/>
                    <a:pt x="366359" y="16665"/>
                  </a:cubicBezTo>
                  <a:cubicBezTo>
                    <a:pt x="372236" y="17684"/>
                    <a:pt x="376665" y="17360"/>
                    <a:pt x="381618" y="19008"/>
                  </a:cubicBezTo>
                  <a:cubicBezTo>
                    <a:pt x="382037" y="19141"/>
                    <a:pt x="381637" y="20122"/>
                    <a:pt x="382789" y="20180"/>
                  </a:cubicBezTo>
                  <a:cubicBezTo>
                    <a:pt x="383666" y="20227"/>
                    <a:pt x="387400" y="20818"/>
                    <a:pt x="388657" y="22532"/>
                  </a:cubicBezTo>
                  <a:cubicBezTo>
                    <a:pt x="392724" y="23475"/>
                    <a:pt x="393172" y="20789"/>
                    <a:pt x="396877" y="21361"/>
                  </a:cubicBezTo>
                  <a:cubicBezTo>
                    <a:pt x="398020" y="22989"/>
                    <a:pt x="399839" y="22999"/>
                    <a:pt x="401573" y="23704"/>
                  </a:cubicBezTo>
                  <a:cubicBezTo>
                    <a:pt x="402087" y="23913"/>
                    <a:pt x="401506" y="24818"/>
                    <a:pt x="402744" y="24875"/>
                  </a:cubicBezTo>
                  <a:cubicBezTo>
                    <a:pt x="403192" y="24904"/>
                    <a:pt x="406021" y="24580"/>
                    <a:pt x="406268" y="24875"/>
                  </a:cubicBezTo>
                  <a:cubicBezTo>
                    <a:pt x="406954" y="25714"/>
                    <a:pt x="408707" y="26133"/>
                    <a:pt x="412136" y="27228"/>
                  </a:cubicBezTo>
                  <a:cubicBezTo>
                    <a:pt x="413774" y="27752"/>
                    <a:pt x="417032" y="28552"/>
                    <a:pt x="419185" y="29571"/>
                  </a:cubicBezTo>
                  <a:cubicBezTo>
                    <a:pt x="419756" y="29847"/>
                    <a:pt x="419070" y="30676"/>
                    <a:pt x="420356" y="30743"/>
                  </a:cubicBezTo>
                  <a:cubicBezTo>
                    <a:pt x="422156" y="30838"/>
                    <a:pt x="423899" y="32353"/>
                    <a:pt x="426223" y="33096"/>
                  </a:cubicBezTo>
                  <a:cubicBezTo>
                    <a:pt x="429586" y="34162"/>
                    <a:pt x="433415" y="34238"/>
                    <a:pt x="436787" y="35439"/>
                  </a:cubicBezTo>
                  <a:cubicBezTo>
                    <a:pt x="437234" y="35600"/>
                    <a:pt x="436768" y="36553"/>
                    <a:pt x="437958" y="36610"/>
                  </a:cubicBezTo>
                  <a:cubicBezTo>
                    <a:pt x="440682" y="36753"/>
                    <a:pt x="441197" y="37906"/>
                    <a:pt x="443826" y="38953"/>
                  </a:cubicBezTo>
                  <a:cubicBezTo>
                    <a:pt x="444245" y="39125"/>
                    <a:pt x="445912" y="38629"/>
                    <a:pt x="446169" y="38953"/>
                  </a:cubicBezTo>
                  <a:cubicBezTo>
                    <a:pt x="446274" y="39087"/>
                    <a:pt x="446035" y="40068"/>
                    <a:pt x="446169" y="40125"/>
                  </a:cubicBezTo>
                  <a:cubicBezTo>
                    <a:pt x="449436" y="41515"/>
                    <a:pt x="452436" y="42201"/>
                    <a:pt x="455560" y="43649"/>
                  </a:cubicBezTo>
                  <a:cubicBezTo>
                    <a:pt x="456951" y="44297"/>
                    <a:pt x="458827" y="45240"/>
                    <a:pt x="460256" y="46002"/>
                  </a:cubicBezTo>
                  <a:cubicBezTo>
                    <a:pt x="460866" y="46326"/>
                    <a:pt x="460113" y="47107"/>
                    <a:pt x="461437" y="47173"/>
                  </a:cubicBezTo>
                  <a:cubicBezTo>
                    <a:pt x="464419" y="47335"/>
                    <a:pt x="466410" y="49440"/>
                    <a:pt x="469657" y="50698"/>
                  </a:cubicBezTo>
                  <a:cubicBezTo>
                    <a:pt x="471191" y="51288"/>
                    <a:pt x="472963" y="50964"/>
                    <a:pt x="474353" y="51869"/>
                  </a:cubicBezTo>
                  <a:cubicBezTo>
                    <a:pt x="476430" y="53212"/>
                    <a:pt x="477887" y="56575"/>
                    <a:pt x="480230" y="58908"/>
                  </a:cubicBezTo>
                  <a:cubicBezTo>
                    <a:pt x="484602" y="63280"/>
                    <a:pt x="488860" y="66471"/>
                    <a:pt x="493146" y="71824"/>
                  </a:cubicBezTo>
                  <a:cubicBezTo>
                    <a:pt x="495080" y="74243"/>
                    <a:pt x="498547" y="76768"/>
                    <a:pt x="497842" y="80044"/>
                  </a:cubicBezTo>
                  <a:cubicBezTo>
                    <a:pt x="498108" y="81730"/>
                    <a:pt x="501347" y="80454"/>
                    <a:pt x="501366" y="82387"/>
                  </a:cubicBezTo>
                  <a:cubicBezTo>
                    <a:pt x="502414" y="82911"/>
                    <a:pt x="503471" y="83416"/>
                    <a:pt x="503709" y="84740"/>
                  </a:cubicBezTo>
                  <a:cubicBezTo>
                    <a:pt x="504367" y="87407"/>
                    <a:pt x="506595" y="88979"/>
                    <a:pt x="508405" y="91788"/>
                  </a:cubicBezTo>
                  <a:cubicBezTo>
                    <a:pt x="508834" y="92436"/>
                    <a:pt x="509510" y="91598"/>
                    <a:pt x="509577" y="92960"/>
                  </a:cubicBezTo>
                  <a:cubicBezTo>
                    <a:pt x="509701" y="95332"/>
                    <a:pt x="511901" y="94141"/>
                    <a:pt x="513101" y="95313"/>
                  </a:cubicBezTo>
                  <a:cubicBezTo>
                    <a:pt x="513472" y="95675"/>
                    <a:pt x="512701" y="97342"/>
                    <a:pt x="513101" y="97656"/>
                  </a:cubicBezTo>
                  <a:cubicBezTo>
                    <a:pt x="513510" y="97989"/>
                    <a:pt x="515787" y="101152"/>
                    <a:pt x="517797" y="101180"/>
                  </a:cubicBezTo>
                  <a:cubicBezTo>
                    <a:pt x="516559" y="102228"/>
                    <a:pt x="520730" y="106581"/>
                    <a:pt x="520140" y="107048"/>
                  </a:cubicBezTo>
                  <a:cubicBezTo>
                    <a:pt x="519216" y="107791"/>
                    <a:pt x="519159" y="107819"/>
                    <a:pt x="520140" y="108219"/>
                  </a:cubicBezTo>
                  <a:cubicBezTo>
                    <a:pt x="520292" y="109819"/>
                    <a:pt x="520626" y="110629"/>
                    <a:pt x="521311" y="111743"/>
                  </a:cubicBezTo>
                  <a:cubicBezTo>
                    <a:pt x="521759" y="112467"/>
                    <a:pt x="523302" y="113439"/>
                    <a:pt x="523655" y="114096"/>
                  </a:cubicBezTo>
                  <a:cubicBezTo>
                    <a:pt x="524807" y="116230"/>
                    <a:pt x="525179" y="119611"/>
                    <a:pt x="527017" y="121306"/>
                  </a:cubicBezTo>
                  <a:cubicBezTo>
                    <a:pt x="529960" y="124002"/>
                    <a:pt x="532551" y="120906"/>
                    <a:pt x="531846" y="116849"/>
                  </a:cubicBezTo>
                  <a:cubicBezTo>
                    <a:pt x="531427" y="114325"/>
                    <a:pt x="528436" y="112601"/>
                    <a:pt x="527198" y="110505"/>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32" id="132"/>
            <p:cNvSpPr/>
            <p:nvPr/>
          </p:nvSpPr>
          <p:spPr>
            <a:xfrm>
              <a:off x="8811334" y="3917259"/>
              <a:ext cx="113061" cy="75097"/>
            </a:xfrm>
            <a:custGeom>
              <a:avLst/>
              <a:gdLst/>
              <a:ahLst/>
              <a:cxnLst/>
              <a:rect r="r" b="b" t="t" l="l"/>
              <a:pathLst>
                <a:path w="113061" h="75097" stroke="true" fill="norm" extrusionOk="true">
                  <a:moveTo>
                    <a:pt x="111623" y="72742"/>
                  </a:moveTo>
                  <a:cubicBezTo>
                    <a:pt x="105937" y="66227"/>
                    <a:pt x="100632" y="59550"/>
                    <a:pt x="94307" y="54626"/>
                  </a:cubicBezTo>
                  <a:cubicBezTo>
                    <a:pt x="93088" y="53673"/>
                    <a:pt x="92364" y="52197"/>
                    <a:pt x="91345" y="51159"/>
                  </a:cubicBezTo>
                  <a:cubicBezTo>
                    <a:pt x="89468" y="49254"/>
                    <a:pt x="87173" y="48063"/>
                    <a:pt x="85077" y="46330"/>
                  </a:cubicBezTo>
                  <a:cubicBezTo>
                    <a:pt x="82906" y="44520"/>
                    <a:pt x="80705" y="43196"/>
                    <a:pt x="78400" y="41548"/>
                  </a:cubicBezTo>
                  <a:cubicBezTo>
                    <a:pt x="76009" y="39833"/>
                    <a:pt x="75028" y="36814"/>
                    <a:pt x="72780" y="35328"/>
                  </a:cubicBezTo>
                  <a:cubicBezTo>
                    <a:pt x="72123" y="34899"/>
                    <a:pt x="70571" y="34976"/>
                    <a:pt x="69723" y="34566"/>
                  </a:cubicBezTo>
                  <a:cubicBezTo>
                    <a:pt x="68485" y="33966"/>
                    <a:pt x="66970" y="32709"/>
                    <a:pt x="65770" y="31947"/>
                  </a:cubicBezTo>
                  <a:cubicBezTo>
                    <a:pt x="63837" y="30718"/>
                    <a:pt x="62455" y="27470"/>
                    <a:pt x="59903" y="28184"/>
                  </a:cubicBezTo>
                  <a:cubicBezTo>
                    <a:pt x="59941" y="27813"/>
                    <a:pt x="59855" y="27365"/>
                    <a:pt x="59874" y="27013"/>
                  </a:cubicBezTo>
                  <a:cubicBezTo>
                    <a:pt x="55435" y="28327"/>
                    <a:pt x="53978" y="20241"/>
                    <a:pt x="49339" y="21136"/>
                  </a:cubicBezTo>
                  <a:cubicBezTo>
                    <a:pt x="49358" y="20764"/>
                    <a:pt x="49282" y="20326"/>
                    <a:pt x="49311" y="19974"/>
                  </a:cubicBezTo>
                  <a:cubicBezTo>
                    <a:pt x="48654" y="20164"/>
                    <a:pt x="47587" y="19821"/>
                    <a:pt x="46987" y="19964"/>
                  </a:cubicBezTo>
                  <a:cubicBezTo>
                    <a:pt x="47015" y="19593"/>
                    <a:pt x="46939" y="19155"/>
                    <a:pt x="46958" y="18793"/>
                  </a:cubicBezTo>
                  <a:cubicBezTo>
                    <a:pt x="45053" y="19374"/>
                    <a:pt x="45034" y="18459"/>
                    <a:pt x="43891" y="17602"/>
                  </a:cubicBezTo>
                  <a:cubicBezTo>
                    <a:pt x="42577" y="16621"/>
                    <a:pt x="41900" y="15973"/>
                    <a:pt x="40415" y="15154"/>
                  </a:cubicBezTo>
                  <a:cubicBezTo>
                    <a:pt x="37595" y="13583"/>
                    <a:pt x="34938" y="11697"/>
                    <a:pt x="32052" y="10220"/>
                  </a:cubicBezTo>
                  <a:cubicBezTo>
                    <a:pt x="30147" y="9239"/>
                    <a:pt x="28070" y="8830"/>
                    <a:pt x="26270" y="7658"/>
                  </a:cubicBezTo>
                  <a:cubicBezTo>
                    <a:pt x="24184" y="6296"/>
                    <a:pt x="24622" y="6534"/>
                    <a:pt x="22165" y="5972"/>
                  </a:cubicBezTo>
                  <a:cubicBezTo>
                    <a:pt x="20250" y="5534"/>
                    <a:pt x="13649" y="3734"/>
                    <a:pt x="14078" y="1143"/>
                  </a:cubicBezTo>
                  <a:cubicBezTo>
                    <a:pt x="9411" y="971"/>
                    <a:pt x="4658" y="457"/>
                    <a:pt x="0" y="0"/>
                  </a:cubicBezTo>
                  <a:cubicBezTo>
                    <a:pt x="733" y="2638"/>
                    <a:pt x="3181" y="2600"/>
                    <a:pt x="5239" y="4105"/>
                  </a:cubicBezTo>
                  <a:cubicBezTo>
                    <a:pt x="8163" y="6239"/>
                    <a:pt x="11106" y="9068"/>
                    <a:pt x="14449" y="9630"/>
                  </a:cubicBezTo>
                  <a:cubicBezTo>
                    <a:pt x="16221" y="9935"/>
                    <a:pt x="18583" y="9620"/>
                    <a:pt x="20117" y="10725"/>
                  </a:cubicBezTo>
                  <a:cubicBezTo>
                    <a:pt x="21060" y="11401"/>
                    <a:pt x="20907" y="12535"/>
                    <a:pt x="22079" y="13259"/>
                  </a:cubicBezTo>
                  <a:cubicBezTo>
                    <a:pt x="24832" y="14983"/>
                    <a:pt x="27927" y="13725"/>
                    <a:pt x="29413" y="17497"/>
                  </a:cubicBezTo>
                  <a:cubicBezTo>
                    <a:pt x="31194" y="17012"/>
                    <a:pt x="34804" y="19069"/>
                    <a:pt x="36062" y="19879"/>
                  </a:cubicBezTo>
                  <a:cubicBezTo>
                    <a:pt x="37090" y="20536"/>
                    <a:pt x="39357" y="21698"/>
                    <a:pt x="40167" y="22374"/>
                  </a:cubicBezTo>
                  <a:cubicBezTo>
                    <a:pt x="41138" y="23184"/>
                    <a:pt x="41310" y="25136"/>
                    <a:pt x="42243" y="25746"/>
                  </a:cubicBezTo>
                  <a:cubicBezTo>
                    <a:pt x="43205" y="26375"/>
                    <a:pt x="45825" y="25927"/>
                    <a:pt x="47215" y="26651"/>
                  </a:cubicBezTo>
                  <a:cubicBezTo>
                    <a:pt x="48863" y="27508"/>
                    <a:pt x="49759" y="29108"/>
                    <a:pt x="51187" y="30137"/>
                  </a:cubicBezTo>
                  <a:cubicBezTo>
                    <a:pt x="53464" y="31775"/>
                    <a:pt x="58569" y="31547"/>
                    <a:pt x="57541" y="35223"/>
                  </a:cubicBezTo>
                  <a:cubicBezTo>
                    <a:pt x="60741" y="35128"/>
                    <a:pt x="64056" y="39233"/>
                    <a:pt x="66656" y="40834"/>
                  </a:cubicBezTo>
                  <a:cubicBezTo>
                    <a:pt x="68837" y="42177"/>
                    <a:pt x="71657" y="42443"/>
                    <a:pt x="71695" y="45663"/>
                  </a:cubicBezTo>
                  <a:cubicBezTo>
                    <a:pt x="73704" y="44567"/>
                    <a:pt x="76390" y="48025"/>
                    <a:pt x="78086" y="49120"/>
                  </a:cubicBezTo>
                  <a:cubicBezTo>
                    <a:pt x="81182" y="51121"/>
                    <a:pt x="85001" y="53588"/>
                    <a:pt x="85782" y="57445"/>
                  </a:cubicBezTo>
                  <a:cubicBezTo>
                    <a:pt x="88040" y="57283"/>
                    <a:pt x="89449" y="58703"/>
                    <a:pt x="89316" y="60950"/>
                  </a:cubicBezTo>
                  <a:cubicBezTo>
                    <a:pt x="91335" y="60703"/>
                    <a:pt x="92040" y="62732"/>
                    <a:pt x="93431" y="63684"/>
                  </a:cubicBezTo>
                  <a:cubicBezTo>
                    <a:pt x="94402" y="64332"/>
                    <a:pt x="95583" y="63894"/>
                    <a:pt x="96469" y="64875"/>
                  </a:cubicBezTo>
                  <a:cubicBezTo>
                    <a:pt x="97222" y="65703"/>
                    <a:pt x="96783" y="67170"/>
                    <a:pt x="97393" y="68094"/>
                  </a:cubicBezTo>
                  <a:cubicBezTo>
                    <a:pt x="98641" y="69961"/>
                    <a:pt x="101413" y="70999"/>
                    <a:pt x="103099" y="72419"/>
                  </a:cubicBezTo>
                  <a:cubicBezTo>
                    <a:pt x="104651" y="73723"/>
                    <a:pt x="106537" y="74638"/>
                    <a:pt x="108537" y="75000"/>
                  </a:cubicBezTo>
                  <a:cubicBezTo>
                    <a:pt x="109909" y="75247"/>
                    <a:pt x="111776" y="74981"/>
                    <a:pt x="113062" y="74685"/>
                  </a:cubicBezTo>
                  <a:cubicBezTo>
                    <a:pt x="112728" y="73952"/>
                    <a:pt x="112176" y="73390"/>
                    <a:pt x="111623" y="72742"/>
                  </a:cubicBezTo>
                  <a:close/>
                </a:path>
              </a:pathLst>
            </a:custGeom>
            <a:solidFill>
              <a:srgbClr val="858F2B"/>
            </a:solidFill>
            <a:ln cap="flat">
              <a:noFill/>
              <a:prstDash val="solid"/>
              <a:miter lim="800000"/>
            </a:ln>
          </p:spPr>
          <p:txBody>
            <a:bodyPr vert="horz" anchor="ctr" tIns="45720" lIns="91440" bIns="45720" rIns="91440"/>
            <a:p>
              <a:pPr algn="l" marL="0"/>
            </a:p>
          </p:txBody>
        </p:sp>
        <p:sp>
          <p:nvSpPr>
            <p:cNvPr name="Freeform 133" id="133"/>
            <p:cNvSpPr/>
            <p:nvPr/>
          </p:nvSpPr>
          <p:spPr>
            <a:xfrm>
              <a:off x="9202348" y="3488758"/>
              <a:ext cx="146995" cy="488394"/>
            </a:xfrm>
            <a:custGeom>
              <a:avLst/>
              <a:gdLst/>
              <a:ahLst/>
              <a:cxnLst/>
              <a:rect r="r" b="b" t="t" l="l"/>
              <a:pathLst>
                <a:path w="146995" h="488394" stroke="true" fill="norm" extrusionOk="true">
                  <a:moveTo>
                    <a:pt x="123241" y="12897"/>
                  </a:moveTo>
                  <a:cubicBezTo>
                    <a:pt x="122069" y="17297"/>
                    <a:pt x="117935" y="19555"/>
                    <a:pt x="115021" y="23460"/>
                  </a:cubicBezTo>
                  <a:cubicBezTo>
                    <a:pt x="114525" y="24127"/>
                    <a:pt x="113916" y="23270"/>
                    <a:pt x="113849" y="24632"/>
                  </a:cubicBezTo>
                  <a:cubicBezTo>
                    <a:pt x="113840" y="24946"/>
                    <a:pt x="113601" y="25365"/>
                    <a:pt x="113297" y="25832"/>
                  </a:cubicBezTo>
                  <a:cubicBezTo>
                    <a:pt x="111934" y="27870"/>
                    <a:pt x="108305" y="31080"/>
                    <a:pt x="106800" y="32852"/>
                  </a:cubicBezTo>
                  <a:cubicBezTo>
                    <a:pt x="106201" y="33566"/>
                    <a:pt x="106962" y="33957"/>
                    <a:pt x="105629" y="34023"/>
                  </a:cubicBezTo>
                  <a:cubicBezTo>
                    <a:pt x="104191" y="34100"/>
                    <a:pt x="105096" y="35538"/>
                    <a:pt x="104457" y="36376"/>
                  </a:cubicBezTo>
                  <a:cubicBezTo>
                    <a:pt x="104162" y="36757"/>
                    <a:pt x="102267" y="37205"/>
                    <a:pt x="102105" y="37548"/>
                  </a:cubicBezTo>
                  <a:cubicBezTo>
                    <a:pt x="101866" y="38081"/>
                    <a:pt x="102476" y="39462"/>
                    <a:pt x="102105" y="39891"/>
                  </a:cubicBezTo>
                  <a:cubicBezTo>
                    <a:pt x="100371" y="41929"/>
                    <a:pt x="98257" y="43748"/>
                    <a:pt x="96237" y="45758"/>
                  </a:cubicBezTo>
                  <a:cubicBezTo>
                    <a:pt x="92608" y="49378"/>
                    <a:pt x="88560" y="53169"/>
                    <a:pt x="84493" y="57502"/>
                  </a:cubicBezTo>
                  <a:cubicBezTo>
                    <a:pt x="83550" y="58503"/>
                    <a:pt x="83055" y="60036"/>
                    <a:pt x="82140" y="61027"/>
                  </a:cubicBezTo>
                  <a:cubicBezTo>
                    <a:pt x="81540" y="61674"/>
                    <a:pt x="81045" y="60836"/>
                    <a:pt x="80969" y="62198"/>
                  </a:cubicBezTo>
                  <a:cubicBezTo>
                    <a:pt x="80883" y="63789"/>
                    <a:pt x="79292" y="62532"/>
                    <a:pt x="78616" y="63370"/>
                  </a:cubicBezTo>
                  <a:cubicBezTo>
                    <a:pt x="77873" y="64303"/>
                    <a:pt x="78035" y="65951"/>
                    <a:pt x="77444" y="66894"/>
                  </a:cubicBezTo>
                  <a:cubicBezTo>
                    <a:pt x="76949" y="67685"/>
                    <a:pt x="75559" y="68523"/>
                    <a:pt x="75101" y="69237"/>
                  </a:cubicBezTo>
                  <a:cubicBezTo>
                    <a:pt x="74558" y="70075"/>
                    <a:pt x="73092" y="70961"/>
                    <a:pt x="72749" y="71590"/>
                  </a:cubicBezTo>
                  <a:cubicBezTo>
                    <a:pt x="72072" y="72838"/>
                    <a:pt x="73539" y="75238"/>
                    <a:pt x="71577" y="75114"/>
                  </a:cubicBezTo>
                  <a:cubicBezTo>
                    <a:pt x="69367" y="78781"/>
                    <a:pt x="66310" y="81591"/>
                    <a:pt x="65710" y="86859"/>
                  </a:cubicBezTo>
                  <a:cubicBezTo>
                    <a:pt x="63119" y="88535"/>
                    <a:pt x="59547" y="89173"/>
                    <a:pt x="57490" y="91554"/>
                  </a:cubicBezTo>
                  <a:cubicBezTo>
                    <a:pt x="57147" y="91954"/>
                    <a:pt x="57890" y="93583"/>
                    <a:pt x="57490" y="93907"/>
                  </a:cubicBezTo>
                  <a:cubicBezTo>
                    <a:pt x="55289" y="95717"/>
                    <a:pt x="54680" y="97155"/>
                    <a:pt x="52794" y="102127"/>
                  </a:cubicBezTo>
                  <a:cubicBezTo>
                    <a:pt x="51794" y="104775"/>
                    <a:pt x="49936" y="107709"/>
                    <a:pt x="49269" y="110347"/>
                  </a:cubicBezTo>
                  <a:cubicBezTo>
                    <a:pt x="49098" y="111042"/>
                    <a:pt x="49546" y="112043"/>
                    <a:pt x="49269" y="112690"/>
                  </a:cubicBezTo>
                  <a:cubicBezTo>
                    <a:pt x="48974" y="113395"/>
                    <a:pt x="47165" y="114471"/>
                    <a:pt x="46926" y="115043"/>
                  </a:cubicBezTo>
                  <a:cubicBezTo>
                    <a:pt x="46574" y="115843"/>
                    <a:pt x="46784" y="120063"/>
                    <a:pt x="45755" y="120910"/>
                  </a:cubicBezTo>
                  <a:cubicBezTo>
                    <a:pt x="45612" y="121025"/>
                    <a:pt x="44660" y="120758"/>
                    <a:pt x="44583" y="120910"/>
                  </a:cubicBezTo>
                  <a:cubicBezTo>
                    <a:pt x="44107" y="121863"/>
                    <a:pt x="44050" y="123244"/>
                    <a:pt x="43412" y="124435"/>
                  </a:cubicBezTo>
                  <a:cubicBezTo>
                    <a:pt x="43002" y="125206"/>
                    <a:pt x="41430" y="126121"/>
                    <a:pt x="41068" y="126787"/>
                  </a:cubicBezTo>
                  <a:cubicBezTo>
                    <a:pt x="40345" y="128092"/>
                    <a:pt x="40545" y="129130"/>
                    <a:pt x="39897" y="130312"/>
                  </a:cubicBezTo>
                  <a:cubicBezTo>
                    <a:pt x="39554" y="130931"/>
                    <a:pt x="38792" y="130150"/>
                    <a:pt x="38725" y="131483"/>
                  </a:cubicBezTo>
                  <a:cubicBezTo>
                    <a:pt x="38649" y="132902"/>
                    <a:pt x="38240" y="134903"/>
                    <a:pt x="37554" y="136179"/>
                  </a:cubicBezTo>
                  <a:cubicBezTo>
                    <a:pt x="37182" y="136855"/>
                    <a:pt x="35458" y="137951"/>
                    <a:pt x="35201" y="138522"/>
                  </a:cubicBezTo>
                  <a:cubicBezTo>
                    <a:pt x="34915" y="139160"/>
                    <a:pt x="35373" y="140179"/>
                    <a:pt x="35201" y="140865"/>
                  </a:cubicBezTo>
                  <a:cubicBezTo>
                    <a:pt x="35211" y="140827"/>
                    <a:pt x="34125" y="144313"/>
                    <a:pt x="34030" y="144389"/>
                  </a:cubicBezTo>
                  <a:cubicBezTo>
                    <a:pt x="33029" y="145209"/>
                    <a:pt x="31610" y="148495"/>
                    <a:pt x="30505" y="151428"/>
                  </a:cubicBezTo>
                  <a:cubicBezTo>
                    <a:pt x="30343" y="151867"/>
                    <a:pt x="29076" y="151333"/>
                    <a:pt x="29334" y="152600"/>
                  </a:cubicBezTo>
                  <a:cubicBezTo>
                    <a:pt x="29391" y="152867"/>
                    <a:pt x="30829" y="152600"/>
                    <a:pt x="30505" y="153781"/>
                  </a:cubicBezTo>
                  <a:cubicBezTo>
                    <a:pt x="30639" y="153295"/>
                    <a:pt x="29324" y="154972"/>
                    <a:pt x="29334" y="154953"/>
                  </a:cubicBezTo>
                  <a:cubicBezTo>
                    <a:pt x="28581" y="156086"/>
                    <a:pt x="28581" y="156801"/>
                    <a:pt x="28162" y="158477"/>
                  </a:cubicBezTo>
                  <a:cubicBezTo>
                    <a:pt x="27857" y="159687"/>
                    <a:pt x="26495" y="161011"/>
                    <a:pt x="25819" y="163173"/>
                  </a:cubicBezTo>
                  <a:cubicBezTo>
                    <a:pt x="23342" y="171050"/>
                    <a:pt x="22371" y="180470"/>
                    <a:pt x="19952" y="190176"/>
                  </a:cubicBezTo>
                  <a:cubicBezTo>
                    <a:pt x="19694" y="191205"/>
                    <a:pt x="19151" y="192186"/>
                    <a:pt x="18780" y="193700"/>
                  </a:cubicBezTo>
                  <a:cubicBezTo>
                    <a:pt x="18390" y="195243"/>
                    <a:pt x="16866" y="195586"/>
                    <a:pt x="16437" y="197225"/>
                  </a:cubicBezTo>
                  <a:cubicBezTo>
                    <a:pt x="16046" y="198692"/>
                    <a:pt x="16789" y="200444"/>
                    <a:pt x="16437" y="201920"/>
                  </a:cubicBezTo>
                  <a:cubicBezTo>
                    <a:pt x="15761" y="204797"/>
                    <a:pt x="14837" y="209579"/>
                    <a:pt x="14084" y="214836"/>
                  </a:cubicBezTo>
                  <a:cubicBezTo>
                    <a:pt x="14037" y="215198"/>
                    <a:pt x="14332" y="216989"/>
                    <a:pt x="14084" y="217189"/>
                  </a:cubicBezTo>
                  <a:cubicBezTo>
                    <a:pt x="13303" y="217827"/>
                    <a:pt x="12541" y="219008"/>
                    <a:pt x="12913" y="220713"/>
                  </a:cubicBezTo>
                  <a:cubicBezTo>
                    <a:pt x="13484" y="223333"/>
                    <a:pt x="13113" y="222028"/>
                    <a:pt x="12913" y="226581"/>
                  </a:cubicBezTo>
                  <a:cubicBezTo>
                    <a:pt x="12875" y="227419"/>
                    <a:pt x="13474" y="231991"/>
                    <a:pt x="12913" y="232448"/>
                  </a:cubicBezTo>
                  <a:cubicBezTo>
                    <a:pt x="11646" y="233477"/>
                    <a:pt x="12370" y="233420"/>
                    <a:pt x="11741" y="235972"/>
                  </a:cubicBezTo>
                  <a:cubicBezTo>
                    <a:pt x="10884" y="239411"/>
                    <a:pt x="12246" y="244145"/>
                    <a:pt x="11741" y="248888"/>
                  </a:cubicBezTo>
                  <a:cubicBezTo>
                    <a:pt x="11770" y="248631"/>
                    <a:pt x="9788" y="249441"/>
                    <a:pt x="10569" y="250060"/>
                  </a:cubicBezTo>
                  <a:cubicBezTo>
                    <a:pt x="10655" y="250136"/>
                    <a:pt x="12551" y="251746"/>
                    <a:pt x="11741" y="252413"/>
                  </a:cubicBezTo>
                  <a:cubicBezTo>
                    <a:pt x="11151" y="252889"/>
                    <a:pt x="9074" y="253527"/>
                    <a:pt x="9388" y="254756"/>
                  </a:cubicBezTo>
                  <a:cubicBezTo>
                    <a:pt x="9483" y="255118"/>
                    <a:pt x="10779" y="254698"/>
                    <a:pt x="10560" y="255927"/>
                  </a:cubicBezTo>
                  <a:cubicBezTo>
                    <a:pt x="10531" y="256051"/>
                    <a:pt x="9436" y="256165"/>
                    <a:pt x="9388" y="257099"/>
                  </a:cubicBezTo>
                  <a:cubicBezTo>
                    <a:pt x="9217" y="260404"/>
                    <a:pt x="8540" y="263195"/>
                    <a:pt x="8217" y="266490"/>
                  </a:cubicBezTo>
                  <a:cubicBezTo>
                    <a:pt x="7493" y="273882"/>
                    <a:pt x="7988" y="281197"/>
                    <a:pt x="7045" y="288798"/>
                  </a:cubicBezTo>
                  <a:cubicBezTo>
                    <a:pt x="6607" y="292294"/>
                    <a:pt x="5283" y="295846"/>
                    <a:pt x="4692" y="299361"/>
                  </a:cubicBezTo>
                  <a:cubicBezTo>
                    <a:pt x="3559" y="306086"/>
                    <a:pt x="3626" y="313153"/>
                    <a:pt x="2349" y="320497"/>
                  </a:cubicBezTo>
                  <a:cubicBezTo>
                    <a:pt x="2321" y="320621"/>
                    <a:pt x="1226" y="320735"/>
                    <a:pt x="1178" y="321669"/>
                  </a:cubicBezTo>
                  <a:cubicBezTo>
                    <a:pt x="1111" y="322812"/>
                    <a:pt x="1349" y="324050"/>
                    <a:pt x="1178" y="325193"/>
                  </a:cubicBezTo>
                  <a:cubicBezTo>
                    <a:pt x="863" y="327355"/>
                    <a:pt x="63" y="328479"/>
                    <a:pt x="6" y="329889"/>
                  </a:cubicBezTo>
                  <a:cubicBezTo>
                    <a:pt x="-89" y="332270"/>
                    <a:pt x="949" y="333775"/>
                    <a:pt x="1178" y="338109"/>
                  </a:cubicBezTo>
                  <a:cubicBezTo>
                    <a:pt x="1349" y="341157"/>
                    <a:pt x="921" y="344672"/>
                    <a:pt x="1178" y="347501"/>
                  </a:cubicBezTo>
                  <a:cubicBezTo>
                    <a:pt x="1644" y="352663"/>
                    <a:pt x="3150" y="357911"/>
                    <a:pt x="3521" y="362769"/>
                  </a:cubicBezTo>
                  <a:cubicBezTo>
                    <a:pt x="3550" y="363112"/>
                    <a:pt x="3292" y="364931"/>
                    <a:pt x="3521" y="365122"/>
                  </a:cubicBezTo>
                  <a:cubicBezTo>
                    <a:pt x="4769" y="366141"/>
                    <a:pt x="3626" y="366636"/>
                    <a:pt x="3521" y="370989"/>
                  </a:cubicBezTo>
                  <a:cubicBezTo>
                    <a:pt x="3359" y="377857"/>
                    <a:pt x="3893" y="384896"/>
                    <a:pt x="4692" y="392116"/>
                  </a:cubicBezTo>
                  <a:cubicBezTo>
                    <a:pt x="4692" y="392087"/>
                    <a:pt x="5826" y="392468"/>
                    <a:pt x="5864" y="393287"/>
                  </a:cubicBezTo>
                  <a:cubicBezTo>
                    <a:pt x="5883" y="393678"/>
                    <a:pt x="6121" y="396602"/>
                    <a:pt x="5864" y="396811"/>
                  </a:cubicBezTo>
                  <a:cubicBezTo>
                    <a:pt x="4702" y="397764"/>
                    <a:pt x="5464" y="397402"/>
                    <a:pt x="5864" y="401507"/>
                  </a:cubicBezTo>
                  <a:cubicBezTo>
                    <a:pt x="6236" y="405327"/>
                    <a:pt x="6550" y="409194"/>
                    <a:pt x="7036" y="413252"/>
                  </a:cubicBezTo>
                  <a:cubicBezTo>
                    <a:pt x="7598" y="417900"/>
                    <a:pt x="7683" y="423158"/>
                    <a:pt x="8207" y="432035"/>
                  </a:cubicBezTo>
                  <a:cubicBezTo>
                    <a:pt x="8284" y="433388"/>
                    <a:pt x="7131" y="432730"/>
                    <a:pt x="7036" y="433206"/>
                  </a:cubicBezTo>
                  <a:cubicBezTo>
                    <a:pt x="6616" y="435293"/>
                    <a:pt x="9998" y="434264"/>
                    <a:pt x="9379" y="437902"/>
                  </a:cubicBezTo>
                  <a:cubicBezTo>
                    <a:pt x="8569" y="438569"/>
                    <a:pt x="6226" y="444094"/>
                    <a:pt x="7036" y="447294"/>
                  </a:cubicBezTo>
                  <a:cubicBezTo>
                    <a:pt x="7083" y="447504"/>
                    <a:pt x="9017" y="450152"/>
                    <a:pt x="8207" y="450818"/>
                  </a:cubicBezTo>
                  <a:cubicBezTo>
                    <a:pt x="7321" y="451542"/>
                    <a:pt x="6816" y="452552"/>
                    <a:pt x="7036" y="454343"/>
                  </a:cubicBezTo>
                  <a:cubicBezTo>
                    <a:pt x="7074" y="454695"/>
                    <a:pt x="6788" y="456495"/>
                    <a:pt x="7036" y="456686"/>
                  </a:cubicBezTo>
                  <a:cubicBezTo>
                    <a:pt x="7588" y="457133"/>
                    <a:pt x="8512" y="457810"/>
                    <a:pt x="8207" y="459038"/>
                  </a:cubicBezTo>
                  <a:cubicBezTo>
                    <a:pt x="8084" y="459505"/>
                    <a:pt x="7036" y="460553"/>
                    <a:pt x="7036" y="460210"/>
                  </a:cubicBezTo>
                  <a:cubicBezTo>
                    <a:pt x="7036" y="461153"/>
                    <a:pt x="8179" y="461401"/>
                    <a:pt x="8207" y="462563"/>
                  </a:cubicBezTo>
                  <a:cubicBezTo>
                    <a:pt x="8198" y="462229"/>
                    <a:pt x="6302" y="463153"/>
                    <a:pt x="7036" y="463734"/>
                  </a:cubicBezTo>
                  <a:cubicBezTo>
                    <a:pt x="7483" y="464087"/>
                    <a:pt x="9626" y="467220"/>
                    <a:pt x="9379" y="468430"/>
                  </a:cubicBezTo>
                  <a:cubicBezTo>
                    <a:pt x="9322" y="468716"/>
                    <a:pt x="8045" y="468440"/>
                    <a:pt x="8207" y="469602"/>
                  </a:cubicBezTo>
                  <a:cubicBezTo>
                    <a:pt x="8341" y="470592"/>
                    <a:pt x="9283" y="470754"/>
                    <a:pt x="9379" y="471954"/>
                  </a:cubicBezTo>
                  <a:cubicBezTo>
                    <a:pt x="9846" y="478069"/>
                    <a:pt x="8293" y="485213"/>
                    <a:pt x="14075" y="488394"/>
                  </a:cubicBezTo>
                  <a:cubicBezTo>
                    <a:pt x="17951" y="486927"/>
                    <a:pt x="16294" y="481984"/>
                    <a:pt x="16427" y="479003"/>
                  </a:cubicBezTo>
                  <a:cubicBezTo>
                    <a:pt x="16713" y="472640"/>
                    <a:pt x="16923" y="465401"/>
                    <a:pt x="16427" y="457867"/>
                  </a:cubicBezTo>
                  <a:cubicBezTo>
                    <a:pt x="16246" y="455152"/>
                    <a:pt x="15246" y="452980"/>
                    <a:pt x="15256" y="450818"/>
                  </a:cubicBezTo>
                  <a:cubicBezTo>
                    <a:pt x="15265" y="447570"/>
                    <a:pt x="16265" y="444694"/>
                    <a:pt x="16427" y="441427"/>
                  </a:cubicBezTo>
                  <a:cubicBezTo>
                    <a:pt x="16751" y="435178"/>
                    <a:pt x="15751" y="430044"/>
                    <a:pt x="15256" y="423815"/>
                  </a:cubicBezTo>
                  <a:cubicBezTo>
                    <a:pt x="14856" y="418767"/>
                    <a:pt x="15132" y="414176"/>
                    <a:pt x="14084" y="409727"/>
                  </a:cubicBezTo>
                  <a:cubicBezTo>
                    <a:pt x="13227" y="406089"/>
                    <a:pt x="13474" y="402641"/>
                    <a:pt x="12913" y="396811"/>
                  </a:cubicBezTo>
                  <a:cubicBezTo>
                    <a:pt x="12751" y="395221"/>
                    <a:pt x="11855" y="392697"/>
                    <a:pt x="11741" y="390944"/>
                  </a:cubicBezTo>
                  <a:cubicBezTo>
                    <a:pt x="10951" y="378866"/>
                    <a:pt x="11322" y="366341"/>
                    <a:pt x="9388" y="354549"/>
                  </a:cubicBezTo>
                  <a:cubicBezTo>
                    <a:pt x="9198" y="353416"/>
                    <a:pt x="9636" y="352149"/>
                    <a:pt x="9388" y="351025"/>
                  </a:cubicBezTo>
                  <a:cubicBezTo>
                    <a:pt x="9169" y="350034"/>
                    <a:pt x="8341" y="349863"/>
                    <a:pt x="8217" y="348672"/>
                  </a:cubicBezTo>
                  <a:cubicBezTo>
                    <a:pt x="6978" y="337233"/>
                    <a:pt x="8007" y="326584"/>
                    <a:pt x="9388" y="315801"/>
                  </a:cubicBezTo>
                  <a:cubicBezTo>
                    <a:pt x="10112" y="310191"/>
                    <a:pt x="10731" y="304048"/>
                    <a:pt x="11741" y="298190"/>
                  </a:cubicBezTo>
                  <a:cubicBezTo>
                    <a:pt x="11712" y="298361"/>
                    <a:pt x="12779" y="297561"/>
                    <a:pt x="12913" y="297018"/>
                  </a:cubicBezTo>
                  <a:cubicBezTo>
                    <a:pt x="13503" y="294646"/>
                    <a:pt x="13322" y="289865"/>
                    <a:pt x="14084" y="286445"/>
                  </a:cubicBezTo>
                  <a:cubicBezTo>
                    <a:pt x="14799" y="283273"/>
                    <a:pt x="14884" y="277301"/>
                    <a:pt x="15256" y="271186"/>
                  </a:cubicBezTo>
                  <a:cubicBezTo>
                    <a:pt x="15275" y="270853"/>
                    <a:pt x="15027" y="269024"/>
                    <a:pt x="15256" y="268834"/>
                  </a:cubicBezTo>
                  <a:cubicBezTo>
                    <a:pt x="16780" y="267586"/>
                    <a:pt x="15018" y="268329"/>
                    <a:pt x="15256" y="266490"/>
                  </a:cubicBezTo>
                  <a:cubicBezTo>
                    <a:pt x="15256" y="266471"/>
                    <a:pt x="16380" y="266167"/>
                    <a:pt x="16427" y="265319"/>
                  </a:cubicBezTo>
                  <a:cubicBezTo>
                    <a:pt x="16513" y="263785"/>
                    <a:pt x="16208" y="262147"/>
                    <a:pt x="16427" y="260623"/>
                  </a:cubicBezTo>
                  <a:cubicBezTo>
                    <a:pt x="16437" y="260575"/>
                    <a:pt x="17551" y="260328"/>
                    <a:pt x="17599" y="259451"/>
                  </a:cubicBezTo>
                  <a:cubicBezTo>
                    <a:pt x="17723" y="257032"/>
                    <a:pt x="17075" y="254527"/>
                    <a:pt x="17599" y="251231"/>
                  </a:cubicBezTo>
                  <a:cubicBezTo>
                    <a:pt x="17561" y="251451"/>
                    <a:pt x="19561" y="250688"/>
                    <a:pt x="18770" y="250060"/>
                  </a:cubicBezTo>
                  <a:cubicBezTo>
                    <a:pt x="17361" y="248936"/>
                    <a:pt x="18447" y="247764"/>
                    <a:pt x="18770" y="244192"/>
                  </a:cubicBezTo>
                  <a:cubicBezTo>
                    <a:pt x="19656" y="234382"/>
                    <a:pt x="19447" y="222885"/>
                    <a:pt x="21123" y="212493"/>
                  </a:cubicBezTo>
                  <a:cubicBezTo>
                    <a:pt x="22257" y="205445"/>
                    <a:pt x="23895" y="198406"/>
                    <a:pt x="25819" y="190186"/>
                  </a:cubicBezTo>
                  <a:cubicBezTo>
                    <a:pt x="26619" y="186766"/>
                    <a:pt x="27286" y="182975"/>
                    <a:pt x="28162" y="179622"/>
                  </a:cubicBezTo>
                  <a:cubicBezTo>
                    <a:pt x="28676" y="177641"/>
                    <a:pt x="28838" y="175641"/>
                    <a:pt x="29334" y="173755"/>
                  </a:cubicBezTo>
                  <a:cubicBezTo>
                    <a:pt x="29419" y="173450"/>
                    <a:pt x="30448" y="173650"/>
                    <a:pt x="30505" y="172584"/>
                  </a:cubicBezTo>
                  <a:cubicBezTo>
                    <a:pt x="30534" y="172136"/>
                    <a:pt x="30201" y="169307"/>
                    <a:pt x="30505" y="169059"/>
                  </a:cubicBezTo>
                  <a:cubicBezTo>
                    <a:pt x="30620" y="168964"/>
                    <a:pt x="31639" y="169174"/>
                    <a:pt x="31677" y="169059"/>
                  </a:cubicBezTo>
                  <a:cubicBezTo>
                    <a:pt x="32486" y="166573"/>
                    <a:pt x="32972" y="163468"/>
                    <a:pt x="34020" y="160839"/>
                  </a:cubicBezTo>
                  <a:cubicBezTo>
                    <a:pt x="35439" y="157296"/>
                    <a:pt x="39344" y="149457"/>
                    <a:pt x="41068" y="144399"/>
                  </a:cubicBezTo>
                  <a:cubicBezTo>
                    <a:pt x="41793" y="142256"/>
                    <a:pt x="41526" y="141313"/>
                    <a:pt x="42240" y="139703"/>
                  </a:cubicBezTo>
                  <a:cubicBezTo>
                    <a:pt x="42488" y="139141"/>
                    <a:pt x="44374" y="138979"/>
                    <a:pt x="44583" y="138532"/>
                  </a:cubicBezTo>
                  <a:cubicBezTo>
                    <a:pt x="45040" y="137570"/>
                    <a:pt x="44183" y="136007"/>
                    <a:pt x="44583" y="135007"/>
                  </a:cubicBezTo>
                  <a:cubicBezTo>
                    <a:pt x="45136" y="133636"/>
                    <a:pt x="46241" y="131788"/>
                    <a:pt x="46936" y="130312"/>
                  </a:cubicBezTo>
                  <a:cubicBezTo>
                    <a:pt x="47203" y="129750"/>
                    <a:pt x="48041" y="130416"/>
                    <a:pt x="48108" y="129140"/>
                  </a:cubicBezTo>
                  <a:cubicBezTo>
                    <a:pt x="48155" y="128140"/>
                    <a:pt x="49470" y="124825"/>
                    <a:pt x="50460" y="123273"/>
                  </a:cubicBezTo>
                  <a:cubicBezTo>
                    <a:pt x="51175" y="122158"/>
                    <a:pt x="51536" y="119243"/>
                    <a:pt x="52803" y="116234"/>
                  </a:cubicBezTo>
                  <a:cubicBezTo>
                    <a:pt x="53022" y="115710"/>
                    <a:pt x="53908" y="116310"/>
                    <a:pt x="53975" y="115062"/>
                  </a:cubicBezTo>
                  <a:cubicBezTo>
                    <a:pt x="54061" y="113367"/>
                    <a:pt x="56213" y="112519"/>
                    <a:pt x="56327" y="110366"/>
                  </a:cubicBezTo>
                  <a:cubicBezTo>
                    <a:pt x="56413" y="108671"/>
                    <a:pt x="58556" y="107833"/>
                    <a:pt x="58671" y="105670"/>
                  </a:cubicBezTo>
                  <a:cubicBezTo>
                    <a:pt x="58747" y="104318"/>
                    <a:pt x="58728" y="103565"/>
                    <a:pt x="59842" y="103318"/>
                  </a:cubicBezTo>
                  <a:cubicBezTo>
                    <a:pt x="59290" y="100813"/>
                    <a:pt x="61519" y="101079"/>
                    <a:pt x="63367" y="100975"/>
                  </a:cubicBezTo>
                  <a:cubicBezTo>
                    <a:pt x="64024" y="98422"/>
                    <a:pt x="65405" y="96031"/>
                    <a:pt x="66891" y="93926"/>
                  </a:cubicBezTo>
                  <a:cubicBezTo>
                    <a:pt x="67986" y="92373"/>
                    <a:pt x="70672" y="90640"/>
                    <a:pt x="71587" y="89230"/>
                  </a:cubicBezTo>
                  <a:cubicBezTo>
                    <a:pt x="72339" y="88068"/>
                    <a:pt x="72130" y="86801"/>
                    <a:pt x="72758" y="85706"/>
                  </a:cubicBezTo>
                  <a:cubicBezTo>
                    <a:pt x="73911" y="83715"/>
                    <a:pt x="74301" y="84211"/>
                    <a:pt x="75111" y="81010"/>
                  </a:cubicBezTo>
                  <a:cubicBezTo>
                    <a:pt x="75587" y="79124"/>
                    <a:pt x="77349" y="79419"/>
                    <a:pt x="78635" y="77486"/>
                  </a:cubicBezTo>
                  <a:cubicBezTo>
                    <a:pt x="78921" y="77057"/>
                    <a:pt x="78254" y="75448"/>
                    <a:pt x="78635" y="75133"/>
                  </a:cubicBezTo>
                  <a:cubicBezTo>
                    <a:pt x="78988" y="74838"/>
                    <a:pt x="80769" y="74314"/>
                    <a:pt x="80988" y="73962"/>
                  </a:cubicBezTo>
                  <a:cubicBezTo>
                    <a:pt x="81750" y="72704"/>
                    <a:pt x="81350" y="71514"/>
                    <a:pt x="82159" y="70437"/>
                  </a:cubicBezTo>
                  <a:cubicBezTo>
                    <a:pt x="83321" y="68904"/>
                    <a:pt x="85398" y="67466"/>
                    <a:pt x="86855" y="65742"/>
                  </a:cubicBezTo>
                  <a:cubicBezTo>
                    <a:pt x="88198" y="64170"/>
                    <a:pt x="89998" y="62732"/>
                    <a:pt x="91551" y="61046"/>
                  </a:cubicBezTo>
                  <a:cubicBezTo>
                    <a:pt x="92180" y="60360"/>
                    <a:pt x="93399" y="59350"/>
                    <a:pt x="93904" y="58703"/>
                  </a:cubicBezTo>
                  <a:cubicBezTo>
                    <a:pt x="94523" y="57893"/>
                    <a:pt x="94351" y="56016"/>
                    <a:pt x="95075" y="55178"/>
                  </a:cubicBezTo>
                  <a:cubicBezTo>
                    <a:pt x="96504" y="53521"/>
                    <a:pt x="99419" y="52149"/>
                    <a:pt x="100943" y="50483"/>
                  </a:cubicBezTo>
                  <a:cubicBezTo>
                    <a:pt x="101743" y="49606"/>
                    <a:pt x="101295" y="47787"/>
                    <a:pt x="102114" y="46958"/>
                  </a:cubicBezTo>
                  <a:cubicBezTo>
                    <a:pt x="102829" y="46244"/>
                    <a:pt x="104981" y="46511"/>
                    <a:pt x="105638" y="45787"/>
                  </a:cubicBezTo>
                  <a:cubicBezTo>
                    <a:pt x="107067" y="44206"/>
                    <a:pt x="107763" y="41643"/>
                    <a:pt x="109163" y="39919"/>
                  </a:cubicBezTo>
                  <a:cubicBezTo>
                    <a:pt x="110696" y="38033"/>
                    <a:pt x="112477" y="36928"/>
                    <a:pt x="113858" y="35223"/>
                  </a:cubicBezTo>
                  <a:cubicBezTo>
                    <a:pt x="115344" y="33395"/>
                    <a:pt x="116868" y="31309"/>
                    <a:pt x="118554" y="29356"/>
                  </a:cubicBezTo>
                  <a:cubicBezTo>
                    <a:pt x="119221" y="28575"/>
                    <a:pt x="120021" y="27832"/>
                    <a:pt x="120831" y="27070"/>
                  </a:cubicBezTo>
                  <a:cubicBezTo>
                    <a:pt x="121669" y="26280"/>
                    <a:pt x="122517" y="25489"/>
                    <a:pt x="123250" y="24651"/>
                  </a:cubicBezTo>
                  <a:cubicBezTo>
                    <a:pt x="127308" y="20022"/>
                    <a:pt x="128965" y="16002"/>
                    <a:pt x="133813" y="12916"/>
                  </a:cubicBezTo>
                  <a:cubicBezTo>
                    <a:pt x="134899" y="12221"/>
                    <a:pt x="136061" y="10182"/>
                    <a:pt x="139681" y="10563"/>
                  </a:cubicBezTo>
                  <a:cubicBezTo>
                    <a:pt x="140386" y="8125"/>
                    <a:pt x="142786" y="7420"/>
                    <a:pt x="144377" y="5867"/>
                  </a:cubicBezTo>
                  <a:cubicBezTo>
                    <a:pt x="145234" y="5039"/>
                    <a:pt x="146101" y="4067"/>
                    <a:pt x="146996" y="3067"/>
                  </a:cubicBezTo>
                  <a:lnTo>
                    <a:pt x="146996" y="0"/>
                  </a:lnTo>
                  <a:lnTo>
                    <a:pt x="123241" y="12897"/>
                  </a:ln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34" id="134"/>
            <p:cNvSpPr/>
            <p:nvPr/>
          </p:nvSpPr>
          <p:spPr>
            <a:xfrm>
              <a:off x="9397817" y="3730101"/>
              <a:ext cx="205573" cy="44444"/>
            </a:xfrm>
            <a:custGeom>
              <a:avLst/>
              <a:gdLst/>
              <a:ahLst/>
              <a:cxnLst/>
              <a:rect r="r" b="b" t="t" l="l"/>
              <a:pathLst>
                <a:path w="205573" h="44444" stroke="true" fill="norm" extrusionOk="true">
                  <a:moveTo>
                    <a:pt x="201330" y="34548"/>
                  </a:moveTo>
                  <a:cubicBezTo>
                    <a:pt x="200778" y="36348"/>
                    <a:pt x="198196" y="34434"/>
                    <a:pt x="196634" y="33376"/>
                  </a:cubicBezTo>
                  <a:cubicBezTo>
                    <a:pt x="195272" y="32452"/>
                    <a:pt x="194025" y="30386"/>
                    <a:pt x="193110" y="29852"/>
                  </a:cubicBezTo>
                  <a:cubicBezTo>
                    <a:pt x="190833" y="29700"/>
                    <a:pt x="188062" y="29233"/>
                    <a:pt x="185481" y="28500"/>
                  </a:cubicBezTo>
                  <a:cubicBezTo>
                    <a:pt x="183499" y="27938"/>
                    <a:pt x="181623" y="27242"/>
                    <a:pt x="180194" y="26337"/>
                  </a:cubicBezTo>
                  <a:cubicBezTo>
                    <a:pt x="179727" y="26042"/>
                    <a:pt x="179213" y="25261"/>
                    <a:pt x="179023" y="25166"/>
                  </a:cubicBezTo>
                  <a:cubicBezTo>
                    <a:pt x="176860" y="24023"/>
                    <a:pt x="174660" y="23889"/>
                    <a:pt x="171974" y="22813"/>
                  </a:cubicBezTo>
                  <a:cubicBezTo>
                    <a:pt x="170583" y="22261"/>
                    <a:pt x="169098" y="21489"/>
                    <a:pt x="166107" y="20470"/>
                  </a:cubicBezTo>
                  <a:cubicBezTo>
                    <a:pt x="164325" y="19860"/>
                    <a:pt x="161716" y="18270"/>
                    <a:pt x="159068" y="18117"/>
                  </a:cubicBezTo>
                  <a:cubicBezTo>
                    <a:pt x="156972" y="18003"/>
                    <a:pt x="156572" y="17070"/>
                    <a:pt x="154372" y="16946"/>
                  </a:cubicBezTo>
                  <a:cubicBezTo>
                    <a:pt x="152715" y="16851"/>
                    <a:pt x="151267" y="16403"/>
                    <a:pt x="149676" y="15774"/>
                  </a:cubicBezTo>
                  <a:cubicBezTo>
                    <a:pt x="148066" y="15127"/>
                    <a:pt x="142904" y="13402"/>
                    <a:pt x="139113" y="12250"/>
                  </a:cubicBezTo>
                  <a:cubicBezTo>
                    <a:pt x="136122" y="11345"/>
                    <a:pt x="132693" y="10755"/>
                    <a:pt x="129721" y="9897"/>
                  </a:cubicBezTo>
                  <a:cubicBezTo>
                    <a:pt x="128007" y="9402"/>
                    <a:pt x="124968" y="8468"/>
                    <a:pt x="122673" y="7554"/>
                  </a:cubicBezTo>
                  <a:cubicBezTo>
                    <a:pt x="120910" y="6849"/>
                    <a:pt x="114576" y="6049"/>
                    <a:pt x="109757" y="5201"/>
                  </a:cubicBezTo>
                  <a:cubicBezTo>
                    <a:pt x="109633" y="5182"/>
                    <a:pt x="109519" y="4077"/>
                    <a:pt x="108585" y="4030"/>
                  </a:cubicBezTo>
                  <a:cubicBezTo>
                    <a:pt x="102213" y="3696"/>
                    <a:pt x="95212" y="2544"/>
                    <a:pt x="87449" y="1687"/>
                  </a:cubicBezTo>
                  <a:cubicBezTo>
                    <a:pt x="86468" y="1572"/>
                    <a:pt x="86306" y="515"/>
                    <a:pt x="85106" y="515"/>
                  </a:cubicBezTo>
                  <a:cubicBezTo>
                    <a:pt x="84144" y="515"/>
                    <a:pt x="83954" y="1772"/>
                    <a:pt x="82753" y="1687"/>
                  </a:cubicBezTo>
                  <a:cubicBezTo>
                    <a:pt x="80667" y="1534"/>
                    <a:pt x="80267" y="496"/>
                    <a:pt x="78057" y="515"/>
                  </a:cubicBezTo>
                  <a:cubicBezTo>
                    <a:pt x="76133" y="534"/>
                    <a:pt x="73762" y="1534"/>
                    <a:pt x="72190" y="1687"/>
                  </a:cubicBezTo>
                  <a:cubicBezTo>
                    <a:pt x="66342" y="2277"/>
                    <a:pt x="61036" y="1029"/>
                    <a:pt x="55759" y="515"/>
                  </a:cubicBezTo>
                  <a:cubicBezTo>
                    <a:pt x="53559" y="296"/>
                    <a:pt x="50207" y="772"/>
                    <a:pt x="47540" y="515"/>
                  </a:cubicBezTo>
                  <a:cubicBezTo>
                    <a:pt x="43053" y="87"/>
                    <a:pt x="41224" y="-390"/>
                    <a:pt x="35795" y="515"/>
                  </a:cubicBezTo>
                  <a:cubicBezTo>
                    <a:pt x="31004" y="1315"/>
                    <a:pt x="23994" y="2344"/>
                    <a:pt x="18183" y="4039"/>
                  </a:cubicBezTo>
                  <a:cubicBezTo>
                    <a:pt x="17831" y="4144"/>
                    <a:pt x="18117" y="5154"/>
                    <a:pt x="17012" y="5211"/>
                  </a:cubicBezTo>
                  <a:cubicBezTo>
                    <a:pt x="16374" y="5249"/>
                    <a:pt x="14650" y="6068"/>
                    <a:pt x="13488" y="6383"/>
                  </a:cubicBezTo>
                  <a:cubicBezTo>
                    <a:pt x="8630" y="7697"/>
                    <a:pt x="4448" y="7554"/>
                    <a:pt x="1839" y="12488"/>
                  </a:cubicBezTo>
                  <a:cubicBezTo>
                    <a:pt x="1029" y="14012"/>
                    <a:pt x="48" y="16374"/>
                    <a:pt x="0" y="17984"/>
                  </a:cubicBezTo>
                  <a:cubicBezTo>
                    <a:pt x="7553" y="19403"/>
                    <a:pt x="15878" y="14450"/>
                    <a:pt x="22879" y="12250"/>
                  </a:cubicBezTo>
                  <a:cubicBezTo>
                    <a:pt x="23213" y="12145"/>
                    <a:pt x="23079" y="11316"/>
                    <a:pt x="24051" y="11069"/>
                  </a:cubicBezTo>
                  <a:cubicBezTo>
                    <a:pt x="27651" y="10173"/>
                    <a:pt x="27718" y="10069"/>
                    <a:pt x="31099" y="9897"/>
                  </a:cubicBezTo>
                  <a:cubicBezTo>
                    <a:pt x="32014" y="9850"/>
                    <a:pt x="32176" y="8735"/>
                    <a:pt x="32271" y="8726"/>
                  </a:cubicBezTo>
                  <a:cubicBezTo>
                    <a:pt x="33871" y="8468"/>
                    <a:pt x="34938" y="10021"/>
                    <a:pt x="35795" y="9897"/>
                  </a:cubicBezTo>
                  <a:cubicBezTo>
                    <a:pt x="35766" y="9907"/>
                    <a:pt x="36281" y="8897"/>
                    <a:pt x="36967" y="8726"/>
                  </a:cubicBezTo>
                  <a:cubicBezTo>
                    <a:pt x="41510" y="7592"/>
                    <a:pt x="42444" y="8335"/>
                    <a:pt x="44006" y="8726"/>
                  </a:cubicBezTo>
                  <a:cubicBezTo>
                    <a:pt x="46663" y="9392"/>
                    <a:pt x="48997" y="8678"/>
                    <a:pt x="51054" y="8726"/>
                  </a:cubicBezTo>
                  <a:cubicBezTo>
                    <a:pt x="58684" y="8897"/>
                    <a:pt x="64541" y="9878"/>
                    <a:pt x="69837" y="9897"/>
                  </a:cubicBezTo>
                  <a:cubicBezTo>
                    <a:pt x="73362" y="9916"/>
                    <a:pt x="76819" y="8830"/>
                    <a:pt x="80401" y="8726"/>
                  </a:cubicBezTo>
                  <a:cubicBezTo>
                    <a:pt x="85735" y="8564"/>
                    <a:pt x="88021" y="9316"/>
                    <a:pt x="92135" y="9897"/>
                  </a:cubicBezTo>
                  <a:cubicBezTo>
                    <a:pt x="93183" y="10050"/>
                    <a:pt x="93641" y="11069"/>
                    <a:pt x="94488" y="11069"/>
                  </a:cubicBezTo>
                  <a:cubicBezTo>
                    <a:pt x="96288" y="11069"/>
                    <a:pt x="95688" y="9669"/>
                    <a:pt x="96831" y="11069"/>
                  </a:cubicBezTo>
                  <a:cubicBezTo>
                    <a:pt x="97031" y="11307"/>
                    <a:pt x="98831" y="11021"/>
                    <a:pt x="99184" y="11069"/>
                  </a:cubicBezTo>
                  <a:cubicBezTo>
                    <a:pt x="106452" y="11936"/>
                    <a:pt x="117377" y="12174"/>
                    <a:pt x="120320" y="15765"/>
                  </a:cubicBezTo>
                  <a:cubicBezTo>
                    <a:pt x="120568" y="16069"/>
                    <a:pt x="123397" y="15736"/>
                    <a:pt x="123844" y="15765"/>
                  </a:cubicBezTo>
                  <a:cubicBezTo>
                    <a:pt x="124921" y="15822"/>
                    <a:pt x="124711" y="16851"/>
                    <a:pt x="125016" y="16936"/>
                  </a:cubicBezTo>
                  <a:cubicBezTo>
                    <a:pt x="126397" y="17308"/>
                    <a:pt x="128273" y="16860"/>
                    <a:pt x="129712" y="16936"/>
                  </a:cubicBezTo>
                  <a:cubicBezTo>
                    <a:pt x="130712" y="16993"/>
                    <a:pt x="130683" y="18060"/>
                    <a:pt x="130883" y="18108"/>
                  </a:cubicBezTo>
                  <a:cubicBezTo>
                    <a:pt x="132779" y="18517"/>
                    <a:pt x="134893" y="18717"/>
                    <a:pt x="136751" y="19279"/>
                  </a:cubicBezTo>
                  <a:cubicBezTo>
                    <a:pt x="140523" y="20432"/>
                    <a:pt x="143771" y="21699"/>
                    <a:pt x="147314" y="22804"/>
                  </a:cubicBezTo>
                  <a:cubicBezTo>
                    <a:pt x="149085" y="23356"/>
                    <a:pt x="151362" y="23394"/>
                    <a:pt x="153181" y="23975"/>
                  </a:cubicBezTo>
                  <a:cubicBezTo>
                    <a:pt x="154619" y="24432"/>
                    <a:pt x="154867" y="25052"/>
                    <a:pt x="156706" y="25147"/>
                  </a:cubicBezTo>
                  <a:cubicBezTo>
                    <a:pt x="157829" y="25204"/>
                    <a:pt x="157515" y="26214"/>
                    <a:pt x="157877" y="26318"/>
                  </a:cubicBezTo>
                  <a:cubicBezTo>
                    <a:pt x="161725" y="27480"/>
                    <a:pt x="166154" y="27328"/>
                    <a:pt x="169621" y="28662"/>
                  </a:cubicBezTo>
                  <a:cubicBezTo>
                    <a:pt x="170136" y="28862"/>
                    <a:pt x="171336" y="30690"/>
                    <a:pt x="171965" y="31014"/>
                  </a:cubicBezTo>
                  <a:cubicBezTo>
                    <a:pt x="173612" y="31862"/>
                    <a:pt x="175041" y="31386"/>
                    <a:pt x="176660" y="32186"/>
                  </a:cubicBezTo>
                  <a:cubicBezTo>
                    <a:pt x="177289" y="32500"/>
                    <a:pt x="178280" y="34157"/>
                    <a:pt x="179013" y="34538"/>
                  </a:cubicBezTo>
                  <a:cubicBezTo>
                    <a:pt x="180661" y="35386"/>
                    <a:pt x="182033" y="35015"/>
                    <a:pt x="183709" y="35710"/>
                  </a:cubicBezTo>
                  <a:cubicBezTo>
                    <a:pt x="183813" y="35758"/>
                    <a:pt x="183899" y="35786"/>
                    <a:pt x="184004" y="35834"/>
                  </a:cubicBezTo>
                  <a:cubicBezTo>
                    <a:pt x="189195" y="38015"/>
                    <a:pt x="193767" y="39882"/>
                    <a:pt x="198977" y="41587"/>
                  </a:cubicBezTo>
                  <a:cubicBezTo>
                    <a:pt x="198520" y="42806"/>
                    <a:pt x="201063" y="43749"/>
                    <a:pt x="201321" y="44444"/>
                  </a:cubicBezTo>
                  <a:cubicBezTo>
                    <a:pt x="210884" y="43940"/>
                    <a:pt x="201330" y="34548"/>
                    <a:pt x="201330" y="34548"/>
                  </a:cubicBezTo>
                  <a:close/>
                </a:path>
              </a:pathLst>
            </a:custGeom>
            <a:solidFill>
              <a:srgbClr val="D7891E"/>
            </a:solidFill>
            <a:ln cap="flat">
              <a:noFill/>
              <a:prstDash val="solid"/>
              <a:miter lim="800000"/>
            </a:ln>
          </p:spPr>
          <p:txBody>
            <a:bodyPr vert="horz" anchor="ctr" tIns="45720" lIns="91440" bIns="45720" rIns="91440"/>
            <a:p>
              <a:pPr algn="l" marL="0"/>
            </a:p>
          </p:txBody>
        </p:sp>
        <p:sp>
          <p:nvSpPr>
            <p:cNvPr name="Freeform 135" id="135"/>
            <p:cNvSpPr/>
            <p:nvPr/>
          </p:nvSpPr>
          <p:spPr>
            <a:xfrm>
              <a:off x="9130956" y="4006479"/>
              <a:ext cx="14401" cy="55768"/>
            </a:xfrm>
            <a:custGeom>
              <a:avLst/>
              <a:gdLst/>
              <a:ahLst/>
              <a:cxnLst/>
              <a:rect r="r" b="b" t="t" l="l"/>
              <a:pathLst>
                <a:path w="14401" h="55768" stroke="true" fill="norm" extrusionOk="true">
                  <a:moveTo>
                    <a:pt x="12268" y="10077"/>
                  </a:moveTo>
                  <a:cubicBezTo>
                    <a:pt x="10153" y="7106"/>
                    <a:pt x="10382" y="3210"/>
                    <a:pt x="8867" y="0"/>
                  </a:cubicBezTo>
                  <a:cubicBezTo>
                    <a:pt x="8829" y="1134"/>
                    <a:pt x="7029" y="11868"/>
                    <a:pt x="6772" y="11716"/>
                  </a:cubicBezTo>
                  <a:cubicBezTo>
                    <a:pt x="7305" y="12030"/>
                    <a:pt x="7600" y="12592"/>
                    <a:pt x="7962" y="12849"/>
                  </a:cubicBezTo>
                  <a:cubicBezTo>
                    <a:pt x="6248" y="13954"/>
                    <a:pt x="5762" y="20793"/>
                    <a:pt x="5314" y="23060"/>
                  </a:cubicBezTo>
                  <a:cubicBezTo>
                    <a:pt x="3943" y="29880"/>
                    <a:pt x="2428" y="36662"/>
                    <a:pt x="923" y="43463"/>
                  </a:cubicBezTo>
                  <a:cubicBezTo>
                    <a:pt x="133" y="46996"/>
                    <a:pt x="-1410" y="53997"/>
                    <a:pt x="2943" y="55769"/>
                  </a:cubicBezTo>
                  <a:cubicBezTo>
                    <a:pt x="2952" y="55778"/>
                    <a:pt x="9020" y="36957"/>
                    <a:pt x="9505" y="35195"/>
                  </a:cubicBezTo>
                  <a:cubicBezTo>
                    <a:pt x="11629" y="27461"/>
                    <a:pt x="13439" y="19631"/>
                    <a:pt x="14401" y="11649"/>
                  </a:cubicBezTo>
                  <a:cubicBezTo>
                    <a:pt x="13506" y="11411"/>
                    <a:pt x="12820" y="10849"/>
                    <a:pt x="12268" y="10077"/>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36" id="136"/>
            <p:cNvSpPr/>
            <p:nvPr/>
          </p:nvSpPr>
          <p:spPr>
            <a:xfrm>
              <a:off x="8762004" y="3776923"/>
              <a:ext cx="323688" cy="173435"/>
            </a:xfrm>
            <a:custGeom>
              <a:avLst/>
              <a:gdLst/>
              <a:ahLst/>
              <a:cxnLst/>
              <a:rect r="r" b="b" t="t" l="l"/>
              <a:pathLst>
                <a:path w="323688" h="173435" stroke="true" fill="norm" extrusionOk="true">
                  <a:moveTo>
                    <a:pt x="323174" y="167320"/>
                  </a:moveTo>
                  <a:cubicBezTo>
                    <a:pt x="323203" y="166749"/>
                    <a:pt x="323412" y="166320"/>
                    <a:pt x="323688" y="165958"/>
                  </a:cubicBezTo>
                  <a:cubicBezTo>
                    <a:pt x="323498" y="164853"/>
                    <a:pt x="323526" y="163787"/>
                    <a:pt x="322898" y="162663"/>
                  </a:cubicBezTo>
                  <a:cubicBezTo>
                    <a:pt x="322622" y="162167"/>
                    <a:pt x="320736" y="161910"/>
                    <a:pt x="320555" y="161491"/>
                  </a:cubicBezTo>
                  <a:cubicBezTo>
                    <a:pt x="319659" y="159510"/>
                    <a:pt x="320345" y="158319"/>
                    <a:pt x="319383" y="156795"/>
                  </a:cubicBezTo>
                  <a:cubicBezTo>
                    <a:pt x="319030" y="156243"/>
                    <a:pt x="318392" y="155929"/>
                    <a:pt x="318211" y="155624"/>
                  </a:cubicBezTo>
                  <a:cubicBezTo>
                    <a:pt x="317621" y="154624"/>
                    <a:pt x="315954" y="152614"/>
                    <a:pt x="315868" y="150928"/>
                  </a:cubicBezTo>
                  <a:cubicBezTo>
                    <a:pt x="315811" y="149899"/>
                    <a:pt x="314525" y="147813"/>
                    <a:pt x="313516" y="146232"/>
                  </a:cubicBezTo>
                  <a:cubicBezTo>
                    <a:pt x="312668" y="144899"/>
                    <a:pt x="312201" y="143784"/>
                    <a:pt x="311173" y="142708"/>
                  </a:cubicBezTo>
                  <a:cubicBezTo>
                    <a:pt x="310811" y="142327"/>
                    <a:pt x="309858" y="139488"/>
                    <a:pt x="308820" y="138012"/>
                  </a:cubicBezTo>
                  <a:cubicBezTo>
                    <a:pt x="308010" y="136860"/>
                    <a:pt x="307391" y="136612"/>
                    <a:pt x="306477" y="135669"/>
                  </a:cubicBezTo>
                  <a:cubicBezTo>
                    <a:pt x="305848" y="135021"/>
                    <a:pt x="305372" y="135850"/>
                    <a:pt x="305305" y="134497"/>
                  </a:cubicBezTo>
                  <a:cubicBezTo>
                    <a:pt x="305276" y="134059"/>
                    <a:pt x="302724" y="129849"/>
                    <a:pt x="301781" y="129802"/>
                  </a:cubicBezTo>
                  <a:cubicBezTo>
                    <a:pt x="299924" y="129706"/>
                    <a:pt x="299742" y="125534"/>
                    <a:pt x="298256" y="123934"/>
                  </a:cubicBezTo>
                  <a:cubicBezTo>
                    <a:pt x="297561" y="123191"/>
                    <a:pt x="295494" y="123458"/>
                    <a:pt x="294732" y="122753"/>
                  </a:cubicBezTo>
                  <a:cubicBezTo>
                    <a:pt x="294085" y="122153"/>
                    <a:pt x="294151" y="121086"/>
                    <a:pt x="293561" y="120410"/>
                  </a:cubicBezTo>
                  <a:cubicBezTo>
                    <a:pt x="292770" y="119505"/>
                    <a:pt x="291970" y="119057"/>
                    <a:pt x="291218" y="118057"/>
                  </a:cubicBezTo>
                  <a:cubicBezTo>
                    <a:pt x="290284" y="116857"/>
                    <a:pt x="289141" y="115209"/>
                    <a:pt x="287693" y="113361"/>
                  </a:cubicBezTo>
                  <a:cubicBezTo>
                    <a:pt x="287169" y="112695"/>
                    <a:pt x="286598" y="113561"/>
                    <a:pt x="286522" y="112190"/>
                  </a:cubicBezTo>
                  <a:cubicBezTo>
                    <a:pt x="286369" y="109437"/>
                    <a:pt x="278759" y="106570"/>
                    <a:pt x="279473" y="101627"/>
                  </a:cubicBezTo>
                  <a:cubicBezTo>
                    <a:pt x="273377" y="96740"/>
                    <a:pt x="268424" y="91254"/>
                    <a:pt x="263033" y="85186"/>
                  </a:cubicBezTo>
                  <a:cubicBezTo>
                    <a:pt x="262747" y="84863"/>
                    <a:pt x="260823" y="84320"/>
                    <a:pt x="260690" y="84005"/>
                  </a:cubicBezTo>
                  <a:cubicBezTo>
                    <a:pt x="260452" y="83481"/>
                    <a:pt x="261061" y="82072"/>
                    <a:pt x="260690" y="81662"/>
                  </a:cubicBezTo>
                  <a:cubicBezTo>
                    <a:pt x="258347" y="79043"/>
                    <a:pt x="255404" y="77157"/>
                    <a:pt x="252470" y="74614"/>
                  </a:cubicBezTo>
                  <a:cubicBezTo>
                    <a:pt x="251765" y="74004"/>
                    <a:pt x="251365" y="74776"/>
                    <a:pt x="251298" y="73442"/>
                  </a:cubicBezTo>
                  <a:cubicBezTo>
                    <a:pt x="251222" y="72147"/>
                    <a:pt x="249841" y="71661"/>
                    <a:pt x="248946" y="71099"/>
                  </a:cubicBezTo>
                  <a:cubicBezTo>
                    <a:pt x="246355" y="69442"/>
                    <a:pt x="240716" y="64393"/>
                    <a:pt x="237211" y="61707"/>
                  </a:cubicBezTo>
                  <a:cubicBezTo>
                    <a:pt x="236544" y="61193"/>
                    <a:pt x="237411" y="60602"/>
                    <a:pt x="236039" y="60536"/>
                  </a:cubicBezTo>
                  <a:cubicBezTo>
                    <a:pt x="234477" y="60460"/>
                    <a:pt x="234201" y="58278"/>
                    <a:pt x="232515" y="58193"/>
                  </a:cubicBezTo>
                  <a:cubicBezTo>
                    <a:pt x="230953" y="58107"/>
                    <a:pt x="230677" y="55935"/>
                    <a:pt x="228991" y="55840"/>
                  </a:cubicBezTo>
                  <a:cubicBezTo>
                    <a:pt x="228219" y="55802"/>
                    <a:pt x="224723" y="55183"/>
                    <a:pt x="224295" y="54668"/>
                  </a:cubicBezTo>
                  <a:cubicBezTo>
                    <a:pt x="223371" y="53544"/>
                    <a:pt x="223409" y="52992"/>
                    <a:pt x="221952" y="52325"/>
                  </a:cubicBezTo>
                  <a:cubicBezTo>
                    <a:pt x="219809" y="51335"/>
                    <a:pt x="217437" y="51173"/>
                    <a:pt x="214903" y="49973"/>
                  </a:cubicBezTo>
                  <a:cubicBezTo>
                    <a:pt x="214332" y="49706"/>
                    <a:pt x="215018" y="48868"/>
                    <a:pt x="213732" y="48801"/>
                  </a:cubicBezTo>
                  <a:cubicBezTo>
                    <a:pt x="213303" y="48772"/>
                    <a:pt x="211084" y="47972"/>
                    <a:pt x="210207" y="47629"/>
                  </a:cubicBezTo>
                  <a:cubicBezTo>
                    <a:pt x="209045" y="47163"/>
                    <a:pt x="209331" y="45353"/>
                    <a:pt x="207864" y="45277"/>
                  </a:cubicBezTo>
                  <a:cubicBezTo>
                    <a:pt x="205826" y="45172"/>
                    <a:pt x="203607" y="44477"/>
                    <a:pt x="201997" y="42933"/>
                  </a:cubicBezTo>
                  <a:cubicBezTo>
                    <a:pt x="201778" y="42724"/>
                    <a:pt x="196558" y="39495"/>
                    <a:pt x="194949" y="39409"/>
                  </a:cubicBezTo>
                  <a:cubicBezTo>
                    <a:pt x="194434" y="39390"/>
                    <a:pt x="193205" y="38533"/>
                    <a:pt x="192605" y="38238"/>
                  </a:cubicBezTo>
                  <a:cubicBezTo>
                    <a:pt x="192177" y="38028"/>
                    <a:pt x="190538" y="38581"/>
                    <a:pt x="190253" y="38238"/>
                  </a:cubicBezTo>
                  <a:cubicBezTo>
                    <a:pt x="190148" y="38095"/>
                    <a:pt x="190405" y="37133"/>
                    <a:pt x="190253" y="37066"/>
                  </a:cubicBezTo>
                  <a:cubicBezTo>
                    <a:pt x="189824" y="36866"/>
                    <a:pt x="188186" y="37409"/>
                    <a:pt x="187909" y="37066"/>
                  </a:cubicBezTo>
                  <a:cubicBezTo>
                    <a:pt x="186966" y="35914"/>
                    <a:pt x="186881" y="35552"/>
                    <a:pt x="185557" y="34713"/>
                  </a:cubicBezTo>
                  <a:cubicBezTo>
                    <a:pt x="184499" y="34037"/>
                    <a:pt x="182166" y="33475"/>
                    <a:pt x="179689" y="32370"/>
                  </a:cubicBezTo>
                  <a:cubicBezTo>
                    <a:pt x="179146" y="32123"/>
                    <a:pt x="179785" y="31265"/>
                    <a:pt x="178518" y="31199"/>
                  </a:cubicBezTo>
                  <a:cubicBezTo>
                    <a:pt x="176556" y="31103"/>
                    <a:pt x="177213" y="30522"/>
                    <a:pt x="176165" y="30027"/>
                  </a:cubicBezTo>
                  <a:cubicBezTo>
                    <a:pt x="173184" y="28608"/>
                    <a:pt x="169745" y="28008"/>
                    <a:pt x="166773" y="26503"/>
                  </a:cubicBezTo>
                  <a:cubicBezTo>
                    <a:pt x="166183" y="26198"/>
                    <a:pt x="166907" y="25398"/>
                    <a:pt x="165602" y="25331"/>
                  </a:cubicBezTo>
                  <a:cubicBezTo>
                    <a:pt x="164506" y="25274"/>
                    <a:pt x="161097" y="23302"/>
                    <a:pt x="159735" y="21807"/>
                  </a:cubicBezTo>
                  <a:cubicBezTo>
                    <a:pt x="156896" y="21321"/>
                    <a:pt x="157182" y="23950"/>
                    <a:pt x="153858" y="22979"/>
                  </a:cubicBezTo>
                  <a:cubicBezTo>
                    <a:pt x="150743" y="19702"/>
                    <a:pt x="145790" y="19702"/>
                    <a:pt x="140942" y="18283"/>
                  </a:cubicBezTo>
                  <a:cubicBezTo>
                    <a:pt x="138056" y="17435"/>
                    <a:pt x="135608" y="16940"/>
                    <a:pt x="131550" y="15930"/>
                  </a:cubicBezTo>
                  <a:cubicBezTo>
                    <a:pt x="131598" y="15949"/>
                    <a:pt x="128111" y="14863"/>
                    <a:pt x="128026" y="14759"/>
                  </a:cubicBezTo>
                  <a:cubicBezTo>
                    <a:pt x="127950" y="14663"/>
                    <a:pt x="128131" y="13616"/>
                    <a:pt x="128026" y="13587"/>
                  </a:cubicBezTo>
                  <a:cubicBezTo>
                    <a:pt x="123816" y="12463"/>
                    <a:pt x="115586" y="12730"/>
                    <a:pt x="111586" y="10063"/>
                  </a:cubicBezTo>
                  <a:cubicBezTo>
                    <a:pt x="110138" y="9101"/>
                    <a:pt x="109023" y="9558"/>
                    <a:pt x="106890" y="8891"/>
                  </a:cubicBezTo>
                  <a:cubicBezTo>
                    <a:pt x="104918" y="8272"/>
                    <a:pt x="102946" y="6986"/>
                    <a:pt x="101022" y="6539"/>
                  </a:cubicBezTo>
                  <a:cubicBezTo>
                    <a:pt x="97936" y="5834"/>
                    <a:pt x="93926" y="5824"/>
                    <a:pt x="90459" y="5367"/>
                  </a:cubicBezTo>
                  <a:cubicBezTo>
                    <a:pt x="89526" y="5243"/>
                    <a:pt x="89268" y="4052"/>
                    <a:pt x="88106" y="4195"/>
                  </a:cubicBezTo>
                  <a:cubicBezTo>
                    <a:pt x="87468" y="4272"/>
                    <a:pt x="86659" y="5348"/>
                    <a:pt x="86935" y="5367"/>
                  </a:cubicBezTo>
                  <a:cubicBezTo>
                    <a:pt x="83868" y="5167"/>
                    <a:pt x="83201" y="3776"/>
                    <a:pt x="78715" y="3024"/>
                  </a:cubicBezTo>
                  <a:cubicBezTo>
                    <a:pt x="77962" y="2900"/>
                    <a:pt x="77096" y="3205"/>
                    <a:pt x="76372" y="3024"/>
                  </a:cubicBezTo>
                  <a:cubicBezTo>
                    <a:pt x="75210" y="2729"/>
                    <a:pt x="72962" y="2376"/>
                    <a:pt x="69323" y="1852"/>
                  </a:cubicBezTo>
                  <a:cubicBezTo>
                    <a:pt x="66094" y="1385"/>
                    <a:pt x="64494" y="576"/>
                    <a:pt x="59931" y="1852"/>
                  </a:cubicBezTo>
                  <a:cubicBezTo>
                    <a:pt x="60093" y="1805"/>
                    <a:pt x="59408" y="3843"/>
                    <a:pt x="58750" y="3024"/>
                  </a:cubicBezTo>
                  <a:cubicBezTo>
                    <a:pt x="57617" y="1605"/>
                    <a:pt x="58188" y="3024"/>
                    <a:pt x="56407" y="3024"/>
                  </a:cubicBezTo>
                  <a:cubicBezTo>
                    <a:pt x="54607" y="3014"/>
                    <a:pt x="52683" y="2090"/>
                    <a:pt x="50540" y="1852"/>
                  </a:cubicBezTo>
                  <a:cubicBezTo>
                    <a:pt x="48025" y="1576"/>
                    <a:pt x="45682" y="2128"/>
                    <a:pt x="43491" y="1852"/>
                  </a:cubicBezTo>
                  <a:cubicBezTo>
                    <a:pt x="43491" y="1852"/>
                    <a:pt x="43168" y="728"/>
                    <a:pt x="42320" y="681"/>
                  </a:cubicBezTo>
                  <a:cubicBezTo>
                    <a:pt x="39996" y="566"/>
                    <a:pt x="37262" y="1366"/>
                    <a:pt x="34100" y="681"/>
                  </a:cubicBezTo>
                  <a:cubicBezTo>
                    <a:pt x="32176" y="261"/>
                    <a:pt x="29899" y="-615"/>
                    <a:pt x="24708" y="681"/>
                  </a:cubicBezTo>
                  <a:cubicBezTo>
                    <a:pt x="23251" y="1052"/>
                    <a:pt x="17831" y="2281"/>
                    <a:pt x="14145" y="3033"/>
                  </a:cubicBezTo>
                  <a:cubicBezTo>
                    <a:pt x="12145" y="3443"/>
                    <a:pt x="7363" y="3186"/>
                    <a:pt x="4753" y="4205"/>
                  </a:cubicBezTo>
                  <a:cubicBezTo>
                    <a:pt x="4267" y="4395"/>
                    <a:pt x="4801" y="5310"/>
                    <a:pt x="3582" y="5376"/>
                  </a:cubicBezTo>
                  <a:cubicBezTo>
                    <a:pt x="1067" y="5510"/>
                    <a:pt x="-305" y="5986"/>
                    <a:pt x="57" y="10072"/>
                  </a:cubicBezTo>
                  <a:cubicBezTo>
                    <a:pt x="1781" y="12939"/>
                    <a:pt x="5191" y="10272"/>
                    <a:pt x="7106" y="10072"/>
                  </a:cubicBezTo>
                  <a:cubicBezTo>
                    <a:pt x="7754" y="10006"/>
                    <a:pt x="13402" y="10987"/>
                    <a:pt x="14145" y="10072"/>
                  </a:cubicBezTo>
                  <a:cubicBezTo>
                    <a:pt x="15107" y="8901"/>
                    <a:pt x="19241" y="8101"/>
                    <a:pt x="21193" y="7729"/>
                  </a:cubicBezTo>
                  <a:cubicBezTo>
                    <a:pt x="23508" y="7281"/>
                    <a:pt x="26118" y="6700"/>
                    <a:pt x="28232" y="6558"/>
                  </a:cubicBezTo>
                  <a:cubicBezTo>
                    <a:pt x="35224" y="6072"/>
                    <a:pt x="41177" y="7281"/>
                    <a:pt x="49368" y="7729"/>
                  </a:cubicBezTo>
                  <a:cubicBezTo>
                    <a:pt x="50397" y="7786"/>
                    <a:pt x="51902" y="7434"/>
                    <a:pt x="52893" y="7729"/>
                  </a:cubicBezTo>
                  <a:cubicBezTo>
                    <a:pt x="53274" y="7843"/>
                    <a:pt x="54464" y="8910"/>
                    <a:pt x="54064" y="8901"/>
                  </a:cubicBezTo>
                  <a:cubicBezTo>
                    <a:pt x="54960" y="8910"/>
                    <a:pt x="55302" y="7434"/>
                    <a:pt x="56417" y="7729"/>
                  </a:cubicBezTo>
                  <a:cubicBezTo>
                    <a:pt x="56779" y="7824"/>
                    <a:pt x="56369" y="9072"/>
                    <a:pt x="57588" y="8901"/>
                  </a:cubicBezTo>
                  <a:cubicBezTo>
                    <a:pt x="57636" y="8891"/>
                    <a:pt x="57893" y="7777"/>
                    <a:pt x="58760" y="7729"/>
                  </a:cubicBezTo>
                  <a:cubicBezTo>
                    <a:pt x="62179" y="7548"/>
                    <a:pt x="65256" y="8577"/>
                    <a:pt x="69323" y="8901"/>
                  </a:cubicBezTo>
                  <a:cubicBezTo>
                    <a:pt x="75791" y="9415"/>
                    <a:pt x="81763" y="9958"/>
                    <a:pt x="88106" y="11244"/>
                  </a:cubicBezTo>
                  <a:cubicBezTo>
                    <a:pt x="105671" y="14806"/>
                    <a:pt x="124502" y="20188"/>
                    <a:pt x="142113" y="25331"/>
                  </a:cubicBezTo>
                  <a:cubicBezTo>
                    <a:pt x="147542" y="26922"/>
                    <a:pt x="152115" y="28932"/>
                    <a:pt x="158553" y="30027"/>
                  </a:cubicBezTo>
                  <a:cubicBezTo>
                    <a:pt x="158334" y="29989"/>
                    <a:pt x="159096" y="31999"/>
                    <a:pt x="159725" y="31199"/>
                  </a:cubicBezTo>
                  <a:cubicBezTo>
                    <a:pt x="160296" y="30484"/>
                    <a:pt x="160725" y="29941"/>
                    <a:pt x="162068" y="30027"/>
                  </a:cubicBezTo>
                  <a:cubicBezTo>
                    <a:pt x="165992" y="34485"/>
                    <a:pt x="172117" y="35847"/>
                    <a:pt x="177337" y="38247"/>
                  </a:cubicBezTo>
                  <a:cubicBezTo>
                    <a:pt x="178079" y="38590"/>
                    <a:pt x="178927" y="38933"/>
                    <a:pt x="179680" y="39419"/>
                  </a:cubicBezTo>
                  <a:cubicBezTo>
                    <a:pt x="180985" y="40247"/>
                    <a:pt x="182880" y="40505"/>
                    <a:pt x="185547" y="41771"/>
                  </a:cubicBezTo>
                  <a:cubicBezTo>
                    <a:pt x="186957" y="42438"/>
                    <a:pt x="187633" y="43381"/>
                    <a:pt x="189072" y="44115"/>
                  </a:cubicBezTo>
                  <a:cubicBezTo>
                    <a:pt x="191205" y="45200"/>
                    <a:pt x="193777" y="44972"/>
                    <a:pt x="196110" y="46467"/>
                  </a:cubicBezTo>
                  <a:cubicBezTo>
                    <a:pt x="197396" y="47286"/>
                    <a:pt x="198311" y="47972"/>
                    <a:pt x="199635" y="48820"/>
                  </a:cubicBezTo>
                  <a:cubicBezTo>
                    <a:pt x="200225" y="49192"/>
                    <a:pt x="204797" y="52239"/>
                    <a:pt x="206683" y="52344"/>
                  </a:cubicBezTo>
                  <a:cubicBezTo>
                    <a:pt x="208245" y="52420"/>
                    <a:pt x="208522" y="54602"/>
                    <a:pt x="210207" y="54687"/>
                  </a:cubicBezTo>
                  <a:cubicBezTo>
                    <a:pt x="210789" y="54716"/>
                    <a:pt x="211865" y="55564"/>
                    <a:pt x="212560" y="55859"/>
                  </a:cubicBezTo>
                  <a:cubicBezTo>
                    <a:pt x="215075" y="56935"/>
                    <a:pt x="218037" y="58212"/>
                    <a:pt x="220780" y="59383"/>
                  </a:cubicBezTo>
                  <a:cubicBezTo>
                    <a:pt x="221761" y="59802"/>
                    <a:pt x="224152" y="59821"/>
                    <a:pt x="225476" y="60555"/>
                  </a:cubicBezTo>
                  <a:cubicBezTo>
                    <a:pt x="226467" y="61107"/>
                    <a:pt x="226886" y="63527"/>
                    <a:pt x="227829" y="64079"/>
                  </a:cubicBezTo>
                  <a:cubicBezTo>
                    <a:pt x="229524" y="65089"/>
                    <a:pt x="231153" y="64212"/>
                    <a:pt x="232524" y="65251"/>
                  </a:cubicBezTo>
                  <a:cubicBezTo>
                    <a:pt x="232906" y="65546"/>
                    <a:pt x="232144" y="67289"/>
                    <a:pt x="232524" y="67603"/>
                  </a:cubicBezTo>
                  <a:cubicBezTo>
                    <a:pt x="233658" y="68527"/>
                    <a:pt x="235315" y="68737"/>
                    <a:pt x="237220" y="69946"/>
                  </a:cubicBezTo>
                  <a:cubicBezTo>
                    <a:pt x="237458" y="70099"/>
                    <a:pt x="241468" y="74557"/>
                    <a:pt x="243088" y="74642"/>
                  </a:cubicBezTo>
                  <a:cubicBezTo>
                    <a:pt x="245269" y="74757"/>
                    <a:pt x="245755" y="77757"/>
                    <a:pt x="247784" y="79338"/>
                  </a:cubicBezTo>
                  <a:cubicBezTo>
                    <a:pt x="248450" y="79862"/>
                    <a:pt x="250679" y="79871"/>
                    <a:pt x="251308" y="80510"/>
                  </a:cubicBezTo>
                  <a:cubicBezTo>
                    <a:pt x="251670" y="80881"/>
                    <a:pt x="250908" y="82538"/>
                    <a:pt x="251308" y="82862"/>
                  </a:cubicBezTo>
                  <a:cubicBezTo>
                    <a:pt x="252517" y="83853"/>
                    <a:pt x="253089" y="85005"/>
                    <a:pt x="254832" y="86387"/>
                  </a:cubicBezTo>
                  <a:cubicBezTo>
                    <a:pt x="257871" y="88806"/>
                    <a:pt x="262747" y="95531"/>
                    <a:pt x="266576" y="99302"/>
                  </a:cubicBezTo>
                  <a:cubicBezTo>
                    <a:pt x="268529" y="101227"/>
                    <a:pt x="271063" y="102236"/>
                    <a:pt x="272444" y="103998"/>
                  </a:cubicBezTo>
                  <a:cubicBezTo>
                    <a:pt x="273825" y="105760"/>
                    <a:pt x="273901" y="108808"/>
                    <a:pt x="275968" y="109875"/>
                  </a:cubicBezTo>
                  <a:cubicBezTo>
                    <a:pt x="276130" y="112142"/>
                    <a:pt x="279330" y="110390"/>
                    <a:pt x="279492" y="113400"/>
                  </a:cubicBezTo>
                  <a:cubicBezTo>
                    <a:pt x="279597" y="115371"/>
                    <a:pt x="281340" y="117238"/>
                    <a:pt x="283016" y="119267"/>
                  </a:cubicBezTo>
                  <a:cubicBezTo>
                    <a:pt x="285541" y="122343"/>
                    <a:pt x="288598" y="124591"/>
                    <a:pt x="291237" y="127487"/>
                  </a:cubicBezTo>
                  <a:cubicBezTo>
                    <a:pt x="293761" y="130259"/>
                    <a:pt x="295675" y="133783"/>
                    <a:pt x="298276" y="136888"/>
                  </a:cubicBezTo>
                  <a:cubicBezTo>
                    <a:pt x="299028" y="137783"/>
                    <a:pt x="299666" y="138498"/>
                    <a:pt x="300628" y="139231"/>
                  </a:cubicBezTo>
                  <a:cubicBezTo>
                    <a:pt x="301162" y="139641"/>
                    <a:pt x="302533" y="139907"/>
                    <a:pt x="302971" y="140403"/>
                  </a:cubicBezTo>
                  <a:cubicBezTo>
                    <a:pt x="303772" y="141298"/>
                    <a:pt x="303352" y="143070"/>
                    <a:pt x="304143" y="143927"/>
                  </a:cubicBezTo>
                  <a:cubicBezTo>
                    <a:pt x="304581" y="144403"/>
                    <a:pt x="306153" y="144613"/>
                    <a:pt x="306496" y="145099"/>
                  </a:cubicBezTo>
                  <a:cubicBezTo>
                    <a:pt x="307239" y="146166"/>
                    <a:pt x="307086" y="147575"/>
                    <a:pt x="307667" y="148623"/>
                  </a:cubicBezTo>
                  <a:cubicBezTo>
                    <a:pt x="308010" y="149242"/>
                    <a:pt x="308772" y="148470"/>
                    <a:pt x="308839" y="149795"/>
                  </a:cubicBezTo>
                  <a:cubicBezTo>
                    <a:pt x="308953" y="151880"/>
                    <a:pt x="311353" y="152290"/>
                    <a:pt x="311191" y="155662"/>
                  </a:cubicBezTo>
                  <a:cubicBezTo>
                    <a:pt x="314697" y="157243"/>
                    <a:pt x="316373" y="160653"/>
                    <a:pt x="317059" y="165063"/>
                  </a:cubicBezTo>
                  <a:cubicBezTo>
                    <a:pt x="317392" y="167197"/>
                    <a:pt x="322555" y="170569"/>
                    <a:pt x="323574" y="173436"/>
                  </a:cubicBezTo>
                  <a:cubicBezTo>
                    <a:pt x="323365" y="171378"/>
                    <a:pt x="323079" y="169340"/>
                    <a:pt x="323174" y="167320"/>
                  </a:cubicBezTo>
                  <a:close/>
                </a:path>
              </a:pathLst>
            </a:custGeom>
            <a:solidFill>
              <a:srgbClr val="E5C982"/>
            </a:solidFill>
            <a:ln cap="flat">
              <a:noFill/>
              <a:prstDash val="solid"/>
              <a:miter lim="800000"/>
            </a:ln>
          </p:spPr>
          <p:txBody>
            <a:bodyPr vert="horz" anchor="ctr" tIns="45720" lIns="91440" bIns="45720" rIns="91440"/>
            <a:p>
              <a:pPr algn="l" marL="0"/>
            </a:p>
          </p:txBody>
        </p:sp>
        <p:grpSp>
          <p:nvGrpSpPr>
            <p:cNvPr name="Group 137" id="137"/>
            <p:cNvGrpSpPr/>
            <p:nvPr/>
          </p:nvGrpSpPr>
          <p:grpSpPr>
            <a:xfrm>
              <a:off x="8794589" y="3670571"/>
              <a:ext cx="188137" cy="264196"/>
              <a:chOff x="2303849" y="1073991"/>
              <a:chExt cx="188137" cy="264196"/>
            </a:xfrm>
            <a:solidFill>
              <a:srgbClr val="DF9720"/>
            </a:solidFill>
          </p:grpSpPr>
          <p:sp>
            <p:nvSpPr>
              <p:cNvPr name="Freeform 138" id="138"/>
              <p:cNvSpPr/>
              <p:nvPr/>
            </p:nvSpPr>
            <p:spPr>
              <a:xfrm>
                <a:off x="2447658" y="1271673"/>
                <a:ext cx="44329" cy="66514"/>
              </a:xfrm>
              <a:custGeom>
                <a:avLst/>
                <a:gdLst/>
                <a:ahLst/>
                <a:cxnLst/>
                <a:rect r="r" b="b" t="t" l="l"/>
                <a:pathLst>
                  <a:path w="44329" h="66514" stroke="true" fill="norm" extrusionOk="true">
                    <a:moveTo>
                      <a:pt x="1391" y="1781"/>
                    </a:moveTo>
                    <a:cubicBezTo>
                      <a:pt x="3658" y="4867"/>
                      <a:pt x="7887" y="10897"/>
                      <a:pt x="7963" y="11449"/>
                    </a:cubicBezTo>
                    <a:cubicBezTo>
                      <a:pt x="8344" y="14192"/>
                      <a:pt x="9373" y="16307"/>
                      <a:pt x="10306" y="18498"/>
                    </a:cubicBezTo>
                    <a:cubicBezTo>
                      <a:pt x="11602" y="20907"/>
                      <a:pt x="13516" y="21984"/>
                      <a:pt x="15002" y="24365"/>
                    </a:cubicBezTo>
                    <a:cubicBezTo>
                      <a:pt x="15907" y="25803"/>
                      <a:pt x="15250" y="27594"/>
                      <a:pt x="16174" y="29061"/>
                    </a:cubicBezTo>
                    <a:cubicBezTo>
                      <a:pt x="16869" y="30156"/>
                      <a:pt x="19574" y="30213"/>
                      <a:pt x="19698" y="32585"/>
                    </a:cubicBezTo>
                    <a:cubicBezTo>
                      <a:pt x="19726" y="33128"/>
                      <a:pt x="20574" y="34290"/>
                      <a:pt x="20869" y="34938"/>
                    </a:cubicBezTo>
                    <a:cubicBezTo>
                      <a:pt x="21289" y="35852"/>
                      <a:pt x="21422" y="37319"/>
                      <a:pt x="22050" y="38462"/>
                    </a:cubicBezTo>
                    <a:cubicBezTo>
                      <a:pt x="22489" y="39272"/>
                      <a:pt x="23956" y="40100"/>
                      <a:pt x="24394" y="40805"/>
                    </a:cubicBezTo>
                    <a:cubicBezTo>
                      <a:pt x="25060" y="41882"/>
                      <a:pt x="24889" y="42967"/>
                      <a:pt x="25565" y="44329"/>
                    </a:cubicBezTo>
                    <a:cubicBezTo>
                      <a:pt x="26261" y="45711"/>
                      <a:pt x="27156" y="46444"/>
                      <a:pt x="27908" y="47854"/>
                    </a:cubicBezTo>
                    <a:cubicBezTo>
                      <a:pt x="28870" y="49635"/>
                      <a:pt x="28785" y="52168"/>
                      <a:pt x="30261" y="54902"/>
                    </a:cubicBezTo>
                    <a:cubicBezTo>
                      <a:pt x="30652" y="55617"/>
                      <a:pt x="32309" y="56636"/>
                      <a:pt x="32604" y="57245"/>
                    </a:cubicBezTo>
                    <a:cubicBezTo>
                      <a:pt x="33385" y="58836"/>
                      <a:pt x="32757" y="58522"/>
                      <a:pt x="33776" y="59598"/>
                    </a:cubicBezTo>
                    <a:cubicBezTo>
                      <a:pt x="34690" y="60541"/>
                      <a:pt x="34557" y="61551"/>
                      <a:pt x="34947" y="63113"/>
                    </a:cubicBezTo>
                    <a:cubicBezTo>
                      <a:pt x="35881" y="66837"/>
                      <a:pt x="41596" y="67142"/>
                      <a:pt x="44330" y="65751"/>
                    </a:cubicBezTo>
                    <a:cubicBezTo>
                      <a:pt x="43472" y="64303"/>
                      <a:pt x="41577" y="63465"/>
                      <a:pt x="40815" y="61951"/>
                    </a:cubicBezTo>
                    <a:cubicBezTo>
                      <a:pt x="39205" y="58731"/>
                      <a:pt x="38900" y="54635"/>
                      <a:pt x="37290" y="51388"/>
                    </a:cubicBezTo>
                    <a:cubicBezTo>
                      <a:pt x="36995" y="50806"/>
                      <a:pt x="36186" y="51521"/>
                      <a:pt x="36119" y="50216"/>
                    </a:cubicBezTo>
                    <a:cubicBezTo>
                      <a:pt x="36024" y="48520"/>
                      <a:pt x="33880" y="47673"/>
                      <a:pt x="33766" y="45520"/>
                    </a:cubicBezTo>
                    <a:cubicBezTo>
                      <a:pt x="33681" y="43996"/>
                      <a:pt x="31861" y="44053"/>
                      <a:pt x="31423" y="43167"/>
                    </a:cubicBezTo>
                    <a:cubicBezTo>
                      <a:pt x="30947" y="42224"/>
                      <a:pt x="31871" y="40596"/>
                      <a:pt x="31423" y="39643"/>
                    </a:cubicBezTo>
                    <a:cubicBezTo>
                      <a:pt x="31195" y="39157"/>
                      <a:pt x="29223" y="38853"/>
                      <a:pt x="29070" y="38472"/>
                    </a:cubicBezTo>
                    <a:cubicBezTo>
                      <a:pt x="28785" y="37748"/>
                      <a:pt x="30547" y="37157"/>
                      <a:pt x="30242" y="36119"/>
                    </a:cubicBezTo>
                    <a:cubicBezTo>
                      <a:pt x="30042" y="35424"/>
                      <a:pt x="27489" y="34528"/>
                      <a:pt x="26718" y="32595"/>
                    </a:cubicBezTo>
                    <a:cubicBezTo>
                      <a:pt x="26546" y="32175"/>
                      <a:pt x="27042" y="30509"/>
                      <a:pt x="26718" y="30251"/>
                    </a:cubicBezTo>
                    <a:cubicBezTo>
                      <a:pt x="26584" y="30137"/>
                      <a:pt x="25603" y="30394"/>
                      <a:pt x="25546" y="30251"/>
                    </a:cubicBezTo>
                    <a:cubicBezTo>
                      <a:pt x="25356" y="29823"/>
                      <a:pt x="25880" y="28175"/>
                      <a:pt x="25546" y="27899"/>
                    </a:cubicBezTo>
                    <a:cubicBezTo>
                      <a:pt x="25413" y="27784"/>
                      <a:pt x="24441" y="28051"/>
                      <a:pt x="24375" y="27899"/>
                    </a:cubicBezTo>
                    <a:cubicBezTo>
                      <a:pt x="24175" y="27470"/>
                      <a:pt x="24717" y="25832"/>
                      <a:pt x="24375" y="25556"/>
                    </a:cubicBezTo>
                    <a:cubicBezTo>
                      <a:pt x="24222" y="25422"/>
                      <a:pt x="23298" y="25718"/>
                      <a:pt x="23203" y="25556"/>
                    </a:cubicBezTo>
                    <a:cubicBezTo>
                      <a:pt x="22965" y="25127"/>
                      <a:pt x="23565" y="23498"/>
                      <a:pt x="23203" y="23203"/>
                    </a:cubicBezTo>
                    <a:cubicBezTo>
                      <a:pt x="22070" y="22270"/>
                      <a:pt x="21736" y="22089"/>
                      <a:pt x="20860" y="20860"/>
                    </a:cubicBezTo>
                    <a:cubicBezTo>
                      <a:pt x="20441" y="20279"/>
                      <a:pt x="20203" y="19021"/>
                      <a:pt x="19688" y="18507"/>
                    </a:cubicBezTo>
                    <a:cubicBezTo>
                      <a:pt x="19307" y="18126"/>
                      <a:pt x="17593" y="17745"/>
                      <a:pt x="17345" y="17336"/>
                    </a:cubicBezTo>
                    <a:cubicBezTo>
                      <a:pt x="17079" y="16907"/>
                      <a:pt x="17717" y="15288"/>
                      <a:pt x="17345" y="14992"/>
                    </a:cubicBezTo>
                    <a:cubicBezTo>
                      <a:pt x="17212" y="14878"/>
                      <a:pt x="16240" y="15135"/>
                      <a:pt x="16174" y="14992"/>
                    </a:cubicBezTo>
                    <a:cubicBezTo>
                      <a:pt x="15973" y="14564"/>
                      <a:pt x="16516" y="12925"/>
                      <a:pt x="16174" y="12640"/>
                    </a:cubicBezTo>
                    <a:cubicBezTo>
                      <a:pt x="16031" y="12525"/>
                      <a:pt x="15069" y="12792"/>
                      <a:pt x="15002" y="12640"/>
                    </a:cubicBezTo>
                    <a:cubicBezTo>
                      <a:pt x="14792" y="12211"/>
                      <a:pt x="15345" y="10573"/>
                      <a:pt x="15002" y="10297"/>
                    </a:cubicBezTo>
                    <a:cubicBezTo>
                      <a:pt x="14859" y="10182"/>
                      <a:pt x="13897" y="10439"/>
                      <a:pt x="13831" y="10297"/>
                    </a:cubicBezTo>
                    <a:cubicBezTo>
                      <a:pt x="13631" y="9878"/>
                      <a:pt x="14164" y="8258"/>
                      <a:pt x="13840" y="7953"/>
                    </a:cubicBezTo>
                    <a:cubicBezTo>
                      <a:pt x="9773" y="4124"/>
                      <a:pt x="5639" y="914"/>
                      <a:pt x="0" y="0"/>
                    </a:cubicBezTo>
                    <a:cubicBezTo>
                      <a:pt x="57" y="-9"/>
                      <a:pt x="600" y="714"/>
                      <a:pt x="1391" y="1781"/>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39" id="139"/>
              <p:cNvSpPr/>
              <p:nvPr/>
            </p:nvSpPr>
            <p:spPr>
              <a:xfrm>
                <a:off x="2303849" y="1073991"/>
                <a:ext cx="74695" cy="83447"/>
              </a:xfrm>
              <a:custGeom>
                <a:avLst/>
                <a:gdLst/>
                <a:ahLst/>
                <a:cxnLst/>
                <a:rect r="r" b="b" t="t" l="l"/>
                <a:pathLst>
                  <a:path w="74695" h="83447" stroke="true" fill="norm" extrusionOk="true">
                    <a:moveTo>
                      <a:pt x="71933" y="77638"/>
                    </a:moveTo>
                    <a:cubicBezTo>
                      <a:pt x="71600" y="77029"/>
                      <a:pt x="70828" y="77791"/>
                      <a:pt x="70761" y="76467"/>
                    </a:cubicBezTo>
                    <a:cubicBezTo>
                      <a:pt x="70752" y="76295"/>
                      <a:pt x="69904" y="73485"/>
                      <a:pt x="69590" y="72943"/>
                    </a:cubicBezTo>
                    <a:cubicBezTo>
                      <a:pt x="69314" y="72457"/>
                      <a:pt x="67428" y="72181"/>
                      <a:pt x="67247" y="71771"/>
                    </a:cubicBezTo>
                    <a:cubicBezTo>
                      <a:pt x="66970" y="71161"/>
                      <a:pt x="67599" y="69971"/>
                      <a:pt x="67247" y="69418"/>
                    </a:cubicBezTo>
                    <a:cubicBezTo>
                      <a:pt x="66494" y="68237"/>
                      <a:pt x="64522" y="67132"/>
                      <a:pt x="63722" y="65894"/>
                    </a:cubicBezTo>
                    <a:cubicBezTo>
                      <a:pt x="63446" y="65465"/>
                      <a:pt x="64094" y="63856"/>
                      <a:pt x="63722" y="63541"/>
                    </a:cubicBezTo>
                    <a:cubicBezTo>
                      <a:pt x="63284" y="63179"/>
                      <a:pt x="61693" y="62808"/>
                      <a:pt x="61370" y="62370"/>
                    </a:cubicBezTo>
                    <a:cubicBezTo>
                      <a:pt x="59474" y="59798"/>
                      <a:pt x="58865" y="56388"/>
                      <a:pt x="55502" y="55331"/>
                    </a:cubicBezTo>
                    <a:cubicBezTo>
                      <a:pt x="55683" y="52407"/>
                      <a:pt x="53654" y="51692"/>
                      <a:pt x="53159" y="49463"/>
                    </a:cubicBezTo>
                    <a:cubicBezTo>
                      <a:pt x="52064" y="48216"/>
                      <a:pt x="50768" y="47149"/>
                      <a:pt x="49635" y="45939"/>
                    </a:cubicBezTo>
                    <a:cubicBezTo>
                      <a:pt x="48501" y="44729"/>
                      <a:pt x="47206" y="43596"/>
                      <a:pt x="46111" y="42415"/>
                    </a:cubicBezTo>
                    <a:cubicBezTo>
                      <a:pt x="45758" y="42024"/>
                      <a:pt x="46511" y="40386"/>
                      <a:pt x="46111" y="40062"/>
                    </a:cubicBezTo>
                    <a:cubicBezTo>
                      <a:pt x="45168" y="39291"/>
                      <a:pt x="43853" y="40567"/>
                      <a:pt x="43767" y="38891"/>
                    </a:cubicBezTo>
                    <a:cubicBezTo>
                      <a:pt x="43758" y="38643"/>
                      <a:pt x="41653" y="36719"/>
                      <a:pt x="41415" y="36548"/>
                    </a:cubicBezTo>
                    <a:cubicBezTo>
                      <a:pt x="40843" y="36119"/>
                      <a:pt x="40405" y="35062"/>
                      <a:pt x="39072" y="35376"/>
                    </a:cubicBezTo>
                    <a:cubicBezTo>
                      <a:pt x="38529" y="30928"/>
                      <a:pt x="34623" y="27889"/>
                      <a:pt x="32023" y="24813"/>
                    </a:cubicBezTo>
                    <a:cubicBezTo>
                      <a:pt x="30785" y="23346"/>
                      <a:pt x="29575" y="21869"/>
                      <a:pt x="28337" y="20412"/>
                    </a:cubicBezTo>
                    <a:cubicBezTo>
                      <a:pt x="26880" y="18688"/>
                      <a:pt x="25394" y="17002"/>
                      <a:pt x="23803" y="15421"/>
                    </a:cubicBezTo>
                    <a:cubicBezTo>
                      <a:pt x="22431" y="14059"/>
                      <a:pt x="21450" y="12297"/>
                      <a:pt x="19107" y="11897"/>
                    </a:cubicBezTo>
                    <a:cubicBezTo>
                      <a:pt x="19136" y="10668"/>
                      <a:pt x="19307" y="10106"/>
                      <a:pt x="19583" y="9935"/>
                    </a:cubicBezTo>
                    <a:cubicBezTo>
                      <a:pt x="19583" y="9935"/>
                      <a:pt x="0" y="-19"/>
                      <a:pt x="0" y="0"/>
                    </a:cubicBezTo>
                    <a:cubicBezTo>
                      <a:pt x="143" y="391"/>
                      <a:pt x="248" y="829"/>
                      <a:pt x="314" y="1324"/>
                    </a:cubicBezTo>
                    <a:cubicBezTo>
                      <a:pt x="1181" y="1896"/>
                      <a:pt x="1896" y="3048"/>
                      <a:pt x="2667" y="3667"/>
                    </a:cubicBezTo>
                    <a:cubicBezTo>
                      <a:pt x="3696" y="4515"/>
                      <a:pt x="4115" y="5086"/>
                      <a:pt x="5020" y="6020"/>
                    </a:cubicBezTo>
                    <a:cubicBezTo>
                      <a:pt x="5829" y="6858"/>
                      <a:pt x="8439" y="7525"/>
                      <a:pt x="8544" y="9544"/>
                    </a:cubicBezTo>
                    <a:cubicBezTo>
                      <a:pt x="8620" y="11078"/>
                      <a:pt x="10135" y="9954"/>
                      <a:pt x="10887" y="10716"/>
                    </a:cubicBezTo>
                    <a:cubicBezTo>
                      <a:pt x="11287" y="11116"/>
                      <a:pt x="10506" y="12640"/>
                      <a:pt x="10887" y="13068"/>
                    </a:cubicBezTo>
                    <a:cubicBezTo>
                      <a:pt x="11744" y="14030"/>
                      <a:pt x="13668" y="15412"/>
                      <a:pt x="15583" y="16593"/>
                    </a:cubicBezTo>
                    <a:cubicBezTo>
                      <a:pt x="17431" y="17726"/>
                      <a:pt x="18812" y="20269"/>
                      <a:pt x="20707" y="22689"/>
                    </a:cubicBezTo>
                    <a:cubicBezTo>
                      <a:pt x="20955" y="23012"/>
                      <a:pt x="21184" y="23327"/>
                      <a:pt x="21450" y="23632"/>
                    </a:cubicBezTo>
                    <a:cubicBezTo>
                      <a:pt x="22308" y="24613"/>
                      <a:pt x="24851" y="24870"/>
                      <a:pt x="24975" y="27156"/>
                    </a:cubicBezTo>
                    <a:cubicBezTo>
                      <a:pt x="25051" y="28632"/>
                      <a:pt x="30356" y="33261"/>
                      <a:pt x="32023" y="35376"/>
                    </a:cubicBezTo>
                    <a:cubicBezTo>
                      <a:pt x="32547" y="36043"/>
                      <a:pt x="33128" y="35176"/>
                      <a:pt x="33195" y="36548"/>
                    </a:cubicBezTo>
                    <a:cubicBezTo>
                      <a:pt x="33271" y="38119"/>
                      <a:pt x="38586" y="42663"/>
                      <a:pt x="40234" y="44768"/>
                    </a:cubicBezTo>
                    <a:cubicBezTo>
                      <a:pt x="40758" y="45434"/>
                      <a:pt x="41339" y="44568"/>
                      <a:pt x="41405" y="45939"/>
                    </a:cubicBezTo>
                    <a:cubicBezTo>
                      <a:pt x="41510" y="47920"/>
                      <a:pt x="44806" y="48320"/>
                      <a:pt x="44930" y="50635"/>
                    </a:cubicBezTo>
                    <a:cubicBezTo>
                      <a:pt x="45034" y="52616"/>
                      <a:pt x="48330" y="53016"/>
                      <a:pt x="48454" y="55331"/>
                    </a:cubicBezTo>
                    <a:cubicBezTo>
                      <a:pt x="48616" y="58331"/>
                      <a:pt x="50959" y="58836"/>
                      <a:pt x="53150" y="61198"/>
                    </a:cubicBezTo>
                    <a:cubicBezTo>
                      <a:pt x="53531" y="61608"/>
                      <a:pt x="52750" y="63151"/>
                      <a:pt x="53150" y="63541"/>
                    </a:cubicBezTo>
                    <a:cubicBezTo>
                      <a:pt x="53540" y="63932"/>
                      <a:pt x="55102" y="63151"/>
                      <a:pt x="55493" y="63541"/>
                    </a:cubicBezTo>
                    <a:cubicBezTo>
                      <a:pt x="56274" y="64322"/>
                      <a:pt x="55483" y="66694"/>
                      <a:pt x="57845" y="65894"/>
                    </a:cubicBezTo>
                    <a:cubicBezTo>
                      <a:pt x="56941" y="67932"/>
                      <a:pt x="58703" y="68732"/>
                      <a:pt x="59017" y="69418"/>
                    </a:cubicBezTo>
                    <a:cubicBezTo>
                      <a:pt x="59217" y="69847"/>
                      <a:pt x="58674" y="71485"/>
                      <a:pt x="59017" y="71771"/>
                    </a:cubicBezTo>
                    <a:cubicBezTo>
                      <a:pt x="59960" y="72542"/>
                      <a:pt x="61284" y="71266"/>
                      <a:pt x="61370" y="72943"/>
                    </a:cubicBezTo>
                    <a:cubicBezTo>
                      <a:pt x="61474" y="74914"/>
                      <a:pt x="61874" y="75181"/>
                      <a:pt x="63722" y="75295"/>
                    </a:cubicBezTo>
                    <a:cubicBezTo>
                      <a:pt x="61951" y="75181"/>
                      <a:pt x="65142" y="81163"/>
                      <a:pt x="65904" y="81734"/>
                    </a:cubicBezTo>
                    <a:cubicBezTo>
                      <a:pt x="68199" y="83420"/>
                      <a:pt x="72133" y="83801"/>
                      <a:pt x="74695" y="83144"/>
                    </a:cubicBezTo>
                    <a:cubicBezTo>
                      <a:pt x="74000" y="81229"/>
                      <a:pt x="72914" y="79439"/>
                      <a:pt x="71933" y="77638"/>
                    </a:cubicBezTo>
                    <a:close/>
                  </a:path>
                </a:pathLst>
              </a:custGeom>
              <a:solidFill>
                <a:srgbClr val="DF9720"/>
              </a:solidFill>
              <a:ln cap="flat">
                <a:noFill/>
                <a:prstDash val="solid"/>
                <a:miter lim="800000"/>
              </a:ln>
            </p:spPr>
            <p:txBody>
              <a:bodyPr vert="horz" anchor="ctr" tIns="45720" lIns="91440" bIns="45720" rIns="91440"/>
              <a:p>
                <a:pPr algn="l" marL="0"/>
              </a:p>
            </p:txBody>
          </p:sp>
        </p:grpSp>
        <p:sp>
          <p:nvSpPr>
            <p:cNvPr name="Freeform 140" id="140"/>
            <p:cNvSpPr/>
            <p:nvPr/>
          </p:nvSpPr>
          <p:spPr>
            <a:xfrm>
              <a:off x="9199019" y="3304894"/>
              <a:ext cx="30031" cy="242994"/>
            </a:xfrm>
            <a:custGeom>
              <a:avLst/>
              <a:gdLst/>
              <a:ahLst/>
              <a:cxnLst/>
              <a:rect r="r" b="b" t="t" l="l"/>
              <a:pathLst>
                <a:path w="30031" h="242994" stroke="true" fill="norm" extrusionOk="true">
                  <a:moveTo>
                    <a:pt x="18557" y="203809"/>
                  </a:moveTo>
                  <a:cubicBezTo>
                    <a:pt x="19013" y="210572"/>
                    <a:pt x="20204" y="216963"/>
                    <a:pt x="20909" y="223764"/>
                  </a:cubicBezTo>
                  <a:cubicBezTo>
                    <a:pt x="20881" y="223516"/>
                    <a:pt x="22852" y="224326"/>
                    <a:pt x="22081" y="224935"/>
                  </a:cubicBezTo>
                  <a:cubicBezTo>
                    <a:pt x="20328" y="226345"/>
                    <a:pt x="21662" y="227612"/>
                    <a:pt x="22081" y="231974"/>
                  </a:cubicBezTo>
                  <a:cubicBezTo>
                    <a:pt x="22414" y="235461"/>
                    <a:pt x="21519" y="239814"/>
                    <a:pt x="23357" y="242995"/>
                  </a:cubicBezTo>
                  <a:cubicBezTo>
                    <a:pt x="23290" y="242890"/>
                    <a:pt x="27015" y="240128"/>
                    <a:pt x="27339" y="239890"/>
                  </a:cubicBezTo>
                  <a:cubicBezTo>
                    <a:pt x="30444" y="237613"/>
                    <a:pt x="30158" y="236680"/>
                    <a:pt x="29853" y="232927"/>
                  </a:cubicBezTo>
                  <a:cubicBezTo>
                    <a:pt x="29644" y="230327"/>
                    <a:pt x="29358" y="227736"/>
                    <a:pt x="29091" y="225135"/>
                  </a:cubicBezTo>
                  <a:cubicBezTo>
                    <a:pt x="28462" y="219220"/>
                    <a:pt x="28082" y="213277"/>
                    <a:pt x="27958" y="207324"/>
                  </a:cubicBezTo>
                  <a:cubicBezTo>
                    <a:pt x="27939" y="206305"/>
                    <a:pt x="26662" y="205504"/>
                    <a:pt x="26786" y="203809"/>
                  </a:cubicBezTo>
                  <a:cubicBezTo>
                    <a:pt x="26757" y="204219"/>
                    <a:pt x="27872" y="202990"/>
                    <a:pt x="27958" y="202637"/>
                  </a:cubicBezTo>
                  <a:cubicBezTo>
                    <a:pt x="28339" y="201123"/>
                    <a:pt x="26891" y="198846"/>
                    <a:pt x="26786" y="195589"/>
                  </a:cubicBezTo>
                  <a:cubicBezTo>
                    <a:pt x="26738" y="194036"/>
                    <a:pt x="26938" y="192446"/>
                    <a:pt x="26786" y="190893"/>
                  </a:cubicBezTo>
                  <a:cubicBezTo>
                    <a:pt x="26776" y="190760"/>
                    <a:pt x="25395" y="190798"/>
                    <a:pt x="25615" y="189722"/>
                  </a:cubicBezTo>
                  <a:cubicBezTo>
                    <a:pt x="25662" y="189445"/>
                    <a:pt x="26910" y="189702"/>
                    <a:pt x="26786" y="188550"/>
                  </a:cubicBezTo>
                  <a:cubicBezTo>
                    <a:pt x="26681" y="187502"/>
                    <a:pt x="25691" y="186702"/>
                    <a:pt x="25615" y="185026"/>
                  </a:cubicBezTo>
                  <a:cubicBezTo>
                    <a:pt x="25367" y="179692"/>
                    <a:pt x="26081" y="174129"/>
                    <a:pt x="25615" y="168586"/>
                  </a:cubicBezTo>
                  <a:cubicBezTo>
                    <a:pt x="25472" y="166928"/>
                    <a:pt x="24519" y="164480"/>
                    <a:pt x="24443" y="162718"/>
                  </a:cubicBezTo>
                  <a:cubicBezTo>
                    <a:pt x="24119" y="155898"/>
                    <a:pt x="24786" y="148488"/>
                    <a:pt x="24443" y="141582"/>
                  </a:cubicBezTo>
                  <a:cubicBezTo>
                    <a:pt x="24224" y="137144"/>
                    <a:pt x="23224" y="132810"/>
                    <a:pt x="23271" y="128666"/>
                  </a:cubicBezTo>
                  <a:cubicBezTo>
                    <a:pt x="23338" y="123228"/>
                    <a:pt x="25376" y="115131"/>
                    <a:pt x="24443" y="106359"/>
                  </a:cubicBezTo>
                  <a:cubicBezTo>
                    <a:pt x="24319" y="105244"/>
                    <a:pt x="23338" y="105530"/>
                    <a:pt x="23271" y="105187"/>
                  </a:cubicBezTo>
                  <a:cubicBezTo>
                    <a:pt x="23043" y="104044"/>
                    <a:pt x="24452" y="104130"/>
                    <a:pt x="24443" y="104016"/>
                  </a:cubicBezTo>
                  <a:cubicBezTo>
                    <a:pt x="24024" y="99310"/>
                    <a:pt x="22443" y="95948"/>
                    <a:pt x="22090" y="91100"/>
                  </a:cubicBezTo>
                  <a:cubicBezTo>
                    <a:pt x="21852" y="87718"/>
                    <a:pt x="21719" y="85089"/>
                    <a:pt x="20919" y="81708"/>
                  </a:cubicBezTo>
                  <a:cubicBezTo>
                    <a:pt x="19004" y="73593"/>
                    <a:pt x="19204" y="59686"/>
                    <a:pt x="17394" y="50009"/>
                  </a:cubicBezTo>
                  <a:cubicBezTo>
                    <a:pt x="16889" y="47294"/>
                    <a:pt x="15623" y="44418"/>
                    <a:pt x="15051" y="41789"/>
                  </a:cubicBezTo>
                  <a:cubicBezTo>
                    <a:pt x="14413" y="38912"/>
                    <a:pt x="14432" y="36264"/>
                    <a:pt x="13880" y="33569"/>
                  </a:cubicBezTo>
                  <a:cubicBezTo>
                    <a:pt x="13022" y="29397"/>
                    <a:pt x="11955" y="26692"/>
                    <a:pt x="11537" y="20653"/>
                  </a:cubicBezTo>
                  <a:cubicBezTo>
                    <a:pt x="11527" y="20558"/>
                    <a:pt x="10155" y="20529"/>
                    <a:pt x="10365" y="19481"/>
                  </a:cubicBezTo>
                  <a:cubicBezTo>
                    <a:pt x="10422" y="19195"/>
                    <a:pt x="11737" y="19491"/>
                    <a:pt x="11537" y="18310"/>
                  </a:cubicBezTo>
                  <a:cubicBezTo>
                    <a:pt x="11517" y="18205"/>
                    <a:pt x="10413" y="18062"/>
                    <a:pt x="10365" y="17138"/>
                  </a:cubicBezTo>
                  <a:cubicBezTo>
                    <a:pt x="10117" y="12528"/>
                    <a:pt x="10155" y="6937"/>
                    <a:pt x="6841" y="3041"/>
                  </a:cubicBezTo>
                  <a:cubicBezTo>
                    <a:pt x="7022" y="-378"/>
                    <a:pt x="2078" y="-521"/>
                    <a:pt x="973" y="698"/>
                  </a:cubicBezTo>
                  <a:cubicBezTo>
                    <a:pt x="-1018" y="2460"/>
                    <a:pt x="602" y="6099"/>
                    <a:pt x="973" y="7746"/>
                  </a:cubicBezTo>
                  <a:cubicBezTo>
                    <a:pt x="1459" y="9928"/>
                    <a:pt x="2983" y="12576"/>
                    <a:pt x="3316" y="14785"/>
                  </a:cubicBezTo>
                  <a:cubicBezTo>
                    <a:pt x="4107" y="19929"/>
                    <a:pt x="3564" y="24815"/>
                    <a:pt x="4488" y="30054"/>
                  </a:cubicBezTo>
                  <a:cubicBezTo>
                    <a:pt x="4841" y="32064"/>
                    <a:pt x="5031" y="34931"/>
                    <a:pt x="5660" y="37102"/>
                  </a:cubicBezTo>
                  <a:cubicBezTo>
                    <a:pt x="6222" y="39036"/>
                    <a:pt x="7517" y="40779"/>
                    <a:pt x="8003" y="42970"/>
                  </a:cubicBezTo>
                  <a:cubicBezTo>
                    <a:pt x="9955" y="51685"/>
                    <a:pt x="11737" y="61182"/>
                    <a:pt x="12698" y="69973"/>
                  </a:cubicBezTo>
                  <a:cubicBezTo>
                    <a:pt x="13022" y="72964"/>
                    <a:pt x="12422" y="76145"/>
                    <a:pt x="12698" y="79374"/>
                  </a:cubicBezTo>
                  <a:cubicBezTo>
                    <a:pt x="13232" y="85680"/>
                    <a:pt x="15613" y="91919"/>
                    <a:pt x="16223" y="98158"/>
                  </a:cubicBezTo>
                  <a:cubicBezTo>
                    <a:pt x="17109" y="107359"/>
                    <a:pt x="17518" y="118789"/>
                    <a:pt x="16223" y="131028"/>
                  </a:cubicBezTo>
                  <a:cubicBezTo>
                    <a:pt x="16099" y="132152"/>
                    <a:pt x="15118" y="131857"/>
                    <a:pt x="15051" y="132210"/>
                  </a:cubicBezTo>
                  <a:cubicBezTo>
                    <a:pt x="14804" y="133467"/>
                    <a:pt x="16223" y="133105"/>
                    <a:pt x="16223" y="133381"/>
                  </a:cubicBezTo>
                  <a:cubicBezTo>
                    <a:pt x="16366" y="144811"/>
                    <a:pt x="16490" y="156755"/>
                    <a:pt x="17394" y="168605"/>
                  </a:cubicBezTo>
                  <a:cubicBezTo>
                    <a:pt x="17556" y="170691"/>
                    <a:pt x="18471" y="172405"/>
                    <a:pt x="18566" y="174482"/>
                  </a:cubicBezTo>
                  <a:cubicBezTo>
                    <a:pt x="19004" y="184102"/>
                    <a:pt x="17909" y="194208"/>
                    <a:pt x="18557" y="203809"/>
                  </a:cubicBezTo>
                  <a:close/>
                </a:path>
              </a:pathLst>
            </a:custGeom>
            <a:solidFill>
              <a:srgbClr val="D7891E"/>
            </a:solidFill>
            <a:ln cap="flat">
              <a:noFill/>
              <a:prstDash val="solid"/>
              <a:miter lim="800000"/>
            </a:ln>
          </p:spPr>
          <p:txBody>
            <a:bodyPr vert="horz" anchor="ctr" tIns="45720" lIns="91440" bIns="45720" rIns="91440"/>
            <a:p>
              <a:pPr algn="l" marL="0"/>
            </a:p>
          </p:txBody>
        </p:sp>
        <p:sp>
          <p:nvSpPr>
            <p:cNvPr name="Freeform 141" id="141"/>
            <p:cNvSpPr/>
            <p:nvPr/>
          </p:nvSpPr>
          <p:spPr>
            <a:xfrm>
              <a:off x="8993761" y="3715641"/>
              <a:ext cx="74975" cy="167594"/>
            </a:xfrm>
            <a:custGeom>
              <a:avLst/>
              <a:gdLst/>
              <a:ahLst/>
              <a:cxnLst/>
              <a:rect r="r" b="b" t="t" l="l"/>
              <a:pathLst>
                <a:path w="74975" h="167594" stroke="true" fill="norm" extrusionOk="true">
                  <a:moveTo>
                    <a:pt x="74710" y="158193"/>
                  </a:moveTo>
                  <a:cubicBezTo>
                    <a:pt x="74357" y="156012"/>
                    <a:pt x="73033" y="154441"/>
                    <a:pt x="72357" y="152326"/>
                  </a:cubicBezTo>
                  <a:cubicBezTo>
                    <a:pt x="71614" y="149964"/>
                    <a:pt x="71871" y="147249"/>
                    <a:pt x="71186" y="145278"/>
                  </a:cubicBezTo>
                  <a:cubicBezTo>
                    <a:pt x="71090" y="145020"/>
                    <a:pt x="70233" y="144973"/>
                    <a:pt x="70014" y="144106"/>
                  </a:cubicBezTo>
                  <a:cubicBezTo>
                    <a:pt x="69252" y="141077"/>
                    <a:pt x="67833" y="138105"/>
                    <a:pt x="66490" y="134705"/>
                  </a:cubicBezTo>
                  <a:cubicBezTo>
                    <a:pt x="65309" y="130561"/>
                    <a:pt x="64461" y="132552"/>
                    <a:pt x="61794" y="131181"/>
                  </a:cubicBezTo>
                  <a:cubicBezTo>
                    <a:pt x="61289" y="129885"/>
                    <a:pt x="62451" y="127694"/>
                    <a:pt x="61794" y="126485"/>
                  </a:cubicBezTo>
                  <a:cubicBezTo>
                    <a:pt x="61327" y="125627"/>
                    <a:pt x="58603" y="125932"/>
                    <a:pt x="58270" y="125313"/>
                  </a:cubicBezTo>
                  <a:cubicBezTo>
                    <a:pt x="57698" y="124227"/>
                    <a:pt x="57546" y="122827"/>
                    <a:pt x="57346" y="121694"/>
                  </a:cubicBezTo>
                  <a:cubicBezTo>
                    <a:pt x="57269" y="121294"/>
                    <a:pt x="57193" y="120922"/>
                    <a:pt x="57089" y="120617"/>
                  </a:cubicBezTo>
                  <a:cubicBezTo>
                    <a:pt x="56336" y="118427"/>
                    <a:pt x="54507" y="114788"/>
                    <a:pt x="53564" y="112397"/>
                  </a:cubicBezTo>
                  <a:cubicBezTo>
                    <a:pt x="52869" y="110635"/>
                    <a:pt x="53136" y="109511"/>
                    <a:pt x="52393" y="107701"/>
                  </a:cubicBezTo>
                  <a:cubicBezTo>
                    <a:pt x="52183" y="107187"/>
                    <a:pt x="51288" y="107768"/>
                    <a:pt x="51221" y="106530"/>
                  </a:cubicBezTo>
                  <a:cubicBezTo>
                    <a:pt x="51126" y="104577"/>
                    <a:pt x="50516" y="105225"/>
                    <a:pt x="50050" y="104187"/>
                  </a:cubicBezTo>
                  <a:cubicBezTo>
                    <a:pt x="49488" y="102929"/>
                    <a:pt x="49612" y="101224"/>
                    <a:pt x="48878" y="99491"/>
                  </a:cubicBezTo>
                  <a:cubicBezTo>
                    <a:pt x="48268" y="98053"/>
                    <a:pt x="47221" y="97443"/>
                    <a:pt x="46525" y="95967"/>
                  </a:cubicBezTo>
                  <a:cubicBezTo>
                    <a:pt x="45449" y="93652"/>
                    <a:pt x="45763" y="91404"/>
                    <a:pt x="44182" y="88928"/>
                  </a:cubicBezTo>
                  <a:cubicBezTo>
                    <a:pt x="43335" y="87594"/>
                    <a:pt x="42868" y="86480"/>
                    <a:pt x="41829" y="85403"/>
                  </a:cubicBezTo>
                  <a:cubicBezTo>
                    <a:pt x="40458" y="83965"/>
                    <a:pt x="42011" y="80879"/>
                    <a:pt x="40658" y="79536"/>
                  </a:cubicBezTo>
                  <a:cubicBezTo>
                    <a:pt x="40543" y="79422"/>
                    <a:pt x="39534" y="79660"/>
                    <a:pt x="39486" y="79536"/>
                  </a:cubicBezTo>
                  <a:cubicBezTo>
                    <a:pt x="38429" y="76583"/>
                    <a:pt x="36781" y="72087"/>
                    <a:pt x="34791" y="68963"/>
                  </a:cubicBezTo>
                  <a:cubicBezTo>
                    <a:pt x="33695" y="67249"/>
                    <a:pt x="32724" y="62686"/>
                    <a:pt x="31266" y="59572"/>
                  </a:cubicBezTo>
                  <a:cubicBezTo>
                    <a:pt x="31000" y="59010"/>
                    <a:pt x="30161" y="59686"/>
                    <a:pt x="30095" y="58400"/>
                  </a:cubicBezTo>
                  <a:cubicBezTo>
                    <a:pt x="29990" y="56524"/>
                    <a:pt x="27647" y="54876"/>
                    <a:pt x="26570" y="52533"/>
                  </a:cubicBezTo>
                  <a:cubicBezTo>
                    <a:pt x="26837" y="53114"/>
                    <a:pt x="28266" y="51771"/>
                    <a:pt x="27742" y="51361"/>
                  </a:cubicBezTo>
                  <a:cubicBezTo>
                    <a:pt x="25923" y="49904"/>
                    <a:pt x="25656" y="48913"/>
                    <a:pt x="24218" y="45494"/>
                  </a:cubicBezTo>
                  <a:cubicBezTo>
                    <a:pt x="23084" y="42789"/>
                    <a:pt x="21913" y="40274"/>
                    <a:pt x="20694" y="37274"/>
                  </a:cubicBezTo>
                  <a:cubicBezTo>
                    <a:pt x="19798" y="35083"/>
                    <a:pt x="19398" y="32873"/>
                    <a:pt x="18341" y="30235"/>
                  </a:cubicBezTo>
                  <a:cubicBezTo>
                    <a:pt x="17807" y="28911"/>
                    <a:pt x="17122" y="27234"/>
                    <a:pt x="15998" y="24367"/>
                  </a:cubicBezTo>
                  <a:cubicBezTo>
                    <a:pt x="15721" y="23662"/>
                    <a:pt x="15274" y="22729"/>
                    <a:pt x="14826" y="22024"/>
                  </a:cubicBezTo>
                  <a:cubicBezTo>
                    <a:pt x="14007" y="20748"/>
                    <a:pt x="12950" y="16385"/>
                    <a:pt x="11302" y="13804"/>
                  </a:cubicBezTo>
                  <a:cubicBezTo>
                    <a:pt x="10749" y="12937"/>
                    <a:pt x="9778" y="10356"/>
                    <a:pt x="8949" y="7927"/>
                  </a:cubicBezTo>
                  <a:cubicBezTo>
                    <a:pt x="8016" y="5203"/>
                    <a:pt x="7301" y="2355"/>
                    <a:pt x="5577" y="2"/>
                  </a:cubicBezTo>
                  <a:cubicBezTo>
                    <a:pt x="5501" y="-103"/>
                    <a:pt x="681" y="3517"/>
                    <a:pt x="329" y="4441"/>
                  </a:cubicBezTo>
                  <a:cubicBezTo>
                    <a:pt x="-1052" y="8032"/>
                    <a:pt x="2234" y="12156"/>
                    <a:pt x="4253" y="13804"/>
                  </a:cubicBezTo>
                  <a:cubicBezTo>
                    <a:pt x="4596" y="14090"/>
                    <a:pt x="4053" y="15728"/>
                    <a:pt x="4253" y="16157"/>
                  </a:cubicBezTo>
                  <a:cubicBezTo>
                    <a:pt x="4320" y="16299"/>
                    <a:pt x="5292" y="16042"/>
                    <a:pt x="5425" y="16157"/>
                  </a:cubicBezTo>
                  <a:cubicBezTo>
                    <a:pt x="5739" y="16414"/>
                    <a:pt x="5273" y="18090"/>
                    <a:pt x="5425" y="18500"/>
                  </a:cubicBezTo>
                  <a:cubicBezTo>
                    <a:pt x="7816" y="24948"/>
                    <a:pt x="9844" y="31120"/>
                    <a:pt x="12464" y="37283"/>
                  </a:cubicBezTo>
                  <a:cubicBezTo>
                    <a:pt x="14988" y="43217"/>
                    <a:pt x="18169" y="48951"/>
                    <a:pt x="20684" y="54895"/>
                  </a:cubicBezTo>
                  <a:cubicBezTo>
                    <a:pt x="21437" y="56686"/>
                    <a:pt x="21113" y="57867"/>
                    <a:pt x="21856" y="59591"/>
                  </a:cubicBezTo>
                  <a:cubicBezTo>
                    <a:pt x="22494" y="61067"/>
                    <a:pt x="23084" y="61029"/>
                    <a:pt x="24208" y="61934"/>
                  </a:cubicBezTo>
                  <a:cubicBezTo>
                    <a:pt x="24542" y="62210"/>
                    <a:pt x="24027" y="63867"/>
                    <a:pt x="24208" y="64286"/>
                  </a:cubicBezTo>
                  <a:cubicBezTo>
                    <a:pt x="25361" y="67030"/>
                    <a:pt x="25189" y="71516"/>
                    <a:pt x="28904" y="72507"/>
                  </a:cubicBezTo>
                  <a:cubicBezTo>
                    <a:pt x="27218" y="77050"/>
                    <a:pt x="30885" y="78774"/>
                    <a:pt x="31247" y="79555"/>
                  </a:cubicBezTo>
                  <a:cubicBezTo>
                    <a:pt x="32114" y="81374"/>
                    <a:pt x="31561" y="82889"/>
                    <a:pt x="32419" y="84251"/>
                  </a:cubicBezTo>
                  <a:cubicBezTo>
                    <a:pt x="33990" y="86708"/>
                    <a:pt x="35057" y="89413"/>
                    <a:pt x="35943" y="91290"/>
                  </a:cubicBezTo>
                  <a:cubicBezTo>
                    <a:pt x="36248" y="91938"/>
                    <a:pt x="35648" y="92985"/>
                    <a:pt x="35943" y="93643"/>
                  </a:cubicBezTo>
                  <a:cubicBezTo>
                    <a:pt x="36134" y="94071"/>
                    <a:pt x="38029" y="94309"/>
                    <a:pt x="38296" y="94814"/>
                  </a:cubicBezTo>
                  <a:cubicBezTo>
                    <a:pt x="38781" y="95738"/>
                    <a:pt x="37848" y="97386"/>
                    <a:pt x="38296" y="98338"/>
                  </a:cubicBezTo>
                  <a:cubicBezTo>
                    <a:pt x="38515" y="98786"/>
                    <a:pt x="40382" y="98967"/>
                    <a:pt x="40648" y="99510"/>
                  </a:cubicBezTo>
                  <a:cubicBezTo>
                    <a:pt x="41372" y="101015"/>
                    <a:pt x="41372" y="103120"/>
                    <a:pt x="41820" y="104206"/>
                  </a:cubicBezTo>
                  <a:cubicBezTo>
                    <a:pt x="43830" y="109092"/>
                    <a:pt x="45801" y="113721"/>
                    <a:pt x="47687" y="118293"/>
                  </a:cubicBezTo>
                  <a:cubicBezTo>
                    <a:pt x="47821" y="118627"/>
                    <a:pt x="48535" y="118655"/>
                    <a:pt x="48859" y="119465"/>
                  </a:cubicBezTo>
                  <a:cubicBezTo>
                    <a:pt x="48878" y="119522"/>
                    <a:pt x="48859" y="119608"/>
                    <a:pt x="48869" y="119674"/>
                  </a:cubicBezTo>
                  <a:cubicBezTo>
                    <a:pt x="48897" y="119979"/>
                    <a:pt x="48840" y="120379"/>
                    <a:pt x="48859" y="120636"/>
                  </a:cubicBezTo>
                  <a:cubicBezTo>
                    <a:pt x="48926" y="121817"/>
                    <a:pt x="49878" y="121379"/>
                    <a:pt x="50030" y="121808"/>
                  </a:cubicBezTo>
                  <a:cubicBezTo>
                    <a:pt x="50650" y="123589"/>
                    <a:pt x="50411" y="125713"/>
                    <a:pt x="51202" y="127675"/>
                  </a:cubicBezTo>
                  <a:cubicBezTo>
                    <a:pt x="51536" y="128495"/>
                    <a:pt x="52602" y="127733"/>
                    <a:pt x="51202" y="128847"/>
                  </a:cubicBezTo>
                  <a:cubicBezTo>
                    <a:pt x="50364" y="129514"/>
                    <a:pt x="52421" y="130114"/>
                    <a:pt x="52374" y="130018"/>
                  </a:cubicBezTo>
                  <a:cubicBezTo>
                    <a:pt x="54460" y="134857"/>
                    <a:pt x="57203" y="138791"/>
                    <a:pt x="58241" y="144116"/>
                  </a:cubicBezTo>
                  <a:lnTo>
                    <a:pt x="74681" y="167595"/>
                  </a:lnTo>
                  <a:cubicBezTo>
                    <a:pt x="74881" y="164080"/>
                    <a:pt x="75215" y="161394"/>
                    <a:pt x="74710" y="158193"/>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42" id="142"/>
            <p:cNvSpPr/>
            <p:nvPr/>
          </p:nvSpPr>
          <p:spPr>
            <a:xfrm>
              <a:off x="8901755" y="3555652"/>
              <a:ext cx="71609" cy="103307"/>
            </a:xfrm>
            <a:custGeom>
              <a:avLst/>
              <a:gdLst/>
              <a:ahLst/>
              <a:cxnLst/>
              <a:rect r="r" b="b" t="t" l="l"/>
              <a:pathLst>
                <a:path w="71609" h="103307" stroke="true" fill="norm" extrusionOk="true">
                  <a:moveTo>
                    <a:pt x="58703" y="77495"/>
                  </a:moveTo>
                  <a:cubicBezTo>
                    <a:pt x="57112" y="74886"/>
                    <a:pt x="55664" y="71714"/>
                    <a:pt x="54007" y="69275"/>
                  </a:cubicBezTo>
                  <a:cubicBezTo>
                    <a:pt x="53730" y="68875"/>
                    <a:pt x="52054" y="68428"/>
                    <a:pt x="51654" y="68104"/>
                  </a:cubicBezTo>
                  <a:cubicBezTo>
                    <a:pt x="51263" y="67780"/>
                    <a:pt x="51978" y="66161"/>
                    <a:pt x="51654" y="65751"/>
                  </a:cubicBezTo>
                  <a:cubicBezTo>
                    <a:pt x="49987" y="63617"/>
                    <a:pt x="47092" y="62436"/>
                    <a:pt x="46958" y="59884"/>
                  </a:cubicBezTo>
                  <a:cubicBezTo>
                    <a:pt x="46844" y="57721"/>
                    <a:pt x="44405" y="57150"/>
                    <a:pt x="43434" y="56359"/>
                  </a:cubicBezTo>
                  <a:cubicBezTo>
                    <a:pt x="43044" y="56045"/>
                    <a:pt x="42510" y="53235"/>
                    <a:pt x="42263" y="52835"/>
                  </a:cubicBezTo>
                  <a:cubicBezTo>
                    <a:pt x="41720" y="51987"/>
                    <a:pt x="41615" y="51264"/>
                    <a:pt x="41091" y="50492"/>
                  </a:cubicBezTo>
                  <a:cubicBezTo>
                    <a:pt x="40310" y="49349"/>
                    <a:pt x="38462" y="48301"/>
                    <a:pt x="37567" y="46968"/>
                  </a:cubicBezTo>
                  <a:cubicBezTo>
                    <a:pt x="36614" y="45549"/>
                    <a:pt x="36062" y="43758"/>
                    <a:pt x="35214" y="42272"/>
                  </a:cubicBezTo>
                  <a:cubicBezTo>
                    <a:pt x="34433" y="40891"/>
                    <a:pt x="34023" y="40872"/>
                    <a:pt x="32871" y="39929"/>
                  </a:cubicBezTo>
                  <a:cubicBezTo>
                    <a:pt x="32480" y="39605"/>
                    <a:pt x="33185" y="37995"/>
                    <a:pt x="32871" y="37576"/>
                  </a:cubicBezTo>
                  <a:cubicBezTo>
                    <a:pt x="32137" y="36605"/>
                    <a:pt x="30232" y="36109"/>
                    <a:pt x="29346" y="35223"/>
                  </a:cubicBezTo>
                  <a:cubicBezTo>
                    <a:pt x="26975" y="32852"/>
                    <a:pt x="26137" y="30185"/>
                    <a:pt x="24651" y="28184"/>
                  </a:cubicBezTo>
                  <a:cubicBezTo>
                    <a:pt x="23746" y="26965"/>
                    <a:pt x="22079" y="26089"/>
                    <a:pt x="21126" y="24660"/>
                  </a:cubicBezTo>
                  <a:cubicBezTo>
                    <a:pt x="20831" y="24213"/>
                    <a:pt x="20517" y="23717"/>
                    <a:pt x="20212" y="23212"/>
                  </a:cubicBezTo>
                  <a:cubicBezTo>
                    <a:pt x="18878" y="21050"/>
                    <a:pt x="17497" y="18536"/>
                    <a:pt x="16431" y="16440"/>
                  </a:cubicBezTo>
                  <a:cubicBezTo>
                    <a:pt x="16116" y="15811"/>
                    <a:pt x="16726" y="14735"/>
                    <a:pt x="16431" y="14097"/>
                  </a:cubicBezTo>
                  <a:cubicBezTo>
                    <a:pt x="15831" y="12773"/>
                    <a:pt x="10792" y="10287"/>
                    <a:pt x="14088" y="8220"/>
                  </a:cubicBezTo>
                  <a:lnTo>
                    <a:pt x="0" y="0"/>
                  </a:lnTo>
                  <a:lnTo>
                    <a:pt x="1391" y="3543"/>
                  </a:lnTo>
                  <a:cubicBezTo>
                    <a:pt x="1724" y="3924"/>
                    <a:pt x="2057" y="4296"/>
                    <a:pt x="2343" y="4696"/>
                  </a:cubicBezTo>
                  <a:cubicBezTo>
                    <a:pt x="2476" y="4886"/>
                    <a:pt x="3334" y="4543"/>
                    <a:pt x="3515" y="4696"/>
                  </a:cubicBezTo>
                  <a:cubicBezTo>
                    <a:pt x="3896" y="5010"/>
                    <a:pt x="3219" y="6620"/>
                    <a:pt x="3515" y="7039"/>
                  </a:cubicBezTo>
                  <a:cubicBezTo>
                    <a:pt x="4124" y="7915"/>
                    <a:pt x="5201" y="8258"/>
                    <a:pt x="5858" y="9392"/>
                  </a:cubicBezTo>
                  <a:cubicBezTo>
                    <a:pt x="7544" y="12259"/>
                    <a:pt x="8030" y="14964"/>
                    <a:pt x="9382" y="17612"/>
                  </a:cubicBezTo>
                  <a:cubicBezTo>
                    <a:pt x="10535" y="19879"/>
                    <a:pt x="12811" y="21669"/>
                    <a:pt x="12906" y="23479"/>
                  </a:cubicBezTo>
                  <a:cubicBezTo>
                    <a:pt x="12983" y="24832"/>
                    <a:pt x="13668" y="24003"/>
                    <a:pt x="14078" y="24651"/>
                  </a:cubicBezTo>
                  <a:cubicBezTo>
                    <a:pt x="14326" y="25032"/>
                    <a:pt x="14554" y="25394"/>
                    <a:pt x="14783" y="25775"/>
                  </a:cubicBezTo>
                  <a:cubicBezTo>
                    <a:pt x="16078" y="27851"/>
                    <a:pt x="17316" y="29861"/>
                    <a:pt x="18774" y="31690"/>
                  </a:cubicBezTo>
                  <a:cubicBezTo>
                    <a:pt x="20698" y="34119"/>
                    <a:pt x="22651" y="36052"/>
                    <a:pt x="24651" y="38738"/>
                  </a:cubicBezTo>
                  <a:cubicBezTo>
                    <a:pt x="25279" y="39576"/>
                    <a:pt x="24394" y="41015"/>
                    <a:pt x="25822" y="41091"/>
                  </a:cubicBezTo>
                  <a:cubicBezTo>
                    <a:pt x="27413" y="41177"/>
                    <a:pt x="28080" y="42910"/>
                    <a:pt x="28175" y="44606"/>
                  </a:cubicBezTo>
                  <a:cubicBezTo>
                    <a:pt x="28251" y="45968"/>
                    <a:pt x="28889" y="45120"/>
                    <a:pt x="29346" y="45777"/>
                  </a:cubicBezTo>
                  <a:cubicBezTo>
                    <a:pt x="30775" y="47815"/>
                    <a:pt x="32633" y="50540"/>
                    <a:pt x="34042" y="52826"/>
                  </a:cubicBezTo>
                  <a:cubicBezTo>
                    <a:pt x="35423" y="55064"/>
                    <a:pt x="35347" y="56388"/>
                    <a:pt x="36386" y="58693"/>
                  </a:cubicBezTo>
                  <a:cubicBezTo>
                    <a:pt x="36576" y="59103"/>
                    <a:pt x="38452" y="59388"/>
                    <a:pt x="38738" y="59865"/>
                  </a:cubicBezTo>
                  <a:cubicBezTo>
                    <a:pt x="39081" y="60446"/>
                    <a:pt x="38462" y="61589"/>
                    <a:pt x="38738" y="62208"/>
                  </a:cubicBezTo>
                  <a:cubicBezTo>
                    <a:pt x="38929" y="62636"/>
                    <a:pt x="40824" y="62875"/>
                    <a:pt x="41081" y="63379"/>
                  </a:cubicBezTo>
                  <a:cubicBezTo>
                    <a:pt x="41977" y="65103"/>
                    <a:pt x="42196" y="67456"/>
                    <a:pt x="42253" y="69247"/>
                  </a:cubicBezTo>
                  <a:cubicBezTo>
                    <a:pt x="46892" y="69771"/>
                    <a:pt x="48111" y="75400"/>
                    <a:pt x="50473" y="78638"/>
                  </a:cubicBezTo>
                  <a:cubicBezTo>
                    <a:pt x="51768" y="80429"/>
                    <a:pt x="52540" y="82772"/>
                    <a:pt x="53997" y="84506"/>
                  </a:cubicBezTo>
                  <a:cubicBezTo>
                    <a:pt x="55502" y="86306"/>
                    <a:pt x="57455" y="87335"/>
                    <a:pt x="58693" y="89202"/>
                  </a:cubicBezTo>
                  <a:cubicBezTo>
                    <a:pt x="59055" y="89745"/>
                    <a:pt x="58417" y="90954"/>
                    <a:pt x="58693" y="91554"/>
                  </a:cubicBezTo>
                  <a:cubicBezTo>
                    <a:pt x="59084" y="92421"/>
                    <a:pt x="60960" y="92402"/>
                    <a:pt x="61036" y="93907"/>
                  </a:cubicBezTo>
                  <a:cubicBezTo>
                    <a:pt x="61112" y="95260"/>
                    <a:pt x="61789" y="94431"/>
                    <a:pt x="62208" y="95069"/>
                  </a:cubicBezTo>
                  <a:cubicBezTo>
                    <a:pt x="65437" y="99955"/>
                    <a:pt x="64599" y="103508"/>
                    <a:pt x="71609" y="103299"/>
                  </a:cubicBezTo>
                  <a:cubicBezTo>
                    <a:pt x="68771" y="93897"/>
                    <a:pt x="63017" y="84620"/>
                    <a:pt x="58703" y="77495"/>
                  </a:cubicBezTo>
                  <a:close/>
                </a:path>
              </a:pathLst>
            </a:custGeom>
            <a:solidFill>
              <a:srgbClr val="DF9720"/>
            </a:solidFill>
            <a:ln cap="flat">
              <a:noFill/>
              <a:prstDash val="solid"/>
              <a:miter lim="800000"/>
            </a:ln>
          </p:spPr>
          <p:txBody>
            <a:bodyPr vert="horz" anchor="ctr" tIns="45720" lIns="91440" bIns="45720" rIns="91440"/>
            <a:p>
              <a:pPr algn="l" marL="0"/>
            </a:p>
          </p:txBody>
        </p:sp>
        <p:grpSp>
          <p:nvGrpSpPr>
            <p:cNvPr name="Group 143" id="143"/>
            <p:cNvGrpSpPr/>
            <p:nvPr/>
          </p:nvGrpSpPr>
          <p:grpSpPr>
            <a:xfrm>
              <a:off x="8594795" y="3698703"/>
              <a:ext cx="378349" cy="91473"/>
              <a:chOff x="2104055" y="1102123"/>
              <a:chExt cx="378349" cy="91473"/>
            </a:xfrm>
            <a:solidFill>
              <a:srgbClr val="DF9720"/>
            </a:solidFill>
          </p:grpSpPr>
          <p:sp>
            <p:nvSpPr>
              <p:cNvPr name="Freeform 144" id="144"/>
              <p:cNvSpPr/>
              <p:nvPr/>
            </p:nvSpPr>
            <p:spPr>
              <a:xfrm>
                <a:off x="2399185" y="1135600"/>
                <a:ext cx="83219" cy="57996"/>
              </a:xfrm>
              <a:custGeom>
                <a:avLst/>
                <a:gdLst/>
                <a:ahLst/>
                <a:cxnLst/>
                <a:rect r="r" b="b" t="t" l="l"/>
                <a:pathLst>
                  <a:path w="83219" h="57996" stroke="true" fill="norm" extrusionOk="true">
                    <a:moveTo>
                      <a:pt x="82267" y="54768"/>
                    </a:moveTo>
                    <a:cubicBezTo>
                      <a:pt x="78419" y="54320"/>
                      <a:pt x="77095" y="51339"/>
                      <a:pt x="74048" y="50072"/>
                    </a:cubicBezTo>
                    <a:cubicBezTo>
                      <a:pt x="74705" y="45109"/>
                      <a:pt x="69437" y="46081"/>
                      <a:pt x="69352" y="41852"/>
                    </a:cubicBezTo>
                    <a:cubicBezTo>
                      <a:pt x="66608" y="41128"/>
                      <a:pt x="65675" y="39585"/>
                      <a:pt x="64656" y="38328"/>
                    </a:cubicBezTo>
                    <a:cubicBezTo>
                      <a:pt x="64341" y="37947"/>
                      <a:pt x="62732" y="38623"/>
                      <a:pt x="62303" y="38328"/>
                    </a:cubicBezTo>
                    <a:cubicBezTo>
                      <a:pt x="61636" y="37861"/>
                      <a:pt x="60703" y="36594"/>
                      <a:pt x="59960" y="35975"/>
                    </a:cubicBezTo>
                    <a:cubicBezTo>
                      <a:pt x="57760" y="34184"/>
                      <a:pt x="55626" y="32603"/>
                      <a:pt x="54093" y="31279"/>
                    </a:cubicBezTo>
                    <a:cubicBezTo>
                      <a:pt x="53369" y="30660"/>
                      <a:pt x="53530" y="30879"/>
                      <a:pt x="52921" y="30107"/>
                    </a:cubicBezTo>
                    <a:cubicBezTo>
                      <a:pt x="52731" y="29869"/>
                      <a:pt x="53121" y="29174"/>
                      <a:pt x="52921" y="28936"/>
                    </a:cubicBezTo>
                    <a:cubicBezTo>
                      <a:pt x="52597" y="28536"/>
                      <a:pt x="50968" y="29288"/>
                      <a:pt x="50578" y="28936"/>
                    </a:cubicBezTo>
                    <a:cubicBezTo>
                      <a:pt x="48396" y="26993"/>
                      <a:pt x="46549" y="23164"/>
                      <a:pt x="44710" y="23059"/>
                    </a:cubicBezTo>
                    <a:cubicBezTo>
                      <a:pt x="42120" y="22916"/>
                      <a:pt x="41167" y="20944"/>
                      <a:pt x="40015" y="19535"/>
                    </a:cubicBezTo>
                    <a:cubicBezTo>
                      <a:pt x="39719" y="19173"/>
                      <a:pt x="38091" y="19773"/>
                      <a:pt x="37662" y="19535"/>
                    </a:cubicBezTo>
                    <a:cubicBezTo>
                      <a:pt x="36995" y="19163"/>
                      <a:pt x="36081" y="17611"/>
                      <a:pt x="35319" y="17182"/>
                    </a:cubicBezTo>
                    <a:cubicBezTo>
                      <a:pt x="33604" y="16230"/>
                      <a:pt x="31280" y="15839"/>
                      <a:pt x="29451" y="14839"/>
                    </a:cubicBezTo>
                    <a:cubicBezTo>
                      <a:pt x="28527" y="14334"/>
                      <a:pt x="27889" y="14239"/>
                      <a:pt x="27108" y="13667"/>
                    </a:cubicBezTo>
                    <a:cubicBezTo>
                      <a:pt x="26356" y="13115"/>
                      <a:pt x="25613" y="11810"/>
                      <a:pt x="24755" y="11315"/>
                    </a:cubicBezTo>
                    <a:cubicBezTo>
                      <a:pt x="23879" y="10810"/>
                      <a:pt x="22174" y="11696"/>
                      <a:pt x="21231" y="11315"/>
                    </a:cubicBezTo>
                    <a:cubicBezTo>
                      <a:pt x="20593" y="11067"/>
                      <a:pt x="19383" y="8410"/>
                      <a:pt x="18879" y="7790"/>
                    </a:cubicBezTo>
                    <a:cubicBezTo>
                      <a:pt x="18564" y="7409"/>
                      <a:pt x="16954" y="8086"/>
                      <a:pt x="16535" y="7790"/>
                    </a:cubicBezTo>
                    <a:cubicBezTo>
                      <a:pt x="15640" y="7171"/>
                      <a:pt x="15345" y="6095"/>
                      <a:pt x="14183" y="5447"/>
                    </a:cubicBezTo>
                    <a:cubicBezTo>
                      <a:pt x="12297" y="4380"/>
                      <a:pt x="10201" y="3999"/>
                      <a:pt x="8315" y="3095"/>
                    </a:cubicBezTo>
                    <a:cubicBezTo>
                      <a:pt x="7706" y="2809"/>
                      <a:pt x="6715" y="1066"/>
                      <a:pt x="5963" y="742"/>
                    </a:cubicBezTo>
                    <a:cubicBezTo>
                      <a:pt x="3829" y="-153"/>
                      <a:pt x="1648" y="-287"/>
                      <a:pt x="0" y="609"/>
                    </a:cubicBezTo>
                    <a:cubicBezTo>
                      <a:pt x="1343" y="3276"/>
                      <a:pt x="3972" y="4276"/>
                      <a:pt x="3258" y="7486"/>
                    </a:cubicBezTo>
                    <a:cubicBezTo>
                      <a:pt x="3772" y="7695"/>
                      <a:pt x="5705" y="7476"/>
                      <a:pt x="5972" y="7800"/>
                    </a:cubicBezTo>
                    <a:cubicBezTo>
                      <a:pt x="7087" y="9171"/>
                      <a:pt x="7715" y="8133"/>
                      <a:pt x="9497" y="8971"/>
                    </a:cubicBezTo>
                    <a:cubicBezTo>
                      <a:pt x="10087" y="9248"/>
                      <a:pt x="10182" y="11057"/>
                      <a:pt x="10668" y="11315"/>
                    </a:cubicBezTo>
                    <a:cubicBezTo>
                      <a:pt x="13392" y="12753"/>
                      <a:pt x="16583" y="12534"/>
                      <a:pt x="18888" y="14839"/>
                    </a:cubicBezTo>
                    <a:cubicBezTo>
                      <a:pt x="20212" y="16163"/>
                      <a:pt x="21003" y="16925"/>
                      <a:pt x="23584" y="18363"/>
                    </a:cubicBezTo>
                    <a:cubicBezTo>
                      <a:pt x="24203" y="18706"/>
                      <a:pt x="23432" y="19468"/>
                      <a:pt x="24755" y="19535"/>
                    </a:cubicBezTo>
                    <a:cubicBezTo>
                      <a:pt x="24746" y="19535"/>
                      <a:pt x="27965" y="20468"/>
                      <a:pt x="28280" y="20706"/>
                    </a:cubicBezTo>
                    <a:cubicBezTo>
                      <a:pt x="28775" y="21078"/>
                      <a:pt x="28985" y="22792"/>
                      <a:pt x="29451" y="23059"/>
                    </a:cubicBezTo>
                    <a:cubicBezTo>
                      <a:pt x="31118" y="24021"/>
                      <a:pt x="33433" y="24535"/>
                      <a:pt x="35319" y="25402"/>
                    </a:cubicBezTo>
                    <a:cubicBezTo>
                      <a:pt x="35881" y="25669"/>
                      <a:pt x="35214" y="26507"/>
                      <a:pt x="36490" y="26574"/>
                    </a:cubicBezTo>
                    <a:cubicBezTo>
                      <a:pt x="39586" y="26736"/>
                      <a:pt x="39710" y="28469"/>
                      <a:pt x="42358" y="30098"/>
                    </a:cubicBezTo>
                    <a:cubicBezTo>
                      <a:pt x="46415" y="32593"/>
                      <a:pt x="51959" y="37870"/>
                      <a:pt x="56455" y="41842"/>
                    </a:cubicBezTo>
                    <a:cubicBezTo>
                      <a:pt x="60398" y="45328"/>
                      <a:pt x="64256" y="48291"/>
                      <a:pt x="68189" y="52405"/>
                    </a:cubicBezTo>
                    <a:cubicBezTo>
                      <a:pt x="68513" y="52739"/>
                      <a:pt x="68847" y="53053"/>
                      <a:pt x="69170" y="53387"/>
                    </a:cubicBezTo>
                    <a:cubicBezTo>
                      <a:pt x="69695" y="52796"/>
                      <a:pt x="70476" y="52482"/>
                      <a:pt x="71476" y="52844"/>
                    </a:cubicBezTo>
                    <a:cubicBezTo>
                      <a:pt x="75505" y="54301"/>
                      <a:pt x="79362" y="56139"/>
                      <a:pt x="83220" y="57997"/>
                    </a:cubicBezTo>
                    <a:cubicBezTo>
                      <a:pt x="82677" y="57177"/>
                      <a:pt x="82267" y="56187"/>
                      <a:pt x="82267" y="54768"/>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45" id="145"/>
              <p:cNvSpPr/>
              <p:nvPr/>
            </p:nvSpPr>
            <p:spPr>
              <a:xfrm>
                <a:off x="2104055" y="1102123"/>
                <a:ext cx="210605" cy="65938"/>
              </a:xfrm>
              <a:custGeom>
                <a:avLst/>
                <a:gdLst/>
                <a:ahLst/>
                <a:cxnLst/>
                <a:rect r="r" b="b" t="t" l="l"/>
                <a:pathLst>
                  <a:path w="210605" h="65938" stroke="true" fill="norm" extrusionOk="true">
                    <a:moveTo>
                      <a:pt x="208586" y="10625"/>
                    </a:moveTo>
                    <a:cubicBezTo>
                      <a:pt x="207833" y="9777"/>
                      <a:pt x="207814" y="8796"/>
                      <a:pt x="208176" y="7986"/>
                    </a:cubicBezTo>
                    <a:cubicBezTo>
                      <a:pt x="204300" y="7529"/>
                      <a:pt x="200356" y="6853"/>
                      <a:pt x="196594" y="6062"/>
                    </a:cubicBezTo>
                    <a:cubicBezTo>
                      <a:pt x="194298" y="5586"/>
                      <a:pt x="191736" y="5462"/>
                      <a:pt x="189555" y="4891"/>
                    </a:cubicBezTo>
                    <a:cubicBezTo>
                      <a:pt x="187545" y="4367"/>
                      <a:pt x="185707" y="2881"/>
                      <a:pt x="183688" y="2548"/>
                    </a:cubicBezTo>
                    <a:cubicBezTo>
                      <a:pt x="179097" y="1786"/>
                      <a:pt x="173391" y="1843"/>
                      <a:pt x="168419" y="1376"/>
                    </a:cubicBezTo>
                    <a:cubicBezTo>
                      <a:pt x="165581" y="1109"/>
                      <a:pt x="162771" y="424"/>
                      <a:pt x="160199" y="205"/>
                    </a:cubicBezTo>
                    <a:cubicBezTo>
                      <a:pt x="160389" y="224"/>
                      <a:pt x="159856" y="1548"/>
                      <a:pt x="159018" y="1376"/>
                    </a:cubicBezTo>
                    <a:cubicBezTo>
                      <a:pt x="158903" y="1357"/>
                      <a:pt x="158732" y="300"/>
                      <a:pt x="157846" y="205"/>
                    </a:cubicBezTo>
                    <a:cubicBezTo>
                      <a:pt x="156360" y="43"/>
                      <a:pt x="154636" y="119"/>
                      <a:pt x="153150" y="205"/>
                    </a:cubicBezTo>
                    <a:cubicBezTo>
                      <a:pt x="148512" y="481"/>
                      <a:pt x="144978" y="3272"/>
                      <a:pt x="139063" y="2557"/>
                    </a:cubicBezTo>
                    <a:cubicBezTo>
                      <a:pt x="138710" y="2510"/>
                      <a:pt x="136910" y="2795"/>
                      <a:pt x="136710" y="2557"/>
                    </a:cubicBezTo>
                    <a:cubicBezTo>
                      <a:pt x="135567" y="1157"/>
                      <a:pt x="136158" y="2557"/>
                      <a:pt x="134367" y="2557"/>
                    </a:cubicBezTo>
                    <a:cubicBezTo>
                      <a:pt x="133472" y="2557"/>
                      <a:pt x="133129" y="1490"/>
                      <a:pt x="132014" y="1386"/>
                    </a:cubicBezTo>
                    <a:cubicBezTo>
                      <a:pt x="129890" y="1186"/>
                      <a:pt x="126976" y="1567"/>
                      <a:pt x="124975" y="1386"/>
                    </a:cubicBezTo>
                    <a:cubicBezTo>
                      <a:pt x="121299" y="1052"/>
                      <a:pt x="118641" y="-576"/>
                      <a:pt x="113231" y="214"/>
                    </a:cubicBezTo>
                    <a:cubicBezTo>
                      <a:pt x="111555" y="462"/>
                      <a:pt x="111040" y="1395"/>
                      <a:pt x="109707" y="1386"/>
                    </a:cubicBezTo>
                    <a:cubicBezTo>
                      <a:pt x="109993" y="1386"/>
                      <a:pt x="109154" y="243"/>
                      <a:pt x="108535" y="214"/>
                    </a:cubicBezTo>
                    <a:cubicBezTo>
                      <a:pt x="106535" y="109"/>
                      <a:pt x="103563" y="-53"/>
                      <a:pt x="100315" y="214"/>
                    </a:cubicBezTo>
                    <a:cubicBezTo>
                      <a:pt x="97096" y="481"/>
                      <a:pt x="94362" y="2014"/>
                      <a:pt x="90924" y="2567"/>
                    </a:cubicBezTo>
                    <a:cubicBezTo>
                      <a:pt x="86952" y="3205"/>
                      <a:pt x="82199" y="3243"/>
                      <a:pt x="78008" y="3738"/>
                    </a:cubicBezTo>
                    <a:cubicBezTo>
                      <a:pt x="73007" y="4329"/>
                      <a:pt x="66025" y="3995"/>
                      <a:pt x="62749" y="6081"/>
                    </a:cubicBezTo>
                    <a:cubicBezTo>
                      <a:pt x="61510" y="6872"/>
                      <a:pt x="57919" y="6215"/>
                      <a:pt x="56881" y="7253"/>
                    </a:cubicBezTo>
                    <a:cubicBezTo>
                      <a:pt x="56757" y="7377"/>
                      <a:pt x="57034" y="8358"/>
                      <a:pt x="56881" y="8425"/>
                    </a:cubicBezTo>
                    <a:cubicBezTo>
                      <a:pt x="55252" y="9129"/>
                      <a:pt x="53776" y="8720"/>
                      <a:pt x="52185" y="9596"/>
                    </a:cubicBezTo>
                    <a:cubicBezTo>
                      <a:pt x="51690" y="9872"/>
                      <a:pt x="51423" y="11758"/>
                      <a:pt x="51014" y="11939"/>
                    </a:cubicBezTo>
                    <a:cubicBezTo>
                      <a:pt x="49556" y="12597"/>
                      <a:pt x="47594" y="11168"/>
                      <a:pt x="47490" y="13111"/>
                    </a:cubicBezTo>
                    <a:cubicBezTo>
                      <a:pt x="47413" y="14644"/>
                      <a:pt x="45899" y="13520"/>
                      <a:pt x="45137" y="14283"/>
                    </a:cubicBezTo>
                    <a:cubicBezTo>
                      <a:pt x="44765" y="14654"/>
                      <a:pt x="45537" y="16302"/>
                      <a:pt x="45137" y="16626"/>
                    </a:cubicBezTo>
                    <a:cubicBezTo>
                      <a:pt x="44899" y="16816"/>
                      <a:pt x="44203" y="16435"/>
                      <a:pt x="43965" y="16626"/>
                    </a:cubicBezTo>
                    <a:cubicBezTo>
                      <a:pt x="43127" y="17292"/>
                      <a:pt x="42118" y="20150"/>
                      <a:pt x="40441" y="21321"/>
                    </a:cubicBezTo>
                    <a:cubicBezTo>
                      <a:pt x="39317" y="22112"/>
                      <a:pt x="37850" y="21598"/>
                      <a:pt x="36917" y="22493"/>
                    </a:cubicBezTo>
                    <a:cubicBezTo>
                      <a:pt x="35917" y="23455"/>
                      <a:pt x="35536" y="25008"/>
                      <a:pt x="34564" y="26017"/>
                    </a:cubicBezTo>
                    <a:cubicBezTo>
                      <a:pt x="33555" y="27075"/>
                      <a:pt x="32145" y="27379"/>
                      <a:pt x="31040" y="28370"/>
                    </a:cubicBezTo>
                    <a:cubicBezTo>
                      <a:pt x="29878" y="29418"/>
                      <a:pt x="30116" y="30980"/>
                      <a:pt x="28697" y="31894"/>
                    </a:cubicBezTo>
                    <a:cubicBezTo>
                      <a:pt x="27497" y="32666"/>
                      <a:pt x="26163" y="32189"/>
                      <a:pt x="25172" y="33066"/>
                    </a:cubicBezTo>
                    <a:cubicBezTo>
                      <a:pt x="21420" y="36400"/>
                      <a:pt x="18362" y="40857"/>
                      <a:pt x="14600" y="44801"/>
                    </a:cubicBezTo>
                    <a:cubicBezTo>
                      <a:pt x="13257" y="46220"/>
                      <a:pt x="11647" y="47734"/>
                      <a:pt x="10085" y="49315"/>
                    </a:cubicBezTo>
                    <a:cubicBezTo>
                      <a:pt x="9637" y="49773"/>
                      <a:pt x="9170" y="50201"/>
                      <a:pt x="8742" y="50678"/>
                    </a:cubicBezTo>
                    <a:cubicBezTo>
                      <a:pt x="7142" y="52421"/>
                      <a:pt x="6046" y="55716"/>
                      <a:pt x="2874" y="55373"/>
                    </a:cubicBezTo>
                    <a:cubicBezTo>
                      <a:pt x="2874" y="55373"/>
                      <a:pt x="-3593" y="66118"/>
                      <a:pt x="2874" y="65937"/>
                    </a:cubicBezTo>
                    <a:cubicBezTo>
                      <a:pt x="2665" y="64936"/>
                      <a:pt x="3332" y="64832"/>
                      <a:pt x="4046" y="64765"/>
                    </a:cubicBezTo>
                    <a:cubicBezTo>
                      <a:pt x="6827" y="62165"/>
                      <a:pt x="9571" y="59469"/>
                      <a:pt x="12333" y="56840"/>
                    </a:cubicBezTo>
                    <a:cubicBezTo>
                      <a:pt x="23648" y="46067"/>
                      <a:pt x="34850" y="35123"/>
                      <a:pt x="46308" y="23674"/>
                    </a:cubicBezTo>
                    <a:cubicBezTo>
                      <a:pt x="47290" y="22693"/>
                      <a:pt x="48852" y="22303"/>
                      <a:pt x="49833" y="21321"/>
                    </a:cubicBezTo>
                    <a:cubicBezTo>
                      <a:pt x="50709" y="20445"/>
                      <a:pt x="51214" y="18521"/>
                      <a:pt x="52185" y="17797"/>
                    </a:cubicBezTo>
                    <a:cubicBezTo>
                      <a:pt x="52605" y="17483"/>
                      <a:pt x="54214" y="18188"/>
                      <a:pt x="54529" y="17797"/>
                    </a:cubicBezTo>
                    <a:cubicBezTo>
                      <a:pt x="54643" y="17664"/>
                      <a:pt x="54386" y="16692"/>
                      <a:pt x="54529" y="16626"/>
                    </a:cubicBezTo>
                    <a:cubicBezTo>
                      <a:pt x="54957" y="16426"/>
                      <a:pt x="56595" y="16969"/>
                      <a:pt x="56881" y="16626"/>
                    </a:cubicBezTo>
                    <a:cubicBezTo>
                      <a:pt x="57824" y="15473"/>
                      <a:pt x="57910" y="15111"/>
                      <a:pt x="59224" y="14283"/>
                    </a:cubicBezTo>
                    <a:cubicBezTo>
                      <a:pt x="60625" y="13387"/>
                      <a:pt x="61653" y="13378"/>
                      <a:pt x="63920" y="13111"/>
                    </a:cubicBezTo>
                    <a:cubicBezTo>
                      <a:pt x="64273" y="13063"/>
                      <a:pt x="66073" y="13349"/>
                      <a:pt x="66273" y="13111"/>
                    </a:cubicBezTo>
                    <a:cubicBezTo>
                      <a:pt x="66959" y="12263"/>
                      <a:pt x="70311" y="11063"/>
                      <a:pt x="72140" y="10758"/>
                    </a:cubicBezTo>
                    <a:cubicBezTo>
                      <a:pt x="71721" y="10825"/>
                      <a:pt x="72778" y="12606"/>
                      <a:pt x="73312" y="11930"/>
                    </a:cubicBezTo>
                    <a:cubicBezTo>
                      <a:pt x="74274" y="10730"/>
                      <a:pt x="74912" y="11092"/>
                      <a:pt x="76836" y="10758"/>
                    </a:cubicBezTo>
                    <a:cubicBezTo>
                      <a:pt x="79065" y="10377"/>
                      <a:pt x="80017" y="9768"/>
                      <a:pt x="81532" y="9587"/>
                    </a:cubicBezTo>
                    <a:cubicBezTo>
                      <a:pt x="81256" y="9615"/>
                      <a:pt x="83208" y="10758"/>
                      <a:pt x="83875" y="10758"/>
                    </a:cubicBezTo>
                    <a:cubicBezTo>
                      <a:pt x="83561" y="10758"/>
                      <a:pt x="84456" y="8844"/>
                      <a:pt x="85047" y="9587"/>
                    </a:cubicBezTo>
                    <a:cubicBezTo>
                      <a:pt x="85771" y="10492"/>
                      <a:pt x="85923" y="10244"/>
                      <a:pt x="89743" y="9587"/>
                    </a:cubicBezTo>
                    <a:cubicBezTo>
                      <a:pt x="93191" y="8987"/>
                      <a:pt x="97105" y="7529"/>
                      <a:pt x="100306" y="7234"/>
                    </a:cubicBezTo>
                    <a:cubicBezTo>
                      <a:pt x="106792" y="6634"/>
                      <a:pt x="113745" y="6824"/>
                      <a:pt x="119089" y="7234"/>
                    </a:cubicBezTo>
                    <a:cubicBezTo>
                      <a:pt x="126547" y="7796"/>
                      <a:pt x="133681" y="10149"/>
                      <a:pt x="141397" y="9587"/>
                    </a:cubicBezTo>
                    <a:cubicBezTo>
                      <a:pt x="145330" y="9291"/>
                      <a:pt x="149207" y="7405"/>
                      <a:pt x="153141" y="7234"/>
                    </a:cubicBezTo>
                    <a:cubicBezTo>
                      <a:pt x="157694" y="7043"/>
                      <a:pt x="161361" y="7986"/>
                      <a:pt x="167228" y="8406"/>
                    </a:cubicBezTo>
                    <a:cubicBezTo>
                      <a:pt x="167962" y="8463"/>
                      <a:pt x="168867" y="8225"/>
                      <a:pt x="169581" y="8406"/>
                    </a:cubicBezTo>
                    <a:cubicBezTo>
                      <a:pt x="170200" y="8558"/>
                      <a:pt x="170886" y="9587"/>
                      <a:pt x="170753" y="9577"/>
                    </a:cubicBezTo>
                    <a:cubicBezTo>
                      <a:pt x="171581" y="9653"/>
                      <a:pt x="172724" y="8329"/>
                      <a:pt x="174277" y="8406"/>
                    </a:cubicBezTo>
                    <a:cubicBezTo>
                      <a:pt x="175163" y="8444"/>
                      <a:pt x="176306" y="9406"/>
                      <a:pt x="177801" y="9577"/>
                    </a:cubicBezTo>
                    <a:cubicBezTo>
                      <a:pt x="188479" y="10806"/>
                      <a:pt x="199318" y="13863"/>
                      <a:pt x="210605" y="15016"/>
                    </a:cubicBezTo>
                    <a:cubicBezTo>
                      <a:pt x="210129" y="13425"/>
                      <a:pt x="209643" y="11816"/>
                      <a:pt x="208586" y="10625"/>
                    </a:cubicBezTo>
                    <a:close/>
                  </a:path>
                </a:pathLst>
              </a:custGeom>
              <a:solidFill>
                <a:srgbClr val="DF9720"/>
              </a:solidFill>
              <a:ln cap="flat">
                <a:noFill/>
                <a:prstDash val="solid"/>
                <a:miter lim="800000"/>
              </a:ln>
            </p:spPr>
            <p:txBody>
              <a:bodyPr vert="horz" anchor="ctr" tIns="45720" lIns="91440" bIns="45720" rIns="91440"/>
              <a:p>
                <a:pPr algn="l" marL="0"/>
              </a:p>
            </p:txBody>
          </p:sp>
        </p:grpSp>
        <p:sp>
          <p:nvSpPr>
            <p:cNvPr name="Freeform 146" id="146"/>
            <p:cNvSpPr/>
            <p:nvPr/>
          </p:nvSpPr>
          <p:spPr>
            <a:xfrm>
              <a:off x="9250736" y="3449105"/>
              <a:ext cx="29361" cy="92221"/>
            </a:xfrm>
            <a:custGeom>
              <a:avLst/>
              <a:gdLst/>
              <a:ahLst/>
              <a:cxnLst/>
              <a:rect r="r" b="b" t="t" l="l"/>
              <a:pathLst>
                <a:path w="29361" h="92221" stroke="true" fill="norm" extrusionOk="true">
                  <a:moveTo>
                    <a:pt x="27751" y="0"/>
                  </a:moveTo>
                  <a:cubicBezTo>
                    <a:pt x="27951" y="333"/>
                    <a:pt x="24770" y="8677"/>
                    <a:pt x="24389" y="9487"/>
                  </a:cubicBezTo>
                  <a:cubicBezTo>
                    <a:pt x="22779" y="12906"/>
                    <a:pt x="22151" y="16716"/>
                    <a:pt x="21132" y="20336"/>
                  </a:cubicBezTo>
                  <a:cubicBezTo>
                    <a:pt x="20312" y="23232"/>
                    <a:pt x="19579" y="26137"/>
                    <a:pt x="18798" y="29042"/>
                  </a:cubicBezTo>
                  <a:cubicBezTo>
                    <a:pt x="18417" y="30442"/>
                    <a:pt x="18055" y="31852"/>
                    <a:pt x="17607" y="33252"/>
                  </a:cubicBezTo>
                  <a:cubicBezTo>
                    <a:pt x="16912" y="35433"/>
                    <a:pt x="16121" y="36643"/>
                    <a:pt x="15264" y="39119"/>
                  </a:cubicBezTo>
                  <a:cubicBezTo>
                    <a:pt x="15017" y="39824"/>
                    <a:pt x="15445" y="40757"/>
                    <a:pt x="15264" y="41472"/>
                  </a:cubicBezTo>
                  <a:cubicBezTo>
                    <a:pt x="15274" y="41424"/>
                    <a:pt x="14188" y="44910"/>
                    <a:pt x="14093" y="44996"/>
                  </a:cubicBezTo>
                  <a:cubicBezTo>
                    <a:pt x="12426" y="46358"/>
                    <a:pt x="10787" y="51873"/>
                    <a:pt x="9397" y="55569"/>
                  </a:cubicBezTo>
                  <a:cubicBezTo>
                    <a:pt x="9235" y="55978"/>
                    <a:pt x="9711" y="57655"/>
                    <a:pt x="9397" y="57912"/>
                  </a:cubicBezTo>
                  <a:cubicBezTo>
                    <a:pt x="8435" y="58693"/>
                    <a:pt x="8587" y="58807"/>
                    <a:pt x="8225" y="60255"/>
                  </a:cubicBezTo>
                  <a:cubicBezTo>
                    <a:pt x="8244" y="60208"/>
                    <a:pt x="7149" y="63694"/>
                    <a:pt x="7054" y="63779"/>
                  </a:cubicBezTo>
                  <a:cubicBezTo>
                    <a:pt x="5272" y="65237"/>
                    <a:pt x="4349" y="70285"/>
                    <a:pt x="3529" y="74352"/>
                  </a:cubicBezTo>
                  <a:cubicBezTo>
                    <a:pt x="3453" y="74724"/>
                    <a:pt x="3796" y="76486"/>
                    <a:pt x="3529" y="76695"/>
                  </a:cubicBezTo>
                  <a:cubicBezTo>
                    <a:pt x="2043" y="77915"/>
                    <a:pt x="2901" y="79086"/>
                    <a:pt x="2358" y="81391"/>
                  </a:cubicBezTo>
                  <a:cubicBezTo>
                    <a:pt x="1558" y="84782"/>
                    <a:pt x="-633" y="88706"/>
                    <a:pt x="177" y="92221"/>
                  </a:cubicBezTo>
                  <a:cubicBezTo>
                    <a:pt x="3777" y="88906"/>
                    <a:pt x="8178" y="88011"/>
                    <a:pt x="9406" y="82572"/>
                  </a:cubicBezTo>
                  <a:cubicBezTo>
                    <a:pt x="10064" y="79686"/>
                    <a:pt x="9778" y="78076"/>
                    <a:pt x="10578" y="75524"/>
                  </a:cubicBezTo>
                  <a:cubicBezTo>
                    <a:pt x="10702" y="75124"/>
                    <a:pt x="10273" y="73419"/>
                    <a:pt x="10578" y="73181"/>
                  </a:cubicBezTo>
                  <a:cubicBezTo>
                    <a:pt x="10711" y="73066"/>
                    <a:pt x="11683" y="73324"/>
                    <a:pt x="11750" y="73181"/>
                  </a:cubicBezTo>
                  <a:cubicBezTo>
                    <a:pt x="11950" y="72752"/>
                    <a:pt x="11407" y="71114"/>
                    <a:pt x="11750" y="70828"/>
                  </a:cubicBezTo>
                  <a:cubicBezTo>
                    <a:pt x="12711" y="70037"/>
                    <a:pt x="12959" y="66913"/>
                    <a:pt x="14102" y="63789"/>
                  </a:cubicBezTo>
                  <a:cubicBezTo>
                    <a:pt x="14264" y="63332"/>
                    <a:pt x="15217" y="63808"/>
                    <a:pt x="15274" y="62617"/>
                  </a:cubicBezTo>
                  <a:cubicBezTo>
                    <a:pt x="15369" y="60798"/>
                    <a:pt x="15959" y="60512"/>
                    <a:pt x="16445" y="59093"/>
                  </a:cubicBezTo>
                  <a:cubicBezTo>
                    <a:pt x="18293" y="53683"/>
                    <a:pt x="19951" y="48111"/>
                    <a:pt x="22313" y="42663"/>
                  </a:cubicBezTo>
                  <a:cubicBezTo>
                    <a:pt x="22503" y="42243"/>
                    <a:pt x="21979" y="40586"/>
                    <a:pt x="22313" y="40310"/>
                  </a:cubicBezTo>
                  <a:cubicBezTo>
                    <a:pt x="22456" y="40196"/>
                    <a:pt x="23417" y="40462"/>
                    <a:pt x="23484" y="40310"/>
                  </a:cubicBezTo>
                  <a:cubicBezTo>
                    <a:pt x="23684" y="39881"/>
                    <a:pt x="23141" y="38243"/>
                    <a:pt x="23484" y="37967"/>
                  </a:cubicBezTo>
                  <a:cubicBezTo>
                    <a:pt x="24151" y="37424"/>
                    <a:pt x="25037" y="35462"/>
                    <a:pt x="25837" y="32099"/>
                  </a:cubicBezTo>
                  <a:cubicBezTo>
                    <a:pt x="26094" y="31032"/>
                    <a:pt x="26342" y="29832"/>
                    <a:pt x="26599" y="28708"/>
                  </a:cubicBezTo>
                  <a:cubicBezTo>
                    <a:pt x="27523" y="24603"/>
                    <a:pt x="28447" y="20260"/>
                    <a:pt x="29361" y="15669"/>
                  </a:cubicBezTo>
                  <a:cubicBezTo>
                    <a:pt x="28952" y="10935"/>
                    <a:pt x="30247" y="4162"/>
                    <a:pt x="27751" y="0"/>
                  </a:cubicBezTo>
                  <a:close/>
                </a:path>
              </a:pathLst>
            </a:custGeom>
            <a:solidFill>
              <a:srgbClr val="E5C982"/>
            </a:solidFill>
            <a:ln cap="flat">
              <a:noFill/>
              <a:prstDash val="solid"/>
              <a:miter lim="800000"/>
            </a:ln>
          </p:spPr>
          <p:txBody>
            <a:bodyPr vert="horz" anchor="ctr" tIns="45720" lIns="91440" bIns="45720" rIns="91440"/>
            <a:p>
              <a:pPr algn="l" marL="0"/>
            </a:p>
          </p:txBody>
        </p:sp>
        <p:sp>
          <p:nvSpPr>
            <p:cNvPr name="Freeform 147" id="147"/>
            <p:cNvSpPr/>
            <p:nvPr/>
          </p:nvSpPr>
          <p:spPr>
            <a:xfrm>
              <a:off x="9320812" y="3494375"/>
              <a:ext cx="406622" cy="117755"/>
            </a:xfrm>
            <a:custGeom>
              <a:avLst/>
              <a:gdLst/>
              <a:ahLst/>
              <a:cxnLst/>
              <a:rect r="r" b="b" t="t" l="l"/>
              <a:pathLst>
                <a:path w="406622" h="117755" stroke="true" fill="norm" extrusionOk="true">
                  <a:moveTo>
                    <a:pt x="406094" y="38807"/>
                  </a:moveTo>
                  <a:cubicBezTo>
                    <a:pt x="403932" y="38464"/>
                    <a:pt x="401360" y="36188"/>
                    <a:pt x="399255" y="35454"/>
                  </a:cubicBezTo>
                  <a:cubicBezTo>
                    <a:pt x="397769" y="34940"/>
                    <a:pt x="396036" y="34902"/>
                    <a:pt x="394464" y="34559"/>
                  </a:cubicBezTo>
                  <a:cubicBezTo>
                    <a:pt x="394093" y="34483"/>
                    <a:pt x="393731" y="34407"/>
                    <a:pt x="393388" y="34273"/>
                  </a:cubicBezTo>
                  <a:cubicBezTo>
                    <a:pt x="391102" y="33435"/>
                    <a:pt x="388301" y="31082"/>
                    <a:pt x="385168" y="30749"/>
                  </a:cubicBezTo>
                  <a:cubicBezTo>
                    <a:pt x="383787" y="30606"/>
                    <a:pt x="384491" y="31825"/>
                    <a:pt x="383996" y="31921"/>
                  </a:cubicBezTo>
                  <a:cubicBezTo>
                    <a:pt x="383825" y="31959"/>
                    <a:pt x="381310" y="30959"/>
                    <a:pt x="380472" y="30749"/>
                  </a:cubicBezTo>
                  <a:cubicBezTo>
                    <a:pt x="379443" y="30492"/>
                    <a:pt x="378462" y="29949"/>
                    <a:pt x="376948" y="29577"/>
                  </a:cubicBezTo>
                  <a:cubicBezTo>
                    <a:pt x="375909" y="29320"/>
                    <a:pt x="374928" y="28787"/>
                    <a:pt x="373424" y="28406"/>
                  </a:cubicBezTo>
                  <a:cubicBezTo>
                    <a:pt x="372214" y="28101"/>
                    <a:pt x="370880" y="26777"/>
                    <a:pt x="368728" y="26063"/>
                  </a:cubicBezTo>
                  <a:cubicBezTo>
                    <a:pt x="366584" y="25348"/>
                    <a:pt x="364708" y="25329"/>
                    <a:pt x="362860" y="24891"/>
                  </a:cubicBezTo>
                  <a:cubicBezTo>
                    <a:pt x="360698" y="21214"/>
                    <a:pt x="356107" y="20319"/>
                    <a:pt x="352297" y="17843"/>
                  </a:cubicBezTo>
                  <a:cubicBezTo>
                    <a:pt x="351649" y="17423"/>
                    <a:pt x="352478" y="16747"/>
                    <a:pt x="351126" y="16671"/>
                  </a:cubicBezTo>
                  <a:cubicBezTo>
                    <a:pt x="349392" y="16585"/>
                    <a:pt x="349411" y="14214"/>
                    <a:pt x="347601" y="13147"/>
                  </a:cubicBezTo>
                  <a:cubicBezTo>
                    <a:pt x="347173" y="12890"/>
                    <a:pt x="345553" y="13509"/>
                    <a:pt x="345249" y="13147"/>
                  </a:cubicBezTo>
                  <a:cubicBezTo>
                    <a:pt x="345134" y="13004"/>
                    <a:pt x="345401" y="12042"/>
                    <a:pt x="345249" y="11975"/>
                  </a:cubicBezTo>
                  <a:cubicBezTo>
                    <a:pt x="344820" y="11775"/>
                    <a:pt x="343182" y="12318"/>
                    <a:pt x="342905" y="11975"/>
                  </a:cubicBezTo>
                  <a:cubicBezTo>
                    <a:pt x="341353" y="10070"/>
                    <a:pt x="336981" y="8918"/>
                    <a:pt x="333514" y="7279"/>
                  </a:cubicBezTo>
                  <a:cubicBezTo>
                    <a:pt x="332942" y="7003"/>
                    <a:pt x="333628" y="6174"/>
                    <a:pt x="332342" y="6108"/>
                  </a:cubicBezTo>
                  <a:cubicBezTo>
                    <a:pt x="330990" y="6041"/>
                    <a:pt x="330237" y="6051"/>
                    <a:pt x="329999" y="4936"/>
                  </a:cubicBezTo>
                  <a:cubicBezTo>
                    <a:pt x="322503" y="7270"/>
                    <a:pt x="315064" y="4831"/>
                    <a:pt x="306510" y="3765"/>
                  </a:cubicBezTo>
                  <a:cubicBezTo>
                    <a:pt x="305005" y="3574"/>
                    <a:pt x="303281" y="4108"/>
                    <a:pt x="301815" y="3765"/>
                  </a:cubicBezTo>
                  <a:cubicBezTo>
                    <a:pt x="295757" y="2336"/>
                    <a:pt x="283450" y="2403"/>
                    <a:pt x="273640" y="1412"/>
                  </a:cubicBezTo>
                  <a:cubicBezTo>
                    <a:pt x="273497" y="1393"/>
                    <a:pt x="273554" y="21"/>
                    <a:pt x="272468" y="240"/>
                  </a:cubicBezTo>
                  <a:cubicBezTo>
                    <a:pt x="272182" y="298"/>
                    <a:pt x="272477" y="1612"/>
                    <a:pt x="271296" y="1412"/>
                  </a:cubicBezTo>
                  <a:cubicBezTo>
                    <a:pt x="271182" y="1393"/>
                    <a:pt x="271039" y="288"/>
                    <a:pt x="270125" y="240"/>
                  </a:cubicBezTo>
                  <a:cubicBezTo>
                    <a:pt x="257733" y="-407"/>
                    <a:pt x="239835" y="345"/>
                    <a:pt x="227853" y="1412"/>
                  </a:cubicBezTo>
                  <a:cubicBezTo>
                    <a:pt x="225929" y="1583"/>
                    <a:pt x="223900" y="1136"/>
                    <a:pt x="221985" y="1412"/>
                  </a:cubicBezTo>
                  <a:cubicBezTo>
                    <a:pt x="219728" y="1745"/>
                    <a:pt x="218414" y="1536"/>
                    <a:pt x="214937" y="2584"/>
                  </a:cubicBezTo>
                  <a:cubicBezTo>
                    <a:pt x="214727" y="2641"/>
                    <a:pt x="212070" y="4555"/>
                    <a:pt x="211413" y="3755"/>
                  </a:cubicBezTo>
                  <a:cubicBezTo>
                    <a:pt x="210698" y="2879"/>
                    <a:pt x="208746" y="2898"/>
                    <a:pt x="206717" y="4927"/>
                  </a:cubicBezTo>
                  <a:cubicBezTo>
                    <a:pt x="206726" y="4917"/>
                    <a:pt x="204717" y="3841"/>
                    <a:pt x="204364" y="3755"/>
                  </a:cubicBezTo>
                  <a:cubicBezTo>
                    <a:pt x="200478" y="2784"/>
                    <a:pt x="195516" y="7070"/>
                    <a:pt x="191448" y="8451"/>
                  </a:cubicBezTo>
                  <a:cubicBezTo>
                    <a:pt x="188200" y="9556"/>
                    <a:pt x="184962" y="9632"/>
                    <a:pt x="182057" y="10804"/>
                  </a:cubicBezTo>
                  <a:cubicBezTo>
                    <a:pt x="181638" y="10975"/>
                    <a:pt x="179971" y="10480"/>
                    <a:pt x="179704" y="10804"/>
                  </a:cubicBezTo>
                  <a:cubicBezTo>
                    <a:pt x="178104" y="12775"/>
                    <a:pt x="172398" y="14014"/>
                    <a:pt x="167969" y="15499"/>
                  </a:cubicBezTo>
                  <a:cubicBezTo>
                    <a:pt x="167550" y="15642"/>
                    <a:pt x="167960" y="16614"/>
                    <a:pt x="166798" y="16671"/>
                  </a:cubicBezTo>
                  <a:cubicBezTo>
                    <a:pt x="166350" y="16700"/>
                    <a:pt x="163521" y="16376"/>
                    <a:pt x="163273" y="16671"/>
                  </a:cubicBezTo>
                  <a:cubicBezTo>
                    <a:pt x="161530" y="18795"/>
                    <a:pt x="155234" y="19643"/>
                    <a:pt x="151529" y="21367"/>
                  </a:cubicBezTo>
                  <a:cubicBezTo>
                    <a:pt x="150967" y="21634"/>
                    <a:pt x="151643" y="22472"/>
                    <a:pt x="150358" y="22538"/>
                  </a:cubicBezTo>
                  <a:cubicBezTo>
                    <a:pt x="148272" y="22643"/>
                    <a:pt x="146852" y="24967"/>
                    <a:pt x="144490" y="26063"/>
                  </a:cubicBezTo>
                  <a:cubicBezTo>
                    <a:pt x="144061" y="26263"/>
                    <a:pt x="142423" y="25720"/>
                    <a:pt x="142147" y="26063"/>
                  </a:cubicBezTo>
                  <a:cubicBezTo>
                    <a:pt x="142033" y="26206"/>
                    <a:pt x="142299" y="27168"/>
                    <a:pt x="142147" y="27234"/>
                  </a:cubicBezTo>
                  <a:cubicBezTo>
                    <a:pt x="141718" y="27444"/>
                    <a:pt x="140080" y="26891"/>
                    <a:pt x="139794" y="27234"/>
                  </a:cubicBezTo>
                  <a:cubicBezTo>
                    <a:pt x="139680" y="27377"/>
                    <a:pt x="139937" y="28339"/>
                    <a:pt x="139794" y="28406"/>
                  </a:cubicBezTo>
                  <a:cubicBezTo>
                    <a:pt x="139366" y="28606"/>
                    <a:pt x="137727" y="28063"/>
                    <a:pt x="137451" y="28406"/>
                  </a:cubicBezTo>
                  <a:cubicBezTo>
                    <a:pt x="136298" y="29816"/>
                    <a:pt x="135346" y="31797"/>
                    <a:pt x="132755" y="31930"/>
                  </a:cubicBezTo>
                  <a:cubicBezTo>
                    <a:pt x="130984" y="32025"/>
                    <a:pt x="129574" y="36483"/>
                    <a:pt x="126888" y="36626"/>
                  </a:cubicBezTo>
                  <a:cubicBezTo>
                    <a:pt x="125192" y="36712"/>
                    <a:pt x="124354" y="38855"/>
                    <a:pt x="122192" y="38969"/>
                  </a:cubicBezTo>
                  <a:cubicBezTo>
                    <a:pt x="120668" y="39045"/>
                    <a:pt x="120735" y="40836"/>
                    <a:pt x="119839" y="41322"/>
                  </a:cubicBezTo>
                  <a:cubicBezTo>
                    <a:pt x="118287" y="42169"/>
                    <a:pt x="115772" y="42770"/>
                    <a:pt x="113972" y="43674"/>
                  </a:cubicBezTo>
                  <a:cubicBezTo>
                    <a:pt x="112038" y="44636"/>
                    <a:pt x="110886" y="45256"/>
                    <a:pt x="109276" y="46018"/>
                  </a:cubicBezTo>
                  <a:cubicBezTo>
                    <a:pt x="107362" y="46922"/>
                    <a:pt x="105066" y="47570"/>
                    <a:pt x="103409" y="48361"/>
                  </a:cubicBezTo>
                  <a:cubicBezTo>
                    <a:pt x="102837" y="48637"/>
                    <a:pt x="103523" y="49466"/>
                    <a:pt x="102237" y="49532"/>
                  </a:cubicBezTo>
                  <a:cubicBezTo>
                    <a:pt x="98646" y="49723"/>
                    <a:pt x="97217" y="52256"/>
                    <a:pt x="94017" y="54228"/>
                  </a:cubicBezTo>
                  <a:cubicBezTo>
                    <a:pt x="93589" y="54495"/>
                    <a:pt x="91969" y="53857"/>
                    <a:pt x="91664" y="54228"/>
                  </a:cubicBezTo>
                  <a:cubicBezTo>
                    <a:pt x="90341" y="55847"/>
                    <a:pt x="89721" y="56647"/>
                    <a:pt x="86969" y="57752"/>
                  </a:cubicBezTo>
                  <a:cubicBezTo>
                    <a:pt x="86549" y="57924"/>
                    <a:pt x="84883" y="57429"/>
                    <a:pt x="84625" y="57752"/>
                  </a:cubicBezTo>
                  <a:cubicBezTo>
                    <a:pt x="84502" y="57895"/>
                    <a:pt x="84778" y="58848"/>
                    <a:pt x="84625" y="58924"/>
                  </a:cubicBezTo>
                  <a:cubicBezTo>
                    <a:pt x="84197" y="59143"/>
                    <a:pt x="82558" y="58571"/>
                    <a:pt x="82273" y="58924"/>
                  </a:cubicBezTo>
                  <a:cubicBezTo>
                    <a:pt x="81330" y="60076"/>
                    <a:pt x="81330" y="60515"/>
                    <a:pt x="79930" y="61277"/>
                  </a:cubicBezTo>
                  <a:cubicBezTo>
                    <a:pt x="79120" y="61715"/>
                    <a:pt x="78072" y="63429"/>
                    <a:pt x="77577" y="63620"/>
                  </a:cubicBezTo>
                  <a:cubicBezTo>
                    <a:pt x="76615" y="64010"/>
                    <a:pt x="74967" y="63134"/>
                    <a:pt x="74053" y="63620"/>
                  </a:cubicBezTo>
                  <a:cubicBezTo>
                    <a:pt x="73443" y="63953"/>
                    <a:pt x="74205" y="64725"/>
                    <a:pt x="72881" y="64791"/>
                  </a:cubicBezTo>
                  <a:cubicBezTo>
                    <a:pt x="71357" y="64868"/>
                    <a:pt x="71414" y="66639"/>
                    <a:pt x="70538" y="67134"/>
                  </a:cubicBezTo>
                  <a:cubicBezTo>
                    <a:pt x="68928" y="68049"/>
                    <a:pt x="66309" y="68620"/>
                    <a:pt x="64671" y="69487"/>
                  </a:cubicBezTo>
                  <a:cubicBezTo>
                    <a:pt x="64061" y="69801"/>
                    <a:pt x="64813" y="70592"/>
                    <a:pt x="63499" y="70659"/>
                  </a:cubicBezTo>
                  <a:cubicBezTo>
                    <a:pt x="63347" y="70668"/>
                    <a:pt x="60498" y="71525"/>
                    <a:pt x="59975" y="71830"/>
                  </a:cubicBezTo>
                  <a:cubicBezTo>
                    <a:pt x="59117" y="72335"/>
                    <a:pt x="58374" y="73631"/>
                    <a:pt x="57622" y="74173"/>
                  </a:cubicBezTo>
                  <a:cubicBezTo>
                    <a:pt x="56136" y="75259"/>
                    <a:pt x="53040" y="76250"/>
                    <a:pt x="50583" y="77698"/>
                  </a:cubicBezTo>
                  <a:cubicBezTo>
                    <a:pt x="50088" y="77993"/>
                    <a:pt x="49831" y="79850"/>
                    <a:pt x="49402" y="80050"/>
                  </a:cubicBezTo>
                  <a:cubicBezTo>
                    <a:pt x="48449" y="80498"/>
                    <a:pt x="46830" y="79584"/>
                    <a:pt x="45878" y="80050"/>
                  </a:cubicBezTo>
                  <a:cubicBezTo>
                    <a:pt x="44354" y="80803"/>
                    <a:pt x="43754" y="84194"/>
                    <a:pt x="41182" y="82403"/>
                  </a:cubicBezTo>
                  <a:cubicBezTo>
                    <a:pt x="40229" y="83251"/>
                    <a:pt x="39820" y="85156"/>
                    <a:pt x="38829" y="85918"/>
                  </a:cubicBezTo>
                  <a:cubicBezTo>
                    <a:pt x="37353" y="87070"/>
                    <a:pt x="35200" y="88147"/>
                    <a:pt x="32962" y="89442"/>
                  </a:cubicBezTo>
                  <a:cubicBezTo>
                    <a:pt x="32086" y="89956"/>
                    <a:pt x="30466" y="89937"/>
                    <a:pt x="29438" y="90614"/>
                  </a:cubicBezTo>
                  <a:cubicBezTo>
                    <a:pt x="29000" y="90899"/>
                    <a:pt x="28647" y="92785"/>
                    <a:pt x="28266" y="92957"/>
                  </a:cubicBezTo>
                  <a:cubicBezTo>
                    <a:pt x="27647" y="93242"/>
                    <a:pt x="26504" y="92614"/>
                    <a:pt x="25923" y="92957"/>
                  </a:cubicBezTo>
                  <a:cubicBezTo>
                    <a:pt x="25047" y="93471"/>
                    <a:pt x="24323" y="94719"/>
                    <a:pt x="23570" y="95309"/>
                  </a:cubicBezTo>
                  <a:cubicBezTo>
                    <a:pt x="21722" y="96748"/>
                    <a:pt x="20646" y="98681"/>
                    <a:pt x="18874" y="100005"/>
                  </a:cubicBezTo>
                  <a:cubicBezTo>
                    <a:pt x="17560" y="100986"/>
                    <a:pt x="15607" y="100272"/>
                    <a:pt x="14179" y="101177"/>
                  </a:cubicBezTo>
                  <a:cubicBezTo>
                    <a:pt x="13502" y="101605"/>
                    <a:pt x="12607" y="102901"/>
                    <a:pt x="11835" y="103520"/>
                  </a:cubicBezTo>
                  <a:cubicBezTo>
                    <a:pt x="10178" y="104815"/>
                    <a:pt x="8730" y="106758"/>
                    <a:pt x="7140" y="108216"/>
                  </a:cubicBezTo>
                  <a:cubicBezTo>
                    <a:pt x="5720" y="109511"/>
                    <a:pt x="-890" y="113759"/>
                    <a:pt x="101" y="116245"/>
                  </a:cubicBezTo>
                  <a:cubicBezTo>
                    <a:pt x="786" y="117979"/>
                    <a:pt x="5244" y="117931"/>
                    <a:pt x="6816" y="117512"/>
                  </a:cubicBezTo>
                  <a:cubicBezTo>
                    <a:pt x="11550" y="116283"/>
                    <a:pt x="13864" y="110797"/>
                    <a:pt x="17703" y="108216"/>
                  </a:cubicBezTo>
                  <a:cubicBezTo>
                    <a:pt x="18131" y="107930"/>
                    <a:pt x="19741" y="108597"/>
                    <a:pt x="20056" y="108216"/>
                  </a:cubicBezTo>
                  <a:cubicBezTo>
                    <a:pt x="21608" y="106320"/>
                    <a:pt x="23218" y="104625"/>
                    <a:pt x="25923" y="102348"/>
                  </a:cubicBezTo>
                  <a:cubicBezTo>
                    <a:pt x="27123" y="101339"/>
                    <a:pt x="28514" y="99443"/>
                    <a:pt x="29447" y="98824"/>
                  </a:cubicBezTo>
                  <a:cubicBezTo>
                    <a:pt x="29876" y="98538"/>
                    <a:pt x="31485" y="99205"/>
                    <a:pt x="31790" y="98824"/>
                  </a:cubicBezTo>
                  <a:cubicBezTo>
                    <a:pt x="31905" y="98691"/>
                    <a:pt x="31647" y="97719"/>
                    <a:pt x="31790" y="97653"/>
                  </a:cubicBezTo>
                  <a:cubicBezTo>
                    <a:pt x="32219" y="97453"/>
                    <a:pt x="33857" y="97995"/>
                    <a:pt x="34143" y="97653"/>
                  </a:cubicBezTo>
                  <a:cubicBezTo>
                    <a:pt x="34857" y="96776"/>
                    <a:pt x="36553" y="96652"/>
                    <a:pt x="38839" y="95309"/>
                  </a:cubicBezTo>
                  <a:cubicBezTo>
                    <a:pt x="39953" y="94652"/>
                    <a:pt x="41220" y="92557"/>
                    <a:pt x="42363" y="91785"/>
                  </a:cubicBezTo>
                  <a:cubicBezTo>
                    <a:pt x="43134" y="91261"/>
                    <a:pt x="43868" y="91147"/>
                    <a:pt x="44716" y="90614"/>
                  </a:cubicBezTo>
                  <a:cubicBezTo>
                    <a:pt x="46430" y="89518"/>
                    <a:pt x="51155" y="86746"/>
                    <a:pt x="54107" y="84746"/>
                  </a:cubicBezTo>
                  <a:cubicBezTo>
                    <a:pt x="55260" y="83956"/>
                    <a:pt x="56574" y="81965"/>
                    <a:pt x="57631" y="81222"/>
                  </a:cubicBezTo>
                  <a:cubicBezTo>
                    <a:pt x="58060" y="80927"/>
                    <a:pt x="59670" y="81603"/>
                    <a:pt x="59984" y="81222"/>
                  </a:cubicBezTo>
                  <a:cubicBezTo>
                    <a:pt x="60242" y="80908"/>
                    <a:pt x="60861" y="79031"/>
                    <a:pt x="61156" y="78869"/>
                  </a:cubicBezTo>
                  <a:cubicBezTo>
                    <a:pt x="63613" y="77517"/>
                    <a:pt x="66757" y="77688"/>
                    <a:pt x="69376" y="76517"/>
                  </a:cubicBezTo>
                  <a:cubicBezTo>
                    <a:pt x="70719" y="75926"/>
                    <a:pt x="70766" y="74850"/>
                    <a:pt x="71719" y="74173"/>
                  </a:cubicBezTo>
                  <a:cubicBezTo>
                    <a:pt x="72148" y="73878"/>
                    <a:pt x="73758" y="74564"/>
                    <a:pt x="74072" y="74173"/>
                  </a:cubicBezTo>
                  <a:cubicBezTo>
                    <a:pt x="74205" y="74002"/>
                    <a:pt x="73891" y="73116"/>
                    <a:pt x="74072" y="73002"/>
                  </a:cubicBezTo>
                  <a:cubicBezTo>
                    <a:pt x="74500" y="72726"/>
                    <a:pt x="76110" y="73373"/>
                    <a:pt x="76415" y="73002"/>
                  </a:cubicBezTo>
                  <a:cubicBezTo>
                    <a:pt x="77206" y="72030"/>
                    <a:pt x="77777" y="69592"/>
                    <a:pt x="79939" y="69478"/>
                  </a:cubicBezTo>
                  <a:cubicBezTo>
                    <a:pt x="81463" y="69401"/>
                    <a:pt x="81406" y="67677"/>
                    <a:pt x="82282" y="67125"/>
                  </a:cubicBezTo>
                  <a:cubicBezTo>
                    <a:pt x="82711" y="66868"/>
                    <a:pt x="84330" y="67496"/>
                    <a:pt x="84635" y="67125"/>
                  </a:cubicBezTo>
                  <a:cubicBezTo>
                    <a:pt x="84749" y="66992"/>
                    <a:pt x="84482" y="66030"/>
                    <a:pt x="84635" y="65953"/>
                  </a:cubicBezTo>
                  <a:cubicBezTo>
                    <a:pt x="85064" y="65744"/>
                    <a:pt x="86702" y="66296"/>
                    <a:pt x="86978" y="65953"/>
                  </a:cubicBezTo>
                  <a:cubicBezTo>
                    <a:pt x="87883" y="64848"/>
                    <a:pt x="87835" y="64201"/>
                    <a:pt x="89331" y="63601"/>
                  </a:cubicBezTo>
                  <a:cubicBezTo>
                    <a:pt x="89750" y="63429"/>
                    <a:pt x="91417" y="63925"/>
                    <a:pt x="91674" y="63601"/>
                  </a:cubicBezTo>
                  <a:cubicBezTo>
                    <a:pt x="91788" y="63467"/>
                    <a:pt x="91540" y="62486"/>
                    <a:pt x="91674" y="62429"/>
                  </a:cubicBezTo>
                  <a:cubicBezTo>
                    <a:pt x="92103" y="62239"/>
                    <a:pt x="93751" y="62762"/>
                    <a:pt x="94027" y="62429"/>
                  </a:cubicBezTo>
                  <a:cubicBezTo>
                    <a:pt x="94141" y="62286"/>
                    <a:pt x="93874" y="61324"/>
                    <a:pt x="94027" y="61258"/>
                  </a:cubicBezTo>
                  <a:cubicBezTo>
                    <a:pt x="94455" y="61058"/>
                    <a:pt x="96094" y="61600"/>
                    <a:pt x="96370" y="61258"/>
                  </a:cubicBezTo>
                  <a:cubicBezTo>
                    <a:pt x="96494" y="61105"/>
                    <a:pt x="96208" y="60162"/>
                    <a:pt x="96370" y="60086"/>
                  </a:cubicBezTo>
                  <a:cubicBezTo>
                    <a:pt x="99465" y="58457"/>
                    <a:pt x="102666" y="57019"/>
                    <a:pt x="105761" y="55390"/>
                  </a:cubicBezTo>
                  <a:cubicBezTo>
                    <a:pt x="106371" y="55066"/>
                    <a:pt x="105628" y="54285"/>
                    <a:pt x="106933" y="54219"/>
                  </a:cubicBezTo>
                  <a:cubicBezTo>
                    <a:pt x="109295" y="54095"/>
                    <a:pt x="110657" y="53257"/>
                    <a:pt x="112801" y="51875"/>
                  </a:cubicBezTo>
                  <a:cubicBezTo>
                    <a:pt x="113448" y="51456"/>
                    <a:pt x="112619" y="50770"/>
                    <a:pt x="113972" y="50704"/>
                  </a:cubicBezTo>
                  <a:cubicBezTo>
                    <a:pt x="114420" y="50685"/>
                    <a:pt x="119211" y="50304"/>
                    <a:pt x="119839" y="49532"/>
                  </a:cubicBezTo>
                  <a:cubicBezTo>
                    <a:pt x="120725" y="48456"/>
                    <a:pt x="122106" y="47361"/>
                    <a:pt x="124535" y="46008"/>
                  </a:cubicBezTo>
                  <a:cubicBezTo>
                    <a:pt x="125640" y="45389"/>
                    <a:pt x="126688" y="43732"/>
                    <a:pt x="128059" y="43665"/>
                  </a:cubicBezTo>
                  <a:cubicBezTo>
                    <a:pt x="128288" y="43646"/>
                    <a:pt x="129050" y="43789"/>
                    <a:pt x="129231" y="43665"/>
                  </a:cubicBezTo>
                  <a:cubicBezTo>
                    <a:pt x="130393" y="42865"/>
                    <a:pt x="131412" y="41065"/>
                    <a:pt x="132755" y="40141"/>
                  </a:cubicBezTo>
                  <a:cubicBezTo>
                    <a:pt x="133174" y="39845"/>
                    <a:pt x="134794" y="40522"/>
                    <a:pt x="135098" y="40141"/>
                  </a:cubicBezTo>
                  <a:cubicBezTo>
                    <a:pt x="136089" y="38940"/>
                    <a:pt x="136889" y="36750"/>
                    <a:pt x="138623" y="35445"/>
                  </a:cubicBezTo>
                  <a:cubicBezTo>
                    <a:pt x="139042" y="35140"/>
                    <a:pt x="140651" y="35835"/>
                    <a:pt x="140966" y="35445"/>
                  </a:cubicBezTo>
                  <a:cubicBezTo>
                    <a:pt x="141995" y="34187"/>
                    <a:pt x="142861" y="34407"/>
                    <a:pt x="145662" y="33102"/>
                  </a:cubicBezTo>
                  <a:cubicBezTo>
                    <a:pt x="147090" y="32435"/>
                    <a:pt x="147691" y="31435"/>
                    <a:pt x="149186" y="30749"/>
                  </a:cubicBezTo>
                  <a:cubicBezTo>
                    <a:pt x="150834" y="29996"/>
                    <a:pt x="152224" y="30425"/>
                    <a:pt x="153882" y="29577"/>
                  </a:cubicBezTo>
                  <a:cubicBezTo>
                    <a:pt x="154567" y="29225"/>
                    <a:pt x="155653" y="27482"/>
                    <a:pt x="156225" y="27225"/>
                  </a:cubicBezTo>
                  <a:cubicBezTo>
                    <a:pt x="157959" y="26463"/>
                    <a:pt x="159063" y="26710"/>
                    <a:pt x="160921" y="26053"/>
                  </a:cubicBezTo>
                  <a:cubicBezTo>
                    <a:pt x="161187" y="25958"/>
                    <a:pt x="161225" y="25101"/>
                    <a:pt x="162092" y="24882"/>
                  </a:cubicBezTo>
                  <a:cubicBezTo>
                    <a:pt x="162807" y="24701"/>
                    <a:pt x="163750" y="25139"/>
                    <a:pt x="164435" y="24882"/>
                  </a:cubicBezTo>
                  <a:cubicBezTo>
                    <a:pt x="165921" y="24329"/>
                    <a:pt x="166398" y="23119"/>
                    <a:pt x="167960" y="22538"/>
                  </a:cubicBezTo>
                  <a:cubicBezTo>
                    <a:pt x="168636" y="22281"/>
                    <a:pt x="169598" y="22719"/>
                    <a:pt x="170303" y="22538"/>
                  </a:cubicBezTo>
                  <a:cubicBezTo>
                    <a:pt x="171408" y="22262"/>
                    <a:pt x="173246" y="21891"/>
                    <a:pt x="174999" y="21367"/>
                  </a:cubicBezTo>
                  <a:cubicBezTo>
                    <a:pt x="176008" y="21062"/>
                    <a:pt x="177104" y="19938"/>
                    <a:pt x="179694" y="19014"/>
                  </a:cubicBezTo>
                  <a:cubicBezTo>
                    <a:pt x="181714" y="18300"/>
                    <a:pt x="183381" y="17214"/>
                    <a:pt x="185562" y="16671"/>
                  </a:cubicBezTo>
                  <a:cubicBezTo>
                    <a:pt x="187867" y="16090"/>
                    <a:pt x="188676" y="16509"/>
                    <a:pt x="190258" y="15499"/>
                  </a:cubicBezTo>
                  <a:cubicBezTo>
                    <a:pt x="191610" y="14633"/>
                    <a:pt x="192915" y="15461"/>
                    <a:pt x="196125" y="14328"/>
                  </a:cubicBezTo>
                  <a:cubicBezTo>
                    <a:pt x="196563" y="14166"/>
                    <a:pt x="196115" y="13213"/>
                    <a:pt x="197297" y="13156"/>
                  </a:cubicBezTo>
                  <a:cubicBezTo>
                    <a:pt x="199945" y="13013"/>
                    <a:pt x="200335" y="11432"/>
                    <a:pt x="203164" y="10804"/>
                  </a:cubicBezTo>
                  <a:cubicBezTo>
                    <a:pt x="206041" y="10165"/>
                    <a:pt x="210679" y="10184"/>
                    <a:pt x="214909" y="9632"/>
                  </a:cubicBezTo>
                  <a:cubicBezTo>
                    <a:pt x="217880" y="9241"/>
                    <a:pt x="220395" y="9642"/>
                    <a:pt x="224300" y="8460"/>
                  </a:cubicBezTo>
                  <a:cubicBezTo>
                    <a:pt x="224786" y="8318"/>
                    <a:pt x="225710" y="7270"/>
                    <a:pt x="225472" y="7289"/>
                  </a:cubicBezTo>
                  <a:cubicBezTo>
                    <a:pt x="227262" y="7127"/>
                    <a:pt x="228872" y="8460"/>
                    <a:pt x="231339" y="8460"/>
                  </a:cubicBezTo>
                  <a:cubicBezTo>
                    <a:pt x="233016" y="8460"/>
                    <a:pt x="235092" y="7346"/>
                    <a:pt x="237206" y="7289"/>
                  </a:cubicBezTo>
                  <a:cubicBezTo>
                    <a:pt x="241864" y="7175"/>
                    <a:pt x="246360" y="7365"/>
                    <a:pt x="251303" y="7289"/>
                  </a:cubicBezTo>
                  <a:cubicBezTo>
                    <a:pt x="252275" y="7270"/>
                    <a:pt x="252446" y="6041"/>
                    <a:pt x="253647" y="6117"/>
                  </a:cubicBezTo>
                  <a:cubicBezTo>
                    <a:pt x="253494" y="6108"/>
                    <a:pt x="254094" y="7251"/>
                    <a:pt x="254818" y="7289"/>
                  </a:cubicBezTo>
                  <a:cubicBezTo>
                    <a:pt x="255209" y="7308"/>
                    <a:pt x="258133" y="7546"/>
                    <a:pt x="258343" y="7289"/>
                  </a:cubicBezTo>
                  <a:cubicBezTo>
                    <a:pt x="259466" y="5908"/>
                    <a:pt x="258904" y="7251"/>
                    <a:pt x="260695" y="7289"/>
                  </a:cubicBezTo>
                  <a:cubicBezTo>
                    <a:pt x="265381" y="7403"/>
                    <a:pt x="271125" y="6079"/>
                    <a:pt x="275964" y="7289"/>
                  </a:cubicBezTo>
                  <a:cubicBezTo>
                    <a:pt x="276935" y="7537"/>
                    <a:pt x="277859" y="8870"/>
                    <a:pt x="279488" y="8460"/>
                  </a:cubicBezTo>
                  <a:cubicBezTo>
                    <a:pt x="279793" y="8384"/>
                    <a:pt x="281241" y="7365"/>
                    <a:pt x="280659" y="7289"/>
                  </a:cubicBezTo>
                  <a:cubicBezTo>
                    <a:pt x="283088" y="7622"/>
                    <a:pt x="285174" y="9413"/>
                    <a:pt x="287699" y="9632"/>
                  </a:cubicBezTo>
                  <a:cubicBezTo>
                    <a:pt x="286974" y="9565"/>
                    <a:pt x="288718" y="8499"/>
                    <a:pt x="288870" y="8460"/>
                  </a:cubicBezTo>
                  <a:cubicBezTo>
                    <a:pt x="291213" y="7879"/>
                    <a:pt x="291327" y="9432"/>
                    <a:pt x="294747" y="9632"/>
                  </a:cubicBezTo>
                  <a:cubicBezTo>
                    <a:pt x="297290" y="9784"/>
                    <a:pt x="300424" y="9403"/>
                    <a:pt x="302967" y="9632"/>
                  </a:cubicBezTo>
                  <a:cubicBezTo>
                    <a:pt x="307701" y="10051"/>
                    <a:pt x="312644" y="11289"/>
                    <a:pt x="318236" y="11985"/>
                  </a:cubicBezTo>
                  <a:cubicBezTo>
                    <a:pt x="323398" y="12623"/>
                    <a:pt x="329704" y="12032"/>
                    <a:pt x="333504" y="13156"/>
                  </a:cubicBezTo>
                  <a:cubicBezTo>
                    <a:pt x="334095" y="13328"/>
                    <a:pt x="334228" y="15290"/>
                    <a:pt x="334676" y="15499"/>
                  </a:cubicBezTo>
                  <a:cubicBezTo>
                    <a:pt x="335619" y="15947"/>
                    <a:pt x="337276" y="15014"/>
                    <a:pt x="338200" y="15499"/>
                  </a:cubicBezTo>
                  <a:cubicBezTo>
                    <a:pt x="338810" y="15823"/>
                    <a:pt x="338057" y="16604"/>
                    <a:pt x="339372" y="16671"/>
                  </a:cubicBezTo>
                  <a:cubicBezTo>
                    <a:pt x="340886" y="16757"/>
                    <a:pt x="340838" y="18481"/>
                    <a:pt x="341715" y="19014"/>
                  </a:cubicBezTo>
                  <a:cubicBezTo>
                    <a:pt x="342143" y="19281"/>
                    <a:pt x="343763" y="18643"/>
                    <a:pt x="344068" y="19014"/>
                  </a:cubicBezTo>
                  <a:cubicBezTo>
                    <a:pt x="344172" y="19157"/>
                    <a:pt x="343915" y="20119"/>
                    <a:pt x="344068" y="20186"/>
                  </a:cubicBezTo>
                  <a:cubicBezTo>
                    <a:pt x="344496" y="20386"/>
                    <a:pt x="346134" y="19843"/>
                    <a:pt x="346411" y="20186"/>
                  </a:cubicBezTo>
                  <a:cubicBezTo>
                    <a:pt x="346611" y="20424"/>
                    <a:pt x="348630" y="24062"/>
                    <a:pt x="349935" y="24882"/>
                  </a:cubicBezTo>
                  <a:cubicBezTo>
                    <a:pt x="350363" y="25158"/>
                    <a:pt x="351983" y="24510"/>
                    <a:pt x="352287" y="24882"/>
                  </a:cubicBezTo>
                  <a:cubicBezTo>
                    <a:pt x="352392" y="25024"/>
                    <a:pt x="352135" y="25986"/>
                    <a:pt x="352287" y="26053"/>
                  </a:cubicBezTo>
                  <a:cubicBezTo>
                    <a:pt x="352716" y="26253"/>
                    <a:pt x="354354" y="25710"/>
                    <a:pt x="354631" y="26053"/>
                  </a:cubicBezTo>
                  <a:cubicBezTo>
                    <a:pt x="354764" y="26206"/>
                    <a:pt x="354469" y="27139"/>
                    <a:pt x="354631" y="27225"/>
                  </a:cubicBezTo>
                  <a:cubicBezTo>
                    <a:pt x="355059" y="27463"/>
                    <a:pt x="356688" y="26863"/>
                    <a:pt x="356983" y="27225"/>
                  </a:cubicBezTo>
                  <a:cubicBezTo>
                    <a:pt x="357926" y="28377"/>
                    <a:pt x="357926" y="28815"/>
                    <a:pt x="359336" y="29577"/>
                  </a:cubicBezTo>
                  <a:cubicBezTo>
                    <a:pt x="359765" y="29816"/>
                    <a:pt x="361393" y="29225"/>
                    <a:pt x="361679" y="29577"/>
                  </a:cubicBezTo>
                  <a:cubicBezTo>
                    <a:pt x="363127" y="31359"/>
                    <a:pt x="363841" y="31482"/>
                    <a:pt x="366375" y="33102"/>
                  </a:cubicBezTo>
                  <a:cubicBezTo>
                    <a:pt x="367527" y="33835"/>
                    <a:pt x="368223" y="33854"/>
                    <a:pt x="369899" y="34273"/>
                  </a:cubicBezTo>
                  <a:cubicBezTo>
                    <a:pt x="369852" y="34264"/>
                    <a:pt x="373338" y="35350"/>
                    <a:pt x="373424" y="35445"/>
                  </a:cubicBezTo>
                  <a:cubicBezTo>
                    <a:pt x="374614" y="36902"/>
                    <a:pt x="379996" y="36645"/>
                    <a:pt x="383987" y="37788"/>
                  </a:cubicBezTo>
                  <a:cubicBezTo>
                    <a:pt x="384330" y="37883"/>
                    <a:pt x="384063" y="38902"/>
                    <a:pt x="385158" y="38960"/>
                  </a:cubicBezTo>
                  <a:cubicBezTo>
                    <a:pt x="385473" y="38979"/>
                    <a:pt x="386044" y="38845"/>
                    <a:pt x="386330" y="38960"/>
                  </a:cubicBezTo>
                  <a:cubicBezTo>
                    <a:pt x="387644" y="39483"/>
                    <a:pt x="389006" y="41017"/>
                    <a:pt x="392197" y="41312"/>
                  </a:cubicBezTo>
                  <a:cubicBezTo>
                    <a:pt x="392216" y="41322"/>
                    <a:pt x="409866" y="48246"/>
                    <a:pt x="406094" y="38807"/>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48" id="148"/>
            <p:cNvSpPr/>
            <p:nvPr/>
          </p:nvSpPr>
          <p:spPr>
            <a:xfrm>
              <a:off x="9268029" y="3593071"/>
              <a:ext cx="117433" cy="310815"/>
            </a:xfrm>
            <a:custGeom>
              <a:avLst/>
              <a:gdLst/>
              <a:ahLst/>
              <a:cxnLst/>
              <a:rect r="r" b="b" t="t" l="l"/>
              <a:pathLst>
                <a:path w="117433" h="310815" stroke="true" fill="norm" extrusionOk="true">
                  <a:moveTo>
                    <a:pt x="113909" y="157"/>
                  </a:moveTo>
                  <a:cubicBezTo>
                    <a:pt x="109157" y="-795"/>
                    <a:pt x="107671" y="2853"/>
                    <a:pt x="103346" y="3682"/>
                  </a:cubicBezTo>
                  <a:cubicBezTo>
                    <a:pt x="99765" y="4025"/>
                    <a:pt x="96212" y="3863"/>
                    <a:pt x="92783" y="4853"/>
                  </a:cubicBezTo>
                  <a:cubicBezTo>
                    <a:pt x="89745" y="5729"/>
                    <a:pt x="87411" y="8158"/>
                    <a:pt x="84563" y="9549"/>
                  </a:cubicBezTo>
                  <a:cubicBezTo>
                    <a:pt x="83620" y="10016"/>
                    <a:pt x="82001" y="9101"/>
                    <a:pt x="81039" y="9549"/>
                  </a:cubicBezTo>
                  <a:cubicBezTo>
                    <a:pt x="80467" y="9825"/>
                    <a:pt x="80343" y="11654"/>
                    <a:pt x="79867" y="11902"/>
                  </a:cubicBezTo>
                  <a:cubicBezTo>
                    <a:pt x="77715" y="12988"/>
                    <a:pt x="75409" y="13216"/>
                    <a:pt x="72828" y="14245"/>
                  </a:cubicBezTo>
                  <a:cubicBezTo>
                    <a:pt x="72409" y="14416"/>
                    <a:pt x="70742" y="13921"/>
                    <a:pt x="70475" y="14245"/>
                  </a:cubicBezTo>
                  <a:cubicBezTo>
                    <a:pt x="69533" y="15397"/>
                    <a:pt x="69447" y="15750"/>
                    <a:pt x="68132" y="16588"/>
                  </a:cubicBezTo>
                  <a:cubicBezTo>
                    <a:pt x="66799" y="17436"/>
                    <a:pt x="63303" y="18445"/>
                    <a:pt x="60789" y="20322"/>
                  </a:cubicBezTo>
                  <a:cubicBezTo>
                    <a:pt x="60712" y="21227"/>
                    <a:pt x="60217" y="22113"/>
                    <a:pt x="59141" y="22503"/>
                  </a:cubicBezTo>
                  <a:cubicBezTo>
                    <a:pt x="57055" y="23265"/>
                    <a:pt x="54950" y="23922"/>
                    <a:pt x="52835" y="24608"/>
                  </a:cubicBezTo>
                  <a:cubicBezTo>
                    <a:pt x="52797" y="24637"/>
                    <a:pt x="52750" y="24627"/>
                    <a:pt x="52692" y="24656"/>
                  </a:cubicBezTo>
                  <a:cubicBezTo>
                    <a:pt x="53054" y="24799"/>
                    <a:pt x="53473" y="24884"/>
                    <a:pt x="54045" y="24818"/>
                  </a:cubicBezTo>
                  <a:cubicBezTo>
                    <a:pt x="53340" y="26123"/>
                    <a:pt x="51702" y="26313"/>
                    <a:pt x="50521" y="27161"/>
                  </a:cubicBezTo>
                  <a:cubicBezTo>
                    <a:pt x="50111" y="27456"/>
                    <a:pt x="49711" y="29351"/>
                    <a:pt x="49349" y="29513"/>
                  </a:cubicBezTo>
                  <a:cubicBezTo>
                    <a:pt x="45301" y="31342"/>
                    <a:pt x="40567" y="32285"/>
                    <a:pt x="36433" y="35381"/>
                  </a:cubicBezTo>
                  <a:cubicBezTo>
                    <a:pt x="35633" y="35981"/>
                    <a:pt x="34757" y="37295"/>
                    <a:pt x="34090" y="37724"/>
                  </a:cubicBezTo>
                  <a:cubicBezTo>
                    <a:pt x="33557" y="38067"/>
                    <a:pt x="32966" y="38172"/>
                    <a:pt x="32357" y="38238"/>
                  </a:cubicBezTo>
                  <a:lnTo>
                    <a:pt x="32357" y="38238"/>
                  </a:lnTo>
                  <a:lnTo>
                    <a:pt x="32357" y="38238"/>
                  </a:lnTo>
                  <a:cubicBezTo>
                    <a:pt x="31356" y="38343"/>
                    <a:pt x="30318" y="38324"/>
                    <a:pt x="29404" y="38896"/>
                  </a:cubicBezTo>
                  <a:lnTo>
                    <a:pt x="24689" y="42382"/>
                  </a:lnTo>
                  <a:cubicBezTo>
                    <a:pt x="24689" y="42401"/>
                    <a:pt x="24689" y="42410"/>
                    <a:pt x="24689" y="42420"/>
                  </a:cubicBezTo>
                  <a:cubicBezTo>
                    <a:pt x="24660" y="42420"/>
                    <a:pt x="24632" y="42439"/>
                    <a:pt x="24603" y="42439"/>
                  </a:cubicBezTo>
                  <a:lnTo>
                    <a:pt x="24022" y="42867"/>
                  </a:lnTo>
                  <a:cubicBezTo>
                    <a:pt x="23955" y="43067"/>
                    <a:pt x="24003" y="43287"/>
                    <a:pt x="24317" y="43439"/>
                  </a:cubicBezTo>
                  <a:cubicBezTo>
                    <a:pt x="23336" y="45820"/>
                    <a:pt x="22184" y="48125"/>
                    <a:pt x="21650" y="50697"/>
                  </a:cubicBezTo>
                  <a:cubicBezTo>
                    <a:pt x="21488" y="50688"/>
                    <a:pt x="21355" y="50630"/>
                    <a:pt x="21165" y="50640"/>
                  </a:cubicBezTo>
                  <a:cubicBezTo>
                    <a:pt x="20107" y="57012"/>
                    <a:pt x="18898" y="63241"/>
                    <a:pt x="15297" y="67071"/>
                  </a:cubicBezTo>
                  <a:cubicBezTo>
                    <a:pt x="16183" y="74690"/>
                    <a:pt x="11992" y="84777"/>
                    <a:pt x="10601" y="89378"/>
                  </a:cubicBezTo>
                  <a:cubicBezTo>
                    <a:pt x="9430" y="93245"/>
                    <a:pt x="10125" y="94522"/>
                    <a:pt x="9430" y="97598"/>
                  </a:cubicBezTo>
                  <a:cubicBezTo>
                    <a:pt x="8715" y="100732"/>
                    <a:pt x="7163" y="104189"/>
                    <a:pt x="7077" y="105818"/>
                  </a:cubicBezTo>
                  <a:cubicBezTo>
                    <a:pt x="7020" y="106866"/>
                    <a:pt x="5972" y="106733"/>
                    <a:pt x="5906" y="106990"/>
                  </a:cubicBezTo>
                  <a:cubicBezTo>
                    <a:pt x="5191" y="109914"/>
                    <a:pt x="5896" y="112105"/>
                    <a:pt x="5086" y="113457"/>
                  </a:cubicBezTo>
                  <a:lnTo>
                    <a:pt x="4725" y="117562"/>
                  </a:lnTo>
                  <a:lnTo>
                    <a:pt x="4115" y="120877"/>
                  </a:lnTo>
                  <a:cubicBezTo>
                    <a:pt x="4420" y="121363"/>
                    <a:pt x="4725" y="121792"/>
                    <a:pt x="4725" y="122258"/>
                  </a:cubicBezTo>
                  <a:cubicBezTo>
                    <a:pt x="4725" y="123668"/>
                    <a:pt x="3715" y="124011"/>
                    <a:pt x="3553" y="125783"/>
                  </a:cubicBezTo>
                  <a:cubicBezTo>
                    <a:pt x="2734" y="134650"/>
                    <a:pt x="1695" y="145337"/>
                    <a:pt x="1210" y="152786"/>
                  </a:cubicBezTo>
                  <a:cubicBezTo>
                    <a:pt x="1133" y="153843"/>
                    <a:pt x="114" y="153672"/>
                    <a:pt x="38" y="153958"/>
                  </a:cubicBezTo>
                  <a:cubicBezTo>
                    <a:pt x="-248" y="155024"/>
                    <a:pt x="1162" y="155443"/>
                    <a:pt x="1210" y="156301"/>
                  </a:cubicBezTo>
                  <a:cubicBezTo>
                    <a:pt x="1438" y="160330"/>
                    <a:pt x="1410" y="164083"/>
                    <a:pt x="1210" y="166864"/>
                  </a:cubicBezTo>
                  <a:cubicBezTo>
                    <a:pt x="905" y="171093"/>
                    <a:pt x="114" y="170464"/>
                    <a:pt x="1210" y="171560"/>
                  </a:cubicBezTo>
                  <a:cubicBezTo>
                    <a:pt x="2219" y="172569"/>
                    <a:pt x="38" y="175189"/>
                    <a:pt x="38" y="175084"/>
                  </a:cubicBezTo>
                  <a:cubicBezTo>
                    <a:pt x="95" y="177294"/>
                    <a:pt x="1181" y="177684"/>
                    <a:pt x="1210" y="179780"/>
                  </a:cubicBezTo>
                  <a:cubicBezTo>
                    <a:pt x="1219" y="180609"/>
                    <a:pt x="-343" y="179694"/>
                    <a:pt x="1210" y="180951"/>
                  </a:cubicBezTo>
                  <a:cubicBezTo>
                    <a:pt x="1429" y="181132"/>
                    <a:pt x="1181" y="182971"/>
                    <a:pt x="1210" y="183304"/>
                  </a:cubicBezTo>
                  <a:cubicBezTo>
                    <a:pt x="1705" y="191648"/>
                    <a:pt x="1181" y="201706"/>
                    <a:pt x="2381" y="206783"/>
                  </a:cubicBezTo>
                  <a:cubicBezTo>
                    <a:pt x="3343" y="210869"/>
                    <a:pt x="2829" y="211165"/>
                    <a:pt x="2381" y="212651"/>
                  </a:cubicBezTo>
                  <a:cubicBezTo>
                    <a:pt x="-48" y="220690"/>
                    <a:pt x="3039" y="235101"/>
                    <a:pt x="3553" y="239654"/>
                  </a:cubicBezTo>
                  <a:cubicBezTo>
                    <a:pt x="3896" y="242626"/>
                    <a:pt x="3410" y="245445"/>
                    <a:pt x="3829" y="248274"/>
                  </a:cubicBezTo>
                  <a:lnTo>
                    <a:pt x="8992" y="310815"/>
                  </a:lnTo>
                  <a:lnTo>
                    <a:pt x="32757" y="201602"/>
                  </a:lnTo>
                  <a:cubicBezTo>
                    <a:pt x="32890" y="201459"/>
                    <a:pt x="32975" y="201259"/>
                    <a:pt x="32909" y="200906"/>
                  </a:cubicBezTo>
                  <a:lnTo>
                    <a:pt x="32833" y="197639"/>
                  </a:lnTo>
                  <a:cubicBezTo>
                    <a:pt x="32852" y="197553"/>
                    <a:pt x="32899" y="197487"/>
                    <a:pt x="32909" y="197392"/>
                  </a:cubicBezTo>
                  <a:cubicBezTo>
                    <a:pt x="33376" y="191753"/>
                    <a:pt x="33290" y="185695"/>
                    <a:pt x="34081" y="179780"/>
                  </a:cubicBezTo>
                  <a:cubicBezTo>
                    <a:pt x="34461" y="176932"/>
                    <a:pt x="36109" y="170455"/>
                    <a:pt x="35252" y="164511"/>
                  </a:cubicBezTo>
                  <a:cubicBezTo>
                    <a:pt x="35604" y="164559"/>
                    <a:pt x="35862" y="164530"/>
                    <a:pt x="36167" y="164540"/>
                  </a:cubicBezTo>
                  <a:cubicBezTo>
                    <a:pt x="35309" y="161320"/>
                    <a:pt x="34881" y="157968"/>
                    <a:pt x="34833" y="154662"/>
                  </a:cubicBezTo>
                  <a:cubicBezTo>
                    <a:pt x="34823" y="153567"/>
                    <a:pt x="35424" y="152862"/>
                    <a:pt x="36195" y="152538"/>
                  </a:cubicBezTo>
                  <a:cubicBezTo>
                    <a:pt x="35614" y="142127"/>
                    <a:pt x="35547" y="130250"/>
                    <a:pt x="38767" y="119906"/>
                  </a:cubicBezTo>
                  <a:cubicBezTo>
                    <a:pt x="39310" y="118163"/>
                    <a:pt x="40186" y="115181"/>
                    <a:pt x="41110" y="112857"/>
                  </a:cubicBezTo>
                  <a:cubicBezTo>
                    <a:pt x="41434" y="112048"/>
                    <a:pt x="42148" y="112009"/>
                    <a:pt x="42282" y="111686"/>
                  </a:cubicBezTo>
                  <a:cubicBezTo>
                    <a:pt x="44615" y="106047"/>
                    <a:pt x="46453" y="99722"/>
                    <a:pt x="50502" y="96417"/>
                  </a:cubicBezTo>
                  <a:cubicBezTo>
                    <a:pt x="49930" y="92712"/>
                    <a:pt x="52616" y="92274"/>
                    <a:pt x="51673" y="88197"/>
                  </a:cubicBezTo>
                  <a:cubicBezTo>
                    <a:pt x="53892" y="88311"/>
                    <a:pt x="53064" y="85873"/>
                    <a:pt x="54026" y="84673"/>
                  </a:cubicBezTo>
                  <a:cubicBezTo>
                    <a:pt x="54788" y="83720"/>
                    <a:pt x="56864" y="83301"/>
                    <a:pt x="57550" y="82320"/>
                  </a:cubicBezTo>
                  <a:cubicBezTo>
                    <a:pt x="58550" y="80882"/>
                    <a:pt x="57826" y="78882"/>
                    <a:pt x="58722" y="77624"/>
                  </a:cubicBezTo>
                  <a:cubicBezTo>
                    <a:pt x="59446" y="76624"/>
                    <a:pt x="61189" y="76005"/>
                    <a:pt x="62246" y="75281"/>
                  </a:cubicBezTo>
                  <a:cubicBezTo>
                    <a:pt x="61732" y="73100"/>
                    <a:pt x="62284" y="71976"/>
                    <a:pt x="62789" y="70814"/>
                  </a:cubicBezTo>
                  <a:cubicBezTo>
                    <a:pt x="62465" y="70138"/>
                    <a:pt x="62417" y="69347"/>
                    <a:pt x="62884" y="68623"/>
                  </a:cubicBezTo>
                  <a:cubicBezTo>
                    <a:pt x="65637" y="64375"/>
                    <a:pt x="68923" y="60517"/>
                    <a:pt x="71856" y="56393"/>
                  </a:cubicBezTo>
                  <a:cubicBezTo>
                    <a:pt x="72199" y="55907"/>
                    <a:pt x="72647" y="55650"/>
                    <a:pt x="73104" y="55498"/>
                  </a:cubicBezTo>
                  <a:cubicBezTo>
                    <a:pt x="73838" y="53935"/>
                    <a:pt x="74209" y="52202"/>
                    <a:pt x="75162" y="50621"/>
                  </a:cubicBezTo>
                  <a:cubicBezTo>
                    <a:pt x="75552" y="49983"/>
                    <a:pt x="76267" y="50792"/>
                    <a:pt x="76343" y="49449"/>
                  </a:cubicBezTo>
                  <a:cubicBezTo>
                    <a:pt x="76419" y="48059"/>
                    <a:pt x="78696" y="46468"/>
                    <a:pt x="79867" y="44753"/>
                  </a:cubicBezTo>
                  <a:cubicBezTo>
                    <a:pt x="80705" y="43534"/>
                    <a:pt x="81363" y="42286"/>
                    <a:pt x="82220" y="41229"/>
                  </a:cubicBezTo>
                  <a:cubicBezTo>
                    <a:pt x="83830" y="39257"/>
                    <a:pt x="86059" y="36305"/>
                    <a:pt x="88087" y="33009"/>
                  </a:cubicBezTo>
                  <a:cubicBezTo>
                    <a:pt x="88678" y="32199"/>
                    <a:pt x="89221" y="32152"/>
                    <a:pt x="89802" y="32333"/>
                  </a:cubicBezTo>
                  <a:cubicBezTo>
                    <a:pt x="92764" y="27513"/>
                    <a:pt x="97441" y="24103"/>
                    <a:pt x="100393" y="19303"/>
                  </a:cubicBezTo>
                  <a:cubicBezTo>
                    <a:pt x="101232" y="17921"/>
                    <a:pt x="102746" y="17912"/>
                    <a:pt x="103803" y="18569"/>
                  </a:cubicBezTo>
                  <a:cubicBezTo>
                    <a:pt x="104499" y="18026"/>
                    <a:pt x="105385" y="17360"/>
                    <a:pt x="106871" y="17741"/>
                  </a:cubicBezTo>
                  <a:cubicBezTo>
                    <a:pt x="106690" y="14826"/>
                    <a:pt x="108718" y="14111"/>
                    <a:pt x="109214" y="11873"/>
                  </a:cubicBezTo>
                  <a:cubicBezTo>
                    <a:pt x="109900" y="10997"/>
                    <a:pt x="110776" y="10311"/>
                    <a:pt x="111566" y="9520"/>
                  </a:cubicBezTo>
                  <a:cubicBezTo>
                    <a:pt x="112338" y="8749"/>
                    <a:pt x="113128" y="7930"/>
                    <a:pt x="113909" y="7168"/>
                  </a:cubicBezTo>
                  <a:cubicBezTo>
                    <a:pt x="114309" y="6777"/>
                    <a:pt x="115872" y="7568"/>
                    <a:pt x="116262" y="7168"/>
                  </a:cubicBezTo>
                  <a:cubicBezTo>
                    <a:pt x="117243" y="6196"/>
                    <a:pt x="116843" y="3844"/>
                    <a:pt x="117434" y="2481"/>
                  </a:cubicBezTo>
                  <a:cubicBezTo>
                    <a:pt x="116367" y="1157"/>
                    <a:pt x="116062" y="586"/>
                    <a:pt x="113909" y="157"/>
                  </a:cubicBezTo>
                  <a:close/>
                </a:path>
              </a:pathLst>
            </a:custGeom>
            <a:solidFill>
              <a:srgbClr val="94A723"/>
            </a:solidFill>
            <a:ln cap="flat">
              <a:noFill/>
              <a:prstDash val="solid"/>
              <a:miter lim="800000"/>
            </a:ln>
          </p:spPr>
          <p:txBody>
            <a:bodyPr vert="horz" anchor="ctr" tIns="45720" lIns="91440" bIns="45720" rIns="91440"/>
            <a:p>
              <a:pPr algn="l" marL="0"/>
            </a:p>
          </p:txBody>
        </p:sp>
        <p:grpSp>
          <p:nvGrpSpPr>
            <p:cNvPr name="Group 149" id="149"/>
            <p:cNvGrpSpPr/>
            <p:nvPr/>
          </p:nvGrpSpPr>
          <p:grpSpPr>
            <a:xfrm>
              <a:off x="9075982" y="3334948"/>
              <a:ext cx="60979" cy="177183"/>
              <a:chOff x="2585242" y="738368"/>
              <a:chExt cx="60979" cy="177183"/>
            </a:xfrm>
            <a:solidFill>
              <a:srgbClr val="DEAC3E"/>
            </a:solidFill>
          </p:grpSpPr>
          <p:sp>
            <p:nvSpPr>
              <p:cNvPr name="Freeform 150" id="150"/>
              <p:cNvSpPr/>
              <p:nvPr/>
            </p:nvSpPr>
            <p:spPr>
              <a:xfrm>
                <a:off x="2585242" y="834866"/>
                <a:ext cx="13781" cy="80686"/>
              </a:xfrm>
              <a:custGeom>
                <a:avLst/>
                <a:gdLst/>
                <a:ahLst/>
                <a:cxnLst/>
                <a:rect r="r" b="b" t="t" l="l"/>
                <a:pathLst>
                  <a:path w="13781" h="80686" stroke="true" fill="norm" extrusionOk="true">
                    <a:moveTo>
                      <a:pt x="2138" y="80686"/>
                    </a:moveTo>
                    <a:cubicBezTo>
                      <a:pt x="3376" y="79134"/>
                      <a:pt x="6081" y="76610"/>
                      <a:pt x="6634" y="74676"/>
                    </a:cubicBezTo>
                    <a:cubicBezTo>
                      <a:pt x="7491" y="71666"/>
                      <a:pt x="6624" y="65265"/>
                      <a:pt x="6567" y="61989"/>
                    </a:cubicBezTo>
                    <a:cubicBezTo>
                      <a:pt x="6462" y="55140"/>
                      <a:pt x="6167" y="48416"/>
                      <a:pt x="6567" y="42034"/>
                    </a:cubicBezTo>
                    <a:cubicBezTo>
                      <a:pt x="7005" y="35042"/>
                      <a:pt x="8815" y="27861"/>
                      <a:pt x="10139" y="21003"/>
                    </a:cubicBezTo>
                    <a:cubicBezTo>
                      <a:pt x="10968" y="16726"/>
                      <a:pt x="11825" y="12440"/>
                      <a:pt x="12863" y="8211"/>
                    </a:cubicBezTo>
                    <a:cubicBezTo>
                      <a:pt x="14035" y="3410"/>
                      <a:pt x="15187" y="1724"/>
                      <a:pt x="8834" y="429"/>
                    </a:cubicBezTo>
                    <a:cubicBezTo>
                      <a:pt x="8434" y="352"/>
                      <a:pt x="8120" y="200"/>
                      <a:pt x="7863" y="0"/>
                    </a:cubicBezTo>
                    <a:cubicBezTo>
                      <a:pt x="7224" y="505"/>
                      <a:pt x="6720" y="1124"/>
                      <a:pt x="6567" y="2115"/>
                    </a:cubicBezTo>
                    <a:cubicBezTo>
                      <a:pt x="6272" y="7096"/>
                      <a:pt x="4300" y="12068"/>
                      <a:pt x="3043" y="17383"/>
                    </a:cubicBezTo>
                    <a:cubicBezTo>
                      <a:pt x="2233" y="20822"/>
                      <a:pt x="3157" y="23974"/>
                      <a:pt x="1871" y="29118"/>
                    </a:cubicBezTo>
                    <a:cubicBezTo>
                      <a:pt x="1719" y="29728"/>
                      <a:pt x="681" y="30432"/>
                      <a:pt x="700" y="30290"/>
                    </a:cubicBezTo>
                    <a:cubicBezTo>
                      <a:pt x="614" y="31213"/>
                      <a:pt x="2147" y="32156"/>
                      <a:pt x="1871" y="33814"/>
                    </a:cubicBezTo>
                    <a:cubicBezTo>
                      <a:pt x="1852" y="33909"/>
                      <a:pt x="747" y="34071"/>
                      <a:pt x="700" y="34985"/>
                    </a:cubicBezTo>
                    <a:cubicBezTo>
                      <a:pt x="185" y="44758"/>
                      <a:pt x="-577" y="62389"/>
                      <a:pt x="700" y="73743"/>
                    </a:cubicBezTo>
                    <a:cubicBezTo>
                      <a:pt x="976" y="76133"/>
                      <a:pt x="1062" y="78524"/>
                      <a:pt x="2138" y="80686"/>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51" id="151"/>
              <p:cNvSpPr/>
              <p:nvPr/>
            </p:nvSpPr>
            <p:spPr>
              <a:xfrm>
                <a:off x="2619668" y="738368"/>
                <a:ext cx="26553" cy="36746"/>
              </a:xfrm>
              <a:custGeom>
                <a:avLst/>
                <a:gdLst/>
                <a:ahLst/>
                <a:cxnLst/>
                <a:rect r="r" b="b" t="t" l="l"/>
                <a:pathLst>
                  <a:path w="26553" h="36746" stroke="true" fill="norm" extrusionOk="true">
                    <a:moveTo>
                      <a:pt x="25490" y="1219"/>
                    </a:moveTo>
                    <a:cubicBezTo>
                      <a:pt x="23880" y="67"/>
                      <a:pt x="20804" y="-791"/>
                      <a:pt x="19108" y="1152"/>
                    </a:cubicBezTo>
                    <a:cubicBezTo>
                      <a:pt x="18204" y="2191"/>
                      <a:pt x="17699" y="3600"/>
                      <a:pt x="16765" y="4677"/>
                    </a:cubicBezTo>
                    <a:cubicBezTo>
                      <a:pt x="15956" y="5610"/>
                      <a:pt x="13936" y="6039"/>
                      <a:pt x="13241" y="7029"/>
                    </a:cubicBezTo>
                    <a:cubicBezTo>
                      <a:pt x="12270" y="8372"/>
                      <a:pt x="12984" y="10287"/>
                      <a:pt x="12070" y="11725"/>
                    </a:cubicBezTo>
                    <a:cubicBezTo>
                      <a:pt x="11508" y="12602"/>
                      <a:pt x="10384" y="12954"/>
                      <a:pt x="9717" y="14078"/>
                    </a:cubicBezTo>
                    <a:cubicBezTo>
                      <a:pt x="8917" y="15402"/>
                      <a:pt x="8126" y="16192"/>
                      <a:pt x="7364" y="17602"/>
                    </a:cubicBezTo>
                    <a:cubicBezTo>
                      <a:pt x="6850" y="18564"/>
                      <a:pt x="6859" y="19945"/>
                      <a:pt x="6193" y="21126"/>
                    </a:cubicBezTo>
                    <a:cubicBezTo>
                      <a:pt x="5640" y="22098"/>
                      <a:pt x="3192" y="22546"/>
                      <a:pt x="2668" y="23479"/>
                    </a:cubicBezTo>
                    <a:cubicBezTo>
                      <a:pt x="2354" y="24031"/>
                      <a:pt x="2830" y="25203"/>
                      <a:pt x="2668" y="25832"/>
                    </a:cubicBezTo>
                    <a:cubicBezTo>
                      <a:pt x="2249" y="27508"/>
                      <a:pt x="-1027" y="31442"/>
                      <a:pt x="325" y="36395"/>
                    </a:cubicBezTo>
                    <a:cubicBezTo>
                      <a:pt x="3888" y="37919"/>
                      <a:pt x="2392" y="34061"/>
                      <a:pt x="3849" y="32871"/>
                    </a:cubicBezTo>
                    <a:cubicBezTo>
                      <a:pt x="4964" y="31966"/>
                      <a:pt x="5773" y="33404"/>
                      <a:pt x="6202" y="31699"/>
                    </a:cubicBezTo>
                    <a:cubicBezTo>
                      <a:pt x="6355" y="31089"/>
                      <a:pt x="5878" y="29880"/>
                      <a:pt x="6202" y="29356"/>
                    </a:cubicBezTo>
                    <a:cubicBezTo>
                      <a:pt x="6555" y="28775"/>
                      <a:pt x="8240" y="28699"/>
                      <a:pt x="8545" y="28184"/>
                    </a:cubicBezTo>
                    <a:cubicBezTo>
                      <a:pt x="8860" y="27651"/>
                      <a:pt x="8393" y="26451"/>
                      <a:pt x="8545" y="25841"/>
                    </a:cubicBezTo>
                    <a:cubicBezTo>
                      <a:pt x="8879" y="24517"/>
                      <a:pt x="10212" y="23584"/>
                      <a:pt x="10898" y="22317"/>
                    </a:cubicBezTo>
                    <a:cubicBezTo>
                      <a:pt x="12317" y="19688"/>
                      <a:pt x="13832" y="18145"/>
                      <a:pt x="15594" y="15278"/>
                    </a:cubicBezTo>
                    <a:cubicBezTo>
                      <a:pt x="16137" y="14392"/>
                      <a:pt x="20185" y="11449"/>
                      <a:pt x="20290" y="9401"/>
                    </a:cubicBezTo>
                    <a:cubicBezTo>
                      <a:pt x="20452" y="6439"/>
                      <a:pt x="24852" y="4991"/>
                      <a:pt x="26452" y="2915"/>
                    </a:cubicBezTo>
                    <a:cubicBezTo>
                      <a:pt x="26767" y="2486"/>
                      <a:pt x="26319" y="1819"/>
                      <a:pt x="25490" y="1219"/>
                    </a:cubicBezTo>
                    <a:close/>
                  </a:path>
                </a:pathLst>
              </a:custGeom>
              <a:solidFill>
                <a:srgbClr val="DEAC3E"/>
              </a:solidFill>
              <a:ln cap="flat">
                <a:noFill/>
                <a:prstDash val="solid"/>
                <a:miter lim="800000"/>
              </a:ln>
            </p:spPr>
            <p:txBody>
              <a:bodyPr vert="horz" anchor="ctr" tIns="45720" lIns="91440" bIns="45720" rIns="91440"/>
              <a:p>
                <a:pPr algn="l" marL="0"/>
              </a:p>
            </p:txBody>
          </p:sp>
        </p:grpSp>
        <p:sp>
          <p:nvSpPr>
            <p:cNvPr name="Freeform 152" id="152"/>
            <p:cNvSpPr/>
            <p:nvPr/>
          </p:nvSpPr>
          <p:spPr>
            <a:xfrm>
              <a:off x="9087235" y="3011698"/>
              <a:ext cx="135703" cy="233876"/>
            </a:xfrm>
            <a:custGeom>
              <a:avLst/>
              <a:gdLst/>
              <a:ahLst/>
              <a:cxnLst/>
              <a:rect r="r" b="b" t="t" l="l"/>
              <a:pathLst>
                <a:path w="135703" h="233876" stroke="true" fill="norm" extrusionOk="true">
                  <a:moveTo>
                    <a:pt x="134579" y="213284"/>
                  </a:moveTo>
                  <a:cubicBezTo>
                    <a:pt x="134227" y="209588"/>
                    <a:pt x="133008" y="205283"/>
                    <a:pt x="132503" y="201492"/>
                  </a:cubicBezTo>
                  <a:cubicBezTo>
                    <a:pt x="131922" y="197139"/>
                    <a:pt x="132217" y="192643"/>
                    <a:pt x="131636" y="188547"/>
                  </a:cubicBezTo>
                  <a:cubicBezTo>
                    <a:pt x="130969" y="183966"/>
                    <a:pt x="129417" y="179480"/>
                    <a:pt x="128436" y="174384"/>
                  </a:cubicBezTo>
                  <a:cubicBezTo>
                    <a:pt x="128292" y="173641"/>
                    <a:pt x="128655" y="172784"/>
                    <a:pt x="128493" y="172041"/>
                  </a:cubicBezTo>
                  <a:cubicBezTo>
                    <a:pt x="128292" y="171183"/>
                    <a:pt x="127388" y="171031"/>
                    <a:pt x="127350" y="170840"/>
                  </a:cubicBezTo>
                  <a:cubicBezTo>
                    <a:pt x="126959" y="168973"/>
                    <a:pt x="127854" y="166849"/>
                    <a:pt x="127483" y="164973"/>
                  </a:cubicBezTo>
                  <a:cubicBezTo>
                    <a:pt x="127435" y="164754"/>
                    <a:pt x="126368" y="164783"/>
                    <a:pt x="126340" y="163773"/>
                  </a:cubicBezTo>
                  <a:cubicBezTo>
                    <a:pt x="126330" y="163459"/>
                    <a:pt x="126473" y="162897"/>
                    <a:pt x="126368" y="162601"/>
                  </a:cubicBezTo>
                  <a:cubicBezTo>
                    <a:pt x="125769" y="161011"/>
                    <a:pt x="125245" y="155877"/>
                    <a:pt x="124264" y="151990"/>
                  </a:cubicBezTo>
                  <a:cubicBezTo>
                    <a:pt x="123806" y="150190"/>
                    <a:pt x="122530" y="147695"/>
                    <a:pt x="122054" y="146066"/>
                  </a:cubicBezTo>
                  <a:cubicBezTo>
                    <a:pt x="121263" y="143389"/>
                    <a:pt x="121673" y="141237"/>
                    <a:pt x="121044" y="138998"/>
                  </a:cubicBezTo>
                  <a:cubicBezTo>
                    <a:pt x="120873" y="138379"/>
                    <a:pt x="118872" y="137036"/>
                    <a:pt x="118749" y="136598"/>
                  </a:cubicBezTo>
                  <a:cubicBezTo>
                    <a:pt x="117853" y="133360"/>
                    <a:pt x="118434" y="127683"/>
                    <a:pt x="116672" y="124806"/>
                  </a:cubicBezTo>
                  <a:cubicBezTo>
                    <a:pt x="116262" y="124149"/>
                    <a:pt x="115567" y="124968"/>
                    <a:pt x="115529" y="123615"/>
                  </a:cubicBezTo>
                  <a:cubicBezTo>
                    <a:pt x="115481" y="122053"/>
                    <a:pt x="115081" y="121129"/>
                    <a:pt x="114434" y="120063"/>
                  </a:cubicBezTo>
                  <a:cubicBezTo>
                    <a:pt x="113557" y="118605"/>
                    <a:pt x="112776" y="114529"/>
                    <a:pt x="111110" y="111766"/>
                  </a:cubicBezTo>
                  <a:cubicBezTo>
                    <a:pt x="110443" y="110661"/>
                    <a:pt x="108843" y="106309"/>
                    <a:pt x="107776" y="103461"/>
                  </a:cubicBezTo>
                  <a:cubicBezTo>
                    <a:pt x="107262" y="102098"/>
                    <a:pt x="107262" y="100746"/>
                    <a:pt x="106709" y="98736"/>
                  </a:cubicBezTo>
                  <a:cubicBezTo>
                    <a:pt x="106442" y="97784"/>
                    <a:pt x="105690" y="97917"/>
                    <a:pt x="105566" y="97536"/>
                  </a:cubicBezTo>
                  <a:cubicBezTo>
                    <a:pt x="105223" y="96498"/>
                    <a:pt x="105147" y="94336"/>
                    <a:pt x="104509" y="92812"/>
                  </a:cubicBezTo>
                  <a:cubicBezTo>
                    <a:pt x="103909" y="91402"/>
                    <a:pt x="102966" y="90649"/>
                    <a:pt x="102242" y="89240"/>
                  </a:cubicBezTo>
                  <a:cubicBezTo>
                    <a:pt x="101775" y="88316"/>
                    <a:pt x="101794" y="86801"/>
                    <a:pt x="101156" y="85687"/>
                  </a:cubicBezTo>
                  <a:cubicBezTo>
                    <a:pt x="100880" y="85211"/>
                    <a:pt x="99013" y="84868"/>
                    <a:pt x="98841" y="84468"/>
                  </a:cubicBezTo>
                  <a:cubicBezTo>
                    <a:pt x="98575" y="83839"/>
                    <a:pt x="99222" y="82706"/>
                    <a:pt x="98889" y="82115"/>
                  </a:cubicBezTo>
                  <a:cubicBezTo>
                    <a:pt x="98451" y="81324"/>
                    <a:pt x="96984" y="80410"/>
                    <a:pt x="96594" y="79715"/>
                  </a:cubicBezTo>
                  <a:cubicBezTo>
                    <a:pt x="95889" y="78457"/>
                    <a:pt x="96365" y="76600"/>
                    <a:pt x="95527" y="74990"/>
                  </a:cubicBezTo>
                  <a:cubicBezTo>
                    <a:pt x="95136" y="74238"/>
                    <a:pt x="93822" y="73552"/>
                    <a:pt x="93231" y="72590"/>
                  </a:cubicBezTo>
                  <a:cubicBezTo>
                    <a:pt x="91983" y="70504"/>
                    <a:pt x="89612" y="69228"/>
                    <a:pt x="89850" y="66637"/>
                  </a:cubicBezTo>
                  <a:cubicBezTo>
                    <a:pt x="87440" y="67332"/>
                    <a:pt x="87364" y="64770"/>
                    <a:pt x="86383" y="64208"/>
                  </a:cubicBezTo>
                  <a:cubicBezTo>
                    <a:pt x="84925" y="63360"/>
                    <a:pt x="83116" y="63903"/>
                    <a:pt x="81715" y="62913"/>
                  </a:cubicBezTo>
                  <a:cubicBezTo>
                    <a:pt x="80696" y="62198"/>
                    <a:pt x="80401" y="60141"/>
                    <a:pt x="79448" y="59341"/>
                  </a:cubicBezTo>
                  <a:cubicBezTo>
                    <a:pt x="79048" y="59007"/>
                    <a:pt x="77420" y="59693"/>
                    <a:pt x="77105" y="59284"/>
                  </a:cubicBezTo>
                  <a:cubicBezTo>
                    <a:pt x="76020" y="57893"/>
                    <a:pt x="74429" y="56417"/>
                    <a:pt x="72514" y="54473"/>
                  </a:cubicBezTo>
                  <a:cubicBezTo>
                    <a:pt x="71495" y="53445"/>
                    <a:pt x="71219" y="51997"/>
                    <a:pt x="70247" y="50892"/>
                  </a:cubicBezTo>
                  <a:cubicBezTo>
                    <a:pt x="68809" y="49254"/>
                    <a:pt x="65075" y="48063"/>
                    <a:pt x="65694" y="44920"/>
                  </a:cubicBezTo>
                  <a:cubicBezTo>
                    <a:pt x="61475" y="42920"/>
                    <a:pt x="58322" y="39253"/>
                    <a:pt x="55322" y="36462"/>
                  </a:cubicBezTo>
                  <a:cubicBezTo>
                    <a:pt x="53664" y="34919"/>
                    <a:pt x="52455" y="33290"/>
                    <a:pt x="50731" y="31652"/>
                  </a:cubicBezTo>
                  <a:cubicBezTo>
                    <a:pt x="49245" y="30242"/>
                    <a:pt x="47645" y="28051"/>
                    <a:pt x="46139" y="26851"/>
                  </a:cubicBezTo>
                  <a:cubicBezTo>
                    <a:pt x="45139" y="26041"/>
                    <a:pt x="43615" y="26318"/>
                    <a:pt x="42644" y="25594"/>
                  </a:cubicBezTo>
                  <a:cubicBezTo>
                    <a:pt x="41663" y="24860"/>
                    <a:pt x="41406" y="23946"/>
                    <a:pt x="40348" y="23193"/>
                  </a:cubicBezTo>
                  <a:cubicBezTo>
                    <a:pt x="38443" y="21831"/>
                    <a:pt x="36462" y="20707"/>
                    <a:pt x="34567" y="19536"/>
                  </a:cubicBezTo>
                  <a:cubicBezTo>
                    <a:pt x="33557" y="18917"/>
                    <a:pt x="32328" y="18993"/>
                    <a:pt x="31071" y="18278"/>
                  </a:cubicBezTo>
                  <a:cubicBezTo>
                    <a:pt x="30347" y="17869"/>
                    <a:pt x="29404" y="16212"/>
                    <a:pt x="28775" y="15878"/>
                  </a:cubicBezTo>
                  <a:cubicBezTo>
                    <a:pt x="27652" y="15278"/>
                    <a:pt x="26794" y="15211"/>
                    <a:pt x="25280" y="14630"/>
                  </a:cubicBezTo>
                  <a:cubicBezTo>
                    <a:pt x="24737" y="14411"/>
                    <a:pt x="22479" y="13878"/>
                    <a:pt x="21784" y="13373"/>
                  </a:cubicBezTo>
                  <a:cubicBezTo>
                    <a:pt x="21403" y="13097"/>
                    <a:pt x="22175" y="11382"/>
                    <a:pt x="21841" y="11030"/>
                  </a:cubicBezTo>
                  <a:cubicBezTo>
                    <a:pt x="21451" y="10620"/>
                    <a:pt x="19908" y="11363"/>
                    <a:pt x="19489" y="10973"/>
                  </a:cubicBezTo>
                  <a:cubicBezTo>
                    <a:pt x="18355" y="9916"/>
                    <a:pt x="16412" y="7010"/>
                    <a:pt x="14935" y="4991"/>
                  </a:cubicBezTo>
                  <a:cubicBezTo>
                    <a:pt x="13974" y="4924"/>
                    <a:pt x="13154" y="4705"/>
                    <a:pt x="12392" y="4439"/>
                  </a:cubicBezTo>
                  <a:cubicBezTo>
                    <a:pt x="8735" y="3181"/>
                    <a:pt x="6839" y="248"/>
                    <a:pt x="2134" y="0"/>
                  </a:cubicBezTo>
                  <a:cubicBezTo>
                    <a:pt x="-2600" y="1105"/>
                    <a:pt x="2020" y="4696"/>
                    <a:pt x="2020" y="4696"/>
                  </a:cubicBezTo>
                  <a:cubicBezTo>
                    <a:pt x="4534" y="7468"/>
                    <a:pt x="8430" y="8934"/>
                    <a:pt x="11430" y="11249"/>
                  </a:cubicBezTo>
                  <a:cubicBezTo>
                    <a:pt x="11754" y="11497"/>
                    <a:pt x="12126" y="11716"/>
                    <a:pt x="12421" y="11982"/>
                  </a:cubicBezTo>
                  <a:cubicBezTo>
                    <a:pt x="14393" y="12106"/>
                    <a:pt x="14869" y="14783"/>
                    <a:pt x="15860" y="15592"/>
                  </a:cubicBezTo>
                  <a:cubicBezTo>
                    <a:pt x="16259" y="15926"/>
                    <a:pt x="17898" y="15250"/>
                    <a:pt x="18212" y="15650"/>
                  </a:cubicBezTo>
                  <a:cubicBezTo>
                    <a:pt x="18507" y="16040"/>
                    <a:pt x="18955" y="17783"/>
                    <a:pt x="19327" y="18031"/>
                  </a:cubicBezTo>
                  <a:cubicBezTo>
                    <a:pt x="20765" y="19002"/>
                    <a:pt x="22451" y="18421"/>
                    <a:pt x="23994" y="19307"/>
                  </a:cubicBezTo>
                  <a:cubicBezTo>
                    <a:pt x="24489" y="19593"/>
                    <a:pt x="24708" y="21488"/>
                    <a:pt x="25118" y="21688"/>
                  </a:cubicBezTo>
                  <a:cubicBezTo>
                    <a:pt x="25728" y="21984"/>
                    <a:pt x="26899" y="21374"/>
                    <a:pt x="27470" y="21746"/>
                  </a:cubicBezTo>
                  <a:cubicBezTo>
                    <a:pt x="28595" y="22469"/>
                    <a:pt x="29718" y="24546"/>
                    <a:pt x="30909" y="25346"/>
                  </a:cubicBezTo>
                  <a:cubicBezTo>
                    <a:pt x="31328" y="25632"/>
                    <a:pt x="32957" y="25013"/>
                    <a:pt x="33252" y="25394"/>
                  </a:cubicBezTo>
                  <a:cubicBezTo>
                    <a:pt x="33529" y="25746"/>
                    <a:pt x="34033" y="27556"/>
                    <a:pt x="34367" y="27765"/>
                  </a:cubicBezTo>
                  <a:cubicBezTo>
                    <a:pt x="35852" y="28699"/>
                    <a:pt x="37481" y="28146"/>
                    <a:pt x="39034" y="29051"/>
                  </a:cubicBezTo>
                  <a:cubicBezTo>
                    <a:pt x="40024" y="29623"/>
                    <a:pt x="40091" y="32156"/>
                    <a:pt x="42511" y="31480"/>
                  </a:cubicBezTo>
                  <a:cubicBezTo>
                    <a:pt x="43539" y="33509"/>
                    <a:pt x="44263" y="35824"/>
                    <a:pt x="45892" y="37424"/>
                  </a:cubicBezTo>
                  <a:cubicBezTo>
                    <a:pt x="46711" y="38233"/>
                    <a:pt x="48568" y="37890"/>
                    <a:pt x="49387" y="38681"/>
                  </a:cubicBezTo>
                  <a:cubicBezTo>
                    <a:pt x="49950" y="39224"/>
                    <a:pt x="49950" y="40538"/>
                    <a:pt x="50502" y="41053"/>
                  </a:cubicBezTo>
                  <a:cubicBezTo>
                    <a:pt x="53140" y="43482"/>
                    <a:pt x="57084" y="45587"/>
                    <a:pt x="59732" y="48311"/>
                  </a:cubicBezTo>
                  <a:cubicBezTo>
                    <a:pt x="60703" y="49311"/>
                    <a:pt x="62427" y="50921"/>
                    <a:pt x="63170" y="51921"/>
                  </a:cubicBezTo>
                  <a:cubicBezTo>
                    <a:pt x="63485" y="52340"/>
                    <a:pt x="62732" y="53940"/>
                    <a:pt x="63113" y="54264"/>
                  </a:cubicBezTo>
                  <a:cubicBezTo>
                    <a:pt x="63637" y="54712"/>
                    <a:pt x="64999" y="54969"/>
                    <a:pt x="65437" y="55493"/>
                  </a:cubicBezTo>
                  <a:cubicBezTo>
                    <a:pt x="67285" y="57683"/>
                    <a:pt x="68990" y="60808"/>
                    <a:pt x="71142" y="62674"/>
                  </a:cubicBezTo>
                  <a:cubicBezTo>
                    <a:pt x="73210" y="64465"/>
                    <a:pt x="76610" y="65637"/>
                    <a:pt x="79248" y="67561"/>
                  </a:cubicBezTo>
                  <a:cubicBezTo>
                    <a:pt x="80401" y="68409"/>
                    <a:pt x="81620" y="69037"/>
                    <a:pt x="82716" y="69990"/>
                  </a:cubicBezTo>
                  <a:cubicBezTo>
                    <a:pt x="83058" y="70285"/>
                    <a:pt x="83516" y="72219"/>
                    <a:pt x="83830" y="72371"/>
                  </a:cubicBezTo>
                  <a:cubicBezTo>
                    <a:pt x="84278" y="72580"/>
                    <a:pt x="85868" y="72066"/>
                    <a:pt x="86173" y="72428"/>
                  </a:cubicBezTo>
                  <a:cubicBezTo>
                    <a:pt x="86516" y="72828"/>
                    <a:pt x="85725" y="74438"/>
                    <a:pt x="86116" y="74781"/>
                  </a:cubicBezTo>
                  <a:cubicBezTo>
                    <a:pt x="86506" y="75114"/>
                    <a:pt x="88183" y="75609"/>
                    <a:pt x="88440" y="76009"/>
                  </a:cubicBezTo>
                  <a:cubicBezTo>
                    <a:pt x="88716" y="76438"/>
                    <a:pt x="88012" y="78038"/>
                    <a:pt x="88383" y="78353"/>
                  </a:cubicBezTo>
                  <a:cubicBezTo>
                    <a:pt x="90374" y="80067"/>
                    <a:pt x="90326" y="80362"/>
                    <a:pt x="91764" y="84306"/>
                  </a:cubicBezTo>
                  <a:cubicBezTo>
                    <a:pt x="92031" y="85020"/>
                    <a:pt x="92450" y="85954"/>
                    <a:pt x="92879" y="86677"/>
                  </a:cubicBezTo>
                  <a:cubicBezTo>
                    <a:pt x="93126" y="87087"/>
                    <a:pt x="93974" y="87773"/>
                    <a:pt x="94031" y="87878"/>
                  </a:cubicBezTo>
                  <a:cubicBezTo>
                    <a:pt x="94765" y="89506"/>
                    <a:pt x="94250" y="90973"/>
                    <a:pt x="95088" y="92593"/>
                  </a:cubicBezTo>
                  <a:cubicBezTo>
                    <a:pt x="95355" y="93097"/>
                    <a:pt x="97232" y="93402"/>
                    <a:pt x="97413" y="93821"/>
                  </a:cubicBezTo>
                  <a:cubicBezTo>
                    <a:pt x="97698" y="94478"/>
                    <a:pt x="97079" y="95507"/>
                    <a:pt x="97355" y="96164"/>
                  </a:cubicBezTo>
                  <a:cubicBezTo>
                    <a:pt x="98460" y="98898"/>
                    <a:pt x="99575" y="101708"/>
                    <a:pt x="100689" y="104470"/>
                  </a:cubicBezTo>
                  <a:cubicBezTo>
                    <a:pt x="101375" y="106194"/>
                    <a:pt x="100985" y="107442"/>
                    <a:pt x="101756" y="109185"/>
                  </a:cubicBezTo>
                  <a:cubicBezTo>
                    <a:pt x="102394" y="110633"/>
                    <a:pt x="103385" y="111242"/>
                    <a:pt x="104023" y="112757"/>
                  </a:cubicBezTo>
                  <a:cubicBezTo>
                    <a:pt x="105214" y="115614"/>
                    <a:pt x="106166" y="117815"/>
                    <a:pt x="107357" y="121063"/>
                  </a:cubicBezTo>
                  <a:cubicBezTo>
                    <a:pt x="108090" y="123063"/>
                    <a:pt x="108585" y="125616"/>
                    <a:pt x="109538" y="128159"/>
                  </a:cubicBezTo>
                  <a:cubicBezTo>
                    <a:pt x="110195" y="129911"/>
                    <a:pt x="111576" y="134950"/>
                    <a:pt x="112814" y="138798"/>
                  </a:cubicBezTo>
                  <a:cubicBezTo>
                    <a:pt x="113157" y="139856"/>
                    <a:pt x="113243" y="141970"/>
                    <a:pt x="113872" y="143523"/>
                  </a:cubicBezTo>
                  <a:cubicBezTo>
                    <a:pt x="114110" y="144085"/>
                    <a:pt x="116072" y="145532"/>
                    <a:pt x="116167" y="145933"/>
                  </a:cubicBezTo>
                  <a:cubicBezTo>
                    <a:pt x="116643" y="147809"/>
                    <a:pt x="114805" y="147952"/>
                    <a:pt x="114910" y="149419"/>
                  </a:cubicBezTo>
                  <a:cubicBezTo>
                    <a:pt x="114910" y="149352"/>
                    <a:pt x="116034" y="149828"/>
                    <a:pt x="116053" y="150619"/>
                  </a:cubicBezTo>
                  <a:cubicBezTo>
                    <a:pt x="116082" y="151724"/>
                    <a:pt x="117072" y="153286"/>
                    <a:pt x="117120" y="155334"/>
                  </a:cubicBezTo>
                  <a:cubicBezTo>
                    <a:pt x="117139" y="156420"/>
                    <a:pt x="116815" y="157791"/>
                    <a:pt x="117043" y="158858"/>
                  </a:cubicBezTo>
                  <a:cubicBezTo>
                    <a:pt x="117110" y="159172"/>
                    <a:pt x="118453" y="158858"/>
                    <a:pt x="118187" y="160058"/>
                  </a:cubicBezTo>
                  <a:cubicBezTo>
                    <a:pt x="118149" y="160230"/>
                    <a:pt x="116501" y="160106"/>
                    <a:pt x="116986" y="161201"/>
                  </a:cubicBezTo>
                  <a:cubicBezTo>
                    <a:pt x="117177" y="161630"/>
                    <a:pt x="119215" y="162116"/>
                    <a:pt x="119301" y="162430"/>
                  </a:cubicBezTo>
                  <a:cubicBezTo>
                    <a:pt x="119996" y="164754"/>
                    <a:pt x="119825" y="167326"/>
                    <a:pt x="120311" y="169497"/>
                  </a:cubicBezTo>
                  <a:cubicBezTo>
                    <a:pt x="121711" y="175717"/>
                    <a:pt x="122292" y="180756"/>
                    <a:pt x="123416" y="187185"/>
                  </a:cubicBezTo>
                  <a:cubicBezTo>
                    <a:pt x="123483" y="187566"/>
                    <a:pt x="123102" y="189309"/>
                    <a:pt x="123368" y="189528"/>
                  </a:cubicBezTo>
                  <a:cubicBezTo>
                    <a:pt x="124959" y="190900"/>
                    <a:pt x="123759" y="193519"/>
                    <a:pt x="124349" y="197777"/>
                  </a:cubicBezTo>
                  <a:cubicBezTo>
                    <a:pt x="124654" y="200044"/>
                    <a:pt x="126168" y="202778"/>
                    <a:pt x="126530" y="204873"/>
                  </a:cubicBezTo>
                  <a:cubicBezTo>
                    <a:pt x="127102" y="208245"/>
                    <a:pt x="127054" y="212122"/>
                    <a:pt x="127454" y="215456"/>
                  </a:cubicBezTo>
                  <a:cubicBezTo>
                    <a:pt x="128178" y="221475"/>
                    <a:pt x="130331" y="229981"/>
                    <a:pt x="135703" y="233877"/>
                  </a:cubicBezTo>
                  <a:cubicBezTo>
                    <a:pt x="135284" y="227076"/>
                    <a:pt x="135217" y="220104"/>
                    <a:pt x="134579" y="213284"/>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53" id="153"/>
            <p:cNvSpPr/>
            <p:nvPr/>
          </p:nvSpPr>
          <p:spPr>
            <a:xfrm>
              <a:off x="9312836" y="3274512"/>
              <a:ext cx="96665" cy="219884"/>
            </a:xfrm>
            <a:custGeom>
              <a:avLst/>
              <a:gdLst/>
              <a:ahLst/>
              <a:cxnLst/>
              <a:rect r="r" b="b" t="t" l="l"/>
              <a:pathLst>
                <a:path w="96665" h="219884" stroke="true" fill="norm" extrusionOk="true">
                  <a:moveTo>
                    <a:pt x="96382" y="2838"/>
                  </a:moveTo>
                  <a:cubicBezTo>
                    <a:pt x="96620" y="1905"/>
                    <a:pt x="96716" y="952"/>
                    <a:pt x="96639" y="0"/>
                  </a:cubicBezTo>
                  <a:cubicBezTo>
                    <a:pt x="94611" y="467"/>
                    <a:pt x="92334" y="1705"/>
                    <a:pt x="90677" y="3077"/>
                  </a:cubicBezTo>
                  <a:cubicBezTo>
                    <a:pt x="87905" y="5372"/>
                    <a:pt x="85381" y="8211"/>
                    <a:pt x="83390" y="11201"/>
                  </a:cubicBezTo>
                  <a:cubicBezTo>
                    <a:pt x="81342" y="14278"/>
                    <a:pt x="81256" y="17412"/>
                    <a:pt x="79675" y="20507"/>
                  </a:cubicBezTo>
                  <a:cubicBezTo>
                    <a:pt x="79313" y="21212"/>
                    <a:pt x="77608" y="22260"/>
                    <a:pt x="77332" y="22850"/>
                  </a:cubicBezTo>
                  <a:cubicBezTo>
                    <a:pt x="77075" y="23403"/>
                    <a:pt x="76970" y="23917"/>
                    <a:pt x="76885" y="24441"/>
                  </a:cubicBezTo>
                  <a:cubicBezTo>
                    <a:pt x="76723" y="25460"/>
                    <a:pt x="76723" y="26451"/>
                    <a:pt x="76151" y="27556"/>
                  </a:cubicBezTo>
                  <a:cubicBezTo>
                    <a:pt x="75780" y="28270"/>
                    <a:pt x="74094" y="29299"/>
                    <a:pt x="73808" y="29899"/>
                  </a:cubicBezTo>
                  <a:cubicBezTo>
                    <a:pt x="73027" y="31547"/>
                    <a:pt x="73465" y="32909"/>
                    <a:pt x="72636" y="34595"/>
                  </a:cubicBezTo>
                  <a:cubicBezTo>
                    <a:pt x="72160" y="35557"/>
                    <a:pt x="70560" y="36319"/>
                    <a:pt x="70284" y="36947"/>
                  </a:cubicBezTo>
                  <a:cubicBezTo>
                    <a:pt x="69474" y="38795"/>
                    <a:pt x="69703" y="40195"/>
                    <a:pt x="69112" y="41643"/>
                  </a:cubicBezTo>
                  <a:cubicBezTo>
                    <a:pt x="68960" y="42024"/>
                    <a:pt x="68179" y="41853"/>
                    <a:pt x="67940" y="42815"/>
                  </a:cubicBezTo>
                  <a:cubicBezTo>
                    <a:pt x="67560" y="44339"/>
                    <a:pt x="67893" y="47263"/>
                    <a:pt x="66769" y="49863"/>
                  </a:cubicBezTo>
                  <a:cubicBezTo>
                    <a:pt x="66483" y="50501"/>
                    <a:pt x="64597" y="51711"/>
                    <a:pt x="64416" y="52206"/>
                  </a:cubicBezTo>
                  <a:cubicBezTo>
                    <a:pt x="63140" y="55769"/>
                    <a:pt x="61902" y="59484"/>
                    <a:pt x="60892" y="63951"/>
                  </a:cubicBezTo>
                  <a:cubicBezTo>
                    <a:pt x="60540" y="65513"/>
                    <a:pt x="61435" y="67351"/>
                    <a:pt x="59721" y="67475"/>
                  </a:cubicBezTo>
                  <a:cubicBezTo>
                    <a:pt x="58235" y="69847"/>
                    <a:pt x="57377" y="73019"/>
                    <a:pt x="56196" y="75695"/>
                  </a:cubicBezTo>
                  <a:cubicBezTo>
                    <a:pt x="55520" y="77238"/>
                    <a:pt x="55939" y="78943"/>
                    <a:pt x="55025" y="80391"/>
                  </a:cubicBezTo>
                  <a:cubicBezTo>
                    <a:pt x="54377" y="81410"/>
                    <a:pt x="53291" y="81324"/>
                    <a:pt x="52681" y="82734"/>
                  </a:cubicBezTo>
                  <a:cubicBezTo>
                    <a:pt x="51548" y="85344"/>
                    <a:pt x="50319" y="88220"/>
                    <a:pt x="49157" y="90954"/>
                  </a:cubicBezTo>
                  <a:cubicBezTo>
                    <a:pt x="48443" y="92640"/>
                    <a:pt x="48814" y="93974"/>
                    <a:pt x="47986" y="95660"/>
                  </a:cubicBezTo>
                  <a:cubicBezTo>
                    <a:pt x="47500" y="96622"/>
                    <a:pt x="45919" y="97374"/>
                    <a:pt x="45633" y="98003"/>
                  </a:cubicBezTo>
                  <a:cubicBezTo>
                    <a:pt x="44814" y="99851"/>
                    <a:pt x="45081" y="101251"/>
                    <a:pt x="44461" y="102699"/>
                  </a:cubicBezTo>
                  <a:cubicBezTo>
                    <a:pt x="44147" y="103422"/>
                    <a:pt x="43757" y="104308"/>
                    <a:pt x="43290" y="105051"/>
                  </a:cubicBezTo>
                  <a:cubicBezTo>
                    <a:pt x="42623" y="106099"/>
                    <a:pt x="40413" y="109509"/>
                    <a:pt x="39766" y="112090"/>
                  </a:cubicBezTo>
                  <a:cubicBezTo>
                    <a:pt x="38470" y="117310"/>
                    <a:pt x="36146" y="124130"/>
                    <a:pt x="33898" y="129702"/>
                  </a:cubicBezTo>
                  <a:cubicBezTo>
                    <a:pt x="33698" y="130207"/>
                    <a:pt x="32793" y="129645"/>
                    <a:pt x="32727" y="130873"/>
                  </a:cubicBezTo>
                  <a:cubicBezTo>
                    <a:pt x="32660" y="132026"/>
                    <a:pt x="31298" y="135198"/>
                    <a:pt x="30374" y="137922"/>
                  </a:cubicBezTo>
                  <a:cubicBezTo>
                    <a:pt x="30241" y="138341"/>
                    <a:pt x="29269" y="137922"/>
                    <a:pt x="29202" y="139094"/>
                  </a:cubicBezTo>
                  <a:cubicBezTo>
                    <a:pt x="29069" y="141656"/>
                    <a:pt x="28469" y="142018"/>
                    <a:pt x="28031" y="143789"/>
                  </a:cubicBezTo>
                  <a:cubicBezTo>
                    <a:pt x="27412" y="146247"/>
                    <a:pt x="26583" y="147571"/>
                    <a:pt x="25678" y="149657"/>
                  </a:cubicBezTo>
                  <a:cubicBezTo>
                    <a:pt x="24183" y="153162"/>
                    <a:pt x="22630" y="157210"/>
                    <a:pt x="20982" y="161401"/>
                  </a:cubicBezTo>
                  <a:cubicBezTo>
                    <a:pt x="18906" y="166668"/>
                    <a:pt x="16915" y="172469"/>
                    <a:pt x="15115" y="177841"/>
                  </a:cubicBezTo>
                  <a:cubicBezTo>
                    <a:pt x="13239" y="183423"/>
                    <a:pt x="10552" y="188290"/>
                    <a:pt x="10419" y="194281"/>
                  </a:cubicBezTo>
                  <a:cubicBezTo>
                    <a:pt x="9057" y="196043"/>
                    <a:pt x="7028" y="197148"/>
                    <a:pt x="6895" y="200149"/>
                  </a:cubicBezTo>
                  <a:cubicBezTo>
                    <a:pt x="6666" y="201101"/>
                    <a:pt x="5723" y="201320"/>
                    <a:pt x="5723" y="202501"/>
                  </a:cubicBezTo>
                  <a:cubicBezTo>
                    <a:pt x="5723" y="203330"/>
                    <a:pt x="7247" y="203835"/>
                    <a:pt x="6895" y="204854"/>
                  </a:cubicBezTo>
                  <a:cubicBezTo>
                    <a:pt x="6666" y="205511"/>
                    <a:pt x="4933" y="205511"/>
                    <a:pt x="4552" y="206026"/>
                  </a:cubicBezTo>
                  <a:cubicBezTo>
                    <a:pt x="4237" y="206445"/>
                    <a:pt x="4942" y="208055"/>
                    <a:pt x="4542" y="208378"/>
                  </a:cubicBezTo>
                  <a:cubicBezTo>
                    <a:pt x="1913" y="210550"/>
                    <a:pt x="-1011" y="216646"/>
                    <a:pt x="342" y="219885"/>
                  </a:cubicBezTo>
                  <a:cubicBezTo>
                    <a:pt x="4628" y="218275"/>
                    <a:pt x="11057" y="214055"/>
                    <a:pt x="12772" y="209550"/>
                  </a:cubicBezTo>
                  <a:cubicBezTo>
                    <a:pt x="13029" y="208874"/>
                    <a:pt x="12600" y="207912"/>
                    <a:pt x="12772" y="207207"/>
                  </a:cubicBezTo>
                  <a:cubicBezTo>
                    <a:pt x="13029" y="206169"/>
                    <a:pt x="13572" y="205197"/>
                    <a:pt x="13943" y="203683"/>
                  </a:cubicBezTo>
                  <a:cubicBezTo>
                    <a:pt x="14200" y="202644"/>
                    <a:pt x="14743" y="201663"/>
                    <a:pt x="15115" y="200158"/>
                  </a:cubicBezTo>
                  <a:cubicBezTo>
                    <a:pt x="15372" y="199130"/>
                    <a:pt x="15906" y="198149"/>
                    <a:pt x="16287" y="196634"/>
                  </a:cubicBezTo>
                  <a:cubicBezTo>
                    <a:pt x="16591" y="195443"/>
                    <a:pt x="17839" y="194053"/>
                    <a:pt x="18639" y="191938"/>
                  </a:cubicBezTo>
                  <a:cubicBezTo>
                    <a:pt x="18801" y="191519"/>
                    <a:pt x="18315" y="189852"/>
                    <a:pt x="18639" y="189586"/>
                  </a:cubicBezTo>
                  <a:cubicBezTo>
                    <a:pt x="18754" y="189500"/>
                    <a:pt x="19773" y="189700"/>
                    <a:pt x="19820" y="189586"/>
                  </a:cubicBezTo>
                  <a:cubicBezTo>
                    <a:pt x="20620" y="187204"/>
                    <a:pt x="20230" y="183813"/>
                    <a:pt x="20992" y="181365"/>
                  </a:cubicBezTo>
                  <a:cubicBezTo>
                    <a:pt x="21192" y="180746"/>
                    <a:pt x="23211" y="179460"/>
                    <a:pt x="23345" y="179013"/>
                  </a:cubicBezTo>
                  <a:cubicBezTo>
                    <a:pt x="23668" y="177946"/>
                    <a:pt x="23021" y="176565"/>
                    <a:pt x="23345" y="175498"/>
                  </a:cubicBezTo>
                  <a:cubicBezTo>
                    <a:pt x="24440" y="171860"/>
                    <a:pt x="25640" y="169278"/>
                    <a:pt x="26869" y="164925"/>
                  </a:cubicBezTo>
                  <a:cubicBezTo>
                    <a:pt x="26983" y="164525"/>
                    <a:pt x="26573" y="162811"/>
                    <a:pt x="26869" y="162573"/>
                  </a:cubicBezTo>
                  <a:cubicBezTo>
                    <a:pt x="27840" y="161782"/>
                    <a:pt x="29964" y="159601"/>
                    <a:pt x="30393" y="157877"/>
                  </a:cubicBezTo>
                  <a:cubicBezTo>
                    <a:pt x="30565" y="157191"/>
                    <a:pt x="30117" y="156172"/>
                    <a:pt x="30393" y="155534"/>
                  </a:cubicBezTo>
                  <a:cubicBezTo>
                    <a:pt x="30707" y="154829"/>
                    <a:pt x="32498" y="153753"/>
                    <a:pt x="32746" y="153181"/>
                  </a:cubicBezTo>
                  <a:cubicBezTo>
                    <a:pt x="33022" y="152533"/>
                    <a:pt x="32574" y="151524"/>
                    <a:pt x="32746" y="150828"/>
                  </a:cubicBezTo>
                  <a:cubicBezTo>
                    <a:pt x="33050" y="149628"/>
                    <a:pt x="34489" y="148314"/>
                    <a:pt x="35089" y="146133"/>
                  </a:cubicBezTo>
                  <a:cubicBezTo>
                    <a:pt x="35299" y="145399"/>
                    <a:pt x="34908" y="144513"/>
                    <a:pt x="35089" y="143780"/>
                  </a:cubicBezTo>
                  <a:cubicBezTo>
                    <a:pt x="35622" y="141646"/>
                    <a:pt x="40042" y="135703"/>
                    <a:pt x="40956" y="132036"/>
                  </a:cubicBezTo>
                  <a:cubicBezTo>
                    <a:pt x="41137" y="131331"/>
                    <a:pt x="40689" y="130359"/>
                    <a:pt x="40956" y="129683"/>
                  </a:cubicBezTo>
                  <a:cubicBezTo>
                    <a:pt x="41194" y="129092"/>
                    <a:pt x="43176" y="127768"/>
                    <a:pt x="43309" y="127340"/>
                  </a:cubicBezTo>
                  <a:cubicBezTo>
                    <a:pt x="44157" y="124511"/>
                    <a:pt x="43442" y="123701"/>
                    <a:pt x="44481" y="120291"/>
                  </a:cubicBezTo>
                  <a:cubicBezTo>
                    <a:pt x="44528" y="120129"/>
                    <a:pt x="45452" y="119910"/>
                    <a:pt x="45652" y="119120"/>
                  </a:cubicBezTo>
                  <a:cubicBezTo>
                    <a:pt x="45833" y="118405"/>
                    <a:pt x="45404" y="117462"/>
                    <a:pt x="45652" y="116776"/>
                  </a:cubicBezTo>
                  <a:cubicBezTo>
                    <a:pt x="45871" y="116167"/>
                    <a:pt x="47871" y="114862"/>
                    <a:pt x="48005" y="114424"/>
                  </a:cubicBezTo>
                  <a:cubicBezTo>
                    <a:pt x="48319" y="113386"/>
                    <a:pt x="47595" y="111900"/>
                    <a:pt x="48005" y="110900"/>
                  </a:cubicBezTo>
                  <a:cubicBezTo>
                    <a:pt x="48910" y="108699"/>
                    <a:pt x="49529" y="109509"/>
                    <a:pt x="50348" y="106204"/>
                  </a:cubicBezTo>
                  <a:cubicBezTo>
                    <a:pt x="50596" y="105204"/>
                    <a:pt x="51653" y="103308"/>
                    <a:pt x="52701" y="101508"/>
                  </a:cubicBezTo>
                  <a:cubicBezTo>
                    <a:pt x="53177" y="100689"/>
                    <a:pt x="54805" y="99708"/>
                    <a:pt x="55044" y="99165"/>
                  </a:cubicBezTo>
                  <a:cubicBezTo>
                    <a:pt x="56053" y="96917"/>
                    <a:pt x="54853" y="95336"/>
                    <a:pt x="56215" y="93297"/>
                  </a:cubicBezTo>
                  <a:cubicBezTo>
                    <a:pt x="56977" y="92164"/>
                    <a:pt x="56968" y="91450"/>
                    <a:pt x="57387" y="89773"/>
                  </a:cubicBezTo>
                  <a:cubicBezTo>
                    <a:pt x="57749" y="88316"/>
                    <a:pt x="59140" y="87725"/>
                    <a:pt x="59730" y="86249"/>
                  </a:cubicBezTo>
                  <a:cubicBezTo>
                    <a:pt x="63159" y="77762"/>
                    <a:pt x="66036" y="68990"/>
                    <a:pt x="69122" y="60417"/>
                  </a:cubicBezTo>
                  <a:cubicBezTo>
                    <a:pt x="69226" y="60131"/>
                    <a:pt x="70074" y="60122"/>
                    <a:pt x="70293" y="59245"/>
                  </a:cubicBezTo>
                  <a:cubicBezTo>
                    <a:pt x="70798" y="57217"/>
                    <a:pt x="70598" y="56074"/>
                    <a:pt x="71465" y="53378"/>
                  </a:cubicBezTo>
                  <a:cubicBezTo>
                    <a:pt x="71532" y="53178"/>
                    <a:pt x="72436" y="53026"/>
                    <a:pt x="72636" y="52206"/>
                  </a:cubicBezTo>
                  <a:cubicBezTo>
                    <a:pt x="73379" y="49235"/>
                    <a:pt x="73303" y="46901"/>
                    <a:pt x="74980" y="43986"/>
                  </a:cubicBezTo>
                  <a:cubicBezTo>
                    <a:pt x="75446" y="43186"/>
                    <a:pt x="77104" y="42148"/>
                    <a:pt x="77332" y="41634"/>
                  </a:cubicBezTo>
                  <a:cubicBezTo>
                    <a:pt x="78390" y="39205"/>
                    <a:pt x="77513" y="36662"/>
                    <a:pt x="78513" y="34595"/>
                  </a:cubicBezTo>
                  <a:cubicBezTo>
                    <a:pt x="78837" y="33899"/>
                    <a:pt x="80304" y="33204"/>
                    <a:pt x="80857" y="32242"/>
                  </a:cubicBezTo>
                  <a:cubicBezTo>
                    <a:pt x="81628" y="30918"/>
                    <a:pt x="82704" y="29547"/>
                    <a:pt x="83209" y="27546"/>
                  </a:cubicBezTo>
                  <a:cubicBezTo>
                    <a:pt x="83362" y="26927"/>
                    <a:pt x="82885" y="25727"/>
                    <a:pt x="83209" y="25194"/>
                  </a:cubicBezTo>
                  <a:cubicBezTo>
                    <a:pt x="83504" y="24698"/>
                    <a:pt x="85352" y="24451"/>
                    <a:pt x="85552" y="24022"/>
                  </a:cubicBezTo>
                  <a:cubicBezTo>
                    <a:pt x="85771" y="23574"/>
                    <a:pt x="85581" y="22879"/>
                    <a:pt x="85524" y="22279"/>
                  </a:cubicBezTo>
                  <a:cubicBezTo>
                    <a:pt x="85505" y="22060"/>
                    <a:pt x="85505" y="21850"/>
                    <a:pt x="85552" y="21669"/>
                  </a:cubicBezTo>
                  <a:cubicBezTo>
                    <a:pt x="85829" y="20583"/>
                    <a:pt x="86914" y="18917"/>
                    <a:pt x="87895" y="16974"/>
                  </a:cubicBezTo>
                  <a:cubicBezTo>
                    <a:pt x="90077" y="12687"/>
                    <a:pt x="95134" y="7849"/>
                    <a:pt x="96382" y="2838"/>
                  </a:cubicBezTo>
                  <a:close/>
                </a:path>
              </a:pathLst>
            </a:custGeom>
            <a:solidFill>
              <a:srgbClr val="D7891E"/>
            </a:solidFill>
            <a:ln cap="flat">
              <a:noFill/>
              <a:prstDash val="solid"/>
              <a:miter lim="800000"/>
            </a:ln>
          </p:spPr>
          <p:txBody>
            <a:bodyPr vert="horz" anchor="ctr" tIns="45720" lIns="91440" bIns="45720" rIns="91440"/>
            <a:p>
              <a:pPr algn="l" marL="0"/>
            </a:p>
          </p:txBody>
        </p:sp>
        <p:sp>
          <p:nvSpPr>
            <p:cNvPr name="Freeform 154" id="154"/>
            <p:cNvSpPr/>
            <p:nvPr/>
          </p:nvSpPr>
          <p:spPr>
            <a:xfrm>
              <a:off x="9222433" y="3696393"/>
              <a:ext cx="179942" cy="352358"/>
            </a:xfrm>
            <a:custGeom>
              <a:avLst/>
              <a:gdLst/>
              <a:ahLst/>
              <a:cxnLst/>
              <a:rect r="r" b="b" t="t" l="l"/>
              <a:pathLst>
                <a:path w="179942" h="352358" stroke="true" fill="norm" extrusionOk="true">
                  <a:moveTo>
                    <a:pt x="178298" y="13068"/>
                  </a:moveTo>
                  <a:cubicBezTo>
                    <a:pt x="177127" y="9573"/>
                    <a:pt x="174660" y="8449"/>
                    <a:pt x="172431" y="6029"/>
                  </a:cubicBezTo>
                  <a:cubicBezTo>
                    <a:pt x="172079" y="5639"/>
                    <a:pt x="172831" y="4000"/>
                    <a:pt x="172431" y="3677"/>
                  </a:cubicBezTo>
                  <a:cubicBezTo>
                    <a:pt x="170783" y="2334"/>
                    <a:pt x="169164" y="743"/>
                    <a:pt x="165383" y="152"/>
                  </a:cubicBezTo>
                  <a:cubicBezTo>
                    <a:pt x="165411" y="86"/>
                    <a:pt x="165478" y="67"/>
                    <a:pt x="165516" y="0"/>
                  </a:cubicBezTo>
                  <a:cubicBezTo>
                    <a:pt x="161201" y="95"/>
                    <a:pt x="158134" y="419"/>
                    <a:pt x="154029" y="2305"/>
                  </a:cubicBezTo>
                  <a:cubicBezTo>
                    <a:pt x="150076" y="4124"/>
                    <a:pt x="147009" y="6867"/>
                    <a:pt x="143723" y="9668"/>
                  </a:cubicBezTo>
                  <a:cubicBezTo>
                    <a:pt x="143437" y="9916"/>
                    <a:pt x="143075" y="10068"/>
                    <a:pt x="142694" y="10163"/>
                  </a:cubicBezTo>
                  <a:cubicBezTo>
                    <a:pt x="142494" y="10906"/>
                    <a:pt x="141932" y="11344"/>
                    <a:pt x="141275" y="11554"/>
                  </a:cubicBezTo>
                  <a:cubicBezTo>
                    <a:pt x="140141" y="13183"/>
                    <a:pt x="138675" y="14754"/>
                    <a:pt x="137198" y="16602"/>
                  </a:cubicBezTo>
                  <a:cubicBezTo>
                    <a:pt x="136303" y="17726"/>
                    <a:pt x="135712" y="18831"/>
                    <a:pt x="134855" y="20126"/>
                  </a:cubicBezTo>
                  <a:cubicBezTo>
                    <a:pt x="134360" y="20869"/>
                    <a:pt x="132912" y="21793"/>
                    <a:pt x="132502" y="22469"/>
                  </a:cubicBezTo>
                  <a:cubicBezTo>
                    <a:pt x="132036" y="23250"/>
                    <a:pt x="131855" y="23993"/>
                    <a:pt x="131331" y="24822"/>
                  </a:cubicBezTo>
                  <a:cubicBezTo>
                    <a:pt x="130597" y="25975"/>
                    <a:pt x="130578" y="26670"/>
                    <a:pt x="130159" y="28346"/>
                  </a:cubicBezTo>
                  <a:cubicBezTo>
                    <a:pt x="129864" y="29537"/>
                    <a:pt x="129254" y="28927"/>
                    <a:pt x="128988" y="29518"/>
                  </a:cubicBezTo>
                  <a:cubicBezTo>
                    <a:pt x="128235" y="31166"/>
                    <a:pt x="128664" y="32556"/>
                    <a:pt x="127816" y="34214"/>
                  </a:cubicBezTo>
                  <a:cubicBezTo>
                    <a:pt x="127492" y="34842"/>
                    <a:pt x="125663" y="36043"/>
                    <a:pt x="125463" y="36557"/>
                  </a:cubicBezTo>
                  <a:cubicBezTo>
                    <a:pt x="125082" y="37557"/>
                    <a:pt x="125692" y="39033"/>
                    <a:pt x="125463" y="40081"/>
                  </a:cubicBezTo>
                  <a:cubicBezTo>
                    <a:pt x="124663" y="43786"/>
                    <a:pt x="123901" y="51130"/>
                    <a:pt x="126635" y="57693"/>
                  </a:cubicBezTo>
                  <a:cubicBezTo>
                    <a:pt x="125997" y="61846"/>
                    <a:pt x="130797" y="60579"/>
                    <a:pt x="130159" y="64741"/>
                  </a:cubicBezTo>
                  <a:cubicBezTo>
                    <a:pt x="127511" y="66399"/>
                    <a:pt x="129197" y="72380"/>
                    <a:pt x="124292" y="71780"/>
                  </a:cubicBezTo>
                  <a:cubicBezTo>
                    <a:pt x="121796" y="67799"/>
                    <a:pt x="121758" y="63589"/>
                    <a:pt x="118424" y="60046"/>
                  </a:cubicBezTo>
                  <a:cubicBezTo>
                    <a:pt x="116929" y="58455"/>
                    <a:pt x="116291" y="58141"/>
                    <a:pt x="112557" y="57693"/>
                  </a:cubicBezTo>
                  <a:cubicBezTo>
                    <a:pt x="112204" y="57645"/>
                    <a:pt x="110404" y="57941"/>
                    <a:pt x="110214" y="57693"/>
                  </a:cubicBezTo>
                  <a:cubicBezTo>
                    <a:pt x="109528" y="56864"/>
                    <a:pt x="109138" y="56883"/>
                    <a:pt x="107861" y="57693"/>
                  </a:cubicBezTo>
                  <a:cubicBezTo>
                    <a:pt x="106804" y="58369"/>
                    <a:pt x="104251" y="58579"/>
                    <a:pt x="101994" y="60046"/>
                  </a:cubicBezTo>
                  <a:cubicBezTo>
                    <a:pt x="102251" y="59874"/>
                    <a:pt x="96212" y="65380"/>
                    <a:pt x="96117" y="67085"/>
                  </a:cubicBezTo>
                  <a:cubicBezTo>
                    <a:pt x="96098" y="67466"/>
                    <a:pt x="95222" y="69009"/>
                    <a:pt x="94945" y="69437"/>
                  </a:cubicBezTo>
                  <a:cubicBezTo>
                    <a:pt x="94583" y="69999"/>
                    <a:pt x="92697" y="71514"/>
                    <a:pt x="92593" y="71780"/>
                  </a:cubicBezTo>
                  <a:cubicBezTo>
                    <a:pt x="92221" y="72819"/>
                    <a:pt x="92916" y="74238"/>
                    <a:pt x="92593" y="75305"/>
                  </a:cubicBezTo>
                  <a:cubicBezTo>
                    <a:pt x="92307" y="76257"/>
                    <a:pt x="91021" y="77229"/>
                    <a:pt x="91421" y="78829"/>
                  </a:cubicBezTo>
                  <a:cubicBezTo>
                    <a:pt x="91564" y="79400"/>
                    <a:pt x="92612" y="80191"/>
                    <a:pt x="92593" y="80000"/>
                  </a:cubicBezTo>
                  <a:cubicBezTo>
                    <a:pt x="92726" y="81905"/>
                    <a:pt x="91316" y="82029"/>
                    <a:pt x="91421" y="83525"/>
                  </a:cubicBezTo>
                  <a:cubicBezTo>
                    <a:pt x="91545" y="85201"/>
                    <a:pt x="92278" y="86839"/>
                    <a:pt x="92945" y="88392"/>
                  </a:cubicBezTo>
                  <a:cubicBezTo>
                    <a:pt x="93021" y="88459"/>
                    <a:pt x="93107" y="88478"/>
                    <a:pt x="93183" y="88563"/>
                  </a:cubicBezTo>
                  <a:cubicBezTo>
                    <a:pt x="94888" y="90373"/>
                    <a:pt x="96536" y="92231"/>
                    <a:pt x="98108" y="94155"/>
                  </a:cubicBezTo>
                  <a:cubicBezTo>
                    <a:pt x="99536" y="93164"/>
                    <a:pt x="100832" y="97307"/>
                    <a:pt x="101994" y="97603"/>
                  </a:cubicBezTo>
                  <a:cubicBezTo>
                    <a:pt x="103556" y="98784"/>
                    <a:pt x="105537" y="99536"/>
                    <a:pt x="106690" y="101127"/>
                  </a:cubicBezTo>
                  <a:cubicBezTo>
                    <a:pt x="105499" y="106985"/>
                    <a:pt x="101860" y="110385"/>
                    <a:pt x="99651" y="115214"/>
                  </a:cubicBezTo>
                  <a:cubicBezTo>
                    <a:pt x="97441" y="115643"/>
                    <a:pt x="98250" y="112471"/>
                    <a:pt x="97298" y="111690"/>
                  </a:cubicBezTo>
                  <a:cubicBezTo>
                    <a:pt x="97136" y="111547"/>
                    <a:pt x="96241" y="111871"/>
                    <a:pt x="96126" y="111690"/>
                  </a:cubicBezTo>
                  <a:cubicBezTo>
                    <a:pt x="95850" y="111262"/>
                    <a:pt x="96507" y="109652"/>
                    <a:pt x="96126" y="109347"/>
                  </a:cubicBezTo>
                  <a:cubicBezTo>
                    <a:pt x="93917" y="107537"/>
                    <a:pt x="90773" y="103975"/>
                    <a:pt x="86735" y="102298"/>
                  </a:cubicBezTo>
                  <a:cubicBezTo>
                    <a:pt x="84963" y="101946"/>
                    <a:pt x="83649" y="102051"/>
                    <a:pt x="82534" y="102356"/>
                  </a:cubicBezTo>
                  <a:cubicBezTo>
                    <a:pt x="78086" y="103146"/>
                    <a:pt x="67246" y="106566"/>
                    <a:pt x="65608" y="121082"/>
                  </a:cubicBezTo>
                  <a:cubicBezTo>
                    <a:pt x="65608" y="121082"/>
                    <a:pt x="63618" y="133645"/>
                    <a:pt x="74048" y="139436"/>
                  </a:cubicBezTo>
                  <a:cubicBezTo>
                    <a:pt x="74171" y="139637"/>
                    <a:pt x="74343" y="139713"/>
                    <a:pt x="74524" y="139722"/>
                  </a:cubicBezTo>
                  <a:cubicBezTo>
                    <a:pt x="77057" y="141027"/>
                    <a:pt x="80286" y="141941"/>
                    <a:pt x="84392" y="142218"/>
                  </a:cubicBezTo>
                  <a:cubicBezTo>
                    <a:pt x="83153" y="148018"/>
                    <a:pt x="78905" y="150828"/>
                    <a:pt x="77343" y="156305"/>
                  </a:cubicBezTo>
                  <a:cubicBezTo>
                    <a:pt x="73533" y="155029"/>
                    <a:pt x="72914" y="150562"/>
                    <a:pt x="70304" y="148085"/>
                  </a:cubicBezTo>
                  <a:cubicBezTo>
                    <a:pt x="69256" y="147561"/>
                    <a:pt x="68199" y="147056"/>
                    <a:pt x="67951" y="145733"/>
                  </a:cubicBezTo>
                  <a:cubicBezTo>
                    <a:pt x="64579" y="145904"/>
                    <a:pt x="58798" y="142475"/>
                    <a:pt x="56217" y="145733"/>
                  </a:cubicBezTo>
                  <a:cubicBezTo>
                    <a:pt x="53464" y="145066"/>
                    <a:pt x="53578" y="147266"/>
                    <a:pt x="52216" y="147980"/>
                  </a:cubicBezTo>
                  <a:cubicBezTo>
                    <a:pt x="52121" y="148361"/>
                    <a:pt x="51949" y="148733"/>
                    <a:pt x="51616" y="149076"/>
                  </a:cubicBezTo>
                  <a:cubicBezTo>
                    <a:pt x="45787" y="155143"/>
                    <a:pt x="42405" y="163763"/>
                    <a:pt x="45406" y="171517"/>
                  </a:cubicBezTo>
                  <a:cubicBezTo>
                    <a:pt x="46339" y="171612"/>
                    <a:pt x="47244" y="172136"/>
                    <a:pt x="47558" y="173203"/>
                  </a:cubicBezTo>
                  <a:cubicBezTo>
                    <a:pt x="47644" y="173507"/>
                    <a:pt x="47682" y="173726"/>
                    <a:pt x="47739" y="173984"/>
                  </a:cubicBezTo>
                  <a:cubicBezTo>
                    <a:pt x="49225" y="176155"/>
                    <a:pt x="50016" y="178746"/>
                    <a:pt x="51521" y="180956"/>
                  </a:cubicBezTo>
                  <a:cubicBezTo>
                    <a:pt x="52607" y="182575"/>
                    <a:pt x="54093" y="183842"/>
                    <a:pt x="55045" y="185652"/>
                  </a:cubicBezTo>
                  <a:cubicBezTo>
                    <a:pt x="59189" y="185814"/>
                    <a:pt x="60293" y="189014"/>
                    <a:pt x="64437" y="189176"/>
                  </a:cubicBezTo>
                  <a:cubicBezTo>
                    <a:pt x="64684" y="194900"/>
                    <a:pt x="59617" y="195329"/>
                    <a:pt x="59741" y="200920"/>
                  </a:cubicBezTo>
                  <a:cubicBezTo>
                    <a:pt x="59741" y="200920"/>
                    <a:pt x="53007" y="184452"/>
                    <a:pt x="36881" y="194434"/>
                  </a:cubicBezTo>
                  <a:cubicBezTo>
                    <a:pt x="36176" y="194548"/>
                    <a:pt x="35462" y="194662"/>
                    <a:pt x="35090" y="195053"/>
                  </a:cubicBezTo>
                  <a:cubicBezTo>
                    <a:pt x="35043" y="195101"/>
                    <a:pt x="35023" y="195167"/>
                    <a:pt x="34985" y="195205"/>
                  </a:cubicBezTo>
                  <a:cubicBezTo>
                    <a:pt x="33709" y="195920"/>
                    <a:pt x="32147" y="197263"/>
                    <a:pt x="31566" y="199749"/>
                  </a:cubicBezTo>
                  <a:cubicBezTo>
                    <a:pt x="29985" y="207950"/>
                    <a:pt x="27156" y="212398"/>
                    <a:pt x="29213" y="218532"/>
                  </a:cubicBezTo>
                  <a:cubicBezTo>
                    <a:pt x="31995" y="226809"/>
                    <a:pt x="41167" y="227886"/>
                    <a:pt x="49178" y="231448"/>
                  </a:cubicBezTo>
                  <a:cubicBezTo>
                    <a:pt x="49625" y="236591"/>
                    <a:pt x="45825" y="237477"/>
                    <a:pt x="45653" y="242011"/>
                  </a:cubicBezTo>
                  <a:cubicBezTo>
                    <a:pt x="38386" y="241316"/>
                    <a:pt x="39767" y="235782"/>
                    <a:pt x="30394" y="236144"/>
                  </a:cubicBezTo>
                  <a:cubicBezTo>
                    <a:pt x="26565" y="236296"/>
                    <a:pt x="22098" y="238449"/>
                    <a:pt x="19831" y="242011"/>
                  </a:cubicBezTo>
                  <a:cubicBezTo>
                    <a:pt x="19012" y="243297"/>
                    <a:pt x="18317" y="244221"/>
                    <a:pt x="17488" y="245535"/>
                  </a:cubicBezTo>
                  <a:cubicBezTo>
                    <a:pt x="15107" y="249269"/>
                    <a:pt x="16412" y="260166"/>
                    <a:pt x="18660" y="264319"/>
                  </a:cubicBezTo>
                  <a:cubicBezTo>
                    <a:pt x="19421" y="265728"/>
                    <a:pt x="22736" y="266414"/>
                    <a:pt x="21012" y="269015"/>
                  </a:cubicBezTo>
                  <a:cubicBezTo>
                    <a:pt x="22641" y="271472"/>
                    <a:pt x="23327" y="268414"/>
                    <a:pt x="26880" y="270186"/>
                  </a:cubicBezTo>
                  <a:cubicBezTo>
                    <a:pt x="28394" y="270939"/>
                    <a:pt x="28470" y="274691"/>
                    <a:pt x="31575" y="273710"/>
                  </a:cubicBezTo>
                  <a:cubicBezTo>
                    <a:pt x="32585" y="274653"/>
                    <a:pt x="32271" y="276930"/>
                    <a:pt x="33919" y="277235"/>
                  </a:cubicBezTo>
                  <a:cubicBezTo>
                    <a:pt x="33776" y="283750"/>
                    <a:pt x="32414" y="289036"/>
                    <a:pt x="30394" y="293675"/>
                  </a:cubicBezTo>
                  <a:cubicBezTo>
                    <a:pt x="30137" y="299437"/>
                    <a:pt x="26003" y="290293"/>
                    <a:pt x="23346" y="290150"/>
                  </a:cubicBezTo>
                  <a:cubicBezTo>
                    <a:pt x="21403" y="290046"/>
                    <a:pt x="18460" y="288007"/>
                    <a:pt x="16307" y="286626"/>
                  </a:cubicBezTo>
                  <a:cubicBezTo>
                    <a:pt x="14859" y="287122"/>
                    <a:pt x="13392" y="287588"/>
                    <a:pt x="11964" y="288093"/>
                  </a:cubicBezTo>
                  <a:cubicBezTo>
                    <a:pt x="7030" y="289827"/>
                    <a:pt x="2534" y="292008"/>
                    <a:pt x="1048" y="297190"/>
                  </a:cubicBezTo>
                  <a:lnTo>
                    <a:pt x="0" y="306753"/>
                  </a:lnTo>
                  <a:cubicBezTo>
                    <a:pt x="0" y="306753"/>
                    <a:pt x="5667" y="320202"/>
                    <a:pt x="5877" y="320812"/>
                  </a:cubicBezTo>
                  <a:cubicBezTo>
                    <a:pt x="6087" y="321431"/>
                    <a:pt x="15450" y="325307"/>
                    <a:pt x="15450" y="325307"/>
                  </a:cubicBezTo>
                  <a:lnTo>
                    <a:pt x="15469" y="325336"/>
                  </a:lnTo>
                  <a:cubicBezTo>
                    <a:pt x="16412" y="325164"/>
                    <a:pt x="17164" y="325174"/>
                    <a:pt x="17793" y="325307"/>
                  </a:cubicBezTo>
                  <a:cubicBezTo>
                    <a:pt x="19336" y="325641"/>
                    <a:pt x="20298" y="326545"/>
                    <a:pt x="22184" y="326526"/>
                  </a:cubicBezTo>
                  <a:cubicBezTo>
                    <a:pt x="22279" y="328193"/>
                    <a:pt x="22374" y="329851"/>
                    <a:pt x="21012" y="330051"/>
                  </a:cubicBezTo>
                  <a:cubicBezTo>
                    <a:pt x="21107" y="331718"/>
                    <a:pt x="21203" y="333375"/>
                    <a:pt x="19841" y="333575"/>
                  </a:cubicBezTo>
                  <a:cubicBezTo>
                    <a:pt x="20174" y="333899"/>
                    <a:pt x="20384" y="334242"/>
                    <a:pt x="20526" y="334604"/>
                  </a:cubicBezTo>
                  <a:cubicBezTo>
                    <a:pt x="21460" y="336804"/>
                    <a:pt x="19355" y="339538"/>
                    <a:pt x="18660" y="341795"/>
                  </a:cubicBezTo>
                  <a:lnTo>
                    <a:pt x="22184" y="352358"/>
                  </a:lnTo>
                  <a:lnTo>
                    <a:pt x="22184" y="350006"/>
                  </a:lnTo>
                  <a:cubicBezTo>
                    <a:pt x="26356" y="351834"/>
                    <a:pt x="22889" y="346024"/>
                    <a:pt x="25708" y="346481"/>
                  </a:cubicBezTo>
                  <a:cubicBezTo>
                    <a:pt x="25565" y="342843"/>
                    <a:pt x="26299" y="340081"/>
                    <a:pt x="27184" y="337471"/>
                  </a:cubicBezTo>
                  <a:cubicBezTo>
                    <a:pt x="27889" y="335404"/>
                    <a:pt x="28670" y="333432"/>
                    <a:pt x="29232" y="331213"/>
                  </a:cubicBezTo>
                  <a:cubicBezTo>
                    <a:pt x="31918" y="332441"/>
                    <a:pt x="36319" y="331956"/>
                    <a:pt x="38624" y="333565"/>
                  </a:cubicBezTo>
                  <a:cubicBezTo>
                    <a:pt x="43024" y="331022"/>
                    <a:pt x="48692" y="331222"/>
                    <a:pt x="52711" y="327698"/>
                  </a:cubicBezTo>
                  <a:cubicBezTo>
                    <a:pt x="53369" y="327117"/>
                    <a:pt x="53530" y="325422"/>
                    <a:pt x="54235" y="324526"/>
                  </a:cubicBezTo>
                  <a:cubicBezTo>
                    <a:pt x="55254" y="321135"/>
                    <a:pt x="58512" y="318583"/>
                    <a:pt x="60636" y="315687"/>
                  </a:cubicBezTo>
                  <a:cubicBezTo>
                    <a:pt x="60874" y="315373"/>
                    <a:pt x="61141" y="315135"/>
                    <a:pt x="61427" y="314973"/>
                  </a:cubicBezTo>
                  <a:cubicBezTo>
                    <a:pt x="64951" y="309524"/>
                    <a:pt x="66113" y="301171"/>
                    <a:pt x="64456" y="293656"/>
                  </a:cubicBezTo>
                  <a:cubicBezTo>
                    <a:pt x="62246" y="292627"/>
                    <a:pt x="60350" y="290227"/>
                    <a:pt x="58588" y="290131"/>
                  </a:cubicBezTo>
                  <a:cubicBezTo>
                    <a:pt x="57569" y="290074"/>
                    <a:pt x="57655" y="289008"/>
                    <a:pt x="57417" y="288960"/>
                  </a:cubicBezTo>
                  <a:cubicBezTo>
                    <a:pt x="53902" y="288150"/>
                    <a:pt x="50292" y="289074"/>
                    <a:pt x="46854" y="290131"/>
                  </a:cubicBezTo>
                  <a:cubicBezTo>
                    <a:pt x="46739" y="290160"/>
                    <a:pt x="46311" y="291055"/>
                    <a:pt x="45682" y="291303"/>
                  </a:cubicBezTo>
                  <a:cubicBezTo>
                    <a:pt x="42967" y="292389"/>
                    <a:pt x="40900" y="293122"/>
                    <a:pt x="38633" y="293656"/>
                  </a:cubicBezTo>
                  <a:cubicBezTo>
                    <a:pt x="38662" y="288979"/>
                    <a:pt x="39757" y="285388"/>
                    <a:pt x="42158" y="283092"/>
                  </a:cubicBezTo>
                  <a:cubicBezTo>
                    <a:pt x="44968" y="283807"/>
                    <a:pt x="47520" y="284778"/>
                    <a:pt x="51549" y="284264"/>
                  </a:cubicBezTo>
                  <a:cubicBezTo>
                    <a:pt x="51483" y="282769"/>
                    <a:pt x="52940" y="283626"/>
                    <a:pt x="53893" y="283092"/>
                  </a:cubicBezTo>
                  <a:cubicBezTo>
                    <a:pt x="54559" y="282721"/>
                    <a:pt x="55483" y="281168"/>
                    <a:pt x="56245" y="280749"/>
                  </a:cubicBezTo>
                  <a:cubicBezTo>
                    <a:pt x="56474" y="280616"/>
                    <a:pt x="57150" y="280759"/>
                    <a:pt x="57417" y="280749"/>
                  </a:cubicBezTo>
                  <a:cubicBezTo>
                    <a:pt x="58531" y="280683"/>
                    <a:pt x="62094" y="277644"/>
                    <a:pt x="62112" y="277225"/>
                  </a:cubicBezTo>
                  <a:cubicBezTo>
                    <a:pt x="62189" y="275863"/>
                    <a:pt x="62665" y="276692"/>
                    <a:pt x="63294" y="276054"/>
                  </a:cubicBezTo>
                  <a:cubicBezTo>
                    <a:pt x="65522" y="273767"/>
                    <a:pt x="70237" y="270958"/>
                    <a:pt x="70342" y="269005"/>
                  </a:cubicBezTo>
                  <a:cubicBezTo>
                    <a:pt x="70447" y="266938"/>
                    <a:pt x="72847" y="266138"/>
                    <a:pt x="73866" y="265481"/>
                  </a:cubicBezTo>
                  <a:cubicBezTo>
                    <a:pt x="72714" y="261899"/>
                    <a:pt x="75162" y="258842"/>
                    <a:pt x="75038" y="256089"/>
                  </a:cubicBezTo>
                  <a:cubicBezTo>
                    <a:pt x="74886" y="252812"/>
                    <a:pt x="73371" y="251127"/>
                    <a:pt x="72685" y="247869"/>
                  </a:cubicBezTo>
                  <a:cubicBezTo>
                    <a:pt x="64599" y="245488"/>
                    <a:pt x="58246" y="245859"/>
                    <a:pt x="51559" y="249041"/>
                  </a:cubicBezTo>
                  <a:cubicBezTo>
                    <a:pt x="53807" y="244249"/>
                    <a:pt x="53845" y="237239"/>
                    <a:pt x="57426" y="233772"/>
                  </a:cubicBezTo>
                  <a:cubicBezTo>
                    <a:pt x="61656" y="238468"/>
                    <a:pt x="67304" y="239392"/>
                    <a:pt x="72695" y="238468"/>
                  </a:cubicBezTo>
                  <a:cubicBezTo>
                    <a:pt x="77057" y="237715"/>
                    <a:pt x="83896" y="230181"/>
                    <a:pt x="86782" y="226733"/>
                  </a:cubicBezTo>
                  <a:cubicBezTo>
                    <a:pt x="90649" y="222113"/>
                    <a:pt x="91259" y="221447"/>
                    <a:pt x="92650" y="216170"/>
                  </a:cubicBezTo>
                  <a:cubicBezTo>
                    <a:pt x="94317" y="209855"/>
                    <a:pt x="93955" y="207893"/>
                    <a:pt x="90307" y="204425"/>
                  </a:cubicBezTo>
                  <a:cubicBezTo>
                    <a:pt x="89345" y="203511"/>
                    <a:pt x="88002" y="203997"/>
                    <a:pt x="86782" y="203244"/>
                  </a:cubicBezTo>
                  <a:cubicBezTo>
                    <a:pt x="85258" y="202311"/>
                    <a:pt x="85897" y="201368"/>
                    <a:pt x="83258" y="200901"/>
                  </a:cubicBezTo>
                  <a:cubicBezTo>
                    <a:pt x="77791" y="199930"/>
                    <a:pt x="72590" y="202835"/>
                    <a:pt x="66818" y="204425"/>
                  </a:cubicBezTo>
                  <a:cubicBezTo>
                    <a:pt x="64941" y="200463"/>
                    <a:pt x="71799" y="199415"/>
                    <a:pt x="67989" y="197387"/>
                  </a:cubicBezTo>
                  <a:cubicBezTo>
                    <a:pt x="70009" y="195872"/>
                    <a:pt x="68018" y="190367"/>
                    <a:pt x="71514" y="190338"/>
                  </a:cubicBezTo>
                  <a:cubicBezTo>
                    <a:pt x="77953" y="192767"/>
                    <a:pt x="84420" y="195215"/>
                    <a:pt x="91478" y="193862"/>
                  </a:cubicBezTo>
                  <a:cubicBezTo>
                    <a:pt x="93059" y="193558"/>
                    <a:pt x="93888" y="192233"/>
                    <a:pt x="95002" y="191519"/>
                  </a:cubicBezTo>
                  <a:cubicBezTo>
                    <a:pt x="97212" y="190100"/>
                    <a:pt x="98565" y="190214"/>
                    <a:pt x="100870" y="189167"/>
                  </a:cubicBezTo>
                  <a:cubicBezTo>
                    <a:pt x="101194" y="189024"/>
                    <a:pt x="101698" y="187109"/>
                    <a:pt x="102041" y="186823"/>
                  </a:cubicBezTo>
                  <a:cubicBezTo>
                    <a:pt x="104889" y="184452"/>
                    <a:pt x="105747" y="182985"/>
                    <a:pt x="106737" y="179775"/>
                  </a:cubicBezTo>
                  <a:cubicBezTo>
                    <a:pt x="107633" y="176889"/>
                    <a:pt x="108166" y="175993"/>
                    <a:pt x="109090" y="175079"/>
                  </a:cubicBezTo>
                  <a:cubicBezTo>
                    <a:pt x="111852" y="172317"/>
                    <a:pt x="107004" y="162411"/>
                    <a:pt x="107918" y="162163"/>
                  </a:cubicBezTo>
                  <a:cubicBezTo>
                    <a:pt x="106242" y="161877"/>
                    <a:pt x="105937" y="160229"/>
                    <a:pt x="104394" y="159810"/>
                  </a:cubicBezTo>
                  <a:cubicBezTo>
                    <a:pt x="104204" y="158296"/>
                    <a:pt x="102527" y="158725"/>
                    <a:pt x="100870" y="158639"/>
                  </a:cubicBezTo>
                  <a:cubicBezTo>
                    <a:pt x="99946" y="158591"/>
                    <a:pt x="99803" y="157486"/>
                    <a:pt x="99698" y="157467"/>
                  </a:cubicBezTo>
                  <a:cubicBezTo>
                    <a:pt x="96260" y="156886"/>
                    <a:pt x="92107" y="157229"/>
                    <a:pt x="88983" y="158524"/>
                  </a:cubicBezTo>
                  <a:lnTo>
                    <a:pt x="88973" y="158515"/>
                  </a:lnTo>
                  <a:lnTo>
                    <a:pt x="84068" y="159410"/>
                  </a:lnTo>
                  <a:cubicBezTo>
                    <a:pt x="84534" y="157782"/>
                    <a:pt x="85001" y="156267"/>
                    <a:pt x="85620" y="155124"/>
                  </a:cubicBezTo>
                  <a:cubicBezTo>
                    <a:pt x="85973" y="154467"/>
                    <a:pt x="87554" y="153524"/>
                    <a:pt x="87964" y="152781"/>
                  </a:cubicBezTo>
                  <a:cubicBezTo>
                    <a:pt x="89116" y="150685"/>
                    <a:pt x="88754" y="147533"/>
                    <a:pt x="91488" y="146914"/>
                  </a:cubicBezTo>
                  <a:cubicBezTo>
                    <a:pt x="91240" y="148095"/>
                    <a:pt x="92069" y="147695"/>
                    <a:pt x="92659" y="148085"/>
                  </a:cubicBezTo>
                  <a:cubicBezTo>
                    <a:pt x="94412" y="149247"/>
                    <a:pt x="95069" y="150943"/>
                    <a:pt x="96184" y="151609"/>
                  </a:cubicBezTo>
                  <a:cubicBezTo>
                    <a:pt x="101384" y="154696"/>
                    <a:pt x="116367" y="154467"/>
                    <a:pt x="119672" y="150438"/>
                  </a:cubicBezTo>
                  <a:cubicBezTo>
                    <a:pt x="119987" y="150057"/>
                    <a:pt x="121596" y="150733"/>
                    <a:pt x="122015" y="150438"/>
                  </a:cubicBezTo>
                  <a:cubicBezTo>
                    <a:pt x="122863" y="149847"/>
                    <a:pt x="123301" y="148761"/>
                    <a:pt x="124368" y="148095"/>
                  </a:cubicBezTo>
                  <a:cubicBezTo>
                    <a:pt x="126587" y="146704"/>
                    <a:pt x="129540" y="145456"/>
                    <a:pt x="130235" y="144570"/>
                  </a:cubicBezTo>
                  <a:cubicBezTo>
                    <a:pt x="131074" y="143504"/>
                    <a:pt x="131769" y="139741"/>
                    <a:pt x="132588" y="137531"/>
                  </a:cubicBezTo>
                  <a:cubicBezTo>
                    <a:pt x="134626" y="131997"/>
                    <a:pt x="135674" y="126892"/>
                    <a:pt x="134941" y="119920"/>
                  </a:cubicBezTo>
                  <a:cubicBezTo>
                    <a:pt x="131150" y="115891"/>
                    <a:pt x="126578" y="112805"/>
                    <a:pt x="119672" y="112881"/>
                  </a:cubicBezTo>
                  <a:cubicBezTo>
                    <a:pt x="116634" y="112909"/>
                    <a:pt x="114986" y="114319"/>
                    <a:pt x="112624" y="115224"/>
                  </a:cubicBezTo>
                  <a:cubicBezTo>
                    <a:pt x="110500" y="116043"/>
                    <a:pt x="108347" y="118015"/>
                    <a:pt x="106756" y="116395"/>
                  </a:cubicBezTo>
                  <a:cubicBezTo>
                    <a:pt x="108261" y="113976"/>
                    <a:pt x="108633" y="110442"/>
                    <a:pt x="112624" y="110528"/>
                  </a:cubicBezTo>
                  <a:cubicBezTo>
                    <a:pt x="110595" y="107909"/>
                    <a:pt x="113157" y="107432"/>
                    <a:pt x="113795" y="105832"/>
                  </a:cubicBezTo>
                  <a:cubicBezTo>
                    <a:pt x="114148" y="104956"/>
                    <a:pt x="113757" y="103489"/>
                    <a:pt x="114967" y="103489"/>
                  </a:cubicBezTo>
                  <a:cubicBezTo>
                    <a:pt x="117224" y="103965"/>
                    <a:pt x="115891" y="108042"/>
                    <a:pt x="119663" y="107013"/>
                  </a:cubicBezTo>
                  <a:cubicBezTo>
                    <a:pt x="124158" y="109233"/>
                    <a:pt x="130531" y="110357"/>
                    <a:pt x="136093" y="109366"/>
                  </a:cubicBezTo>
                  <a:cubicBezTo>
                    <a:pt x="138256" y="108975"/>
                    <a:pt x="139646" y="107299"/>
                    <a:pt x="140789" y="107013"/>
                  </a:cubicBezTo>
                  <a:cubicBezTo>
                    <a:pt x="143266" y="106394"/>
                    <a:pt x="143008" y="106261"/>
                    <a:pt x="144313" y="104670"/>
                  </a:cubicBezTo>
                  <a:cubicBezTo>
                    <a:pt x="144637" y="104270"/>
                    <a:pt x="146247" y="104994"/>
                    <a:pt x="146656" y="104670"/>
                  </a:cubicBezTo>
                  <a:cubicBezTo>
                    <a:pt x="146771" y="104575"/>
                    <a:pt x="146904" y="104346"/>
                    <a:pt x="147028" y="104194"/>
                  </a:cubicBezTo>
                  <a:lnTo>
                    <a:pt x="147056" y="104242"/>
                  </a:lnTo>
                  <a:cubicBezTo>
                    <a:pt x="167545" y="91059"/>
                    <a:pt x="157229" y="76495"/>
                    <a:pt x="157229" y="76495"/>
                  </a:cubicBezTo>
                  <a:cubicBezTo>
                    <a:pt x="149514" y="73704"/>
                    <a:pt x="142180" y="72314"/>
                    <a:pt x="133750" y="75324"/>
                  </a:cubicBezTo>
                  <a:cubicBezTo>
                    <a:pt x="132426" y="75200"/>
                    <a:pt x="131921" y="77029"/>
                    <a:pt x="131398" y="75324"/>
                  </a:cubicBezTo>
                  <a:cubicBezTo>
                    <a:pt x="133617" y="75190"/>
                    <a:pt x="132217" y="71438"/>
                    <a:pt x="134922" y="71799"/>
                  </a:cubicBezTo>
                  <a:lnTo>
                    <a:pt x="141961" y="71799"/>
                  </a:lnTo>
                  <a:cubicBezTo>
                    <a:pt x="141913" y="68809"/>
                    <a:pt x="145752" y="69856"/>
                    <a:pt x="146656" y="69456"/>
                  </a:cubicBezTo>
                  <a:cubicBezTo>
                    <a:pt x="146790" y="69390"/>
                    <a:pt x="146552" y="68418"/>
                    <a:pt x="146656" y="68285"/>
                  </a:cubicBezTo>
                  <a:cubicBezTo>
                    <a:pt x="146742" y="68189"/>
                    <a:pt x="150228" y="67104"/>
                    <a:pt x="150181" y="67113"/>
                  </a:cubicBezTo>
                  <a:cubicBezTo>
                    <a:pt x="151752" y="66723"/>
                    <a:pt x="152753" y="66856"/>
                    <a:pt x="153705" y="65942"/>
                  </a:cubicBezTo>
                  <a:cubicBezTo>
                    <a:pt x="154019" y="65637"/>
                    <a:pt x="156029" y="63941"/>
                    <a:pt x="156048" y="63598"/>
                  </a:cubicBezTo>
                  <a:cubicBezTo>
                    <a:pt x="156124" y="62265"/>
                    <a:pt x="156524" y="63027"/>
                    <a:pt x="157220" y="62427"/>
                  </a:cubicBezTo>
                  <a:cubicBezTo>
                    <a:pt x="159801" y="60188"/>
                    <a:pt x="162230" y="57893"/>
                    <a:pt x="164697" y="55826"/>
                  </a:cubicBezTo>
                  <a:cubicBezTo>
                    <a:pt x="164697" y="55445"/>
                    <a:pt x="164783" y="55054"/>
                    <a:pt x="165011" y="54654"/>
                  </a:cubicBezTo>
                  <a:cubicBezTo>
                    <a:pt x="167297" y="50625"/>
                    <a:pt x="172784" y="48120"/>
                    <a:pt x="174012" y="43577"/>
                  </a:cubicBezTo>
                  <a:cubicBezTo>
                    <a:pt x="174232" y="42424"/>
                    <a:pt x="174212" y="41367"/>
                    <a:pt x="174822" y="40119"/>
                  </a:cubicBezTo>
                  <a:cubicBezTo>
                    <a:pt x="175870" y="38014"/>
                    <a:pt x="176356" y="38691"/>
                    <a:pt x="177175" y="35423"/>
                  </a:cubicBezTo>
                  <a:cubicBezTo>
                    <a:pt x="177460" y="34290"/>
                    <a:pt x="179156" y="32880"/>
                    <a:pt x="179518" y="30728"/>
                  </a:cubicBezTo>
                  <a:cubicBezTo>
                    <a:pt x="180385" y="25260"/>
                    <a:pt x="179899" y="17888"/>
                    <a:pt x="178298" y="1306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55" id="155"/>
            <p:cNvSpPr/>
            <p:nvPr/>
          </p:nvSpPr>
          <p:spPr>
            <a:xfrm>
              <a:off x="9111599" y="3863028"/>
              <a:ext cx="147677" cy="375718"/>
            </a:xfrm>
            <a:custGeom>
              <a:avLst/>
              <a:gdLst/>
              <a:ahLst/>
              <a:cxnLst/>
              <a:rect r="r" b="b" t="t" l="l"/>
              <a:pathLst>
                <a:path w="147677" h="375718" stroke="true" fill="norm" extrusionOk="true">
                  <a:moveTo>
                    <a:pt x="146734" y="230529"/>
                  </a:moveTo>
                  <a:cubicBezTo>
                    <a:pt x="146830" y="230453"/>
                    <a:pt x="146925" y="230434"/>
                    <a:pt x="147020" y="230367"/>
                  </a:cubicBezTo>
                  <a:cubicBezTo>
                    <a:pt x="143696" y="214136"/>
                    <a:pt x="139172" y="199115"/>
                    <a:pt x="132980" y="185752"/>
                  </a:cubicBezTo>
                  <a:lnTo>
                    <a:pt x="129456" y="175189"/>
                  </a:lnTo>
                  <a:cubicBezTo>
                    <a:pt x="125570" y="171702"/>
                    <a:pt x="124922" y="163920"/>
                    <a:pt x="125932" y="158748"/>
                  </a:cubicBezTo>
                  <a:cubicBezTo>
                    <a:pt x="126065" y="158720"/>
                    <a:pt x="126141" y="158748"/>
                    <a:pt x="126265" y="158720"/>
                  </a:cubicBezTo>
                  <a:lnTo>
                    <a:pt x="126246" y="158691"/>
                  </a:lnTo>
                  <a:lnTo>
                    <a:pt x="122417" y="149357"/>
                  </a:lnTo>
                  <a:cubicBezTo>
                    <a:pt x="120760" y="147919"/>
                    <a:pt x="120141" y="145366"/>
                    <a:pt x="118893" y="143489"/>
                  </a:cubicBezTo>
                  <a:cubicBezTo>
                    <a:pt x="117845" y="141899"/>
                    <a:pt x="115683" y="141051"/>
                    <a:pt x="115369" y="137622"/>
                  </a:cubicBezTo>
                  <a:lnTo>
                    <a:pt x="111844" y="130574"/>
                  </a:lnTo>
                  <a:cubicBezTo>
                    <a:pt x="109149" y="129973"/>
                    <a:pt x="108682" y="127116"/>
                    <a:pt x="107148" y="124706"/>
                  </a:cubicBezTo>
                  <a:cubicBezTo>
                    <a:pt x="106301" y="123382"/>
                    <a:pt x="105834" y="122258"/>
                    <a:pt x="104796" y="121182"/>
                  </a:cubicBezTo>
                  <a:cubicBezTo>
                    <a:pt x="104167" y="120525"/>
                    <a:pt x="102034" y="118629"/>
                    <a:pt x="102453" y="115314"/>
                  </a:cubicBezTo>
                  <a:cubicBezTo>
                    <a:pt x="100033" y="114162"/>
                    <a:pt x="99109" y="112771"/>
                    <a:pt x="97757" y="110619"/>
                  </a:cubicBezTo>
                  <a:cubicBezTo>
                    <a:pt x="96652" y="108866"/>
                    <a:pt x="96395" y="106399"/>
                    <a:pt x="95404" y="104751"/>
                  </a:cubicBezTo>
                  <a:cubicBezTo>
                    <a:pt x="94928" y="103961"/>
                    <a:pt x="93499" y="103113"/>
                    <a:pt x="93061" y="102408"/>
                  </a:cubicBezTo>
                  <a:cubicBezTo>
                    <a:pt x="92471" y="101456"/>
                    <a:pt x="92594" y="100017"/>
                    <a:pt x="91890" y="98884"/>
                  </a:cubicBezTo>
                  <a:cubicBezTo>
                    <a:pt x="91356" y="98036"/>
                    <a:pt x="90089" y="97284"/>
                    <a:pt x="89537" y="96531"/>
                  </a:cubicBezTo>
                  <a:cubicBezTo>
                    <a:pt x="88203" y="94702"/>
                    <a:pt x="87022" y="91226"/>
                    <a:pt x="84841" y="88311"/>
                  </a:cubicBezTo>
                  <a:cubicBezTo>
                    <a:pt x="84136" y="87368"/>
                    <a:pt x="83241" y="86939"/>
                    <a:pt x="82498" y="85958"/>
                  </a:cubicBezTo>
                  <a:cubicBezTo>
                    <a:pt x="81926" y="85225"/>
                    <a:pt x="81879" y="84425"/>
                    <a:pt x="81326" y="83615"/>
                  </a:cubicBezTo>
                  <a:cubicBezTo>
                    <a:pt x="80812" y="82863"/>
                    <a:pt x="79412" y="81967"/>
                    <a:pt x="78983" y="81263"/>
                  </a:cubicBezTo>
                  <a:cubicBezTo>
                    <a:pt x="78383" y="80310"/>
                    <a:pt x="78516" y="78881"/>
                    <a:pt x="77812" y="77738"/>
                  </a:cubicBezTo>
                  <a:cubicBezTo>
                    <a:pt x="76668" y="75900"/>
                    <a:pt x="75468" y="74386"/>
                    <a:pt x="74287" y="73042"/>
                  </a:cubicBezTo>
                  <a:cubicBezTo>
                    <a:pt x="73678" y="72347"/>
                    <a:pt x="74449" y="71938"/>
                    <a:pt x="73116" y="71871"/>
                  </a:cubicBezTo>
                  <a:cubicBezTo>
                    <a:pt x="71192" y="71776"/>
                    <a:pt x="72087" y="66965"/>
                    <a:pt x="67239" y="68347"/>
                  </a:cubicBezTo>
                  <a:cubicBezTo>
                    <a:pt x="67544" y="64518"/>
                    <a:pt x="65848" y="62698"/>
                    <a:pt x="62543" y="62479"/>
                  </a:cubicBezTo>
                  <a:cubicBezTo>
                    <a:pt x="60343" y="60241"/>
                    <a:pt x="62410" y="59527"/>
                    <a:pt x="62543" y="56612"/>
                  </a:cubicBezTo>
                  <a:cubicBezTo>
                    <a:pt x="59923" y="55964"/>
                    <a:pt x="59952" y="53716"/>
                    <a:pt x="59019" y="53088"/>
                  </a:cubicBezTo>
                  <a:cubicBezTo>
                    <a:pt x="55466" y="50735"/>
                    <a:pt x="59447" y="54450"/>
                    <a:pt x="55494" y="54259"/>
                  </a:cubicBezTo>
                  <a:cubicBezTo>
                    <a:pt x="56361" y="51773"/>
                    <a:pt x="54018" y="52678"/>
                    <a:pt x="53151" y="51907"/>
                  </a:cubicBezTo>
                  <a:cubicBezTo>
                    <a:pt x="52694" y="51506"/>
                    <a:pt x="52332" y="49297"/>
                    <a:pt x="51580" y="48030"/>
                  </a:cubicBezTo>
                  <a:cubicBezTo>
                    <a:pt x="50475" y="47801"/>
                    <a:pt x="49579" y="47325"/>
                    <a:pt x="48894" y="46582"/>
                  </a:cubicBezTo>
                  <a:cubicBezTo>
                    <a:pt x="48236" y="46382"/>
                    <a:pt x="47570" y="46030"/>
                    <a:pt x="46903" y="45525"/>
                  </a:cubicBezTo>
                  <a:cubicBezTo>
                    <a:pt x="46636" y="45315"/>
                    <a:pt x="46369" y="45163"/>
                    <a:pt x="46103" y="44868"/>
                  </a:cubicBezTo>
                  <a:cubicBezTo>
                    <a:pt x="45731" y="44439"/>
                    <a:pt x="46503" y="42915"/>
                    <a:pt x="46103" y="42515"/>
                  </a:cubicBezTo>
                  <a:cubicBezTo>
                    <a:pt x="45712" y="42124"/>
                    <a:pt x="44150" y="42905"/>
                    <a:pt x="43760" y="42515"/>
                  </a:cubicBezTo>
                  <a:cubicBezTo>
                    <a:pt x="42379" y="41143"/>
                    <a:pt x="41588" y="39229"/>
                    <a:pt x="40235" y="37819"/>
                  </a:cubicBezTo>
                  <a:cubicBezTo>
                    <a:pt x="39892" y="37467"/>
                    <a:pt x="39550" y="37133"/>
                    <a:pt x="39207" y="36790"/>
                  </a:cubicBezTo>
                  <a:cubicBezTo>
                    <a:pt x="37978" y="35571"/>
                    <a:pt x="36730" y="34381"/>
                    <a:pt x="35539" y="33123"/>
                  </a:cubicBezTo>
                  <a:cubicBezTo>
                    <a:pt x="34597" y="32123"/>
                    <a:pt x="33987" y="32075"/>
                    <a:pt x="33196" y="30780"/>
                  </a:cubicBezTo>
                  <a:cubicBezTo>
                    <a:pt x="32834" y="30199"/>
                    <a:pt x="32511" y="28951"/>
                    <a:pt x="32025" y="28427"/>
                  </a:cubicBezTo>
                  <a:cubicBezTo>
                    <a:pt x="30510" y="26827"/>
                    <a:pt x="27539" y="26494"/>
                    <a:pt x="26157" y="24903"/>
                  </a:cubicBezTo>
                  <a:cubicBezTo>
                    <a:pt x="25253" y="23865"/>
                    <a:pt x="26167" y="20331"/>
                    <a:pt x="23814" y="20207"/>
                  </a:cubicBezTo>
                  <a:cubicBezTo>
                    <a:pt x="23195" y="20179"/>
                    <a:pt x="20709" y="18340"/>
                    <a:pt x="20290" y="17855"/>
                  </a:cubicBezTo>
                  <a:cubicBezTo>
                    <a:pt x="19909" y="17426"/>
                    <a:pt x="20690" y="15902"/>
                    <a:pt x="20290" y="15511"/>
                  </a:cubicBezTo>
                  <a:cubicBezTo>
                    <a:pt x="19909" y="15130"/>
                    <a:pt x="18290" y="15911"/>
                    <a:pt x="17937" y="15511"/>
                  </a:cubicBezTo>
                  <a:cubicBezTo>
                    <a:pt x="16661" y="14035"/>
                    <a:pt x="16909" y="11073"/>
                    <a:pt x="14413" y="10816"/>
                  </a:cubicBezTo>
                  <a:cubicBezTo>
                    <a:pt x="13594" y="7720"/>
                    <a:pt x="9070" y="8330"/>
                    <a:pt x="8546" y="4948"/>
                  </a:cubicBezTo>
                  <a:cubicBezTo>
                    <a:pt x="5812" y="4158"/>
                    <a:pt x="7660" y="-1215"/>
                    <a:pt x="2678" y="252"/>
                  </a:cubicBezTo>
                  <a:cubicBezTo>
                    <a:pt x="-770" y="1738"/>
                    <a:pt x="-46" y="3691"/>
                    <a:pt x="335" y="6120"/>
                  </a:cubicBezTo>
                  <a:cubicBezTo>
                    <a:pt x="573" y="7653"/>
                    <a:pt x="2030" y="7530"/>
                    <a:pt x="2678" y="8463"/>
                  </a:cubicBezTo>
                  <a:cubicBezTo>
                    <a:pt x="2973" y="8892"/>
                    <a:pt x="2297" y="10501"/>
                    <a:pt x="2678" y="10816"/>
                  </a:cubicBezTo>
                  <a:cubicBezTo>
                    <a:pt x="4621" y="12406"/>
                    <a:pt x="6126" y="19950"/>
                    <a:pt x="7374" y="23731"/>
                  </a:cubicBezTo>
                  <a:cubicBezTo>
                    <a:pt x="10070" y="31904"/>
                    <a:pt x="12460" y="40419"/>
                    <a:pt x="15594" y="47211"/>
                  </a:cubicBezTo>
                  <a:cubicBezTo>
                    <a:pt x="14899" y="51230"/>
                    <a:pt x="14194" y="54374"/>
                    <a:pt x="14413" y="57783"/>
                  </a:cubicBezTo>
                  <a:cubicBezTo>
                    <a:pt x="14670" y="61746"/>
                    <a:pt x="16632" y="63070"/>
                    <a:pt x="17937" y="67175"/>
                  </a:cubicBezTo>
                  <a:cubicBezTo>
                    <a:pt x="17775" y="66670"/>
                    <a:pt x="16175" y="67880"/>
                    <a:pt x="16766" y="68347"/>
                  </a:cubicBezTo>
                  <a:cubicBezTo>
                    <a:pt x="18652" y="69861"/>
                    <a:pt x="18042" y="73519"/>
                    <a:pt x="20290" y="75386"/>
                  </a:cubicBezTo>
                  <a:cubicBezTo>
                    <a:pt x="20271" y="75452"/>
                    <a:pt x="20223" y="75500"/>
                    <a:pt x="20204" y="75557"/>
                  </a:cubicBezTo>
                  <a:cubicBezTo>
                    <a:pt x="20223" y="75605"/>
                    <a:pt x="20271" y="75633"/>
                    <a:pt x="20290" y="75681"/>
                  </a:cubicBezTo>
                  <a:cubicBezTo>
                    <a:pt x="20528" y="76271"/>
                    <a:pt x="20776" y="76881"/>
                    <a:pt x="21024" y="77481"/>
                  </a:cubicBezTo>
                  <a:cubicBezTo>
                    <a:pt x="22538" y="81215"/>
                    <a:pt x="23900" y="85111"/>
                    <a:pt x="23738" y="89168"/>
                  </a:cubicBezTo>
                  <a:cubicBezTo>
                    <a:pt x="23709" y="89711"/>
                    <a:pt x="23519" y="90130"/>
                    <a:pt x="23262" y="90483"/>
                  </a:cubicBezTo>
                  <a:cubicBezTo>
                    <a:pt x="24500" y="96931"/>
                    <a:pt x="26129" y="102894"/>
                    <a:pt x="27329" y="108256"/>
                  </a:cubicBezTo>
                  <a:cubicBezTo>
                    <a:pt x="27529" y="109133"/>
                    <a:pt x="28148" y="113238"/>
                    <a:pt x="28501" y="112952"/>
                  </a:cubicBezTo>
                  <a:cubicBezTo>
                    <a:pt x="27662" y="113628"/>
                    <a:pt x="27691" y="114029"/>
                    <a:pt x="28501" y="115295"/>
                  </a:cubicBezTo>
                  <a:cubicBezTo>
                    <a:pt x="28567" y="115400"/>
                    <a:pt x="29767" y="116819"/>
                    <a:pt x="29672" y="116467"/>
                  </a:cubicBezTo>
                  <a:cubicBezTo>
                    <a:pt x="30453" y="119429"/>
                    <a:pt x="29539" y="123277"/>
                    <a:pt x="32015" y="125859"/>
                  </a:cubicBezTo>
                  <a:cubicBezTo>
                    <a:pt x="31968" y="125963"/>
                    <a:pt x="31939" y="126068"/>
                    <a:pt x="31891" y="126173"/>
                  </a:cubicBezTo>
                  <a:cubicBezTo>
                    <a:pt x="32872" y="126621"/>
                    <a:pt x="33663" y="127602"/>
                    <a:pt x="33415" y="128945"/>
                  </a:cubicBezTo>
                  <a:cubicBezTo>
                    <a:pt x="32206" y="135793"/>
                    <a:pt x="32701" y="143127"/>
                    <a:pt x="35120" y="149700"/>
                  </a:cubicBezTo>
                  <a:cubicBezTo>
                    <a:pt x="37940" y="151205"/>
                    <a:pt x="36378" y="155396"/>
                    <a:pt x="36711" y="157567"/>
                  </a:cubicBezTo>
                  <a:cubicBezTo>
                    <a:pt x="37892" y="165302"/>
                    <a:pt x="39902" y="173531"/>
                    <a:pt x="41407" y="182227"/>
                  </a:cubicBezTo>
                  <a:cubicBezTo>
                    <a:pt x="41559" y="183075"/>
                    <a:pt x="40845" y="186361"/>
                    <a:pt x="41407" y="186923"/>
                  </a:cubicBezTo>
                  <a:cubicBezTo>
                    <a:pt x="44617" y="190124"/>
                    <a:pt x="44245" y="202478"/>
                    <a:pt x="47274" y="208050"/>
                  </a:cubicBezTo>
                  <a:cubicBezTo>
                    <a:pt x="47389" y="208431"/>
                    <a:pt x="47408" y="208717"/>
                    <a:pt x="47427" y="208993"/>
                  </a:cubicBezTo>
                  <a:cubicBezTo>
                    <a:pt x="48713" y="210298"/>
                    <a:pt x="49113" y="211993"/>
                    <a:pt x="49455" y="213746"/>
                  </a:cubicBezTo>
                  <a:cubicBezTo>
                    <a:pt x="49732" y="215136"/>
                    <a:pt x="49970" y="216565"/>
                    <a:pt x="50608" y="217870"/>
                  </a:cubicBezTo>
                  <a:cubicBezTo>
                    <a:pt x="51132" y="218946"/>
                    <a:pt x="50846" y="219966"/>
                    <a:pt x="50218" y="220670"/>
                  </a:cubicBezTo>
                  <a:cubicBezTo>
                    <a:pt x="50532" y="223337"/>
                    <a:pt x="50580" y="225814"/>
                    <a:pt x="51980" y="228005"/>
                  </a:cubicBezTo>
                  <a:cubicBezTo>
                    <a:pt x="53818" y="230881"/>
                    <a:pt x="51332" y="228681"/>
                    <a:pt x="51980" y="232701"/>
                  </a:cubicBezTo>
                  <a:cubicBezTo>
                    <a:pt x="51989" y="232796"/>
                    <a:pt x="53104" y="232967"/>
                    <a:pt x="53151" y="233872"/>
                  </a:cubicBezTo>
                  <a:cubicBezTo>
                    <a:pt x="53227" y="235301"/>
                    <a:pt x="53666" y="238292"/>
                    <a:pt x="54190" y="241283"/>
                  </a:cubicBezTo>
                  <a:cubicBezTo>
                    <a:pt x="55914" y="247979"/>
                    <a:pt x="56590" y="254979"/>
                    <a:pt x="56447" y="261876"/>
                  </a:cubicBezTo>
                  <a:cubicBezTo>
                    <a:pt x="56533" y="261933"/>
                    <a:pt x="56647" y="261980"/>
                    <a:pt x="56675" y="262037"/>
                  </a:cubicBezTo>
                  <a:cubicBezTo>
                    <a:pt x="57133" y="263000"/>
                    <a:pt x="56304" y="264562"/>
                    <a:pt x="56675" y="265562"/>
                  </a:cubicBezTo>
                  <a:cubicBezTo>
                    <a:pt x="56790" y="265867"/>
                    <a:pt x="57618" y="265828"/>
                    <a:pt x="57847" y="266733"/>
                  </a:cubicBezTo>
                  <a:cubicBezTo>
                    <a:pt x="58561" y="269591"/>
                    <a:pt x="59190" y="273325"/>
                    <a:pt x="60190" y="277297"/>
                  </a:cubicBezTo>
                  <a:cubicBezTo>
                    <a:pt x="60990" y="280478"/>
                    <a:pt x="63953" y="283593"/>
                    <a:pt x="62543" y="290212"/>
                  </a:cubicBezTo>
                  <a:cubicBezTo>
                    <a:pt x="62390" y="290127"/>
                    <a:pt x="62276" y="289993"/>
                    <a:pt x="62133" y="289898"/>
                  </a:cubicBezTo>
                  <a:cubicBezTo>
                    <a:pt x="62190" y="290127"/>
                    <a:pt x="62257" y="290346"/>
                    <a:pt x="62248" y="290622"/>
                  </a:cubicBezTo>
                  <a:cubicBezTo>
                    <a:pt x="62095" y="294251"/>
                    <a:pt x="60238" y="297509"/>
                    <a:pt x="59923" y="301042"/>
                  </a:cubicBezTo>
                  <a:cubicBezTo>
                    <a:pt x="60886" y="303309"/>
                    <a:pt x="61486" y="307377"/>
                    <a:pt x="62533" y="310158"/>
                  </a:cubicBezTo>
                  <a:cubicBezTo>
                    <a:pt x="62695" y="310577"/>
                    <a:pt x="62219" y="312253"/>
                    <a:pt x="62533" y="312511"/>
                  </a:cubicBezTo>
                  <a:cubicBezTo>
                    <a:pt x="63495" y="313292"/>
                    <a:pt x="63343" y="313406"/>
                    <a:pt x="63705" y="314863"/>
                  </a:cubicBezTo>
                  <a:cubicBezTo>
                    <a:pt x="63695" y="314815"/>
                    <a:pt x="64772" y="318302"/>
                    <a:pt x="64877" y="318387"/>
                  </a:cubicBezTo>
                  <a:cubicBezTo>
                    <a:pt x="65000" y="318492"/>
                    <a:pt x="66000" y="318264"/>
                    <a:pt x="66048" y="318387"/>
                  </a:cubicBezTo>
                  <a:cubicBezTo>
                    <a:pt x="67429" y="321874"/>
                    <a:pt x="67058" y="325960"/>
                    <a:pt x="69572" y="328960"/>
                  </a:cubicBezTo>
                  <a:cubicBezTo>
                    <a:pt x="69896" y="329341"/>
                    <a:pt x="71601" y="328570"/>
                    <a:pt x="71915" y="328960"/>
                  </a:cubicBezTo>
                  <a:cubicBezTo>
                    <a:pt x="72716" y="329932"/>
                    <a:pt x="72163" y="331684"/>
                    <a:pt x="73087" y="332484"/>
                  </a:cubicBezTo>
                  <a:cubicBezTo>
                    <a:pt x="74278" y="338504"/>
                    <a:pt x="74259" y="350296"/>
                    <a:pt x="76611" y="357145"/>
                  </a:cubicBezTo>
                  <a:cubicBezTo>
                    <a:pt x="76773" y="357630"/>
                    <a:pt x="76935" y="358192"/>
                    <a:pt x="77088" y="358773"/>
                  </a:cubicBezTo>
                  <a:lnTo>
                    <a:pt x="77088" y="358783"/>
                  </a:lnTo>
                  <a:lnTo>
                    <a:pt x="77097" y="358802"/>
                  </a:lnTo>
                  <a:cubicBezTo>
                    <a:pt x="77440" y="360088"/>
                    <a:pt x="77821" y="361459"/>
                    <a:pt x="78469" y="362517"/>
                  </a:cubicBezTo>
                  <a:lnTo>
                    <a:pt x="83326" y="375718"/>
                  </a:lnTo>
                  <a:cubicBezTo>
                    <a:pt x="83441" y="375404"/>
                    <a:pt x="83584" y="375071"/>
                    <a:pt x="83669" y="374766"/>
                  </a:cubicBezTo>
                  <a:cubicBezTo>
                    <a:pt x="84260" y="372670"/>
                    <a:pt x="83688" y="370394"/>
                    <a:pt x="84841" y="370070"/>
                  </a:cubicBezTo>
                  <a:cubicBezTo>
                    <a:pt x="84993" y="369327"/>
                    <a:pt x="84650" y="368451"/>
                    <a:pt x="84841" y="367727"/>
                  </a:cubicBezTo>
                  <a:cubicBezTo>
                    <a:pt x="85212" y="366346"/>
                    <a:pt x="86870" y="367251"/>
                    <a:pt x="87194" y="366555"/>
                  </a:cubicBezTo>
                  <a:cubicBezTo>
                    <a:pt x="87651" y="365555"/>
                    <a:pt x="85793" y="364993"/>
                    <a:pt x="86022" y="364203"/>
                  </a:cubicBezTo>
                  <a:cubicBezTo>
                    <a:pt x="86108" y="363898"/>
                    <a:pt x="88222" y="363479"/>
                    <a:pt x="88375" y="363031"/>
                  </a:cubicBezTo>
                  <a:cubicBezTo>
                    <a:pt x="88765" y="361841"/>
                    <a:pt x="87279" y="362155"/>
                    <a:pt x="87203" y="361860"/>
                  </a:cubicBezTo>
                  <a:cubicBezTo>
                    <a:pt x="86946" y="360879"/>
                    <a:pt x="88222" y="360278"/>
                    <a:pt x="88375" y="359507"/>
                  </a:cubicBezTo>
                  <a:cubicBezTo>
                    <a:pt x="88765" y="357526"/>
                    <a:pt x="89041" y="355306"/>
                    <a:pt x="89546" y="353639"/>
                  </a:cubicBezTo>
                  <a:cubicBezTo>
                    <a:pt x="90042" y="352030"/>
                    <a:pt x="91289" y="351592"/>
                    <a:pt x="91899" y="350115"/>
                  </a:cubicBezTo>
                  <a:cubicBezTo>
                    <a:pt x="92651" y="348296"/>
                    <a:pt x="93042" y="343591"/>
                    <a:pt x="93071" y="343076"/>
                  </a:cubicBezTo>
                  <a:cubicBezTo>
                    <a:pt x="93109" y="342343"/>
                    <a:pt x="94252" y="341752"/>
                    <a:pt x="94242" y="341895"/>
                  </a:cubicBezTo>
                  <a:cubicBezTo>
                    <a:pt x="94357" y="340076"/>
                    <a:pt x="92775" y="340743"/>
                    <a:pt x="94242" y="339542"/>
                  </a:cubicBezTo>
                  <a:cubicBezTo>
                    <a:pt x="94585" y="339266"/>
                    <a:pt x="94042" y="337618"/>
                    <a:pt x="94242" y="337199"/>
                  </a:cubicBezTo>
                  <a:cubicBezTo>
                    <a:pt x="94318" y="337047"/>
                    <a:pt x="95280" y="337314"/>
                    <a:pt x="95414" y="337199"/>
                  </a:cubicBezTo>
                  <a:cubicBezTo>
                    <a:pt x="96347" y="336437"/>
                    <a:pt x="95328" y="330827"/>
                    <a:pt x="95414" y="330151"/>
                  </a:cubicBezTo>
                  <a:cubicBezTo>
                    <a:pt x="95623" y="328570"/>
                    <a:pt x="96452" y="327646"/>
                    <a:pt x="96585" y="326627"/>
                  </a:cubicBezTo>
                  <a:cubicBezTo>
                    <a:pt x="96595" y="326598"/>
                    <a:pt x="95195" y="326541"/>
                    <a:pt x="95414" y="325455"/>
                  </a:cubicBezTo>
                  <a:cubicBezTo>
                    <a:pt x="95452" y="325255"/>
                    <a:pt x="96404" y="325188"/>
                    <a:pt x="96585" y="324283"/>
                  </a:cubicBezTo>
                  <a:cubicBezTo>
                    <a:pt x="97614" y="319226"/>
                    <a:pt x="97671" y="315911"/>
                    <a:pt x="98938" y="311367"/>
                  </a:cubicBezTo>
                  <a:cubicBezTo>
                    <a:pt x="99024" y="311072"/>
                    <a:pt x="99871" y="311129"/>
                    <a:pt x="100109" y="310196"/>
                  </a:cubicBezTo>
                  <a:cubicBezTo>
                    <a:pt x="100500" y="308634"/>
                    <a:pt x="100957" y="307777"/>
                    <a:pt x="101281" y="306672"/>
                  </a:cubicBezTo>
                  <a:cubicBezTo>
                    <a:pt x="101605" y="305595"/>
                    <a:pt x="101024" y="304243"/>
                    <a:pt x="101281" y="303147"/>
                  </a:cubicBezTo>
                  <a:cubicBezTo>
                    <a:pt x="102910" y="301252"/>
                    <a:pt x="104605" y="299433"/>
                    <a:pt x="105977" y="297280"/>
                  </a:cubicBezTo>
                  <a:cubicBezTo>
                    <a:pt x="107834" y="295223"/>
                    <a:pt x="107548" y="291022"/>
                    <a:pt x="108330" y="287888"/>
                  </a:cubicBezTo>
                  <a:cubicBezTo>
                    <a:pt x="109987" y="287517"/>
                    <a:pt x="109492" y="287098"/>
                    <a:pt x="108520" y="286669"/>
                  </a:cubicBezTo>
                  <a:cubicBezTo>
                    <a:pt x="109111" y="284326"/>
                    <a:pt x="110711" y="282592"/>
                    <a:pt x="112282" y="280773"/>
                  </a:cubicBezTo>
                  <a:cubicBezTo>
                    <a:pt x="112654" y="280335"/>
                    <a:pt x="112797" y="279868"/>
                    <a:pt x="112854" y="279411"/>
                  </a:cubicBezTo>
                  <a:cubicBezTo>
                    <a:pt x="114578" y="276868"/>
                    <a:pt x="115950" y="273963"/>
                    <a:pt x="116550" y="270286"/>
                  </a:cubicBezTo>
                  <a:cubicBezTo>
                    <a:pt x="120598" y="269991"/>
                    <a:pt x="120350" y="265524"/>
                    <a:pt x="122417" y="263238"/>
                  </a:cubicBezTo>
                  <a:cubicBezTo>
                    <a:pt x="125179" y="260190"/>
                    <a:pt x="130228" y="257504"/>
                    <a:pt x="131809" y="255018"/>
                  </a:cubicBezTo>
                  <a:cubicBezTo>
                    <a:pt x="133380" y="252551"/>
                    <a:pt x="135019" y="252998"/>
                    <a:pt x="136505" y="251493"/>
                  </a:cubicBezTo>
                  <a:cubicBezTo>
                    <a:pt x="136866" y="251131"/>
                    <a:pt x="136285" y="249636"/>
                    <a:pt x="136505" y="249150"/>
                  </a:cubicBezTo>
                  <a:cubicBezTo>
                    <a:pt x="136648" y="248826"/>
                    <a:pt x="138562" y="248322"/>
                    <a:pt x="138848" y="247979"/>
                  </a:cubicBezTo>
                  <a:cubicBezTo>
                    <a:pt x="140486" y="245997"/>
                    <a:pt x="141591" y="243826"/>
                    <a:pt x="143067" y="241664"/>
                  </a:cubicBezTo>
                  <a:cubicBezTo>
                    <a:pt x="143363" y="241473"/>
                    <a:pt x="143629" y="241216"/>
                    <a:pt x="143848" y="240844"/>
                  </a:cubicBezTo>
                  <a:cubicBezTo>
                    <a:pt x="144877" y="239044"/>
                    <a:pt x="146230" y="237634"/>
                    <a:pt x="147677" y="236272"/>
                  </a:cubicBezTo>
                  <a:lnTo>
                    <a:pt x="146734" y="230529"/>
                  </a:lnTo>
                  <a:close/>
                </a:path>
              </a:pathLst>
            </a:custGeom>
            <a:solidFill>
              <a:srgbClr val="E69C1F"/>
            </a:solidFill>
            <a:ln cap="flat">
              <a:noFill/>
              <a:prstDash val="solid"/>
              <a:miter lim="800000"/>
            </a:ln>
          </p:spPr>
          <p:txBody>
            <a:bodyPr vert="horz" anchor="ctr" tIns="45720" lIns="91440" bIns="45720" rIns="91440"/>
            <a:p>
              <a:pPr algn="l" marL="0"/>
            </a:p>
          </p:txBody>
        </p:sp>
        <p:sp>
          <p:nvSpPr>
            <p:cNvPr name="Freeform 156" id="156"/>
            <p:cNvSpPr/>
            <p:nvPr/>
          </p:nvSpPr>
          <p:spPr>
            <a:xfrm>
              <a:off x="9189253" y="4043424"/>
              <a:ext cx="158712" cy="246045"/>
            </a:xfrm>
            <a:custGeom>
              <a:avLst/>
              <a:gdLst/>
              <a:ahLst/>
              <a:cxnLst/>
              <a:rect r="r" b="b" t="t" l="l"/>
              <a:pathLst>
                <a:path w="158712" h="246045" stroke="true" fill="norm" extrusionOk="true">
                  <a:moveTo>
                    <a:pt x="158644" y="651"/>
                  </a:moveTo>
                  <a:cubicBezTo>
                    <a:pt x="156501" y="-635"/>
                    <a:pt x="154967" y="327"/>
                    <a:pt x="152777" y="651"/>
                  </a:cubicBezTo>
                  <a:cubicBezTo>
                    <a:pt x="150710" y="955"/>
                    <a:pt x="147433" y="1041"/>
                    <a:pt x="145728" y="1822"/>
                  </a:cubicBezTo>
                  <a:cubicBezTo>
                    <a:pt x="144471" y="2403"/>
                    <a:pt x="143518" y="5518"/>
                    <a:pt x="142204" y="6518"/>
                  </a:cubicBezTo>
                  <a:cubicBezTo>
                    <a:pt x="142042" y="6642"/>
                    <a:pt x="141242" y="6508"/>
                    <a:pt x="141032" y="6518"/>
                  </a:cubicBezTo>
                  <a:cubicBezTo>
                    <a:pt x="139575" y="6594"/>
                    <a:pt x="136918" y="9337"/>
                    <a:pt x="136337" y="10042"/>
                  </a:cubicBezTo>
                  <a:cubicBezTo>
                    <a:pt x="136041" y="10404"/>
                    <a:pt x="134413" y="9804"/>
                    <a:pt x="133984" y="10042"/>
                  </a:cubicBezTo>
                  <a:cubicBezTo>
                    <a:pt x="133317" y="10414"/>
                    <a:pt x="132393" y="11957"/>
                    <a:pt x="131641" y="12385"/>
                  </a:cubicBezTo>
                  <a:cubicBezTo>
                    <a:pt x="129774" y="13452"/>
                    <a:pt x="127650" y="13662"/>
                    <a:pt x="125773" y="14738"/>
                  </a:cubicBezTo>
                  <a:cubicBezTo>
                    <a:pt x="125316" y="14995"/>
                    <a:pt x="125088" y="16719"/>
                    <a:pt x="124602" y="17091"/>
                  </a:cubicBezTo>
                  <a:cubicBezTo>
                    <a:pt x="123792" y="17700"/>
                    <a:pt x="121811" y="17881"/>
                    <a:pt x="121077" y="18262"/>
                  </a:cubicBezTo>
                  <a:cubicBezTo>
                    <a:pt x="119039" y="19348"/>
                    <a:pt x="117563" y="20491"/>
                    <a:pt x="115201" y="20615"/>
                  </a:cubicBezTo>
                  <a:cubicBezTo>
                    <a:pt x="114219" y="21024"/>
                    <a:pt x="114277" y="21053"/>
                    <a:pt x="115201" y="21786"/>
                  </a:cubicBezTo>
                  <a:cubicBezTo>
                    <a:pt x="116058" y="22472"/>
                    <a:pt x="114039" y="22949"/>
                    <a:pt x="114029" y="22958"/>
                  </a:cubicBezTo>
                  <a:cubicBezTo>
                    <a:pt x="113619" y="23415"/>
                    <a:pt x="113000" y="23996"/>
                    <a:pt x="112191" y="24472"/>
                  </a:cubicBezTo>
                  <a:cubicBezTo>
                    <a:pt x="109400" y="26463"/>
                    <a:pt x="107019" y="29016"/>
                    <a:pt x="103837" y="30426"/>
                  </a:cubicBezTo>
                  <a:cubicBezTo>
                    <a:pt x="103256" y="30683"/>
                    <a:pt x="102704" y="30673"/>
                    <a:pt x="102199" y="30549"/>
                  </a:cubicBezTo>
                  <a:cubicBezTo>
                    <a:pt x="101599" y="31912"/>
                    <a:pt x="99770" y="32635"/>
                    <a:pt x="98760" y="33521"/>
                  </a:cubicBezTo>
                  <a:cubicBezTo>
                    <a:pt x="97665" y="34483"/>
                    <a:pt x="96322" y="36188"/>
                    <a:pt x="95236" y="37046"/>
                  </a:cubicBezTo>
                  <a:cubicBezTo>
                    <a:pt x="94827" y="37369"/>
                    <a:pt x="93207" y="36655"/>
                    <a:pt x="92893" y="37046"/>
                  </a:cubicBezTo>
                  <a:cubicBezTo>
                    <a:pt x="91331" y="38960"/>
                    <a:pt x="89540" y="40798"/>
                    <a:pt x="87026" y="42913"/>
                  </a:cubicBezTo>
                  <a:cubicBezTo>
                    <a:pt x="85502" y="44199"/>
                    <a:pt x="83758" y="45056"/>
                    <a:pt x="82330" y="46437"/>
                  </a:cubicBezTo>
                  <a:cubicBezTo>
                    <a:pt x="81073" y="47637"/>
                    <a:pt x="80120" y="48771"/>
                    <a:pt x="78806" y="49961"/>
                  </a:cubicBezTo>
                  <a:cubicBezTo>
                    <a:pt x="76339" y="52190"/>
                    <a:pt x="74748" y="56153"/>
                    <a:pt x="70585" y="55829"/>
                  </a:cubicBezTo>
                  <a:cubicBezTo>
                    <a:pt x="70557" y="55676"/>
                    <a:pt x="70519" y="55553"/>
                    <a:pt x="70500" y="55400"/>
                  </a:cubicBezTo>
                  <a:cubicBezTo>
                    <a:pt x="70338" y="55543"/>
                    <a:pt x="70195" y="55714"/>
                    <a:pt x="70033" y="55857"/>
                  </a:cubicBezTo>
                  <a:cubicBezTo>
                    <a:pt x="68585" y="57210"/>
                    <a:pt x="67233" y="58629"/>
                    <a:pt x="66204" y="60429"/>
                  </a:cubicBezTo>
                  <a:cubicBezTo>
                    <a:pt x="65985" y="60801"/>
                    <a:pt x="65718" y="61058"/>
                    <a:pt x="65423" y="61249"/>
                  </a:cubicBezTo>
                  <a:cubicBezTo>
                    <a:pt x="63947" y="63411"/>
                    <a:pt x="62842" y="65582"/>
                    <a:pt x="61203" y="67564"/>
                  </a:cubicBezTo>
                  <a:cubicBezTo>
                    <a:pt x="60918" y="67916"/>
                    <a:pt x="59003" y="68411"/>
                    <a:pt x="58860" y="68735"/>
                  </a:cubicBezTo>
                  <a:cubicBezTo>
                    <a:pt x="58641" y="69221"/>
                    <a:pt x="59222" y="70716"/>
                    <a:pt x="58860" y="71078"/>
                  </a:cubicBezTo>
                  <a:cubicBezTo>
                    <a:pt x="57374" y="72583"/>
                    <a:pt x="55736" y="72136"/>
                    <a:pt x="54164" y="74603"/>
                  </a:cubicBezTo>
                  <a:cubicBezTo>
                    <a:pt x="52583" y="77079"/>
                    <a:pt x="47535" y="79775"/>
                    <a:pt x="44773" y="82823"/>
                  </a:cubicBezTo>
                  <a:cubicBezTo>
                    <a:pt x="42696" y="85109"/>
                    <a:pt x="42944" y="89576"/>
                    <a:pt x="38905" y="89871"/>
                  </a:cubicBezTo>
                  <a:cubicBezTo>
                    <a:pt x="38305" y="93538"/>
                    <a:pt x="36934" y="96443"/>
                    <a:pt x="35210" y="98996"/>
                  </a:cubicBezTo>
                  <a:cubicBezTo>
                    <a:pt x="35162" y="99463"/>
                    <a:pt x="35010" y="99930"/>
                    <a:pt x="34638" y="100358"/>
                  </a:cubicBezTo>
                  <a:cubicBezTo>
                    <a:pt x="33066" y="102177"/>
                    <a:pt x="31466" y="103921"/>
                    <a:pt x="30876" y="106254"/>
                  </a:cubicBezTo>
                  <a:cubicBezTo>
                    <a:pt x="31847" y="106683"/>
                    <a:pt x="32343" y="107111"/>
                    <a:pt x="30685" y="107473"/>
                  </a:cubicBezTo>
                  <a:cubicBezTo>
                    <a:pt x="29904" y="110607"/>
                    <a:pt x="30190" y="114808"/>
                    <a:pt x="28332" y="116865"/>
                  </a:cubicBezTo>
                  <a:cubicBezTo>
                    <a:pt x="26961" y="119018"/>
                    <a:pt x="25266" y="120837"/>
                    <a:pt x="23637" y="122732"/>
                  </a:cubicBezTo>
                  <a:cubicBezTo>
                    <a:pt x="23380" y="123828"/>
                    <a:pt x="23961" y="125180"/>
                    <a:pt x="23637" y="126257"/>
                  </a:cubicBezTo>
                  <a:cubicBezTo>
                    <a:pt x="23303" y="127352"/>
                    <a:pt x="22856" y="128219"/>
                    <a:pt x="22465" y="129781"/>
                  </a:cubicBezTo>
                  <a:cubicBezTo>
                    <a:pt x="22227" y="130724"/>
                    <a:pt x="21379" y="130667"/>
                    <a:pt x="21294" y="130952"/>
                  </a:cubicBezTo>
                  <a:cubicBezTo>
                    <a:pt x="20027" y="135496"/>
                    <a:pt x="19979" y="138820"/>
                    <a:pt x="18941" y="143868"/>
                  </a:cubicBezTo>
                  <a:cubicBezTo>
                    <a:pt x="18750" y="144773"/>
                    <a:pt x="17808" y="144840"/>
                    <a:pt x="17769" y="145040"/>
                  </a:cubicBezTo>
                  <a:cubicBezTo>
                    <a:pt x="17550" y="146126"/>
                    <a:pt x="18950" y="146183"/>
                    <a:pt x="18941" y="146212"/>
                  </a:cubicBezTo>
                  <a:cubicBezTo>
                    <a:pt x="18807" y="147231"/>
                    <a:pt x="17979" y="148145"/>
                    <a:pt x="17769" y="149736"/>
                  </a:cubicBezTo>
                  <a:cubicBezTo>
                    <a:pt x="17684" y="150412"/>
                    <a:pt x="18703" y="156022"/>
                    <a:pt x="17769" y="156784"/>
                  </a:cubicBezTo>
                  <a:cubicBezTo>
                    <a:pt x="17636" y="156899"/>
                    <a:pt x="16665" y="156632"/>
                    <a:pt x="16598" y="156784"/>
                  </a:cubicBezTo>
                  <a:cubicBezTo>
                    <a:pt x="16398" y="157213"/>
                    <a:pt x="16941" y="158851"/>
                    <a:pt x="16598" y="159127"/>
                  </a:cubicBezTo>
                  <a:cubicBezTo>
                    <a:pt x="15131" y="160328"/>
                    <a:pt x="16712" y="159651"/>
                    <a:pt x="16598" y="161480"/>
                  </a:cubicBezTo>
                  <a:cubicBezTo>
                    <a:pt x="16607" y="161328"/>
                    <a:pt x="15464" y="161928"/>
                    <a:pt x="15426" y="162661"/>
                  </a:cubicBezTo>
                  <a:cubicBezTo>
                    <a:pt x="15397" y="163185"/>
                    <a:pt x="14998" y="167890"/>
                    <a:pt x="14255" y="169700"/>
                  </a:cubicBezTo>
                  <a:cubicBezTo>
                    <a:pt x="13645" y="171177"/>
                    <a:pt x="12397" y="171624"/>
                    <a:pt x="11902" y="173224"/>
                  </a:cubicBezTo>
                  <a:cubicBezTo>
                    <a:pt x="11397" y="174882"/>
                    <a:pt x="11121" y="177111"/>
                    <a:pt x="10730" y="179092"/>
                  </a:cubicBezTo>
                  <a:cubicBezTo>
                    <a:pt x="10578" y="179863"/>
                    <a:pt x="9302" y="180463"/>
                    <a:pt x="9559" y="181445"/>
                  </a:cubicBezTo>
                  <a:cubicBezTo>
                    <a:pt x="9635" y="181749"/>
                    <a:pt x="11121" y="181426"/>
                    <a:pt x="10730" y="182616"/>
                  </a:cubicBezTo>
                  <a:cubicBezTo>
                    <a:pt x="10578" y="183064"/>
                    <a:pt x="8463" y="183483"/>
                    <a:pt x="8378" y="183788"/>
                  </a:cubicBezTo>
                  <a:cubicBezTo>
                    <a:pt x="8149" y="184578"/>
                    <a:pt x="10016" y="185140"/>
                    <a:pt x="9549" y="186140"/>
                  </a:cubicBezTo>
                  <a:cubicBezTo>
                    <a:pt x="9225" y="186836"/>
                    <a:pt x="7568" y="185940"/>
                    <a:pt x="7197" y="187312"/>
                  </a:cubicBezTo>
                  <a:cubicBezTo>
                    <a:pt x="7006" y="188045"/>
                    <a:pt x="7349" y="188922"/>
                    <a:pt x="7197" y="189655"/>
                  </a:cubicBezTo>
                  <a:cubicBezTo>
                    <a:pt x="6044" y="189988"/>
                    <a:pt x="6615" y="192255"/>
                    <a:pt x="6025" y="194351"/>
                  </a:cubicBezTo>
                  <a:cubicBezTo>
                    <a:pt x="5930" y="194656"/>
                    <a:pt x="5796" y="194989"/>
                    <a:pt x="5682" y="195303"/>
                  </a:cubicBezTo>
                  <a:cubicBezTo>
                    <a:pt x="5234" y="196608"/>
                    <a:pt x="4663" y="197951"/>
                    <a:pt x="4148" y="199142"/>
                  </a:cubicBezTo>
                  <a:cubicBezTo>
                    <a:pt x="4320" y="199837"/>
                    <a:pt x="4272" y="200609"/>
                    <a:pt x="3844" y="201266"/>
                  </a:cubicBezTo>
                  <a:cubicBezTo>
                    <a:pt x="3844" y="201295"/>
                    <a:pt x="3863" y="201314"/>
                    <a:pt x="3872" y="201342"/>
                  </a:cubicBezTo>
                  <a:cubicBezTo>
                    <a:pt x="4120" y="203438"/>
                    <a:pt x="3720" y="205457"/>
                    <a:pt x="2672" y="207048"/>
                  </a:cubicBezTo>
                  <a:cubicBezTo>
                    <a:pt x="2729" y="207400"/>
                    <a:pt x="2720" y="207819"/>
                    <a:pt x="2510" y="208429"/>
                  </a:cubicBezTo>
                  <a:cubicBezTo>
                    <a:pt x="920" y="208791"/>
                    <a:pt x="1539" y="211372"/>
                    <a:pt x="1339" y="213125"/>
                  </a:cubicBezTo>
                  <a:cubicBezTo>
                    <a:pt x="-1128" y="212934"/>
                    <a:pt x="662" y="216992"/>
                    <a:pt x="196" y="218802"/>
                  </a:cubicBezTo>
                  <a:cubicBezTo>
                    <a:pt x="-33" y="226726"/>
                    <a:pt x="3053" y="233070"/>
                    <a:pt x="6397" y="240004"/>
                  </a:cubicBezTo>
                  <a:cubicBezTo>
                    <a:pt x="9902" y="242528"/>
                    <a:pt x="12902" y="245548"/>
                    <a:pt x="17769" y="246005"/>
                  </a:cubicBezTo>
                  <a:cubicBezTo>
                    <a:pt x="22627" y="246462"/>
                    <a:pt x="26304" y="242852"/>
                    <a:pt x="31857" y="243652"/>
                  </a:cubicBezTo>
                  <a:cubicBezTo>
                    <a:pt x="33124" y="241490"/>
                    <a:pt x="35276" y="242119"/>
                    <a:pt x="35381" y="240128"/>
                  </a:cubicBezTo>
                  <a:cubicBezTo>
                    <a:pt x="35476" y="238271"/>
                    <a:pt x="38382" y="239214"/>
                    <a:pt x="37724" y="236604"/>
                  </a:cubicBezTo>
                  <a:cubicBezTo>
                    <a:pt x="39343" y="236651"/>
                    <a:pt x="40306" y="236051"/>
                    <a:pt x="41249" y="235432"/>
                  </a:cubicBezTo>
                  <a:cubicBezTo>
                    <a:pt x="41182" y="236928"/>
                    <a:pt x="39743" y="237061"/>
                    <a:pt x="40077" y="238956"/>
                  </a:cubicBezTo>
                  <a:cubicBezTo>
                    <a:pt x="43373" y="239128"/>
                    <a:pt x="43458" y="236080"/>
                    <a:pt x="43601" y="233089"/>
                  </a:cubicBezTo>
                  <a:cubicBezTo>
                    <a:pt x="43963" y="230327"/>
                    <a:pt x="47678" y="230908"/>
                    <a:pt x="47126" y="227222"/>
                  </a:cubicBezTo>
                  <a:cubicBezTo>
                    <a:pt x="48764" y="227707"/>
                    <a:pt x="49678" y="226098"/>
                    <a:pt x="50650" y="226050"/>
                  </a:cubicBezTo>
                  <a:cubicBezTo>
                    <a:pt x="51983" y="225983"/>
                    <a:pt x="51193" y="225240"/>
                    <a:pt x="51821" y="224879"/>
                  </a:cubicBezTo>
                  <a:cubicBezTo>
                    <a:pt x="53202" y="224078"/>
                    <a:pt x="55165" y="223669"/>
                    <a:pt x="56517" y="222535"/>
                  </a:cubicBezTo>
                  <a:cubicBezTo>
                    <a:pt x="59356" y="220164"/>
                    <a:pt x="60679" y="216506"/>
                    <a:pt x="62384" y="214315"/>
                  </a:cubicBezTo>
                  <a:cubicBezTo>
                    <a:pt x="63156" y="213334"/>
                    <a:pt x="65137" y="212982"/>
                    <a:pt x="65909" y="211972"/>
                  </a:cubicBezTo>
                  <a:cubicBezTo>
                    <a:pt x="66671" y="210963"/>
                    <a:pt x="66394" y="209353"/>
                    <a:pt x="67080" y="208448"/>
                  </a:cubicBezTo>
                  <a:cubicBezTo>
                    <a:pt x="67757" y="207562"/>
                    <a:pt x="68719" y="207200"/>
                    <a:pt x="69433" y="206105"/>
                  </a:cubicBezTo>
                  <a:cubicBezTo>
                    <a:pt x="71052" y="203581"/>
                    <a:pt x="71348" y="202723"/>
                    <a:pt x="72957" y="201409"/>
                  </a:cubicBezTo>
                  <a:cubicBezTo>
                    <a:pt x="73338" y="201104"/>
                    <a:pt x="72681" y="199485"/>
                    <a:pt x="72957" y="199056"/>
                  </a:cubicBezTo>
                  <a:cubicBezTo>
                    <a:pt x="73367" y="198418"/>
                    <a:pt x="74719" y="197475"/>
                    <a:pt x="75300" y="196713"/>
                  </a:cubicBezTo>
                  <a:cubicBezTo>
                    <a:pt x="75910" y="195913"/>
                    <a:pt x="77234" y="195046"/>
                    <a:pt x="77653" y="194360"/>
                  </a:cubicBezTo>
                  <a:cubicBezTo>
                    <a:pt x="78882" y="192360"/>
                    <a:pt x="78034" y="189617"/>
                    <a:pt x="78825" y="188493"/>
                  </a:cubicBezTo>
                  <a:cubicBezTo>
                    <a:pt x="79406" y="187674"/>
                    <a:pt x="80568" y="188465"/>
                    <a:pt x="81168" y="187321"/>
                  </a:cubicBezTo>
                  <a:cubicBezTo>
                    <a:pt x="81834" y="186074"/>
                    <a:pt x="81806" y="184797"/>
                    <a:pt x="82339" y="183797"/>
                  </a:cubicBezTo>
                  <a:cubicBezTo>
                    <a:pt x="83101" y="182397"/>
                    <a:pt x="84006" y="181664"/>
                    <a:pt x="84692" y="180273"/>
                  </a:cubicBezTo>
                  <a:cubicBezTo>
                    <a:pt x="85302" y="179025"/>
                    <a:pt x="85416" y="177730"/>
                    <a:pt x="85864" y="176749"/>
                  </a:cubicBezTo>
                  <a:cubicBezTo>
                    <a:pt x="86168" y="176101"/>
                    <a:pt x="87007" y="174948"/>
                    <a:pt x="87035" y="174396"/>
                  </a:cubicBezTo>
                  <a:cubicBezTo>
                    <a:pt x="87102" y="173101"/>
                    <a:pt x="87921" y="173806"/>
                    <a:pt x="88207" y="173224"/>
                  </a:cubicBezTo>
                  <a:cubicBezTo>
                    <a:pt x="89235" y="171129"/>
                    <a:pt x="89388" y="168462"/>
                    <a:pt x="90550" y="166176"/>
                  </a:cubicBezTo>
                  <a:cubicBezTo>
                    <a:pt x="90874" y="165547"/>
                    <a:pt x="92483" y="164538"/>
                    <a:pt x="92903" y="163833"/>
                  </a:cubicBezTo>
                  <a:cubicBezTo>
                    <a:pt x="93245" y="163242"/>
                    <a:pt x="92617" y="162109"/>
                    <a:pt x="92903" y="161480"/>
                  </a:cubicBezTo>
                  <a:cubicBezTo>
                    <a:pt x="93103" y="161042"/>
                    <a:pt x="94998" y="160842"/>
                    <a:pt x="95246" y="160309"/>
                  </a:cubicBezTo>
                  <a:cubicBezTo>
                    <a:pt x="95541" y="159680"/>
                    <a:pt x="95074" y="158632"/>
                    <a:pt x="95246" y="157965"/>
                  </a:cubicBezTo>
                  <a:cubicBezTo>
                    <a:pt x="95465" y="157089"/>
                    <a:pt x="96322" y="157061"/>
                    <a:pt x="96427" y="156794"/>
                  </a:cubicBezTo>
                  <a:cubicBezTo>
                    <a:pt x="98037" y="152241"/>
                    <a:pt x="100418" y="145535"/>
                    <a:pt x="101123" y="142706"/>
                  </a:cubicBezTo>
                  <a:cubicBezTo>
                    <a:pt x="101504" y="141201"/>
                    <a:pt x="102037" y="140220"/>
                    <a:pt x="102304" y="139182"/>
                  </a:cubicBezTo>
                  <a:cubicBezTo>
                    <a:pt x="102485" y="138439"/>
                    <a:pt x="102113" y="137563"/>
                    <a:pt x="102304" y="136829"/>
                  </a:cubicBezTo>
                  <a:cubicBezTo>
                    <a:pt x="103008" y="134067"/>
                    <a:pt x="104161" y="131400"/>
                    <a:pt x="104647" y="128609"/>
                  </a:cubicBezTo>
                  <a:cubicBezTo>
                    <a:pt x="105342" y="124637"/>
                    <a:pt x="105466" y="123390"/>
                    <a:pt x="104647" y="122742"/>
                  </a:cubicBezTo>
                  <a:cubicBezTo>
                    <a:pt x="103875" y="122123"/>
                    <a:pt x="105847" y="121323"/>
                    <a:pt x="105818" y="121570"/>
                  </a:cubicBezTo>
                  <a:cubicBezTo>
                    <a:pt x="106171" y="118284"/>
                    <a:pt x="105704" y="115417"/>
                    <a:pt x="105818" y="113350"/>
                  </a:cubicBezTo>
                  <a:cubicBezTo>
                    <a:pt x="105866" y="112407"/>
                    <a:pt x="106971" y="112312"/>
                    <a:pt x="106990" y="112179"/>
                  </a:cubicBezTo>
                  <a:cubicBezTo>
                    <a:pt x="107533" y="109150"/>
                    <a:pt x="107533" y="106607"/>
                    <a:pt x="108162" y="103959"/>
                  </a:cubicBezTo>
                  <a:cubicBezTo>
                    <a:pt x="108952" y="100682"/>
                    <a:pt x="111324" y="96024"/>
                    <a:pt x="111686" y="94567"/>
                  </a:cubicBezTo>
                  <a:cubicBezTo>
                    <a:pt x="111867" y="93862"/>
                    <a:pt x="111419" y="92891"/>
                    <a:pt x="111686" y="92214"/>
                  </a:cubicBezTo>
                  <a:cubicBezTo>
                    <a:pt x="112667" y="89747"/>
                    <a:pt x="113467" y="89785"/>
                    <a:pt x="114039" y="87518"/>
                  </a:cubicBezTo>
                  <a:cubicBezTo>
                    <a:pt x="114410" y="86023"/>
                    <a:pt x="115105" y="85880"/>
                    <a:pt x="115210" y="83994"/>
                  </a:cubicBezTo>
                  <a:cubicBezTo>
                    <a:pt x="115391" y="80841"/>
                    <a:pt x="119592" y="74688"/>
                    <a:pt x="119906" y="73431"/>
                  </a:cubicBezTo>
                  <a:cubicBezTo>
                    <a:pt x="120296" y="71859"/>
                    <a:pt x="120173" y="70859"/>
                    <a:pt x="121077" y="69907"/>
                  </a:cubicBezTo>
                  <a:cubicBezTo>
                    <a:pt x="122106" y="68831"/>
                    <a:pt x="121487" y="69164"/>
                    <a:pt x="122249" y="67554"/>
                  </a:cubicBezTo>
                  <a:cubicBezTo>
                    <a:pt x="122544" y="66944"/>
                    <a:pt x="124230" y="65925"/>
                    <a:pt x="124592" y="65211"/>
                  </a:cubicBezTo>
                  <a:cubicBezTo>
                    <a:pt x="125440" y="63554"/>
                    <a:pt x="125068" y="62182"/>
                    <a:pt x="125764" y="60515"/>
                  </a:cubicBezTo>
                  <a:cubicBezTo>
                    <a:pt x="126869" y="57905"/>
                    <a:pt x="127983" y="57134"/>
                    <a:pt x="128116" y="54648"/>
                  </a:cubicBezTo>
                  <a:cubicBezTo>
                    <a:pt x="128183" y="53343"/>
                    <a:pt x="128993" y="54057"/>
                    <a:pt x="129288" y="53476"/>
                  </a:cubicBezTo>
                  <a:cubicBezTo>
                    <a:pt x="131488" y="49095"/>
                    <a:pt x="134117" y="44599"/>
                    <a:pt x="136337" y="40560"/>
                  </a:cubicBezTo>
                  <a:cubicBezTo>
                    <a:pt x="136708" y="39893"/>
                    <a:pt x="138289" y="38989"/>
                    <a:pt x="138689" y="38208"/>
                  </a:cubicBezTo>
                  <a:cubicBezTo>
                    <a:pt x="139527" y="36560"/>
                    <a:pt x="139032" y="35122"/>
                    <a:pt x="139861" y="33512"/>
                  </a:cubicBezTo>
                  <a:cubicBezTo>
                    <a:pt x="140204" y="32855"/>
                    <a:pt x="140728" y="33588"/>
                    <a:pt x="141032" y="32340"/>
                  </a:cubicBezTo>
                  <a:cubicBezTo>
                    <a:pt x="141194" y="31712"/>
                    <a:pt x="140718" y="30549"/>
                    <a:pt x="141032" y="29997"/>
                  </a:cubicBezTo>
                  <a:cubicBezTo>
                    <a:pt x="141566" y="29064"/>
                    <a:pt x="143957" y="28606"/>
                    <a:pt x="144556" y="27644"/>
                  </a:cubicBezTo>
                  <a:cubicBezTo>
                    <a:pt x="145242" y="26549"/>
                    <a:pt x="145195" y="25054"/>
                    <a:pt x="145728" y="24120"/>
                  </a:cubicBezTo>
                  <a:cubicBezTo>
                    <a:pt x="147157" y="21653"/>
                    <a:pt x="149481" y="20910"/>
                    <a:pt x="150424" y="19424"/>
                  </a:cubicBezTo>
                  <a:cubicBezTo>
                    <a:pt x="151358" y="17957"/>
                    <a:pt x="150710" y="16176"/>
                    <a:pt x="151596" y="14728"/>
                  </a:cubicBezTo>
                  <a:cubicBezTo>
                    <a:pt x="152024" y="14024"/>
                    <a:pt x="153482" y="13176"/>
                    <a:pt x="153939" y="12376"/>
                  </a:cubicBezTo>
                  <a:cubicBezTo>
                    <a:pt x="154282" y="11795"/>
                    <a:pt x="153663" y="10652"/>
                    <a:pt x="153939" y="10033"/>
                  </a:cubicBezTo>
                  <a:cubicBezTo>
                    <a:pt x="154129" y="9613"/>
                    <a:pt x="156025" y="9366"/>
                    <a:pt x="156292" y="8851"/>
                  </a:cubicBezTo>
                  <a:cubicBezTo>
                    <a:pt x="156873" y="7766"/>
                    <a:pt x="157130" y="6175"/>
                    <a:pt x="157463" y="5327"/>
                  </a:cubicBezTo>
                  <a:cubicBezTo>
                    <a:pt x="158063" y="3841"/>
                    <a:pt x="158968" y="3032"/>
                    <a:pt x="158644" y="651"/>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57" id="157"/>
            <p:cNvSpPr/>
            <p:nvPr/>
          </p:nvSpPr>
          <p:spPr>
            <a:xfrm>
              <a:off x="9209891" y="4065192"/>
              <a:ext cx="116555" cy="200111"/>
            </a:xfrm>
            <a:custGeom>
              <a:avLst/>
              <a:gdLst/>
              <a:ahLst/>
              <a:cxnLst/>
              <a:rect r="r" b="b" t="t" l="l"/>
              <a:pathLst>
                <a:path w="116555" h="200111" stroke="true" fill="norm" extrusionOk="true">
                  <a:moveTo>
                    <a:pt x="96943" y="9468"/>
                  </a:moveTo>
                  <a:cubicBezTo>
                    <a:pt x="94447" y="11335"/>
                    <a:pt x="92095" y="13402"/>
                    <a:pt x="89980" y="15650"/>
                  </a:cubicBezTo>
                  <a:cubicBezTo>
                    <a:pt x="88361" y="17364"/>
                    <a:pt x="86818" y="19193"/>
                    <a:pt x="85170" y="21146"/>
                  </a:cubicBezTo>
                  <a:cubicBezTo>
                    <a:pt x="84884" y="21488"/>
                    <a:pt x="82970" y="22003"/>
                    <a:pt x="82827" y="22317"/>
                  </a:cubicBezTo>
                  <a:cubicBezTo>
                    <a:pt x="82589" y="22841"/>
                    <a:pt x="83198" y="24260"/>
                    <a:pt x="82827" y="24670"/>
                  </a:cubicBezTo>
                  <a:cubicBezTo>
                    <a:pt x="82484" y="25051"/>
                    <a:pt x="80798" y="24279"/>
                    <a:pt x="80474" y="24670"/>
                  </a:cubicBezTo>
                  <a:cubicBezTo>
                    <a:pt x="79703" y="25603"/>
                    <a:pt x="80979" y="26927"/>
                    <a:pt x="79303" y="27013"/>
                  </a:cubicBezTo>
                  <a:cubicBezTo>
                    <a:pt x="77969" y="27089"/>
                    <a:pt x="76979" y="30280"/>
                    <a:pt x="75779" y="31709"/>
                  </a:cubicBezTo>
                  <a:cubicBezTo>
                    <a:pt x="73797" y="34071"/>
                    <a:pt x="71854" y="36328"/>
                    <a:pt x="69902" y="38757"/>
                  </a:cubicBezTo>
                  <a:cubicBezTo>
                    <a:pt x="68835" y="40091"/>
                    <a:pt x="67463" y="40777"/>
                    <a:pt x="66377" y="42281"/>
                  </a:cubicBezTo>
                  <a:cubicBezTo>
                    <a:pt x="65425" y="43615"/>
                    <a:pt x="65149" y="45539"/>
                    <a:pt x="64034" y="46977"/>
                  </a:cubicBezTo>
                  <a:cubicBezTo>
                    <a:pt x="62834" y="48520"/>
                    <a:pt x="61653" y="48987"/>
                    <a:pt x="60510" y="50502"/>
                  </a:cubicBezTo>
                  <a:cubicBezTo>
                    <a:pt x="59624" y="51683"/>
                    <a:pt x="59072" y="52826"/>
                    <a:pt x="58167" y="54026"/>
                  </a:cubicBezTo>
                  <a:cubicBezTo>
                    <a:pt x="57205" y="55293"/>
                    <a:pt x="55738" y="55997"/>
                    <a:pt x="54643" y="57550"/>
                  </a:cubicBezTo>
                  <a:cubicBezTo>
                    <a:pt x="54347" y="57969"/>
                    <a:pt x="55033" y="59579"/>
                    <a:pt x="54643" y="59893"/>
                  </a:cubicBezTo>
                  <a:cubicBezTo>
                    <a:pt x="53395" y="60912"/>
                    <a:pt x="50414" y="62494"/>
                    <a:pt x="48775" y="64589"/>
                  </a:cubicBezTo>
                  <a:cubicBezTo>
                    <a:pt x="48451" y="65008"/>
                    <a:pt x="49166" y="66618"/>
                    <a:pt x="48775" y="66942"/>
                  </a:cubicBezTo>
                  <a:cubicBezTo>
                    <a:pt x="48451" y="67208"/>
                    <a:pt x="46604" y="67809"/>
                    <a:pt x="46422" y="68113"/>
                  </a:cubicBezTo>
                  <a:cubicBezTo>
                    <a:pt x="45003" y="70628"/>
                    <a:pt x="45251" y="74447"/>
                    <a:pt x="44079" y="77505"/>
                  </a:cubicBezTo>
                  <a:cubicBezTo>
                    <a:pt x="43889" y="77981"/>
                    <a:pt x="42965" y="77457"/>
                    <a:pt x="42908" y="78677"/>
                  </a:cubicBezTo>
                  <a:cubicBezTo>
                    <a:pt x="42870" y="79258"/>
                    <a:pt x="42031" y="80334"/>
                    <a:pt x="41736" y="81029"/>
                  </a:cubicBezTo>
                  <a:cubicBezTo>
                    <a:pt x="40793" y="83230"/>
                    <a:pt x="40450" y="85420"/>
                    <a:pt x="39393" y="88078"/>
                  </a:cubicBezTo>
                  <a:cubicBezTo>
                    <a:pt x="38945" y="89183"/>
                    <a:pt x="38088" y="91469"/>
                    <a:pt x="37040" y="93945"/>
                  </a:cubicBezTo>
                  <a:cubicBezTo>
                    <a:pt x="36821" y="94469"/>
                    <a:pt x="35935" y="93869"/>
                    <a:pt x="35869" y="95117"/>
                  </a:cubicBezTo>
                  <a:cubicBezTo>
                    <a:pt x="35793" y="96545"/>
                    <a:pt x="35735" y="100251"/>
                    <a:pt x="34697" y="100984"/>
                  </a:cubicBezTo>
                  <a:cubicBezTo>
                    <a:pt x="34440" y="101165"/>
                    <a:pt x="32440" y="100746"/>
                    <a:pt x="32345" y="100984"/>
                  </a:cubicBezTo>
                  <a:cubicBezTo>
                    <a:pt x="32125" y="101575"/>
                    <a:pt x="33573" y="102432"/>
                    <a:pt x="33516" y="103327"/>
                  </a:cubicBezTo>
                  <a:cubicBezTo>
                    <a:pt x="33526" y="103175"/>
                    <a:pt x="32383" y="103775"/>
                    <a:pt x="32345" y="104499"/>
                  </a:cubicBezTo>
                  <a:cubicBezTo>
                    <a:pt x="32268" y="105937"/>
                    <a:pt x="31849" y="108033"/>
                    <a:pt x="31173" y="110366"/>
                  </a:cubicBezTo>
                  <a:cubicBezTo>
                    <a:pt x="30678" y="112081"/>
                    <a:pt x="29744" y="115110"/>
                    <a:pt x="28830" y="117415"/>
                  </a:cubicBezTo>
                  <a:cubicBezTo>
                    <a:pt x="28573" y="118062"/>
                    <a:pt x="27696" y="118462"/>
                    <a:pt x="27649" y="118586"/>
                  </a:cubicBezTo>
                  <a:cubicBezTo>
                    <a:pt x="26582" y="121949"/>
                    <a:pt x="26401" y="125806"/>
                    <a:pt x="25296" y="129150"/>
                  </a:cubicBezTo>
                  <a:cubicBezTo>
                    <a:pt x="24334" y="132074"/>
                    <a:pt x="22400" y="134750"/>
                    <a:pt x="21772" y="137370"/>
                  </a:cubicBezTo>
                  <a:cubicBezTo>
                    <a:pt x="20638" y="142123"/>
                    <a:pt x="21696" y="146885"/>
                    <a:pt x="20600" y="151467"/>
                  </a:cubicBezTo>
                  <a:cubicBezTo>
                    <a:pt x="20543" y="151724"/>
                    <a:pt x="19486" y="151600"/>
                    <a:pt x="19429" y="152638"/>
                  </a:cubicBezTo>
                  <a:cubicBezTo>
                    <a:pt x="19286" y="155362"/>
                    <a:pt x="18133" y="155877"/>
                    <a:pt x="17076" y="158506"/>
                  </a:cubicBezTo>
                  <a:cubicBezTo>
                    <a:pt x="16914" y="158925"/>
                    <a:pt x="17400" y="160592"/>
                    <a:pt x="17076" y="160858"/>
                  </a:cubicBezTo>
                  <a:cubicBezTo>
                    <a:pt x="16238" y="161544"/>
                    <a:pt x="15571" y="163801"/>
                    <a:pt x="14733" y="166726"/>
                  </a:cubicBezTo>
                  <a:cubicBezTo>
                    <a:pt x="14133" y="168793"/>
                    <a:pt x="12514" y="172907"/>
                    <a:pt x="11209" y="174946"/>
                  </a:cubicBezTo>
                  <a:cubicBezTo>
                    <a:pt x="10789" y="175593"/>
                    <a:pt x="10113" y="174765"/>
                    <a:pt x="10037" y="176117"/>
                  </a:cubicBezTo>
                  <a:cubicBezTo>
                    <a:pt x="9942" y="177870"/>
                    <a:pt x="6646" y="182823"/>
                    <a:pt x="5341" y="185509"/>
                  </a:cubicBezTo>
                  <a:cubicBezTo>
                    <a:pt x="4560" y="187090"/>
                    <a:pt x="5189" y="186785"/>
                    <a:pt x="4170" y="187852"/>
                  </a:cubicBezTo>
                  <a:cubicBezTo>
                    <a:pt x="3255" y="188805"/>
                    <a:pt x="3388" y="189805"/>
                    <a:pt x="2998" y="191376"/>
                  </a:cubicBezTo>
                  <a:cubicBezTo>
                    <a:pt x="2674" y="192653"/>
                    <a:pt x="-1602" y="196253"/>
                    <a:pt x="655" y="199596"/>
                  </a:cubicBezTo>
                  <a:cubicBezTo>
                    <a:pt x="5875" y="201635"/>
                    <a:pt x="4941" y="197120"/>
                    <a:pt x="6522" y="194901"/>
                  </a:cubicBezTo>
                  <a:cubicBezTo>
                    <a:pt x="7046" y="194167"/>
                    <a:pt x="8446" y="193243"/>
                    <a:pt x="8875" y="192548"/>
                  </a:cubicBezTo>
                  <a:cubicBezTo>
                    <a:pt x="9475" y="191586"/>
                    <a:pt x="11132" y="189509"/>
                    <a:pt x="11218" y="187852"/>
                  </a:cubicBezTo>
                  <a:cubicBezTo>
                    <a:pt x="11247" y="187309"/>
                    <a:pt x="12094" y="186147"/>
                    <a:pt x="12390" y="185509"/>
                  </a:cubicBezTo>
                  <a:cubicBezTo>
                    <a:pt x="13304" y="183537"/>
                    <a:pt x="14666" y="182128"/>
                    <a:pt x="15914" y="179642"/>
                  </a:cubicBezTo>
                  <a:cubicBezTo>
                    <a:pt x="16600" y="178260"/>
                    <a:pt x="16505" y="177346"/>
                    <a:pt x="17086" y="176117"/>
                  </a:cubicBezTo>
                  <a:cubicBezTo>
                    <a:pt x="17600" y="175031"/>
                    <a:pt x="17476" y="172850"/>
                    <a:pt x="18257" y="171422"/>
                  </a:cubicBezTo>
                  <a:cubicBezTo>
                    <a:pt x="18772" y="170478"/>
                    <a:pt x="20019" y="170374"/>
                    <a:pt x="20600" y="169069"/>
                  </a:cubicBezTo>
                  <a:cubicBezTo>
                    <a:pt x="21572" y="166945"/>
                    <a:pt x="22086" y="164087"/>
                    <a:pt x="22953" y="162020"/>
                  </a:cubicBezTo>
                  <a:cubicBezTo>
                    <a:pt x="23248" y="161315"/>
                    <a:pt x="25058" y="160249"/>
                    <a:pt x="25296" y="159677"/>
                  </a:cubicBezTo>
                  <a:cubicBezTo>
                    <a:pt x="25582" y="159029"/>
                    <a:pt x="25125" y="158020"/>
                    <a:pt x="25296" y="157324"/>
                  </a:cubicBezTo>
                  <a:cubicBezTo>
                    <a:pt x="25563" y="156296"/>
                    <a:pt x="26096" y="155315"/>
                    <a:pt x="26468" y="153800"/>
                  </a:cubicBezTo>
                  <a:cubicBezTo>
                    <a:pt x="26725" y="152762"/>
                    <a:pt x="27268" y="151790"/>
                    <a:pt x="27639" y="150276"/>
                  </a:cubicBezTo>
                  <a:cubicBezTo>
                    <a:pt x="27858" y="149409"/>
                    <a:pt x="28763" y="149304"/>
                    <a:pt x="28820" y="149104"/>
                  </a:cubicBezTo>
                  <a:cubicBezTo>
                    <a:pt x="29240" y="147352"/>
                    <a:pt x="27677" y="147371"/>
                    <a:pt x="27639" y="146761"/>
                  </a:cubicBezTo>
                  <a:cubicBezTo>
                    <a:pt x="27582" y="145618"/>
                    <a:pt x="28801" y="145790"/>
                    <a:pt x="28820" y="145590"/>
                  </a:cubicBezTo>
                  <a:cubicBezTo>
                    <a:pt x="28887" y="143723"/>
                    <a:pt x="28458" y="141542"/>
                    <a:pt x="28820" y="139713"/>
                  </a:cubicBezTo>
                  <a:cubicBezTo>
                    <a:pt x="28849" y="139541"/>
                    <a:pt x="29944" y="139513"/>
                    <a:pt x="29992" y="138541"/>
                  </a:cubicBezTo>
                  <a:cubicBezTo>
                    <a:pt x="30011" y="138103"/>
                    <a:pt x="29687" y="135265"/>
                    <a:pt x="29992" y="135017"/>
                  </a:cubicBezTo>
                  <a:cubicBezTo>
                    <a:pt x="32363" y="133074"/>
                    <a:pt x="33097" y="125673"/>
                    <a:pt x="34688" y="120929"/>
                  </a:cubicBezTo>
                  <a:cubicBezTo>
                    <a:pt x="34821" y="120510"/>
                    <a:pt x="35793" y="120920"/>
                    <a:pt x="35859" y="119758"/>
                  </a:cubicBezTo>
                  <a:cubicBezTo>
                    <a:pt x="35897" y="119177"/>
                    <a:pt x="36707" y="117319"/>
                    <a:pt x="37031" y="116234"/>
                  </a:cubicBezTo>
                  <a:cubicBezTo>
                    <a:pt x="37612" y="114348"/>
                    <a:pt x="37621" y="113500"/>
                    <a:pt x="38202" y="111538"/>
                  </a:cubicBezTo>
                  <a:cubicBezTo>
                    <a:pt x="38307" y="111176"/>
                    <a:pt x="39317" y="111490"/>
                    <a:pt x="39374" y="110366"/>
                  </a:cubicBezTo>
                  <a:cubicBezTo>
                    <a:pt x="39536" y="107337"/>
                    <a:pt x="40384" y="107318"/>
                    <a:pt x="40546" y="104499"/>
                  </a:cubicBezTo>
                  <a:cubicBezTo>
                    <a:pt x="40669" y="102308"/>
                    <a:pt x="42070" y="99898"/>
                    <a:pt x="42898" y="97460"/>
                  </a:cubicBezTo>
                  <a:cubicBezTo>
                    <a:pt x="43508" y="95650"/>
                    <a:pt x="43356" y="94602"/>
                    <a:pt x="44070" y="92764"/>
                  </a:cubicBezTo>
                  <a:cubicBezTo>
                    <a:pt x="44260" y="92278"/>
                    <a:pt x="45175" y="92812"/>
                    <a:pt x="45241" y="91592"/>
                  </a:cubicBezTo>
                  <a:cubicBezTo>
                    <a:pt x="45260" y="91278"/>
                    <a:pt x="45127" y="90707"/>
                    <a:pt x="45241" y="90421"/>
                  </a:cubicBezTo>
                  <a:cubicBezTo>
                    <a:pt x="45584" y="89583"/>
                    <a:pt x="48642" y="85706"/>
                    <a:pt x="48766" y="83382"/>
                  </a:cubicBezTo>
                  <a:cubicBezTo>
                    <a:pt x="48813" y="82420"/>
                    <a:pt x="51518" y="80248"/>
                    <a:pt x="51109" y="78686"/>
                  </a:cubicBezTo>
                  <a:cubicBezTo>
                    <a:pt x="51042" y="78438"/>
                    <a:pt x="49451" y="78657"/>
                    <a:pt x="49937" y="77514"/>
                  </a:cubicBezTo>
                  <a:cubicBezTo>
                    <a:pt x="50156" y="76991"/>
                    <a:pt x="51042" y="77591"/>
                    <a:pt x="51109" y="76343"/>
                  </a:cubicBezTo>
                  <a:cubicBezTo>
                    <a:pt x="51204" y="74667"/>
                    <a:pt x="53376" y="72571"/>
                    <a:pt x="54633" y="70475"/>
                  </a:cubicBezTo>
                  <a:cubicBezTo>
                    <a:pt x="55176" y="69580"/>
                    <a:pt x="55681" y="67018"/>
                    <a:pt x="56986" y="66951"/>
                  </a:cubicBezTo>
                  <a:cubicBezTo>
                    <a:pt x="57329" y="66932"/>
                    <a:pt x="59034" y="64922"/>
                    <a:pt x="59338" y="64599"/>
                  </a:cubicBezTo>
                  <a:cubicBezTo>
                    <a:pt x="60291" y="63608"/>
                    <a:pt x="60738" y="62065"/>
                    <a:pt x="61681" y="61074"/>
                  </a:cubicBezTo>
                  <a:cubicBezTo>
                    <a:pt x="62758" y="59950"/>
                    <a:pt x="62777" y="58550"/>
                    <a:pt x="64034" y="57550"/>
                  </a:cubicBezTo>
                  <a:cubicBezTo>
                    <a:pt x="65472" y="56407"/>
                    <a:pt x="67425" y="55293"/>
                    <a:pt x="67558" y="52854"/>
                  </a:cubicBezTo>
                  <a:cubicBezTo>
                    <a:pt x="67635" y="51349"/>
                    <a:pt x="69520" y="51368"/>
                    <a:pt x="69902" y="50502"/>
                  </a:cubicBezTo>
                  <a:cubicBezTo>
                    <a:pt x="70159" y="49940"/>
                    <a:pt x="69530" y="48625"/>
                    <a:pt x="69902" y="48158"/>
                  </a:cubicBezTo>
                  <a:cubicBezTo>
                    <a:pt x="70206" y="47768"/>
                    <a:pt x="71940" y="48539"/>
                    <a:pt x="72254" y="48158"/>
                  </a:cubicBezTo>
                  <a:cubicBezTo>
                    <a:pt x="73235" y="46958"/>
                    <a:pt x="74169" y="44282"/>
                    <a:pt x="75779" y="42291"/>
                  </a:cubicBezTo>
                  <a:cubicBezTo>
                    <a:pt x="77512" y="40138"/>
                    <a:pt x="79655" y="37757"/>
                    <a:pt x="81646" y="35242"/>
                  </a:cubicBezTo>
                  <a:cubicBezTo>
                    <a:pt x="82551" y="34109"/>
                    <a:pt x="83056" y="32852"/>
                    <a:pt x="83989" y="31718"/>
                  </a:cubicBezTo>
                  <a:cubicBezTo>
                    <a:pt x="84284" y="31366"/>
                    <a:pt x="86199" y="30871"/>
                    <a:pt x="86342" y="30547"/>
                  </a:cubicBezTo>
                  <a:cubicBezTo>
                    <a:pt x="87351" y="28308"/>
                    <a:pt x="86770" y="28251"/>
                    <a:pt x="88694" y="27022"/>
                  </a:cubicBezTo>
                  <a:cubicBezTo>
                    <a:pt x="89666" y="26403"/>
                    <a:pt x="90190" y="23879"/>
                    <a:pt x="91037" y="23498"/>
                  </a:cubicBezTo>
                  <a:cubicBezTo>
                    <a:pt x="91552" y="23260"/>
                    <a:pt x="92990" y="23870"/>
                    <a:pt x="93390" y="23498"/>
                  </a:cubicBezTo>
                  <a:cubicBezTo>
                    <a:pt x="95552" y="21507"/>
                    <a:pt x="95981" y="17974"/>
                    <a:pt x="99258" y="17631"/>
                  </a:cubicBezTo>
                  <a:cubicBezTo>
                    <a:pt x="99286" y="17145"/>
                    <a:pt x="99372" y="16707"/>
                    <a:pt x="99496" y="16307"/>
                  </a:cubicBezTo>
                  <a:cubicBezTo>
                    <a:pt x="100391" y="13411"/>
                    <a:pt x="103487" y="12716"/>
                    <a:pt x="103954" y="9411"/>
                  </a:cubicBezTo>
                  <a:cubicBezTo>
                    <a:pt x="104211" y="7820"/>
                    <a:pt x="108525" y="9344"/>
                    <a:pt x="108649" y="7058"/>
                  </a:cubicBezTo>
                  <a:cubicBezTo>
                    <a:pt x="108802" y="4286"/>
                    <a:pt x="113526" y="3210"/>
                    <a:pt x="115688" y="1191"/>
                  </a:cubicBezTo>
                  <a:cubicBezTo>
                    <a:pt x="116079" y="829"/>
                    <a:pt x="116403" y="514"/>
                    <a:pt x="116555" y="0"/>
                  </a:cubicBezTo>
                  <a:cubicBezTo>
                    <a:pt x="116355" y="676"/>
                    <a:pt x="104277" y="4705"/>
                    <a:pt x="102439" y="5801"/>
                  </a:cubicBezTo>
                  <a:cubicBezTo>
                    <a:pt x="100553" y="6915"/>
                    <a:pt x="98715" y="8144"/>
                    <a:pt x="96943" y="9468"/>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58" id="158"/>
            <p:cNvSpPr/>
            <p:nvPr/>
          </p:nvSpPr>
          <p:spPr>
            <a:xfrm>
              <a:off x="9132735" y="3897790"/>
              <a:ext cx="89661" cy="247850"/>
            </a:xfrm>
            <a:custGeom>
              <a:avLst/>
              <a:gdLst/>
              <a:ahLst/>
              <a:cxnLst/>
              <a:rect r="r" b="b" t="t" l="l"/>
              <a:pathLst>
                <a:path w="89661" h="247850" stroke="true" fill="norm" extrusionOk="true">
                  <a:moveTo>
                    <a:pt x="89536" y="233163"/>
                  </a:moveTo>
                  <a:cubicBezTo>
                    <a:pt x="89545" y="233267"/>
                    <a:pt x="88403" y="232753"/>
                    <a:pt x="88364" y="231991"/>
                  </a:cubicBezTo>
                  <a:cubicBezTo>
                    <a:pt x="87955" y="224209"/>
                    <a:pt x="87336" y="214970"/>
                    <a:pt x="86021" y="207331"/>
                  </a:cubicBezTo>
                  <a:cubicBezTo>
                    <a:pt x="84555" y="198853"/>
                    <a:pt x="83269" y="190757"/>
                    <a:pt x="81325" y="181508"/>
                  </a:cubicBezTo>
                  <a:cubicBezTo>
                    <a:pt x="80811" y="179070"/>
                    <a:pt x="80620" y="177117"/>
                    <a:pt x="80154" y="174460"/>
                  </a:cubicBezTo>
                  <a:cubicBezTo>
                    <a:pt x="80125" y="174336"/>
                    <a:pt x="79030" y="174222"/>
                    <a:pt x="78982" y="173288"/>
                  </a:cubicBezTo>
                  <a:cubicBezTo>
                    <a:pt x="78801" y="169831"/>
                    <a:pt x="78954" y="167802"/>
                    <a:pt x="77811" y="163897"/>
                  </a:cubicBezTo>
                  <a:cubicBezTo>
                    <a:pt x="77773" y="163763"/>
                    <a:pt x="76830" y="163497"/>
                    <a:pt x="76639" y="162725"/>
                  </a:cubicBezTo>
                  <a:cubicBezTo>
                    <a:pt x="75191" y="156915"/>
                    <a:pt x="73305" y="148009"/>
                    <a:pt x="70772" y="141589"/>
                  </a:cubicBezTo>
                  <a:cubicBezTo>
                    <a:pt x="70629" y="141237"/>
                    <a:pt x="69829" y="141351"/>
                    <a:pt x="69600" y="140418"/>
                  </a:cubicBezTo>
                  <a:cubicBezTo>
                    <a:pt x="69219" y="138894"/>
                    <a:pt x="69562" y="135969"/>
                    <a:pt x="68428" y="133379"/>
                  </a:cubicBezTo>
                  <a:cubicBezTo>
                    <a:pt x="68172" y="132779"/>
                    <a:pt x="66228" y="131483"/>
                    <a:pt x="66085" y="131026"/>
                  </a:cubicBezTo>
                  <a:cubicBezTo>
                    <a:pt x="65238" y="128397"/>
                    <a:pt x="65866" y="125130"/>
                    <a:pt x="64914" y="122806"/>
                  </a:cubicBezTo>
                  <a:cubicBezTo>
                    <a:pt x="64676" y="122225"/>
                    <a:pt x="63066" y="121320"/>
                    <a:pt x="62571" y="120453"/>
                  </a:cubicBezTo>
                  <a:cubicBezTo>
                    <a:pt x="61532" y="118662"/>
                    <a:pt x="61704" y="116167"/>
                    <a:pt x="60218" y="113414"/>
                  </a:cubicBezTo>
                  <a:cubicBezTo>
                    <a:pt x="59885" y="112805"/>
                    <a:pt x="58056" y="111557"/>
                    <a:pt x="57875" y="111062"/>
                  </a:cubicBezTo>
                  <a:cubicBezTo>
                    <a:pt x="57513" y="110109"/>
                    <a:pt x="58561" y="107051"/>
                    <a:pt x="57875" y="106366"/>
                  </a:cubicBezTo>
                  <a:cubicBezTo>
                    <a:pt x="57379" y="105880"/>
                    <a:pt x="56227" y="103861"/>
                    <a:pt x="55522" y="101670"/>
                  </a:cubicBezTo>
                  <a:cubicBezTo>
                    <a:pt x="54617" y="98860"/>
                    <a:pt x="54198" y="95860"/>
                    <a:pt x="53179" y="93450"/>
                  </a:cubicBezTo>
                  <a:cubicBezTo>
                    <a:pt x="52950" y="92926"/>
                    <a:pt x="52074" y="93526"/>
                    <a:pt x="52007" y="92278"/>
                  </a:cubicBezTo>
                  <a:cubicBezTo>
                    <a:pt x="51969" y="91697"/>
                    <a:pt x="51131" y="90621"/>
                    <a:pt x="50836" y="89925"/>
                  </a:cubicBezTo>
                  <a:cubicBezTo>
                    <a:pt x="50350" y="88792"/>
                    <a:pt x="50407" y="86811"/>
                    <a:pt x="49664" y="85230"/>
                  </a:cubicBezTo>
                  <a:cubicBezTo>
                    <a:pt x="49417" y="84696"/>
                    <a:pt x="47512" y="84496"/>
                    <a:pt x="47321" y="84058"/>
                  </a:cubicBezTo>
                  <a:cubicBezTo>
                    <a:pt x="46331" y="81867"/>
                    <a:pt x="46388" y="81563"/>
                    <a:pt x="46140" y="78191"/>
                  </a:cubicBezTo>
                  <a:cubicBezTo>
                    <a:pt x="43054" y="78048"/>
                    <a:pt x="41501" y="72723"/>
                    <a:pt x="40273" y="69971"/>
                  </a:cubicBezTo>
                  <a:cubicBezTo>
                    <a:pt x="38358" y="65694"/>
                    <a:pt x="37225" y="61170"/>
                    <a:pt x="35577" y="57055"/>
                  </a:cubicBezTo>
                  <a:cubicBezTo>
                    <a:pt x="35405" y="56636"/>
                    <a:pt x="35901" y="54969"/>
                    <a:pt x="35577" y="54712"/>
                  </a:cubicBezTo>
                  <a:cubicBezTo>
                    <a:pt x="34472" y="53807"/>
                    <a:pt x="33824" y="53854"/>
                    <a:pt x="33234" y="52359"/>
                  </a:cubicBezTo>
                  <a:cubicBezTo>
                    <a:pt x="33062" y="51940"/>
                    <a:pt x="33558" y="50273"/>
                    <a:pt x="33234" y="50016"/>
                  </a:cubicBezTo>
                  <a:cubicBezTo>
                    <a:pt x="33091" y="49901"/>
                    <a:pt x="32129" y="50159"/>
                    <a:pt x="32052" y="50016"/>
                  </a:cubicBezTo>
                  <a:cubicBezTo>
                    <a:pt x="31853" y="49587"/>
                    <a:pt x="32395" y="47939"/>
                    <a:pt x="32052" y="47663"/>
                  </a:cubicBezTo>
                  <a:cubicBezTo>
                    <a:pt x="31919" y="47549"/>
                    <a:pt x="30948" y="47806"/>
                    <a:pt x="30881" y="47663"/>
                  </a:cubicBezTo>
                  <a:cubicBezTo>
                    <a:pt x="30681" y="47234"/>
                    <a:pt x="31224" y="45596"/>
                    <a:pt x="30881" y="45320"/>
                  </a:cubicBezTo>
                  <a:cubicBezTo>
                    <a:pt x="30748" y="45206"/>
                    <a:pt x="29776" y="45463"/>
                    <a:pt x="29709" y="45320"/>
                  </a:cubicBezTo>
                  <a:cubicBezTo>
                    <a:pt x="28957" y="43691"/>
                    <a:pt x="29405" y="42243"/>
                    <a:pt x="28538" y="40624"/>
                  </a:cubicBezTo>
                  <a:cubicBezTo>
                    <a:pt x="28252" y="40100"/>
                    <a:pt x="26395" y="39891"/>
                    <a:pt x="26185" y="39453"/>
                  </a:cubicBezTo>
                  <a:cubicBezTo>
                    <a:pt x="25766" y="38567"/>
                    <a:pt x="26728" y="36738"/>
                    <a:pt x="26185" y="35928"/>
                  </a:cubicBezTo>
                  <a:cubicBezTo>
                    <a:pt x="25928" y="35547"/>
                    <a:pt x="24128" y="36290"/>
                    <a:pt x="23842" y="35928"/>
                  </a:cubicBezTo>
                  <a:cubicBezTo>
                    <a:pt x="23061" y="34976"/>
                    <a:pt x="23937" y="31109"/>
                    <a:pt x="22671" y="30061"/>
                  </a:cubicBezTo>
                  <a:cubicBezTo>
                    <a:pt x="21518" y="29118"/>
                    <a:pt x="21080" y="29118"/>
                    <a:pt x="20318" y="27708"/>
                  </a:cubicBezTo>
                  <a:cubicBezTo>
                    <a:pt x="20080" y="27280"/>
                    <a:pt x="20680" y="25651"/>
                    <a:pt x="20318" y="25365"/>
                  </a:cubicBezTo>
                  <a:cubicBezTo>
                    <a:pt x="19175" y="24422"/>
                    <a:pt x="18718" y="24432"/>
                    <a:pt x="17975" y="23012"/>
                  </a:cubicBezTo>
                  <a:cubicBezTo>
                    <a:pt x="17746" y="22584"/>
                    <a:pt x="18327" y="20955"/>
                    <a:pt x="17975" y="20669"/>
                  </a:cubicBezTo>
                  <a:cubicBezTo>
                    <a:pt x="17003" y="19879"/>
                    <a:pt x="14565" y="19307"/>
                    <a:pt x="14450" y="17145"/>
                  </a:cubicBezTo>
                  <a:cubicBezTo>
                    <a:pt x="14431" y="16897"/>
                    <a:pt x="14336" y="16478"/>
                    <a:pt x="14184" y="15992"/>
                  </a:cubicBezTo>
                  <a:cubicBezTo>
                    <a:pt x="13745" y="14564"/>
                    <a:pt x="12841" y="12421"/>
                    <a:pt x="12098" y="11278"/>
                  </a:cubicBezTo>
                  <a:cubicBezTo>
                    <a:pt x="11679" y="10630"/>
                    <a:pt x="10993" y="11468"/>
                    <a:pt x="10926" y="10106"/>
                  </a:cubicBezTo>
                  <a:cubicBezTo>
                    <a:pt x="10840" y="8353"/>
                    <a:pt x="10326" y="6201"/>
                    <a:pt x="8621" y="5439"/>
                  </a:cubicBezTo>
                  <a:cubicBezTo>
                    <a:pt x="8811" y="5515"/>
                    <a:pt x="8164" y="3715"/>
                    <a:pt x="8068" y="3581"/>
                  </a:cubicBezTo>
                  <a:cubicBezTo>
                    <a:pt x="7573" y="2877"/>
                    <a:pt x="6344" y="2553"/>
                    <a:pt x="5611" y="2200"/>
                  </a:cubicBezTo>
                  <a:cubicBezTo>
                    <a:pt x="3801" y="1353"/>
                    <a:pt x="1820" y="857"/>
                    <a:pt x="1" y="0"/>
                  </a:cubicBezTo>
                  <a:cubicBezTo>
                    <a:pt x="-47" y="2562"/>
                    <a:pt x="1696" y="6534"/>
                    <a:pt x="2716" y="8934"/>
                  </a:cubicBezTo>
                  <a:cubicBezTo>
                    <a:pt x="3030" y="9677"/>
                    <a:pt x="4783" y="10678"/>
                    <a:pt x="5059" y="11278"/>
                  </a:cubicBezTo>
                  <a:cubicBezTo>
                    <a:pt x="5878" y="13040"/>
                    <a:pt x="6364" y="14630"/>
                    <a:pt x="6878" y="16154"/>
                  </a:cubicBezTo>
                  <a:cubicBezTo>
                    <a:pt x="7535" y="18136"/>
                    <a:pt x="8240" y="19983"/>
                    <a:pt x="9754" y="21841"/>
                  </a:cubicBezTo>
                  <a:cubicBezTo>
                    <a:pt x="10288" y="22498"/>
                    <a:pt x="11764" y="23641"/>
                    <a:pt x="12107" y="24193"/>
                  </a:cubicBezTo>
                  <a:cubicBezTo>
                    <a:pt x="13269" y="26099"/>
                    <a:pt x="13374" y="29270"/>
                    <a:pt x="14450" y="31233"/>
                  </a:cubicBezTo>
                  <a:cubicBezTo>
                    <a:pt x="14812" y="31890"/>
                    <a:pt x="16565" y="33033"/>
                    <a:pt x="16803" y="33585"/>
                  </a:cubicBezTo>
                  <a:cubicBezTo>
                    <a:pt x="17079" y="34233"/>
                    <a:pt x="16632" y="35242"/>
                    <a:pt x="16803" y="35928"/>
                  </a:cubicBezTo>
                  <a:cubicBezTo>
                    <a:pt x="17175" y="37424"/>
                    <a:pt x="20080" y="40376"/>
                    <a:pt x="21499" y="42977"/>
                  </a:cubicBezTo>
                  <a:cubicBezTo>
                    <a:pt x="22223" y="44320"/>
                    <a:pt x="21832" y="45406"/>
                    <a:pt x="22671" y="46501"/>
                  </a:cubicBezTo>
                  <a:cubicBezTo>
                    <a:pt x="23452" y="47520"/>
                    <a:pt x="24309" y="47492"/>
                    <a:pt x="25014" y="48854"/>
                  </a:cubicBezTo>
                  <a:cubicBezTo>
                    <a:pt x="26061" y="50863"/>
                    <a:pt x="26261" y="53578"/>
                    <a:pt x="27366" y="55893"/>
                  </a:cubicBezTo>
                  <a:cubicBezTo>
                    <a:pt x="28328" y="57921"/>
                    <a:pt x="29890" y="59722"/>
                    <a:pt x="30891" y="61760"/>
                  </a:cubicBezTo>
                  <a:cubicBezTo>
                    <a:pt x="32024" y="64075"/>
                    <a:pt x="32243" y="66742"/>
                    <a:pt x="33243" y="68809"/>
                  </a:cubicBezTo>
                  <a:cubicBezTo>
                    <a:pt x="33520" y="69380"/>
                    <a:pt x="34348" y="68685"/>
                    <a:pt x="34415" y="69980"/>
                  </a:cubicBezTo>
                  <a:cubicBezTo>
                    <a:pt x="34519" y="71952"/>
                    <a:pt x="35053" y="71276"/>
                    <a:pt x="35586" y="72333"/>
                  </a:cubicBezTo>
                  <a:cubicBezTo>
                    <a:pt x="36110" y="73352"/>
                    <a:pt x="36120" y="74552"/>
                    <a:pt x="36758" y="75857"/>
                  </a:cubicBezTo>
                  <a:cubicBezTo>
                    <a:pt x="37091" y="76543"/>
                    <a:pt x="38863" y="77638"/>
                    <a:pt x="39101" y="78210"/>
                  </a:cubicBezTo>
                  <a:cubicBezTo>
                    <a:pt x="39387" y="78858"/>
                    <a:pt x="38930" y="79867"/>
                    <a:pt x="39101" y="80553"/>
                  </a:cubicBezTo>
                  <a:cubicBezTo>
                    <a:pt x="39463" y="82001"/>
                    <a:pt x="43035" y="86887"/>
                    <a:pt x="43797" y="89945"/>
                  </a:cubicBezTo>
                  <a:cubicBezTo>
                    <a:pt x="43978" y="90649"/>
                    <a:pt x="43530" y="91630"/>
                    <a:pt x="43797" y="92297"/>
                  </a:cubicBezTo>
                  <a:cubicBezTo>
                    <a:pt x="44235" y="93393"/>
                    <a:pt x="45873" y="93964"/>
                    <a:pt x="46150" y="94640"/>
                  </a:cubicBezTo>
                  <a:cubicBezTo>
                    <a:pt x="47988" y="99165"/>
                    <a:pt x="49207" y="104089"/>
                    <a:pt x="50846" y="108737"/>
                  </a:cubicBezTo>
                  <a:cubicBezTo>
                    <a:pt x="51731" y="111233"/>
                    <a:pt x="51169" y="111185"/>
                    <a:pt x="52017" y="114605"/>
                  </a:cubicBezTo>
                  <a:cubicBezTo>
                    <a:pt x="52293" y="115738"/>
                    <a:pt x="52979" y="115253"/>
                    <a:pt x="53189" y="115776"/>
                  </a:cubicBezTo>
                  <a:cubicBezTo>
                    <a:pt x="53827" y="117348"/>
                    <a:pt x="54998" y="118339"/>
                    <a:pt x="55532" y="120472"/>
                  </a:cubicBezTo>
                  <a:cubicBezTo>
                    <a:pt x="56103" y="122749"/>
                    <a:pt x="56360" y="126406"/>
                    <a:pt x="57884" y="128692"/>
                  </a:cubicBezTo>
                  <a:cubicBezTo>
                    <a:pt x="58075" y="128978"/>
                    <a:pt x="59065" y="129892"/>
                    <a:pt x="59056" y="129864"/>
                  </a:cubicBezTo>
                  <a:cubicBezTo>
                    <a:pt x="59999" y="132026"/>
                    <a:pt x="60542" y="134522"/>
                    <a:pt x="61409" y="136912"/>
                  </a:cubicBezTo>
                  <a:cubicBezTo>
                    <a:pt x="63904" y="143847"/>
                    <a:pt x="66095" y="150304"/>
                    <a:pt x="68448" y="158039"/>
                  </a:cubicBezTo>
                  <a:cubicBezTo>
                    <a:pt x="68667" y="158763"/>
                    <a:pt x="68267" y="159658"/>
                    <a:pt x="68448" y="160392"/>
                  </a:cubicBezTo>
                  <a:cubicBezTo>
                    <a:pt x="68752" y="161592"/>
                    <a:pt x="70257" y="162906"/>
                    <a:pt x="70800" y="165087"/>
                  </a:cubicBezTo>
                  <a:cubicBezTo>
                    <a:pt x="71572" y="168202"/>
                    <a:pt x="70943" y="171536"/>
                    <a:pt x="71972" y="175660"/>
                  </a:cubicBezTo>
                  <a:cubicBezTo>
                    <a:pt x="72229" y="176698"/>
                    <a:pt x="72772" y="177670"/>
                    <a:pt x="73143" y="179184"/>
                  </a:cubicBezTo>
                  <a:cubicBezTo>
                    <a:pt x="73496" y="180575"/>
                    <a:pt x="74734" y="185718"/>
                    <a:pt x="75496" y="189748"/>
                  </a:cubicBezTo>
                  <a:cubicBezTo>
                    <a:pt x="75706" y="190833"/>
                    <a:pt x="76449" y="191624"/>
                    <a:pt x="76668" y="193272"/>
                  </a:cubicBezTo>
                  <a:cubicBezTo>
                    <a:pt x="77210" y="197358"/>
                    <a:pt x="76925" y="200406"/>
                    <a:pt x="77839" y="206188"/>
                  </a:cubicBezTo>
                  <a:cubicBezTo>
                    <a:pt x="78230" y="208626"/>
                    <a:pt x="79801" y="210893"/>
                    <a:pt x="80182" y="213227"/>
                  </a:cubicBezTo>
                  <a:cubicBezTo>
                    <a:pt x="80097" y="212665"/>
                    <a:pt x="79011" y="213951"/>
                    <a:pt x="79011" y="214398"/>
                  </a:cubicBezTo>
                  <a:cubicBezTo>
                    <a:pt x="79011" y="216141"/>
                    <a:pt x="80830" y="215837"/>
                    <a:pt x="81363" y="219094"/>
                  </a:cubicBezTo>
                  <a:cubicBezTo>
                    <a:pt x="81278" y="218542"/>
                    <a:pt x="80192" y="219808"/>
                    <a:pt x="80192" y="220266"/>
                  </a:cubicBezTo>
                  <a:cubicBezTo>
                    <a:pt x="80192" y="220980"/>
                    <a:pt x="81021" y="223009"/>
                    <a:pt x="81363" y="226133"/>
                  </a:cubicBezTo>
                  <a:cubicBezTo>
                    <a:pt x="81535" y="227676"/>
                    <a:pt x="81154" y="229286"/>
                    <a:pt x="81363" y="230829"/>
                  </a:cubicBezTo>
                  <a:cubicBezTo>
                    <a:pt x="81602" y="232639"/>
                    <a:pt x="82364" y="232877"/>
                    <a:pt x="82535" y="234353"/>
                  </a:cubicBezTo>
                  <a:cubicBezTo>
                    <a:pt x="82840" y="236887"/>
                    <a:pt x="82859" y="239582"/>
                    <a:pt x="83154" y="241983"/>
                  </a:cubicBezTo>
                  <a:cubicBezTo>
                    <a:pt x="83430" y="244173"/>
                    <a:pt x="82954" y="245793"/>
                    <a:pt x="82116" y="247621"/>
                  </a:cubicBezTo>
                  <a:cubicBezTo>
                    <a:pt x="81649" y="248631"/>
                    <a:pt x="85497" y="245993"/>
                    <a:pt x="85726" y="245716"/>
                  </a:cubicBezTo>
                  <a:cubicBezTo>
                    <a:pt x="89126" y="241535"/>
                    <a:pt x="90031" y="238677"/>
                    <a:pt x="89536" y="233163"/>
                  </a:cubicBezTo>
                  <a:close/>
                </a:path>
              </a:pathLst>
            </a:custGeom>
            <a:solidFill>
              <a:srgbClr val="DF9720"/>
            </a:solidFill>
            <a:ln cap="flat">
              <a:noFill/>
              <a:prstDash val="solid"/>
              <a:miter lim="800000"/>
            </a:ln>
          </p:spPr>
          <p:txBody>
            <a:bodyPr vert="horz" anchor="ctr" tIns="45720" lIns="91440" bIns="45720" rIns="91440"/>
            <a:p>
              <a:pPr algn="l" marL="0"/>
            </a:p>
          </p:txBody>
        </p:sp>
        <p:grpSp>
          <p:nvGrpSpPr>
            <p:cNvPr name="Group 159" id="159"/>
            <p:cNvGrpSpPr/>
            <p:nvPr/>
          </p:nvGrpSpPr>
          <p:grpSpPr>
            <a:xfrm>
              <a:off x="8495403" y="3787843"/>
              <a:ext cx="434777" cy="111899"/>
              <a:chOff x="2004663" y="1191263"/>
              <a:chExt cx="434777" cy="111899"/>
            </a:xfrm>
          </p:grpSpPr>
          <p:sp>
            <p:nvSpPr>
              <p:cNvPr name="Freeform 160" id="160"/>
              <p:cNvSpPr/>
              <p:nvPr/>
            </p:nvSpPr>
            <p:spPr>
              <a:xfrm>
                <a:off x="2079928" y="1200759"/>
                <a:ext cx="44822" cy="35061"/>
              </a:xfrm>
              <a:custGeom>
                <a:avLst/>
                <a:gdLst/>
                <a:ahLst/>
                <a:cxnLst/>
                <a:rect r="r" b="b" t="t" l="l"/>
                <a:pathLst>
                  <a:path w="44822" h="35061" stroke="true" fill="norm" extrusionOk="true">
                    <a:moveTo>
                      <a:pt x="7037" y="22489"/>
                    </a:moveTo>
                    <a:cubicBezTo>
                      <a:pt x="9190" y="22593"/>
                      <a:pt x="9761" y="25041"/>
                      <a:pt x="10561" y="26013"/>
                    </a:cubicBezTo>
                    <a:cubicBezTo>
                      <a:pt x="10876" y="26394"/>
                      <a:pt x="12485" y="25718"/>
                      <a:pt x="12914" y="26013"/>
                    </a:cubicBezTo>
                    <a:cubicBezTo>
                      <a:pt x="14352" y="27013"/>
                      <a:pt x="13733" y="28223"/>
                      <a:pt x="16438" y="28366"/>
                    </a:cubicBezTo>
                    <a:cubicBezTo>
                      <a:pt x="17762" y="28432"/>
                      <a:pt x="16991" y="29194"/>
                      <a:pt x="17610" y="29537"/>
                    </a:cubicBezTo>
                    <a:cubicBezTo>
                      <a:pt x="20734" y="31271"/>
                      <a:pt x="23354" y="32509"/>
                      <a:pt x="24458" y="35062"/>
                    </a:cubicBezTo>
                    <a:cubicBezTo>
                      <a:pt x="26182" y="34404"/>
                      <a:pt x="27954" y="33900"/>
                      <a:pt x="29773" y="33681"/>
                    </a:cubicBezTo>
                    <a:cubicBezTo>
                      <a:pt x="30735" y="33566"/>
                      <a:pt x="34907" y="33319"/>
                      <a:pt x="38241" y="32718"/>
                    </a:cubicBezTo>
                    <a:cubicBezTo>
                      <a:pt x="38355" y="32490"/>
                      <a:pt x="38479" y="32261"/>
                      <a:pt x="38708" y="32052"/>
                    </a:cubicBezTo>
                    <a:cubicBezTo>
                      <a:pt x="39889" y="30918"/>
                      <a:pt x="40994" y="30070"/>
                      <a:pt x="42261" y="29366"/>
                    </a:cubicBezTo>
                    <a:lnTo>
                      <a:pt x="41813" y="29461"/>
                    </a:lnTo>
                    <a:lnTo>
                      <a:pt x="42089" y="26861"/>
                    </a:lnTo>
                    <a:cubicBezTo>
                      <a:pt x="43328" y="25889"/>
                      <a:pt x="43318" y="23822"/>
                      <a:pt x="43442" y="22498"/>
                    </a:cubicBezTo>
                    <a:cubicBezTo>
                      <a:pt x="43451" y="22441"/>
                      <a:pt x="44604" y="22546"/>
                      <a:pt x="44613" y="22498"/>
                    </a:cubicBezTo>
                    <a:cubicBezTo>
                      <a:pt x="45328" y="18812"/>
                      <a:pt x="44032" y="16602"/>
                      <a:pt x="43442" y="15450"/>
                    </a:cubicBezTo>
                    <a:cubicBezTo>
                      <a:pt x="41442" y="11544"/>
                      <a:pt x="41041" y="10468"/>
                      <a:pt x="36403" y="7230"/>
                    </a:cubicBezTo>
                    <a:cubicBezTo>
                      <a:pt x="35879" y="6868"/>
                      <a:pt x="34641" y="7496"/>
                      <a:pt x="34050" y="7230"/>
                    </a:cubicBezTo>
                    <a:cubicBezTo>
                      <a:pt x="33688" y="7068"/>
                      <a:pt x="33288" y="5172"/>
                      <a:pt x="32879" y="4877"/>
                    </a:cubicBezTo>
                    <a:cubicBezTo>
                      <a:pt x="31678" y="4020"/>
                      <a:pt x="29164" y="2581"/>
                      <a:pt x="28183" y="2534"/>
                    </a:cubicBezTo>
                    <a:cubicBezTo>
                      <a:pt x="26954" y="2467"/>
                      <a:pt x="27497" y="1553"/>
                      <a:pt x="27011" y="1362"/>
                    </a:cubicBezTo>
                    <a:cubicBezTo>
                      <a:pt x="25106" y="610"/>
                      <a:pt x="21753" y="391"/>
                      <a:pt x="19963" y="191"/>
                    </a:cubicBezTo>
                    <a:cubicBezTo>
                      <a:pt x="13771" y="-524"/>
                      <a:pt x="8571" y="972"/>
                      <a:pt x="3532" y="1362"/>
                    </a:cubicBezTo>
                    <a:cubicBezTo>
                      <a:pt x="2627" y="4525"/>
                      <a:pt x="265" y="5267"/>
                      <a:pt x="8" y="8411"/>
                    </a:cubicBezTo>
                    <a:cubicBezTo>
                      <a:pt x="-202" y="11049"/>
                      <a:pt x="3894" y="19307"/>
                      <a:pt x="4704" y="20145"/>
                    </a:cubicBezTo>
                    <a:cubicBezTo>
                      <a:pt x="4989" y="20460"/>
                      <a:pt x="6685" y="22470"/>
                      <a:pt x="7037" y="2248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1" id="161"/>
              <p:cNvSpPr/>
              <p:nvPr/>
            </p:nvSpPr>
            <p:spPr>
              <a:xfrm>
                <a:off x="2141924" y="1191428"/>
                <a:ext cx="47177" cy="33314"/>
              </a:xfrm>
              <a:custGeom>
                <a:avLst/>
                <a:gdLst/>
                <a:ahLst/>
                <a:cxnLst/>
                <a:rect r="r" b="b" t="t" l="l"/>
                <a:pathLst>
                  <a:path w="47177" h="33314" stroke="true" fill="norm" extrusionOk="true">
                    <a:moveTo>
                      <a:pt x="8440" y="27123"/>
                    </a:moveTo>
                    <a:cubicBezTo>
                      <a:pt x="8926" y="29667"/>
                      <a:pt x="12926" y="30228"/>
                      <a:pt x="11183" y="32486"/>
                    </a:cubicBezTo>
                    <a:cubicBezTo>
                      <a:pt x="11402" y="32753"/>
                      <a:pt x="11545" y="33038"/>
                      <a:pt x="11716" y="33315"/>
                    </a:cubicBezTo>
                    <a:cubicBezTo>
                      <a:pt x="16165" y="32981"/>
                      <a:pt x="20594" y="33210"/>
                      <a:pt x="25108" y="33077"/>
                    </a:cubicBezTo>
                    <a:cubicBezTo>
                      <a:pt x="30119" y="32934"/>
                      <a:pt x="35062" y="32705"/>
                      <a:pt x="40034" y="32876"/>
                    </a:cubicBezTo>
                    <a:cubicBezTo>
                      <a:pt x="40453" y="32381"/>
                      <a:pt x="40920" y="31933"/>
                      <a:pt x="41463" y="31533"/>
                    </a:cubicBezTo>
                    <a:lnTo>
                      <a:pt x="41120" y="31581"/>
                    </a:lnTo>
                    <a:lnTo>
                      <a:pt x="44978" y="26152"/>
                    </a:lnTo>
                    <a:lnTo>
                      <a:pt x="44968" y="26152"/>
                    </a:lnTo>
                    <a:cubicBezTo>
                      <a:pt x="45606" y="24818"/>
                      <a:pt x="45435" y="22656"/>
                      <a:pt x="47178" y="22428"/>
                    </a:cubicBezTo>
                    <a:cubicBezTo>
                      <a:pt x="46883" y="19941"/>
                      <a:pt x="46988" y="16493"/>
                      <a:pt x="46006" y="14207"/>
                    </a:cubicBezTo>
                    <a:cubicBezTo>
                      <a:pt x="45949" y="14074"/>
                      <a:pt x="44968" y="14312"/>
                      <a:pt x="44835" y="14207"/>
                    </a:cubicBezTo>
                    <a:cubicBezTo>
                      <a:pt x="44444" y="13893"/>
                      <a:pt x="45149" y="12274"/>
                      <a:pt x="44835" y="11864"/>
                    </a:cubicBezTo>
                    <a:cubicBezTo>
                      <a:pt x="44425" y="11321"/>
                      <a:pt x="42958" y="11236"/>
                      <a:pt x="42492" y="10693"/>
                    </a:cubicBezTo>
                    <a:cubicBezTo>
                      <a:pt x="39872" y="7654"/>
                      <a:pt x="38272" y="6130"/>
                      <a:pt x="35443" y="4825"/>
                    </a:cubicBezTo>
                    <a:cubicBezTo>
                      <a:pt x="34805" y="4530"/>
                      <a:pt x="33643" y="3682"/>
                      <a:pt x="33100" y="3654"/>
                    </a:cubicBezTo>
                    <a:cubicBezTo>
                      <a:pt x="31928" y="3597"/>
                      <a:pt x="32348" y="2625"/>
                      <a:pt x="31928" y="2482"/>
                    </a:cubicBezTo>
                    <a:cubicBezTo>
                      <a:pt x="30233" y="1901"/>
                      <a:pt x="27261" y="1787"/>
                      <a:pt x="24889" y="1311"/>
                    </a:cubicBezTo>
                    <a:cubicBezTo>
                      <a:pt x="19813" y="291"/>
                      <a:pt x="11545" y="-1042"/>
                      <a:pt x="9630" y="1311"/>
                    </a:cubicBezTo>
                    <a:cubicBezTo>
                      <a:pt x="9364" y="1634"/>
                      <a:pt x="7697" y="1139"/>
                      <a:pt x="7278" y="1311"/>
                    </a:cubicBezTo>
                    <a:cubicBezTo>
                      <a:pt x="3963" y="2635"/>
                      <a:pt x="2629" y="4549"/>
                      <a:pt x="239" y="6006"/>
                    </a:cubicBezTo>
                    <a:cubicBezTo>
                      <a:pt x="-828" y="13341"/>
                      <a:pt x="1991" y="16779"/>
                      <a:pt x="2582" y="22447"/>
                    </a:cubicBezTo>
                    <a:cubicBezTo>
                      <a:pt x="5954" y="22561"/>
                      <a:pt x="4611" y="27438"/>
                      <a:pt x="8440" y="27123"/>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62" id="162"/>
              <p:cNvSpPr/>
              <p:nvPr/>
            </p:nvSpPr>
            <p:spPr>
              <a:xfrm>
                <a:off x="2136776" y="1229158"/>
                <a:ext cx="44124" cy="42874"/>
              </a:xfrm>
              <a:custGeom>
                <a:avLst/>
                <a:gdLst/>
                <a:ahLst/>
                <a:cxnLst/>
                <a:rect r="r" b="b" t="t" l="l"/>
                <a:pathLst>
                  <a:path w="44124" h="42874" stroke="true" fill="norm" extrusionOk="true">
                    <a:moveTo>
                      <a:pt x="43515" y="14"/>
                    </a:moveTo>
                    <a:cubicBezTo>
                      <a:pt x="39857" y="-43"/>
                      <a:pt x="36200" y="81"/>
                      <a:pt x="32494" y="186"/>
                    </a:cubicBezTo>
                    <a:cubicBezTo>
                      <a:pt x="27484" y="329"/>
                      <a:pt x="22455" y="-24"/>
                      <a:pt x="17464" y="405"/>
                    </a:cubicBezTo>
                    <a:cubicBezTo>
                      <a:pt x="16892" y="1853"/>
                      <a:pt x="15616" y="3091"/>
                      <a:pt x="13578" y="3777"/>
                    </a:cubicBezTo>
                    <a:cubicBezTo>
                      <a:pt x="13463" y="3815"/>
                      <a:pt x="13378" y="3786"/>
                      <a:pt x="13273" y="3815"/>
                    </a:cubicBezTo>
                    <a:cubicBezTo>
                      <a:pt x="10111" y="6834"/>
                      <a:pt x="6767" y="11016"/>
                      <a:pt x="5367" y="14064"/>
                    </a:cubicBezTo>
                    <a:cubicBezTo>
                      <a:pt x="5062" y="14702"/>
                      <a:pt x="4224" y="15864"/>
                      <a:pt x="4196" y="16407"/>
                    </a:cubicBezTo>
                    <a:cubicBezTo>
                      <a:pt x="4129" y="17674"/>
                      <a:pt x="3262" y="17045"/>
                      <a:pt x="3024" y="17579"/>
                    </a:cubicBezTo>
                    <a:cubicBezTo>
                      <a:pt x="1967" y="19988"/>
                      <a:pt x="1081" y="23922"/>
                      <a:pt x="681" y="25799"/>
                    </a:cubicBezTo>
                    <a:cubicBezTo>
                      <a:pt x="-376" y="30723"/>
                      <a:pt x="-357" y="32209"/>
                      <a:pt x="1852" y="34019"/>
                    </a:cubicBezTo>
                    <a:cubicBezTo>
                      <a:pt x="2195" y="34295"/>
                      <a:pt x="1652" y="35943"/>
                      <a:pt x="1852" y="36362"/>
                    </a:cubicBezTo>
                    <a:cubicBezTo>
                      <a:pt x="1929" y="36514"/>
                      <a:pt x="2891" y="36248"/>
                      <a:pt x="3033" y="36362"/>
                    </a:cubicBezTo>
                    <a:cubicBezTo>
                      <a:pt x="3434" y="36686"/>
                      <a:pt x="2662" y="38343"/>
                      <a:pt x="3033" y="38715"/>
                    </a:cubicBezTo>
                    <a:cubicBezTo>
                      <a:pt x="3910" y="39581"/>
                      <a:pt x="6548" y="39400"/>
                      <a:pt x="7729" y="39886"/>
                    </a:cubicBezTo>
                    <a:cubicBezTo>
                      <a:pt x="8053" y="40019"/>
                      <a:pt x="8101" y="40743"/>
                      <a:pt x="8901" y="41058"/>
                    </a:cubicBezTo>
                    <a:cubicBezTo>
                      <a:pt x="9187" y="41172"/>
                      <a:pt x="9758" y="41048"/>
                      <a:pt x="10073" y="41058"/>
                    </a:cubicBezTo>
                    <a:cubicBezTo>
                      <a:pt x="11054" y="41105"/>
                      <a:pt x="11063" y="42191"/>
                      <a:pt x="11244" y="42229"/>
                    </a:cubicBezTo>
                    <a:cubicBezTo>
                      <a:pt x="15006" y="42991"/>
                      <a:pt x="23112" y="43182"/>
                      <a:pt x="26513" y="42229"/>
                    </a:cubicBezTo>
                    <a:cubicBezTo>
                      <a:pt x="26618" y="42201"/>
                      <a:pt x="26427" y="41153"/>
                      <a:pt x="26513" y="41058"/>
                    </a:cubicBezTo>
                    <a:cubicBezTo>
                      <a:pt x="26798" y="40715"/>
                      <a:pt x="28437" y="41258"/>
                      <a:pt x="28865" y="41058"/>
                    </a:cubicBezTo>
                    <a:cubicBezTo>
                      <a:pt x="29008" y="40991"/>
                      <a:pt x="28751" y="40019"/>
                      <a:pt x="28865" y="39886"/>
                    </a:cubicBezTo>
                    <a:cubicBezTo>
                      <a:pt x="29180" y="39496"/>
                      <a:pt x="30789" y="40191"/>
                      <a:pt x="31209" y="39886"/>
                    </a:cubicBezTo>
                    <a:cubicBezTo>
                      <a:pt x="32104" y="39238"/>
                      <a:pt x="32837" y="37267"/>
                      <a:pt x="33561" y="36362"/>
                    </a:cubicBezTo>
                    <a:cubicBezTo>
                      <a:pt x="36704" y="32400"/>
                      <a:pt x="36885" y="32142"/>
                      <a:pt x="38257" y="26970"/>
                    </a:cubicBezTo>
                    <a:cubicBezTo>
                      <a:pt x="38790" y="24960"/>
                      <a:pt x="38943" y="24217"/>
                      <a:pt x="39429" y="22274"/>
                    </a:cubicBezTo>
                    <a:cubicBezTo>
                      <a:pt x="39610" y="21550"/>
                      <a:pt x="40581" y="21179"/>
                      <a:pt x="40600" y="21103"/>
                    </a:cubicBezTo>
                    <a:cubicBezTo>
                      <a:pt x="41924" y="16169"/>
                      <a:pt x="40895" y="10683"/>
                      <a:pt x="44124" y="8187"/>
                    </a:cubicBezTo>
                    <a:lnTo>
                      <a:pt x="44124" y="1624"/>
                    </a:lnTo>
                    <a:cubicBezTo>
                      <a:pt x="43801" y="1253"/>
                      <a:pt x="43553" y="795"/>
                      <a:pt x="43515" y="195"/>
                    </a:cubicBezTo>
                    <a:cubicBezTo>
                      <a:pt x="43496" y="119"/>
                      <a:pt x="43515" y="72"/>
                      <a:pt x="43515" y="1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3" id="163"/>
              <p:cNvSpPr/>
              <p:nvPr/>
            </p:nvSpPr>
            <p:spPr>
              <a:xfrm>
                <a:off x="2187919" y="1228339"/>
                <a:ext cx="41940" cy="38351"/>
              </a:xfrm>
              <a:custGeom>
                <a:avLst/>
                <a:gdLst/>
                <a:ahLst/>
                <a:cxnLst/>
                <a:rect r="r" b="b" t="t" l="l"/>
                <a:pathLst>
                  <a:path w="41940" h="38351" stroke="true" fill="norm" extrusionOk="true">
                    <a:moveTo>
                      <a:pt x="41112" y="11339"/>
                    </a:moveTo>
                    <a:cubicBezTo>
                      <a:pt x="41531" y="8129"/>
                      <a:pt x="41493" y="4719"/>
                      <a:pt x="41941" y="2081"/>
                    </a:cubicBezTo>
                    <a:cubicBezTo>
                      <a:pt x="32949" y="-53"/>
                      <a:pt x="23729" y="-72"/>
                      <a:pt x="14423" y="33"/>
                    </a:cubicBezTo>
                    <a:cubicBezTo>
                      <a:pt x="14356" y="109"/>
                      <a:pt x="14347" y="204"/>
                      <a:pt x="14270" y="281"/>
                    </a:cubicBezTo>
                    <a:cubicBezTo>
                      <a:pt x="13947" y="671"/>
                      <a:pt x="13594" y="862"/>
                      <a:pt x="13232" y="976"/>
                    </a:cubicBezTo>
                    <a:cubicBezTo>
                      <a:pt x="11784" y="2919"/>
                      <a:pt x="9460" y="4462"/>
                      <a:pt x="8241" y="5472"/>
                    </a:cubicBezTo>
                    <a:cubicBezTo>
                      <a:pt x="7841" y="5796"/>
                      <a:pt x="8565" y="7405"/>
                      <a:pt x="8241" y="7815"/>
                    </a:cubicBezTo>
                    <a:cubicBezTo>
                      <a:pt x="7136" y="9244"/>
                      <a:pt x="5726" y="10063"/>
                      <a:pt x="4717" y="11339"/>
                    </a:cubicBezTo>
                    <a:cubicBezTo>
                      <a:pt x="3802" y="12492"/>
                      <a:pt x="3174" y="13654"/>
                      <a:pt x="2374" y="14863"/>
                    </a:cubicBezTo>
                    <a:cubicBezTo>
                      <a:pt x="964" y="16968"/>
                      <a:pt x="-170" y="21264"/>
                      <a:pt x="21" y="24255"/>
                    </a:cubicBezTo>
                    <a:cubicBezTo>
                      <a:pt x="202" y="26989"/>
                      <a:pt x="2707" y="28818"/>
                      <a:pt x="2374" y="32475"/>
                    </a:cubicBezTo>
                    <a:cubicBezTo>
                      <a:pt x="8832" y="34637"/>
                      <a:pt x="10841" y="38352"/>
                      <a:pt x="17633" y="38343"/>
                    </a:cubicBezTo>
                    <a:cubicBezTo>
                      <a:pt x="18023" y="38343"/>
                      <a:pt x="18414" y="38362"/>
                      <a:pt x="18804" y="38343"/>
                    </a:cubicBezTo>
                    <a:cubicBezTo>
                      <a:pt x="19881" y="38285"/>
                      <a:pt x="19681" y="37247"/>
                      <a:pt x="19976" y="37171"/>
                    </a:cubicBezTo>
                    <a:cubicBezTo>
                      <a:pt x="22281" y="36561"/>
                      <a:pt x="23433" y="37514"/>
                      <a:pt x="24672" y="35990"/>
                    </a:cubicBezTo>
                    <a:cubicBezTo>
                      <a:pt x="24957" y="35647"/>
                      <a:pt x="26596" y="36199"/>
                      <a:pt x="27024" y="35990"/>
                    </a:cubicBezTo>
                    <a:cubicBezTo>
                      <a:pt x="27167" y="35923"/>
                      <a:pt x="26910" y="34952"/>
                      <a:pt x="27024" y="34818"/>
                    </a:cubicBezTo>
                    <a:cubicBezTo>
                      <a:pt x="27339" y="34437"/>
                      <a:pt x="28948" y="35104"/>
                      <a:pt x="29367" y="34818"/>
                    </a:cubicBezTo>
                    <a:cubicBezTo>
                      <a:pt x="31539" y="33380"/>
                      <a:pt x="34559" y="28799"/>
                      <a:pt x="36416" y="25417"/>
                    </a:cubicBezTo>
                    <a:cubicBezTo>
                      <a:pt x="37397" y="23636"/>
                      <a:pt x="37940" y="21760"/>
                      <a:pt x="38759" y="19550"/>
                    </a:cubicBezTo>
                    <a:cubicBezTo>
                      <a:pt x="39540" y="17464"/>
                      <a:pt x="40750" y="15282"/>
                      <a:pt x="41112" y="13682"/>
                    </a:cubicBezTo>
                    <a:cubicBezTo>
                      <a:pt x="41026" y="14054"/>
                      <a:pt x="39940" y="13168"/>
                      <a:pt x="39940" y="12511"/>
                    </a:cubicBezTo>
                    <a:cubicBezTo>
                      <a:pt x="39931" y="11577"/>
                      <a:pt x="41102" y="11425"/>
                      <a:pt x="41112" y="11339"/>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64" id="164"/>
              <p:cNvSpPr/>
              <p:nvPr/>
            </p:nvSpPr>
            <p:spPr>
              <a:xfrm>
                <a:off x="2194393" y="1191263"/>
                <a:ext cx="47543" cy="34242"/>
              </a:xfrm>
              <a:custGeom>
                <a:avLst/>
                <a:gdLst/>
                <a:ahLst/>
                <a:cxnLst/>
                <a:rect r="r" b="b" t="t" l="l"/>
                <a:pathLst>
                  <a:path w="47543" h="34242" stroke="true" fill="norm" extrusionOk="true">
                    <a:moveTo>
                      <a:pt x="47543" y="20241"/>
                    </a:moveTo>
                    <a:cubicBezTo>
                      <a:pt x="46267" y="19507"/>
                      <a:pt x="46010" y="17945"/>
                      <a:pt x="45200" y="16716"/>
                    </a:cubicBezTo>
                    <a:cubicBezTo>
                      <a:pt x="43886" y="14745"/>
                      <a:pt x="40047" y="12287"/>
                      <a:pt x="39333" y="8496"/>
                    </a:cubicBezTo>
                    <a:cubicBezTo>
                      <a:pt x="35913" y="6077"/>
                      <a:pt x="30694" y="5486"/>
                      <a:pt x="29113" y="1238"/>
                    </a:cubicBezTo>
                    <a:cubicBezTo>
                      <a:pt x="26436" y="86"/>
                      <a:pt x="23188" y="438"/>
                      <a:pt x="20311" y="457"/>
                    </a:cubicBezTo>
                    <a:cubicBezTo>
                      <a:pt x="19740" y="457"/>
                      <a:pt x="19311" y="267"/>
                      <a:pt x="18940" y="0"/>
                    </a:cubicBezTo>
                    <a:cubicBezTo>
                      <a:pt x="18683" y="76"/>
                      <a:pt x="18511" y="238"/>
                      <a:pt x="18207" y="267"/>
                    </a:cubicBezTo>
                    <a:cubicBezTo>
                      <a:pt x="14739" y="733"/>
                      <a:pt x="11434" y="-381"/>
                      <a:pt x="8815" y="267"/>
                    </a:cubicBezTo>
                    <a:cubicBezTo>
                      <a:pt x="8491" y="352"/>
                      <a:pt x="6938" y="2362"/>
                      <a:pt x="6472" y="2619"/>
                    </a:cubicBezTo>
                    <a:cubicBezTo>
                      <a:pt x="5091" y="3362"/>
                      <a:pt x="3938" y="2781"/>
                      <a:pt x="2947" y="3791"/>
                    </a:cubicBezTo>
                    <a:cubicBezTo>
                      <a:pt x="1309" y="5458"/>
                      <a:pt x="1090" y="8887"/>
                      <a:pt x="604" y="9658"/>
                    </a:cubicBezTo>
                    <a:cubicBezTo>
                      <a:pt x="-253" y="11001"/>
                      <a:pt x="-148" y="11259"/>
                      <a:pt x="604" y="12011"/>
                    </a:cubicBezTo>
                    <a:cubicBezTo>
                      <a:pt x="1233" y="12649"/>
                      <a:pt x="338" y="15792"/>
                      <a:pt x="604" y="16707"/>
                    </a:cubicBezTo>
                    <a:cubicBezTo>
                      <a:pt x="1176" y="18707"/>
                      <a:pt x="2795" y="21774"/>
                      <a:pt x="4128" y="23746"/>
                    </a:cubicBezTo>
                    <a:cubicBezTo>
                      <a:pt x="4852" y="24822"/>
                      <a:pt x="5643" y="25184"/>
                      <a:pt x="6481" y="26098"/>
                    </a:cubicBezTo>
                    <a:cubicBezTo>
                      <a:pt x="6595" y="26222"/>
                      <a:pt x="6662" y="26384"/>
                      <a:pt x="6767" y="26518"/>
                    </a:cubicBezTo>
                    <a:cubicBezTo>
                      <a:pt x="7643" y="26594"/>
                      <a:pt x="8472" y="27118"/>
                      <a:pt x="8758" y="28242"/>
                    </a:cubicBezTo>
                    <a:cubicBezTo>
                      <a:pt x="9120" y="29632"/>
                      <a:pt x="9377" y="30937"/>
                      <a:pt x="9443" y="32195"/>
                    </a:cubicBezTo>
                    <a:cubicBezTo>
                      <a:pt x="18454" y="32118"/>
                      <a:pt x="27389" y="32242"/>
                      <a:pt x="36113" y="34242"/>
                    </a:cubicBezTo>
                    <a:cubicBezTo>
                      <a:pt x="38209" y="31528"/>
                      <a:pt x="43181" y="30099"/>
                      <a:pt x="46439" y="29127"/>
                    </a:cubicBezTo>
                    <a:cubicBezTo>
                      <a:pt x="46372" y="25765"/>
                      <a:pt x="45867" y="21907"/>
                      <a:pt x="47543" y="20241"/>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5" id="165"/>
              <p:cNvSpPr/>
              <p:nvPr/>
            </p:nvSpPr>
            <p:spPr>
              <a:xfrm>
                <a:off x="2244860" y="1191462"/>
                <a:ext cx="41716" cy="36785"/>
              </a:xfrm>
              <a:custGeom>
                <a:avLst/>
                <a:gdLst/>
                <a:ahLst/>
                <a:cxnLst/>
                <a:rect r="r" b="b" t="t" l="l"/>
                <a:pathLst>
                  <a:path w="41716" h="36785" stroke="true" fill="norm" extrusionOk="true">
                    <a:moveTo>
                      <a:pt x="41692" y="25918"/>
                    </a:moveTo>
                    <a:cubicBezTo>
                      <a:pt x="41911" y="22956"/>
                      <a:pt x="40635" y="19308"/>
                      <a:pt x="39349" y="16526"/>
                    </a:cubicBezTo>
                    <a:cubicBezTo>
                      <a:pt x="39082" y="15964"/>
                      <a:pt x="38244" y="16631"/>
                      <a:pt x="38177" y="15355"/>
                    </a:cubicBezTo>
                    <a:cubicBezTo>
                      <a:pt x="38120" y="14374"/>
                      <a:pt x="30157" y="5706"/>
                      <a:pt x="28786" y="4791"/>
                    </a:cubicBezTo>
                    <a:cubicBezTo>
                      <a:pt x="27700" y="4068"/>
                      <a:pt x="26319" y="4163"/>
                      <a:pt x="25262" y="3620"/>
                    </a:cubicBezTo>
                    <a:cubicBezTo>
                      <a:pt x="24300" y="3125"/>
                      <a:pt x="18756" y="277"/>
                      <a:pt x="17042" y="96"/>
                    </a:cubicBezTo>
                    <a:cubicBezTo>
                      <a:pt x="10841" y="-533"/>
                      <a:pt x="6269" y="2086"/>
                      <a:pt x="601" y="3620"/>
                    </a:cubicBezTo>
                    <a:cubicBezTo>
                      <a:pt x="116" y="7754"/>
                      <a:pt x="-465" y="10630"/>
                      <a:pt x="601" y="14183"/>
                    </a:cubicBezTo>
                    <a:cubicBezTo>
                      <a:pt x="1687" y="17803"/>
                      <a:pt x="4059" y="20755"/>
                      <a:pt x="6469" y="23575"/>
                    </a:cubicBezTo>
                    <a:cubicBezTo>
                      <a:pt x="7231" y="24461"/>
                      <a:pt x="7897" y="25165"/>
                      <a:pt x="8821" y="25927"/>
                    </a:cubicBezTo>
                    <a:cubicBezTo>
                      <a:pt x="9479" y="26470"/>
                      <a:pt x="8621" y="27032"/>
                      <a:pt x="9993" y="27099"/>
                    </a:cubicBezTo>
                    <a:cubicBezTo>
                      <a:pt x="10498" y="27128"/>
                      <a:pt x="13536" y="28937"/>
                      <a:pt x="13536" y="31214"/>
                    </a:cubicBezTo>
                    <a:cubicBezTo>
                      <a:pt x="13917" y="31357"/>
                      <a:pt x="14270" y="31547"/>
                      <a:pt x="14613" y="31795"/>
                    </a:cubicBezTo>
                    <a:cubicBezTo>
                      <a:pt x="15108" y="32166"/>
                      <a:pt x="15356" y="32633"/>
                      <a:pt x="15508" y="33119"/>
                    </a:cubicBezTo>
                    <a:cubicBezTo>
                      <a:pt x="19137" y="33052"/>
                      <a:pt x="22757" y="33071"/>
                      <a:pt x="26309" y="33576"/>
                    </a:cubicBezTo>
                    <a:cubicBezTo>
                      <a:pt x="31034" y="34243"/>
                      <a:pt x="35587" y="35567"/>
                      <a:pt x="40178" y="36786"/>
                    </a:cubicBezTo>
                    <a:cubicBezTo>
                      <a:pt x="40216" y="36338"/>
                      <a:pt x="40273" y="35891"/>
                      <a:pt x="40283" y="35443"/>
                    </a:cubicBezTo>
                    <a:cubicBezTo>
                      <a:pt x="40302" y="34767"/>
                      <a:pt x="40559" y="34262"/>
                      <a:pt x="40921" y="33871"/>
                    </a:cubicBezTo>
                    <a:lnTo>
                      <a:pt x="41235" y="28966"/>
                    </a:lnTo>
                    <a:lnTo>
                      <a:pt x="41226" y="28966"/>
                    </a:lnTo>
                    <a:cubicBezTo>
                      <a:pt x="41530" y="27832"/>
                      <a:pt x="41635" y="26699"/>
                      <a:pt x="41692" y="25918"/>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66" id="166"/>
              <p:cNvSpPr/>
              <p:nvPr/>
            </p:nvSpPr>
            <p:spPr>
              <a:xfrm>
                <a:off x="2239097" y="1229476"/>
                <a:ext cx="45331" cy="34891"/>
              </a:xfrm>
              <a:custGeom>
                <a:avLst/>
                <a:gdLst/>
                <a:ahLst/>
                <a:cxnLst/>
                <a:rect r="r" b="b" t="t" l="l"/>
                <a:pathLst>
                  <a:path w="45331" h="34891" stroke="true" fill="norm" extrusionOk="true">
                    <a:moveTo>
                      <a:pt x="44960" y="3516"/>
                    </a:moveTo>
                    <a:cubicBezTo>
                      <a:pt x="41064" y="2411"/>
                      <a:pt x="37168" y="1172"/>
                      <a:pt x="33187" y="611"/>
                    </a:cubicBezTo>
                    <a:cubicBezTo>
                      <a:pt x="27586" y="-180"/>
                      <a:pt x="21900" y="-18"/>
                      <a:pt x="16242" y="96"/>
                    </a:cubicBezTo>
                    <a:cubicBezTo>
                      <a:pt x="16156" y="182"/>
                      <a:pt x="16089" y="287"/>
                      <a:pt x="15994" y="372"/>
                    </a:cubicBezTo>
                    <a:cubicBezTo>
                      <a:pt x="15880" y="468"/>
                      <a:pt x="15747" y="515"/>
                      <a:pt x="15623" y="592"/>
                    </a:cubicBezTo>
                    <a:cubicBezTo>
                      <a:pt x="15670" y="677"/>
                      <a:pt x="15737" y="725"/>
                      <a:pt x="15775" y="820"/>
                    </a:cubicBezTo>
                    <a:cubicBezTo>
                      <a:pt x="15556" y="744"/>
                      <a:pt x="15394" y="782"/>
                      <a:pt x="15213" y="791"/>
                    </a:cubicBezTo>
                    <a:cubicBezTo>
                      <a:pt x="15061" y="839"/>
                      <a:pt x="14899" y="868"/>
                      <a:pt x="14737" y="896"/>
                    </a:cubicBezTo>
                    <a:cubicBezTo>
                      <a:pt x="14146" y="1182"/>
                      <a:pt x="13775" y="1801"/>
                      <a:pt x="13432" y="1992"/>
                    </a:cubicBezTo>
                    <a:cubicBezTo>
                      <a:pt x="12460" y="2535"/>
                      <a:pt x="10870" y="2439"/>
                      <a:pt x="9908" y="3163"/>
                    </a:cubicBezTo>
                    <a:cubicBezTo>
                      <a:pt x="9508" y="3468"/>
                      <a:pt x="10260" y="5154"/>
                      <a:pt x="9908" y="5506"/>
                    </a:cubicBezTo>
                    <a:cubicBezTo>
                      <a:pt x="9508" y="5906"/>
                      <a:pt x="7984" y="5135"/>
                      <a:pt x="7555" y="5506"/>
                    </a:cubicBezTo>
                    <a:cubicBezTo>
                      <a:pt x="7079" y="5925"/>
                      <a:pt x="5240" y="8412"/>
                      <a:pt x="5212" y="9031"/>
                    </a:cubicBezTo>
                    <a:cubicBezTo>
                      <a:pt x="5145" y="10393"/>
                      <a:pt x="4459" y="9554"/>
                      <a:pt x="4040" y="10202"/>
                    </a:cubicBezTo>
                    <a:cubicBezTo>
                      <a:pt x="2326" y="12850"/>
                      <a:pt x="1021" y="15203"/>
                      <a:pt x="516" y="17251"/>
                    </a:cubicBezTo>
                    <a:cubicBezTo>
                      <a:pt x="-341" y="20746"/>
                      <a:pt x="21" y="23871"/>
                      <a:pt x="516" y="27814"/>
                    </a:cubicBezTo>
                    <a:cubicBezTo>
                      <a:pt x="2440" y="27985"/>
                      <a:pt x="3840" y="31091"/>
                      <a:pt x="4040" y="31338"/>
                    </a:cubicBezTo>
                    <a:cubicBezTo>
                      <a:pt x="4517" y="31929"/>
                      <a:pt x="6964" y="30843"/>
                      <a:pt x="7564" y="31338"/>
                    </a:cubicBezTo>
                    <a:cubicBezTo>
                      <a:pt x="7860" y="31586"/>
                      <a:pt x="7241" y="33538"/>
                      <a:pt x="7564" y="33691"/>
                    </a:cubicBezTo>
                    <a:cubicBezTo>
                      <a:pt x="8460" y="34100"/>
                      <a:pt x="10108" y="33519"/>
                      <a:pt x="11089" y="33691"/>
                    </a:cubicBezTo>
                    <a:cubicBezTo>
                      <a:pt x="12613" y="33957"/>
                      <a:pt x="12708" y="34748"/>
                      <a:pt x="14613" y="34862"/>
                    </a:cubicBezTo>
                    <a:cubicBezTo>
                      <a:pt x="18099" y="35081"/>
                      <a:pt x="19509" y="33986"/>
                      <a:pt x="20480" y="33691"/>
                    </a:cubicBezTo>
                    <a:cubicBezTo>
                      <a:pt x="21538" y="33367"/>
                      <a:pt x="22947" y="34053"/>
                      <a:pt x="24005" y="33691"/>
                    </a:cubicBezTo>
                    <a:cubicBezTo>
                      <a:pt x="24452" y="33529"/>
                      <a:pt x="25795" y="31662"/>
                      <a:pt x="26348" y="31338"/>
                    </a:cubicBezTo>
                    <a:cubicBezTo>
                      <a:pt x="26938" y="30995"/>
                      <a:pt x="28072" y="31624"/>
                      <a:pt x="28701" y="31338"/>
                    </a:cubicBezTo>
                    <a:cubicBezTo>
                      <a:pt x="29081" y="31167"/>
                      <a:pt x="29434" y="29281"/>
                      <a:pt x="29872" y="28995"/>
                    </a:cubicBezTo>
                    <a:cubicBezTo>
                      <a:pt x="30986" y="28252"/>
                      <a:pt x="32434" y="28471"/>
                      <a:pt x="33396" y="27823"/>
                    </a:cubicBezTo>
                    <a:cubicBezTo>
                      <a:pt x="33796" y="27547"/>
                      <a:pt x="34234" y="25880"/>
                      <a:pt x="34568" y="25471"/>
                    </a:cubicBezTo>
                    <a:cubicBezTo>
                      <a:pt x="34892" y="25071"/>
                      <a:pt x="36540" y="25842"/>
                      <a:pt x="36911" y="25471"/>
                    </a:cubicBezTo>
                    <a:cubicBezTo>
                      <a:pt x="37273" y="25118"/>
                      <a:pt x="36692" y="23604"/>
                      <a:pt x="36911" y="23128"/>
                    </a:cubicBezTo>
                    <a:cubicBezTo>
                      <a:pt x="37082" y="22756"/>
                      <a:pt x="38968" y="22375"/>
                      <a:pt x="39264" y="21956"/>
                    </a:cubicBezTo>
                    <a:cubicBezTo>
                      <a:pt x="39530" y="21575"/>
                      <a:pt x="40435" y="18479"/>
                      <a:pt x="40435" y="18432"/>
                    </a:cubicBezTo>
                    <a:cubicBezTo>
                      <a:pt x="40492" y="17289"/>
                      <a:pt x="41483" y="17641"/>
                      <a:pt x="41607" y="17260"/>
                    </a:cubicBezTo>
                    <a:cubicBezTo>
                      <a:pt x="41921" y="16270"/>
                      <a:pt x="40435" y="14907"/>
                      <a:pt x="40435" y="14907"/>
                    </a:cubicBezTo>
                    <a:cubicBezTo>
                      <a:pt x="40645" y="13450"/>
                      <a:pt x="42540" y="14384"/>
                      <a:pt x="42778" y="13736"/>
                    </a:cubicBezTo>
                    <a:cubicBezTo>
                      <a:pt x="43826" y="10869"/>
                      <a:pt x="43950" y="7183"/>
                      <a:pt x="45331" y="4649"/>
                    </a:cubicBezTo>
                    <a:cubicBezTo>
                      <a:pt x="45112" y="4297"/>
                      <a:pt x="44988" y="3916"/>
                      <a:pt x="44960" y="3516"/>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67" id="167"/>
              <p:cNvSpPr/>
              <p:nvPr/>
            </p:nvSpPr>
            <p:spPr>
              <a:xfrm>
                <a:off x="2338768" y="1247384"/>
                <a:ext cx="44358" cy="28841"/>
              </a:xfrm>
              <a:custGeom>
                <a:avLst/>
                <a:gdLst/>
                <a:ahLst/>
                <a:cxnLst/>
                <a:rect r="r" b="b" t="t" l="l"/>
                <a:pathLst>
                  <a:path w="44358" h="28841" stroke="true" fill="norm" extrusionOk="true">
                    <a:moveTo>
                      <a:pt x="11211" y="0"/>
                    </a:moveTo>
                    <a:cubicBezTo>
                      <a:pt x="10830" y="181"/>
                      <a:pt x="10506" y="391"/>
                      <a:pt x="10020" y="514"/>
                    </a:cubicBezTo>
                    <a:cubicBezTo>
                      <a:pt x="9868" y="552"/>
                      <a:pt x="9744" y="524"/>
                      <a:pt x="9601" y="543"/>
                    </a:cubicBezTo>
                    <a:cubicBezTo>
                      <a:pt x="8125" y="1600"/>
                      <a:pt x="6496" y="2686"/>
                      <a:pt x="5315" y="4039"/>
                    </a:cubicBezTo>
                    <a:cubicBezTo>
                      <a:pt x="4287" y="5220"/>
                      <a:pt x="3944" y="7172"/>
                      <a:pt x="2972" y="8734"/>
                    </a:cubicBezTo>
                    <a:cubicBezTo>
                      <a:pt x="2639" y="9268"/>
                      <a:pt x="924" y="9268"/>
                      <a:pt x="619" y="9906"/>
                    </a:cubicBezTo>
                    <a:cubicBezTo>
                      <a:pt x="-1905" y="15230"/>
                      <a:pt x="4182" y="17993"/>
                      <a:pt x="2972" y="22822"/>
                    </a:cubicBezTo>
                    <a:cubicBezTo>
                      <a:pt x="9344" y="27003"/>
                      <a:pt x="16012" y="29499"/>
                      <a:pt x="22927" y="28689"/>
                    </a:cubicBezTo>
                    <a:cubicBezTo>
                      <a:pt x="24099" y="28546"/>
                      <a:pt x="25070" y="27994"/>
                      <a:pt x="26451" y="27518"/>
                    </a:cubicBezTo>
                    <a:cubicBezTo>
                      <a:pt x="27251" y="27242"/>
                      <a:pt x="27337" y="26470"/>
                      <a:pt x="27623" y="26346"/>
                    </a:cubicBezTo>
                    <a:cubicBezTo>
                      <a:pt x="28575" y="25937"/>
                      <a:pt x="30242" y="26851"/>
                      <a:pt x="31147" y="26346"/>
                    </a:cubicBezTo>
                    <a:cubicBezTo>
                      <a:pt x="31823" y="25975"/>
                      <a:pt x="35843" y="21669"/>
                      <a:pt x="35843" y="21650"/>
                    </a:cubicBezTo>
                    <a:cubicBezTo>
                      <a:pt x="35957" y="19498"/>
                      <a:pt x="38395" y="18926"/>
                      <a:pt x="39367" y="18126"/>
                    </a:cubicBezTo>
                    <a:cubicBezTo>
                      <a:pt x="39758" y="17802"/>
                      <a:pt x="39053" y="16192"/>
                      <a:pt x="39367" y="15783"/>
                    </a:cubicBezTo>
                    <a:cubicBezTo>
                      <a:pt x="40015" y="14926"/>
                      <a:pt x="41634" y="14935"/>
                      <a:pt x="41720" y="13430"/>
                    </a:cubicBezTo>
                    <a:cubicBezTo>
                      <a:pt x="41786" y="12268"/>
                      <a:pt x="42758" y="12668"/>
                      <a:pt x="42891" y="12259"/>
                    </a:cubicBezTo>
                    <a:cubicBezTo>
                      <a:pt x="43558" y="10258"/>
                      <a:pt x="43844" y="8363"/>
                      <a:pt x="44358" y="6763"/>
                    </a:cubicBezTo>
                    <a:cubicBezTo>
                      <a:pt x="33547" y="3086"/>
                      <a:pt x="22784" y="38"/>
                      <a:pt x="11211"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68" id="168"/>
              <p:cNvSpPr/>
              <p:nvPr/>
            </p:nvSpPr>
            <p:spPr>
              <a:xfrm>
                <a:off x="2347192" y="1211269"/>
                <a:ext cx="43207" cy="38744"/>
              </a:xfrm>
              <a:custGeom>
                <a:avLst/>
                <a:gdLst/>
                <a:ahLst/>
                <a:cxnLst/>
                <a:rect r="r" b="b" t="t" l="l"/>
                <a:pathLst>
                  <a:path w="43207" h="38744" stroke="true" fill="norm" extrusionOk="true">
                    <a:moveTo>
                      <a:pt x="37982" y="10807"/>
                    </a:moveTo>
                    <a:cubicBezTo>
                      <a:pt x="37315" y="9864"/>
                      <a:pt x="36515" y="7979"/>
                      <a:pt x="35629" y="7283"/>
                    </a:cubicBezTo>
                    <a:cubicBezTo>
                      <a:pt x="34676" y="6540"/>
                      <a:pt x="33209" y="6883"/>
                      <a:pt x="32105" y="6112"/>
                    </a:cubicBezTo>
                    <a:cubicBezTo>
                      <a:pt x="31695" y="5816"/>
                      <a:pt x="31295" y="3930"/>
                      <a:pt x="30933" y="3759"/>
                    </a:cubicBezTo>
                    <a:cubicBezTo>
                      <a:pt x="30314" y="3483"/>
                      <a:pt x="29171" y="4102"/>
                      <a:pt x="28590" y="3759"/>
                    </a:cubicBezTo>
                    <a:cubicBezTo>
                      <a:pt x="28066" y="3454"/>
                      <a:pt x="26656" y="1549"/>
                      <a:pt x="26237" y="1416"/>
                    </a:cubicBezTo>
                    <a:cubicBezTo>
                      <a:pt x="24837" y="959"/>
                      <a:pt x="20274" y="444"/>
                      <a:pt x="18017" y="244"/>
                    </a:cubicBezTo>
                    <a:cubicBezTo>
                      <a:pt x="14902" y="-32"/>
                      <a:pt x="11273" y="-127"/>
                      <a:pt x="9797" y="244"/>
                    </a:cubicBezTo>
                    <a:cubicBezTo>
                      <a:pt x="5749" y="1273"/>
                      <a:pt x="1415" y="4949"/>
                      <a:pt x="405" y="9636"/>
                    </a:cubicBezTo>
                    <a:cubicBezTo>
                      <a:pt x="-1128" y="16713"/>
                      <a:pt x="2072" y="19237"/>
                      <a:pt x="3644" y="25047"/>
                    </a:cubicBezTo>
                    <a:cubicBezTo>
                      <a:pt x="3758" y="25162"/>
                      <a:pt x="3872" y="25257"/>
                      <a:pt x="3958" y="25400"/>
                    </a:cubicBezTo>
                    <a:cubicBezTo>
                      <a:pt x="4739" y="26638"/>
                      <a:pt x="5311" y="27943"/>
                      <a:pt x="5730" y="29343"/>
                    </a:cubicBezTo>
                    <a:cubicBezTo>
                      <a:pt x="5978" y="30143"/>
                      <a:pt x="5787" y="30810"/>
                      <a:pt x="5406" y="31315"/>
                    </a:cubicBezTo>
                    <a:cubicBezTo>
                      <a:pt x="17027" y="31781"/>
                      <a:pt x="27942" y="34963"/>
                      <a:pt x="38924" y="38744"/>
                    </a:cubicBezTo>
                    <a:cubicBezTo>
                      <a:pt x="40334" y="36249"/>
                      <a:pt x="41010" y="33744"/>
                      <a:pt x="42715" y="31648"/>
                    </a:cubicBezTo>
                    <a:cubicBezTo>
                      <a:pt x="44163" y="24647"/>
                      <a:pt x="42363" y="17018"/>
                      <a:pt x="37982" y="10807"/>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9" id="169"/>
              <p:cNvSpPr/>
              <p:nvPr/>
            </p:nvSpPr>
            <p:spPr>
              <a:xfrm>
                <a:off x="2396761" y="1223909"/>
                <a:ext cx="42680" cy="35867"/>
              </a:xfrm>
              <a:custGeom>
                <a:avLst/>
                <a:gdLst/>
                <a:ahLst/>
                <a:cxnLst/>
                <a:rect r="r" b="b" t="t" l="l"/>
                <a:pathLst>
                  <a:path w="42680" h="35867" stroke="true" fill="norm" extrusionOk="true">
                    <a:moveTo>
                      <a:pt x="5501" y="26552"/>
                    </a:moveTo>
                    <a:cubicBezTo>
                      <a:pt x="5939" y="26828"/>
                      <a:pt x="6186" y="27276"/>
                      <a:pt x="6358" y="27752"/>
                    </a:cubicBezTo>
                    <a:cubicBezTo>
                      <a:pt x="17864" y="30105"/>
                      <a:pt x="29627" y="31010"/>
                      <a:pt x="40305" y="35867"/>
                    </a:cubicBezTo>
                    <a:cubicBezTo>
                      <a:pt x="40152" y="35048"/>
                      <a:pt x="39943" y="34239"/>
                      <a:pt x="39533" y="33753"/>
                    </a:cubicBezTo>
                    <a:cubicBezTo>
                      <a:pt x="38209" y="32181"/>
                      <a:pt x="39248" y="30171"/>
                      <a:pt x="40686" y="29638"/>
                    </a:cubicBezTo>
                    <a:cubicBezTo>
                      <a:pt x="41877" y="25123"/>
                      <a:pt x="43267" y="21666"/>
                      <a:pt x="42420" y="16941"/>
                    </a:cubicBezTo>
                    <a:cubicBezTo>
                      <a:pt x="41219" y="10245"/>
                      <a:pt x="34371" y="7483"/>
                      <a:pt x="31856" y="2854"/>
                    </a:cubicBezTo>
                    <a:cubicBezTo>
                      <a:pt x="25703" y="1806"/>
                      <a:pt x="17855" y="-1175"/>
                      <a:pt x="10720" y="501"/>
                    </a:cubicBezTo>
                    <a:cubicBezTo>
                      <a:pt x="5424" y="1749"/>
                      <a:pt x="2710" y="5616"/>
                      <a:pt x="157" y="8721"/>
                    </a:cubicBezTo>
                    <a:cubicBezTo>
                      <a:pt x="-367" y="13503"/>
                      <a:pt x="538" y="16865"/>
                      <a:pt x="1138" y="20523"/>
                    </a:cubicBezTo>
                    <a:cubicBezTo>
                      <a:pt x="2472" y="22599"/>
                      <a:pt x="3386" y="25218"/>
                      <a:pt x="5501" y="2655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0" id="170"/>
              <p:cNvSpPr/>
              <p:nvPr/>
            </p:nvSpPr>
            <p:spPr>
              <a:xfrm>
                <a:off x="2383169" y="1256185"/>
                <a:ext cx="53858" cy="31693"/>
              </a:xfrm>
              <a:custGeom>
                <a:avLst/>
                <a:gdLst/>
                <a:ahLst/>
                <a:cxnLst/>
                <a:rect r="r" b="b" t="t" l="l"/>
                <a:pathLst>
                  <a:path w="53858" h="31693" stroke="true" fill="norm" extrusionOk="true">
                    <a:moveTo>
                      <a:pt x="17740" y="0"/>
                    </a:moveTo>
                    <a:lnTo>
                      <a:pt x="16092" y="1114"/>
                    </a:lnTo>
                    <a:cubicBezTo>
                      <a:pt x="13225" y="1962"/>
                      <a:pt x="12368" y="4267"/>
                      <a:pt x="10225" y="5810"/>
                    </a:cubicBezTo>
                    <a:cubicBezTo>
                      <a:pt x="1690" y="11935"/>
                      <a:pt x="-2891" y="15593"/>
                      <a:pt x="2005" y="24594"/>
                    </a:cubicBezTo>
                    <a:cubicBezTo>
                      <a:pt x="2957" y="26346"/>
                      <a:pt x="5434" y="27937"/>
                      <a:pt x="9044" y="29289"/>
                    </a:cubicBezTo>
                    <a:cubicBezTo>
                      <a:pt x="17216" y="32337"/>
                      <a:pt x="29199" y="32204"/>
                      <a:pt x="38400" y="30461"/>
                    </a:cubicBezTo>
                    <a:cubicBezTo>
                      <a:pt x="38343" y="30785"/>
                      <a:pt x="38343" y="31042"/>
                      <a:pt x="38333" y="31318"/>
                    </a:cubicBezTo>
                    <a:cubicBezTo>
                      <a:pt x="39981" y="30737"/>
                      <a:pt x="41648" y="30194"/>
                      <a:pt x="43324" y="29680"/>
                    </a:cubicBezTo>
                    <a:cubicBezTo>
                      <a:pt x="44372" y="26156"/>
                      <a:pt x="47896" y="24451"/>
                      <a:pt x="50144" y="21069"/>
                    </a:cubicBezTo>
                    <a:cubicBezTo>
                      <a:pt x="50544" y="20479"/>
                      <a:pt x="50135" y="19650"/>
                      <a:pt x="51316" y="19898"/>
                    </a:cubicBezTo>
                    <a:cubicBezTo>
                      <a:pt x="52211" y="16954"/>
                      <a:pt x="53011" y="13821"/>
                      <a:pt x="53659" y="10506"/>
                    </a:cubicBezTo>
                    <a:cubicBezTo>
                      <a:pt x="53773" y="9954"/>
                      <a:pt x="53783" y="9487"/>
                      <a:pt x="53859" y="9115"/>
                    </a:cubicBezTo>
                    <a:cubicBezTo>
                      <a:pt x="42667" y="3286"/>
                      <a:pt x="29989" y="2562"/>
                      <a:pt x="17740" y="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1" id="171"/>
              <p:cNvSpPr/>
              <p:nvPr/>
            </p:nvSpPr>
            <p:spPr>
              <a:xfrm>
                <a:off x="2294921" y="1201172"/>
                <a:ext cx="46902" cy="36639"/>
              </a:xfrm>
              <a:custGeom>
                <a:avLst/>
                <a:gdLst/>
                <a:ahLst/>
                <a:cxnLst/>
                <a:rect r="r" b="b" t="t" l="l"/>
                <a:pathLst>
                  <a:path w="46902" h="36639" stroke="true" fill="norm" extrusionOk="true">
                    <a:moveTo>
                      <a:pt x="2204" y="18552"/>
                    </a:moveTo>
                    <a:cubicBezTo>
                      <a:pt x="2252" y="19371"/>
                      <a:pt x="1832" y="21371"/>
                      <a:pt x="2204" y="22076"/>
                    </a:cubicBezTo>
                    <a:cubicBezTo>
                      <a:pt x="2461" y="22562"/>
                      <a:pt x="5747" y="22285"/>
                      <a:pt x="4547" y="24419"/>
                    </a:cubicBezTo>
                    <a:cubicBezTo>
                      <a:pt x="5700" y="24829"/>
                      <a:pt x="6519" y="25572"/>
                      <a:pt x="6785" y="26867"/>
                    </a:cubicBezTo>
                    <a:cubicBezTo>
                      <a:pt x="6995" y="27124"/>
                      <a:pt x="7166" y="27439"/>
                      <a:pt x="7262" y="27819"/>
                    </a:cubicBezTo>
                    <a:cubicBezTo>
                      <a:pt x="7328" y="28048"/>
                      <a:pt x="7338" y="28258"/>
                      <a:pt x="7367" y="28467"/>
                    </a:cubicBezTo>
                    <a:cubicBezTo>
                      <a:pt x="12510" y="28067"/>
                      <a:pt x="17768" y="28115"/>
                      <a:pt x="22654" y="29429"/>
                    </a:cubicBezTo>
                    <a:cubicBezTo>
                      <a:pt x="28969" y="31125"/>
                      <a:pt x="34732" y="33992"/>
                      <a:pt x="40628" y="36640"/>
                    </a:cubicBezTo>
                    <a:cubicBezTo>
                      <a:pt x="41437" y="34725"/>
                      <a:pt x="42733" y="33049"/>
                      <a:pt x="44705" y="32296"/>
                    </a:cubicBezTo>
                    <a:cubicBezTo>
                      <a:pt x="45428" y="29305"/>
                      <a:pt x="47343" y="27496"/>
                      <a:pt x="46809" y="23238"/>
                    </a:cubicBezTo>
                    <a:cubicBezTo>
                      <a:pt x="45124" y="14608"/>
                      <a:pt x="38132" y="7131"/>
                      <a:pt x="29198" y="3283"/>
                    </a:cubicBezTo>
                    <a:cubicBezTo>
                      <a:pt x="19177" y="-1032"/>
                      <a:pt x="9405" y="-1537"/>
                      <a:pt x="1023" y="4455"/>
                    </a:cubicBezTo>
                    <a:cubicBezTo>
                      <a:pt x="137" y="8360"/>
                      <a:pt x="-749" y="12065"/>
                      <a:pt x="1023" y="17371"/>
                    </a:cubicBezTo>
                    <a:cubicBezTo>
                      <a:pt x="1166" y="17790"/>
                      <a:pt x="2137" y="17390"/>
                      <a:pt x="2204" y="1855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72" id="172"/>
              <p:cNvSpPr/>
              <p:nvPr/>
            </p:nvSpPr>
            <p:spPr>
              <a:xfrm>
                <a:off x="2291167" y="1234503"/>
                <a:ext cx="43781" cy="31785"/>
              </a:xfrm>
              <a:custGeom>
                <a:avLst/>
                <a:gdLst/>
                <a:ahLst/>
                <a:cxnLst/>
                <a:rect r="r" b="b" t="t" l="l"/>
                <a:pathLst>
                  <a:path w="43781" h="31785" stroke="true" fill="norm" extrusionOk="true">
                    <a:moveTo>
                      <a:pt x="30741" y="2537"/>
                    </a:moveTo>
                    <a:cubicBezTo>
                      <a:pt x="23826" y="185"/>
                      <a:pt x="16787" y="-378"/>
                      <a:pt x="9615" y="223"/>
                    </a:cubicBezTo>
                    <a:cubicBezTo>
                      <a:pt x="8948" y="1080"/>
                      <a:pt x="8158" y="1880"/>
                      <a:pt x="7329" y="2680"/>
                    </a:cubicBezTo>
                    <a:cubicBezTo>
                      <a:pt x="6805" y="3194"/>
                      <a:pt x="6215" y="3375"/>
                      <a:pt x="5643" y="3366"/>
                    </a:cubicBezTo>
                    <a:cubicBezTo>
                      <a:pt x="1376" y="8681"/>
                      <a:pt x="-1901" y="17682"/>
                      <a:pt x="1262" y="26321"/>
                    </a:cubicBezTo>
                    <a:cubicBezTo>
                      <a:pt x="3471" y="27350"/>
                      <a:pt x="5367" y="29750"/>
                      <a:pt x="7129" y="29845"/>
                    </a:cubicBezTo>
                    <a:cubicBezTo>
                      <a:pt x="8262" y="29912"/>
                      <a:pt x="7929" y="30903"/>
                      <a:pt x="8301" y="31026"/>
                    </a:cubicBezTo>
                    <a:cubicBezTo>
                      <a:pt x="11215" y="31931"/>
                      <a:pt x="19045" y="32141"/>
                      <a:pt x="23560" y="31026"/>
                    </a:cubicBezTo>
                    <a:cubicBezTo>
                      <a:pt x="23788" y="30969"/>
                      <a:pt x="23855" y="30074"/>
                      <a:pt x="24731" y="29845"/>
                    </a:cubicBezTo>
                    <a:cubicBezTo>
                      <a:pt x="26408" y="29426"/>
                      <a:pt x="27103" y="29407"/>
                      <a:pt x="28255" y="28674"/>
                    </a:cubicBezTo>
                    <a:cubicBezTo>
                      <a:pt x="29075" y="28150"/>
                      <a:pt x="29827" y="27940"/>
                      <a:pt x="30608" y="27502"/>
                    </a:cubicBezTo>
                    <a:cubicBezTo>
                      <a:pt x="32942" y="26169"/>
                      <a:pt x="34009" y="24807"/>
                      <a:pt x="35304" y="23978"/>
                    </a:cubicBezTo>
                    <a:cubicBezTo>
                      <a:pt x="37228" y="22749"/>
                      <a:pt x="36637" y="22702"/>
                      <a:pt x="37647" y="20454"/>
                    </a:cubicBezTo>
                    <a:cubicBezTo>
                      <a:pt x="37818" y="20073"/>
                      <a:pt x="39704" y="19720"/>
                      <a:pt x="40000" y="19282"/>
                    </a:cubicBezTo>
                    <a:cubicBezTo>
                      <a:pt x="40914" y="17920"/>
                      <a:pt x="40171" y="15777"/>
                      <a:pt x="42343" y="15758"/>
                    </a:cubicBezTo>
                    <a:cubicBezTo>
                      <a:pt x="42933" y="13377"/>
                      <a:pt x="43000" y="10471"/>
                      <a:pt x="43781" y="8281"/>
                    </a:cubicBezTo>
                    <a:cubicBezTo>
                      <a:pt x="39466" y="6252"/>
                      <a:pt x="35218" y="4061"/>
                      <a:pt x="30741" y="2537"/>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3" id="173"/>
              <p:cNvSpPr/>
              <p:nvPr/>
            </p:nvSpPr>
            <p:spPr>
              <a:xfrm>
                <a:off x="2080859" y="1237707"/>
                <a:ext cx="40110" cy="46599"/>
              </a:xfrm>
              <a:custGeom>
                <a:avLst/>
                <a:gdLst/>
                <a:ahLst/>
                <a:cxnLst/>
                <a:rect r="r" b="b" t="t" l="l"/>
                <a:pathLst>
                  <a:path w="40110" h="46599" stroke="true" fill="norm" extrusionOk="true">
                    <a:moveTo>
                      <a:pt x="40111" y="0"/>
                    </a:moveTo>
                    <a:cubicBezTo>
                      <a:pt x="38625" y="371"/>
                      <a:pt x="37149" y="619"/>
                      <a:pt x="35986" y="791"/>
                    </a:cubicBezTo>
                    <a:cubicBezTo>
                      <a:pt x="32967" y="1248"/>
                      <a:pt x="29748" y="1172"/>
                      <a:pt x="26852" y="2200"/>
                    </a:cubicBezTo>
                    <a:cubicBezTo>
                      <a:pt x="22575" y="3724"/>
                      <a:pt x="18832" y="6010"/>
                      <a:pt x="15136" y="8544"/>
                    </a:cubicBezTo>
                    <a:cubicBezTo>
                      <a:pt x="15279" y="8677"/>
                      <a:pt x="15422" y="8811"/>
                      <a:pt x="15498" y="9030"/>
                    </a:cubicBezTo>
                    <a:cubicBezTo>
                      <a:pt x="15060" y="8982"/>
                      <a:pt x="14698" y="9011"/>
                      <a:pt x="14374" y="9068"/>
                    </a:cubicBezTo>
                    <a:cubicBezTo>
                      <a:pt x="14089" y="9268"/>
                      <a:pt x="13803" y="9449"/>
                      <a:pt x="13527" y="9649"/>
                    </a:cubicBezTo>
                    <a:cubicBezTo>
                      <a:pt x="13250" y="9839"/>
                      <a:pt x="12984" y="9935"/>
                      <a:pt x="12717" y="10001"/>
                    </a:cubicBezTo>
                    <a:cubicBezTo>
                      <a:pt x="11917" y="11030"/>
                      <a:pt x="11879" y="12497"/>
                      <a:pt x="10812" y="12554"/>
                    </a:cubicBezTo>
                    <a:cubicBezTo>
                      <a:pt x="8726" y="12668"/>
                      <a:pt x="8221" y="15240"/>
                      <a:pt x="7288" y="16078"/>
                    </a:cubicBezTo>
                    <a:cubicBezTo>
                      <a:pt x="5764" y="17440"/>
                      <a:pt x="4202" y="18574"/>
                      <a:pt x="2592" y="19603"/>
                    </a:cubicBezTo>
                    <a:cubicBezTo>
                      <a:pt x="1735" y="25394"/>
                      <a:pt x="-780" y="29547"/>
                      <a:pt x="239" y="37214"/>
                    </a:cubicBezTo>
                    <a:cubicBezTo>
                      <a:pt x="3402" y="36262"/>
                      <a:pt x="1601" y="39443"/>
                      <a:pt x="2592" y="40739"/>
                    </a:cubicBezTo>
                    <a:cubicBezTo>
                      <a:pt x="2954" y="41215"/>
                      <a:pt x="4468" y="41510"/>
                      <a:pt x="4935" y="41910"/>
                    </a:cubicBezTo>
                    <a:cubicBezTo>
                      <a:pt x="5364" y="42282"/>
                      <a:pt x="6840" y="44234"/>
                      <a:pt x="7288" y="44263"/>
                    </a:cubicBezTo>
                    <a:cubicBezTo>
                      <a:pt x="8450" y="44329"/>
                      <a:pt x="8050" y="45301"/>
                      <a:pt x="8459" y="45434"/>
                    </a:cubicBezTo>
                    <a:cubicBezTo>
                      <a:pt x="14108" y="47320"/>
                      <a:pt x="22823" y="46615"/>
                      <a:pt x="27252" y="45434"/>
                    </a:cubicBezTo>
                    <a:cubicBezTo>
                      <a:pt x="28805" y="42024"/>
                      <a:pt x="34110" y="39586"/>
                      <a:pt x="34291" y="36043"/>
                    </a:cubicBezTo>
                    <a:cubicBezTo>
                      <a:pt x="34358" y="34814"/>
                      <a:pt x="35263" y="35376"/>
                      <a:pt x="35463" y="34871"/>
                    </a:cubicBezTo>
                    <a:cubicBezTo>
                      <a:pt x="36710" y="31756"/>
                      <a:pt x="36710" y="28718"/>
                      <a:pt x="37806" y="27823"/>
                    </a:cubicBezTo>
                    <a:cubicBezTo>
                      <a:pt x="38101" y="27585"/>
                      <a:pt x="37701" y="25870"/>
                      <a:pt x="37806" y="25479"/>
                    </a:cubicBezTo>
                    <a:cubicBezTo>
                      <a:pt x="38206" y="24070"/>
                      <a:pt x="38758" y="22917"/>
                      <a:pt x="38977" y="21955"/>
                    </a:cubicBezTo>
                    <a:cubicBezTo>
                      <a:pt x="40797" y="13945"/>
                      <a:pt x="39016" y="7144"/>
                      <a:pt x="40111"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74" id="174"/>
              <p:cNvSpPr/>
              <p:nvPr/>
            </p:nvSpPr>
            <p:spPr>
              <a:xfrm>
                <a:off x="2004663" y="1246683"/>
                <a:ext cx="74014" cy="56479"/>
              </a:xfrm>
              <a:custGeom>
                <a:avLst/>
                <a:gdLst/>
                <a:ahLst/>
                <a:cxnLst/>
                <a:rect r="r" b="b" t="t" l="l"/>
                <a:pathLst>
                  <a:path w="74014" h="56479" stroke="true" fill="norm" extrusionOk="true">
                    <a:moveTo>
                      <a:pt x="65623" y="2158"/>
                    </a:moveTo>
                    <a:cubicBezTo>
                      <a:pt x="65300" y="2225"/>
                      <a:pt x="65033" y="2358"/>
                      <a:pt x="64680" y="2396"/>
                    </a:cubicBezTo>
                    <a:cubicBezTo>
                      <a:pt x="59699" y="1511"/>
                      <a:pt x="55689" y="-337"/>
                      <a:pt x="49421" y="53"/>
                    </a:cubicBezTo>
                    <a:cubicBezTo>
                      <a:pt x="44554" y="3130"/>
                      <a:pt x="38410" y="5321"/>
                      <a:pt x="31810" y="8273"/>
                    </a:cubicBezTo>
                    <a:cubicBezTo>
                      <a:pt x="31029" y="8626"/>
                      <a:pt x="31019" y="9235"/>
                      <a:pt x="30638" y="9445"/>
                    </a:cubicBezTo>
                    <a:cubicBezTo>
                      <a:pt x="28828" y="10436"/>
                      <a:pt x="24256" y="10921"/>
                      <a:pt x="22418" y="11798"/>
                    </a:cubicBezTo>
                    <a:cubicBezTo>
                      <a:pt x="22275" y="11864"/>
                      <a:pt x="22532" y="12836"/>
                      <a:pt x="22418" y="12969"/>
                    </a:cubicBezTo>
                    <a:cubicBezTo>
                      <a:pt x="22132" y="13312"/>
                      <a:pt x="20494" y="12769"/>
                      <a:pt x="20075" y="12969"/>
                    </a:cubicBezTo>
                    <a:cubicBezTo>
                      <a:pt x="19922" y="13036"/>
                      <a:pt x="20180" y="14008"/>
                      <a:pt x="20075" y="14141"/>
                    </a:cubicBezTo>
                    <a:cubicBezTo>
                      <a:pt x="19779" y="14493"/>
                      <a:pt x="18151" y="13912"/>
                      <a:pt x="17722" y="14141"/>
                    </a:cubicBezTo>
                    <a:cubicBezTo>
                      <a:pt x="17227" y="14398"/>
                      <a:pt x="17141" y="16208"/>
                      <a:pt x="16551" y="16494"/>
                    </a:cubicBezTo>
                    <a:cubicBezTo>
                      <a:pt x="15703" y="16894"/>
                      <a:pt x="13788" y="15941"/>
                      <a:pt x="13026" y="16494"/>
                    </a:cubicBezTo>
                    <a:cubicBezTo>
                      <a:pt x="12474" y="16894"/>
                      <a:pt x="11226" y="18294"/>
                      <a:pt x="10683" y="18837"/>
                    </a:cubicBezTo>
                    <a:cubicBezTo>
                      <a:pt x="9969" y="19542"/>
                      <a:pt x="8978" y="20465"/>
                      <a:pt x="8330" y="21189"/>
                    </a:cubicBezTo>
                    <a:cubicBezTo>
                      <a:pt x="6597" y="23132"/>
                      <a:pt x="6816" y="24028"/>
                      <a:pt x="5978" y="25885"/>
                    </a:cubicBezTo>
                    <a:cubicBezTo>
                      <a:pt x="5797" y="26295"/>
                      <a:pt x="3911" y="26580"/>
                      <a:pt x="3635" y="27057"/>
                    </a:cubicBezTo>
                    <a:cubicBezTo>
                      <a:pt x="2987" y="28171"/>
                      <a:pt x="2920" y="29667"/>
                      <a:pt x="2463" y="30581"/>
                    </a:cubicBezTo>
                    <a:cubicBezTo>
                      <a:pt x="1930" y="31638"/>
                      <a:pt x="1396" y="30962"/>
                      <a:pt x="1292" y="32924"/>
                    </a:cubicBezTo>
                    <a:cubicBezTo>
                      <a:pt x="1244" y="33905"/>
                      <a:pt x="158" y="33924"/>
                      <a:pt x="120" y="34096"/>
                    </a:cubicBezTo>
                    <a:cubicBezTo>
                      <a:pt x="-404" y="36696"/>
                      <a:pt x="1491" y="36248"/>
                      <a:pt x="120" y="37620"/>
                    </a:cubicBezTo>
                    <a:cubicBezTo>
                      <a:pt x="-604" y="38344"/>
                      <a:pt x="2225" y="39849"/>
                      <a:pt x="1292" y="41144"/>
                    </a:cubicBezTo>
                    <a:lnTo>
                      <a:pt x="2415" y="45354"/>
                    </a:lnTo>
                    <a:cubicBezTo>
                      <a:pt x="2663" y="47574"/>
                      <a:pt x="4130" y="48250"/>
                      <a:pt x="4816" y="49364"/>
                    </a:cubicBezTo>
                    <a:cubicBezTo>
                      <a:pt x="6311" y="51765"/>
                      <a:pt x="6959" y="53927"/>
                      <a:pt x="9512" y="54060"/>
                    </a:cubicBezTo>
                    <a:cubicBezTo>
                      <a:pt x="10731" y="54127"/>
                      <a:pt x="10197" y="55041"/>
                      <a:pt x="10683" y="55232"/>
                    </a:cubicBezTo>
                    <a:cubicBezTo>
                      <a:pt x="16274" y="57403"/>
                      <a:pt x="25266" y="56299"/>
                      <a:pt x="29467" y="55232"/>
                    </a:cubicBezTo>
                    <a:cubicBezTo>
                      <a:pt x="33353" y="54241"/>
                      <a:pt x="34877" y="53441"/>
                      <a:pt x="35334" y="52879"/>
                    </a:cubicBezTo>
                    <a:cubicBezTo>
                      <a:pt x="35658" y="52488"/>
                      <a:pt x="37268" y="53193"/>
                      <a:pt x="37687" y="52879"/>
                    </a:cubicBezTo>
                    <a:cubicBezTo>
                      <a:pt x="38544" y="52241"/>
                      <a:pt x="38525" y="50612"/>
                      <a:pt x="40039" y="50536"/>
                    </a:cubicBezTo>
                    <a:cubicBezTo>
                      <a:pt x="41554" y="50460"/>
                      <a:pt x="42239" y="48717"/>
                      <a:pt x="43563" y="48183"/>
                    </a:cubicBezTo>
                    <a:cubicBezTo>
                      <a:pt x="45792" y="47288"/>
                      <a:pt x="51336" y="48059"/>
                      <a:pt x="52955" y="47012"/>
                    </a:cubicBezTo>
                    <a:cubicBezTo>
                      <a:pt x="53555" y="46621"/>
                      <a:pt x="52717" y="44278"/>
                      <a:pt x="54136" y="44668"/>
                    </a:cubicBezTo>
                    <a:lnTo>
                      <a:pt x="57660" y="38801"/>
                    </a:lnTo>
                    <a:cubicBezTo>
                      <a:pt x="58308" y="33839"/>
                      <a:pt x="62728" y="29848"/>
                      <a:pt x="64699" y="28238"/>
                    </a:cubicBezTo>
                    <a:cubicBezTo>
                      <a:pt x="65090" y="27924"/>
                      <a:pt x="64404" y="26314"/>
                      <a:pt x="64699" y="25895"/>
                    </a:cubicBezTo>
                    <a:cubicBezTo>
                      <a:pt x="65785" y="24342"/>
                      <a:pt x="67576" y="23342"/>
                      <a:pt x="68224" y="22370"/>
                    </a:cubicBezTo>
                    <a:cubicBezTo>
                      <a:pt x="68548" y="21875"/>
                      <a:pt x="68795" y="21399"/>
                      <a:pt x="68995" y="20923"/>
                    </a:cubicBezTo>
                    <a:lnTo>
                      <a:pt x="68995" y="20923"/>
                    </a:lnTo>
                    <a:lnTo>
                      <a:pt x="74015" y="9626"/>
                    </a:lnTo>
                    <a:cubicBezTo>
                      <a:pt x="71024" y="7235"/>
                      <a:pt x="67509" y="5349"/>
                      <a:pt x="65623" y="2158"/>
                    </a:cubicBezTo>
                    <a:close/>
                  </a:path>
                </a:pathLst>
              </a:custGeom>
              <a:solidFill>
                <a:srgbClr val="F2A120"/>
              </a:solidFill>
              <a:ln cap="flat">
                <a:noFill/>
                <a:prstDash val="solid"/>
                <a:miter lim="800000"/>
              </a:ln>
            </p:spPr>
            <p:txBody>
              <a:bodyPr vert="horz" anchor="ctr" tIns="45720" lIns="91440" bIns="45720" rIns="91440"/>
              <a:p>
                <a:pPr algn="l" marL="0"/>
              </a:p>
            </p:txBody>
          </p:sp>
        </p:grpSp>
        <p:grpSp>
          <p:nvGrpSpPr>
            <p:cNvPr name="Group 175" id="175"/>
            <p:cNvGrpSpPr/>
            <p:nvPr/>
          </p:nvGrpSpPr>
          <p:grpSpPr>
            <a:xfrm>
              <a:off x="8524851" y="3517809"/>
              <a:ext cx="480659" cy="202223"/>
              <a:chOff x="2034111" y="921229"/>
              <a:chExt cx="480659" cy="202223"/>
            </a:xfrm>
          </p:grpSpPr>
          <p:sp>
            <p:nvSpPr>
              <p:cNvPr name="Freeform 176" id="176"/>
              <p:cNvSpPr/>
              <p:nvPr/>
            </p:nvSpPr>
            <p:spPr>
              <a:xfrm>
                <a:off x="2034111" y="1030425"/>
                <a:ext cx="72933" cy="53221"/>
              </a:xfrm>
              <a:custGeom>
                <a:avLst/>
                <a:gdLst/>
                <a:ahLst/>
                <a:cxnLst/>
                <a:rect r="r" b="b" t="t" l="l"/>
                <a:pathLst>
                  <a:path w="72933" h="53221" stroke="true" fill="norm" extrusionOk="true">
                    <a:moveTo>
                      <a:pt x="72809" y="13181"/>
                    </a:moveTo>
                    <a:cubicBezTo>
                      <a:pt x="72752" y="12972"/>
                      <a:pt x="72657" y="12810"/>
                      <a:pt x="72543" y="12657"/>
                    </a:cubicBezTo>
                    <a:lnTo>
                      <a:pt x="72848" y="11953"/>
                    </a:lnTo>
                    <a:cubicBezTo>
                      <a:pt x="72638" y="11676"/>
                      <a:pt x="72466" y="11353"/>
                      <a:pt x="72390" y="10914"/>
                    </a:cubicBezTo>
                    <a:cubicBezTo>
                      <a:pt x="72305" y="10410"/>
                      <a:pt x="72276" y="9943"/>
                      <a:pt x="72276" y="9467"/>
                    </a:cubicBezTo>
                    <a:cubicBezTo>
                      <a:pt x="71314" y="9228"/>
                      <a:pt x="70476" y="8495"/>
                      <a:pt x="70466" y="7209"/>
                    </a:cubicBezTo>
                    <a:cubicBezTo>
                      <a:pt x="70466" y="6923"/>
                      <a:pt x="70504" y="6619"/>
                      <a:pt x="70562" y="6304"/>
                    </a:cubicBezTo>
                    <a:lnTo>
                      <a:pt x="69285" y="5752"/>
                    </a:lnTo>
                    <a:lnTo>
                      <a:pt x="69257" y="5809"/>
                    </a:lnTo>
                    <a:cubicBezTo>
                      <a:pt x="67933" y="3675"/>
                      <a:pt x="63980" y="3771"/>
                      <a:pt x="62246" y="2618"/>
                    </a:cubicBezTo>
                    <a:cubicBezTo>
                      <a:pt x="60151" y="1227"/>
                      <a:pt x="59074" y="1923"/>
                      <a:pt x="56379" y="1447"/>
                    </a:cubicBezTo>
                    <a:cubicBezTo>
                      <a:pt x="54864" y="1180"/>
                      <a:pt x="54721" y="465"/>
                      <a:pt x="52855" y="275"/>
                    </a:cubicBezTo>
                    <a:cubicBezTo>
                      <a:pt x="43330" y="-706"/>
                      <a:pt x="40158" y="1142"/>
                      <a:pt x="34071" y="2618"/>
                    </a:cubicBezTo>
                    <a:cubicBezTo>
                      <a:pt x="30452" y="3504"/>
                      <a:pt x="26708" y="3923"/>
                      <a:pt x="25851" y="4971"/>
                    </a:cubicBezTo>
                    <a:cubicBezTo>
                      <a:pt x="25575" y="5314"/>
                      <a:pt x="23927" y="4771"/>
                      <a:pt x="23508" y="4971"/>
                    </a:cubicBezTo>
                    <a:cubicBezTo>
                      <a:pt x="23356" y="5037"/>
                      <a:pt x="23622" y="6009"/>
                      <a:pt x="23508" y="6142"/>
                    </a:cubicBezTo>
                    <a:cubicBezTo>
                      <a:pt x="23232" y="6476"/>
                      <a:pt x="21584" y="5952"/>
                      <a:pt x="21155" y="6142"/>
                    </a:cubicBezTo>
                    <a:cubicBezTo>
                      <a:pt x="21022" y="6209"/>
                      <a:pt x="21270" y="7181"/>
                      <a:pt x="21155" y="7314"/>
                    </a:cubicBezTo>
                    <a:cubicBezTo>
                      <a:pt x="20898" y="7628"/>
                      <a:pt x="19222" y="7152"/>
                      <a:pt x="18812" y="7314"/>
                    </a:cubicBezTo>
                    <a:cubicBezTo>
                      <a:pt x="15526" y="8552"/>
                      <a:pt x="13993" y="10143"/>
                      <a:pt x="11764" y="12010"/>
                    </a:cubicBezTo>
                    <a:cubicBezTo>
                      <a:pt x="9173" y="14191"/>
                      <a:pt x="2496" y="19068"/>
                      <a:pt x="2372" y="21401"/>
                    </a:cubicBezTo>
                    <a:cubicBezTo>
                      <a:pt x="2305" y="22621"/>
                      <a:pt x="1391" y="22087"/>
                      <a:pt x="1200" y="22573"/>
                    </a:cubicBezTo>
                    <a:cubicBezTo>
                      <a:pt x="-752" y="27526"/>
                      <a:pt x="343" y="33774"/>
                      <a:pt x="29" y="39004"/>
                    </a:cubicBezTo>
                    <a:cubicBezTo>
                      <a:pt x="1277" y="40099"/>
                      <a:pt x="2343" y="41394"/>
                      <a:pt x="3553" y="42528"/>
                    </a:cubicBezTo>
                    <a:cubicBezTo>
                      <a:pt x="4877" y="43766"/>
                      <a:pt x="7601" y="46024"/>
                      <a:pt x="8249" y="46052"/>
                    </a:cubicBezTo>
                    <a:cubicBezTo>
                      <a:pt x="12592" y="46281"/>
                      <a:pt x="12011" y="52901"/>
                      <a:pt x="15297" y="53091"/>
                    </a:cubicBezTo>
                    <a:cubicBezTo>
                      <a:pt x="16098" y="50072"/>
                      <a:pt x="19784" y="53091"/>
                      <a:pt x="19993" y="53091"/>
                    </a:cubicBezTo>
                    <a:cubicBezTo>
                      <a:pt x="20603" y="53091"/>
                      <a:pt x="21517" y="51939"/>
                      <a:pt x="21165" y="51920"/>
                    </a:cubicBezTo>
                    <a:cubicBezTo>
                      <a:pt x="24565" y="52129"/>
                      <a:pt x="25975" y="53672"/>
                      <a:pt x="29385" y="53091"/>
                    </a:cubicBezTo>
                    <a:cubicBezTo>
                      <a:pt x="30509" y="52901"/>
                      <a:pt x="30080" y="52120"/>
                      <a:pt x="30557" y="51920"/>
                    </a:cubicBezTo>
                    <a:cubicBezTo>
                      <a:pt x="31557" y="51491"/>
                      <a:pt x="33071" y="52320"/>
                      <a:pt x="34081" y="51920"/>
                    </a:cubicBezTo>
                    <a:cubicBezTo>
                      <a:pt x="35567" y="51319"/>
                      <a:pt x="35519" y="50681"/>
                      <a:pt x="36424" y="49567"/>
                    </a:cubicBezTo>
                    <a:cubicBezTo>
                      <a:pt x="36719" y="49205"/>
                      <a:pt x="38348" y="49805"/>
                      <a:pt x="38777" y="49567"/>
                    </a:cubicBezTo>
                    <a:cubicBezTo>
                      <a:pt x="38939" y="49472"/>
                      <a:pt x="38643" y="48548"/>
                      <a:pt x="38777" y="48395"/>
                    </a:cubicBezTo>
                    <a:cubicBezTo>
                      <a:pt x="39053" y="48052"/>
                      <a:pt x="40691" y="48605"/>
                      <a:pt x="41120" y="48395"/>
                    </a:cubicBezTo>
                    <a:cubicBezTo>
                      <a:pt x="41272" y="48329"/>
                      <a:pt x="41005" y="47357"/>
                      <a:pt x="41120" y="47224"/>
                    </a:cubicBezTo>
                    <a:cubicBezTo>
                      <a:pt x="41425" y="46862"/>
                      <a:pt x="43044" y="47481"/>
                      <a:pt x="43472" y="47224"/>
                    </a:cubicBezTo>
                    <a:cubicBezTo>
                      <a:pt x="44358" y="46709"/>
                      <a:pt x="44292" y="44957"/>
                      <a:pt x="45816" y="44880"/>
                    </a:cubicBezTo>
                    <a:cubicBezTo>
                      <a:pt x="47159" y="44814"/>
                      <a:pt x="46358" y="44090"/>
                      <a:pt x="46987" y="43709"/>
                    </a:cubicBezTo>
                    <a:cubicBezTo>
                      <a:pt x="49740" y="42071"/>
                      <a:pt x="52121" y="41842"/>
                      <a:pt x="54036" y="40185"/>
                    </a:cubicBezTo>
                    <a:cubicBezTo>
                      <a:pt x="54464" y="39813"/>
                      <a:pt x="55941" y="37861"/>
                      <a:pt x="56379" y="37832"/>
                    </a:cubicBezTo>
                    <a:cubicBezTo>
                      <a:pt x="58331" y="37737"/>
                      <a:pt x="62446" y="32936"/>
                      <a:pt x="63427" y="31965"/>
                    </a:cubicBezTo>
                    <a:cubicBezTo>
                      <a:pt x="64732" y="30650"/>
                      <a:pt x="66428" y="29145"/>
                      <a:pt x="66952" y="28440"/>
                    </a:cubicBezTo>
                    <a:cubicBezTo>
                      <a:pt x="68685" y="26097"/>
                      <a:pt x="67399" y="21325"/>
                      <a:pt x="71647" y="21401"/>
                    </a:cubicBezTo>
                    <a:cubicBezTo>
                      <a:pt x="71828" y="20020"/>
                      <a:pt x="71447" y="18068"/>
                      <a:pt x="72819" y="17877"/>
                    </a:cubicBezTo>
                    <a:cubicBezTo>
                      <a:pt x="72514" y="16401"/>
                      <a:pt x="73200" y="14648"/>
                      <a:pt x="72809" y="13181"/>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7" id="177"/>
              <p:cNvSpPr/>
              <p:nvPr/>
            </p:nvSpPr>
            <p:spPr>
              <a:xfrm>
                <a:off x="2086931" y="999006"/>
                <a:ext cx="53726" cy="34141"/>
              </a:xfrm>
              <a:custGeom>
                <a:avLst/>
                <a:gdLst/>
                <a:ahLst/>
                <a:cxnLst/>
                <a:rect r="r" b="b" t="t" l="l"/>
                <a:pathLst>
                  <a:path w="53726" h="34141" stroke="true" fill="norm" extrusionOk="true">
                    <a:moveTo>
                      <a:pt x="29304" y="29779"/>
                    </a:moveTo>
                    <a:cubicBezTo>
                      <a:pt x="32762" y="28303"/>
                      <a:pt x="36258" y="27246"/>
                      <a:pt x="39830" y="26074"/>
                    </a:cubicBezTo>
                    <a:cubicBezTo>
                      <a:pt x="44525" y="24541"/>
                      <a:pt x="49012" y="22721"/>
                      <a:pt x="53727" y="21702"/>
                    </a:cubicBezTo>
                    <a:cubicBezTo>
                      <a:pt x="53536" y="20693"/>
                      <a:pt x="53403" y="19654"/>
                      <a:pt x="53317" y="18654"/>
                    </a:cubicBezTo>
                    <a:cubicBezTo>
                      <a:pt x="53288" y="18321"/>
                      <a:pt x="53384" y="18064"/>
                      <a:pt x="53450" y="17806"/>
                    </a:cubicBezTo>
                    <a:cubicBezTo>
                      <a:pt x="51088" y="13806"/>
                      <a:pt x="48745" y="9205"/>
                      <a:pt x="45811" y="7043"/>
                    </a:cubicBezTo>
                    <a:cubicBezTo>
                      <a:pt x="44535" y="6100"/>
                      <a:pt x="42554" y="6529"/>
                      <a:pt x="41116" y="5872"/>
                    </a:cubicBezTo>
                    <a:cubicBezTo>
                      <a:pt x="40972" y="5805"/>
                      <a:pt x="41230" y="4833"/>
                      <a:pt x="41116" y="4700"/>
                    </a:cubicBezTo>
                    <a:cubicBezTo>
                      <a:pt x="40839" y="4357"/>
                      <a:pt x="39191" y="4910"/>
                      <a:pt x="38772" y="4700"/>
                    </a:cubicBezTo>
                    <a:cubicBezTo>
                      <a:pt x="38620" y="4633"/>
                      <a:pt x="38887" y="3671"/>
                      <a:pt x="38772" y="3528"/>
                    </a:cubicBezTo>
                    <a:cubicBezTo>
                      <a:pt x="38515" y="3214"/>
                      <a:pt x="36829" y="3681"/>
                      <a:pt x="36420" y="3528"/>
                    </a:cubicBezTo>
                    <a:cubicBezTo>
                      <a:pt x="36296" y="3481"/>
                      <a:pt x="36515" y="2471"/>
                      <a:pt x="36420" y="2357"/>
                    </a:cubicBezTo>
                    <a:cubicBezTo>
                      <a:pt x="36172" y="2052"/>
                      <a:pt x="33343" y="2385"/>
                      <a:pt x="32895" y="2357"/>
                    </a:cubicBezTo>
                    <a:cubicBezTo>
                      <a:pt x="31886" y="2309"/>
                      <a:pt x="31943" y="1233"/>
                      <a:pt x="31724" y="1185"/>
                    </a:cubicBezTo>
                    <a:cubicBezTo>
                      <a:pt x="30286" y="861"/>
                      <a:pt x="28514" y="1261"/>
                      <a:pt x="27028" y="1185"/>
                    </a:cubicBezTo>
                    <a:cubicBezTo>
                      <a:pt x="26266" y="1138"/>
                      <a:pt x="25761" y="4"/>
                      <a:pt x="25856" y="14"/>
                    </a:cubicBezTo>
                    <a:cubicBezTo>
                      <a:pt x="23970" y="-139"/>
                      <a:pt x="21170" y="1023"/>
                      <a:pt x="18808" y="1185"/>
                    </a:cubicBezTo>
                    <a:cubicBezTo>
                      <a:pt x="13883" y="1519"/>
                      <a:pt x="10826" y="2004"/>
                      <a:pt x="9416" y="2357"/>
                    </a:cubicBezTo>
                    <a:cubicBezTo>
                      <a:pt x="5968" y="3224"/>
                      <a:pt x="6111" y="2795"/>
                      <a:pt x="3549" y="3528"/>
                    </a:cubicBezTo>
                    <a:cubicBezTo>
                      <a:pt x="3187" y="5862"/>
                      <a:pt x="1834" y="7300"/>
                      <a:pt x="1206" y="9396"/>
                    </a:cubicBezTo>
                    <a:cubicBezTo>
                      <a:pt x="625" y="11310"/>
                      <a:pt x="-175" y="14701"/>
                      <a:pt x="34" y="16435"/>
                    </a:cubicBezTo>
                    <a:cubicBezTo>
                      <a:pt x="253" y="18254"/>
                      <a:pt x="4063" y="24617"/>
                      <a:pt x="4730" y="24655"/>
                    </a:cubicBezTo>
                    <a:cubicBezTo>
                      <a:pt x="5940" y="24722"/>
                      <a:pt x="7340" y="26350"/>
                      <a:pt x="8254" y="27008"/>
                    </a:cubicBezTo>
                    <a:cubicBezTo>
                      <a:pt x="9616" y="27989"/>
                      <a:pt x="11226" y="30227"/>
                      <a:pt x="11778" y="30532"/>
                    </a:cubicBezTo>
                    <a:cubicBezTo>
                      <a:pt x="15407" y="32532"/>
                      <a:pt x="20075" y="32065"/>
                      <a:pt x="22570" y="34142"/>
                    </a:cubicBezTo>
                    <a:cubicBezTo>
                      <a:pt x="24761" y="32589"/>
                      <a:pt x="26818" y="30846"/>
                      <a:pt x="29304" y="2977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8" id="178"/>
              <p:cNvSpPr/>
              <p:nvPr/>
            </p:nvSpPr>
            <p:spPr>
              <a:xfrm>
                <a:off x="2107930" y="1025175"/>
                <a:ext cx="37737" cy="47448"/>
              </a:xfrm>
              <a:custGeom>
                <a:avLst/>
                <a:gdLst/>
                <a:ahLst/>
                <a:cxnLst/>
                <a:rect r="r" b="b" t="t" l="l"/>
                <a:pathLst>
                  <a:path w="37737" h="47448" stroke="true" fill="norm" extrusionOk="true">
                    <a:moveTo>
                      <a:pt x="35071" y="0"/>
                    </a:moveTo>
                    <a:cubicBezTo>
                      <a:pt x="29079" y="962"/>
                      <a:pt x="23422" y="3562"/>
                      <a:pt x="17649" y="5372"/>
                    </a:cubicBezTo>
                    <a:cubicBezTo>
                      <a:pt x="12211" y="7077"/>
                      <a:pt x="8229" y="10001"/>
                      <a:pt x="3629" y="12602"/>
                    </a:cubicBezTo>
                    <a:cubicBezTo>
                      <a:pt x="3467" y="13383"/>
                      <a:pt x="3181" y="14202"/>
                      <a:pt x="3295" y="14878"/>
                    </a:cubicBezTo>
                    <a:cubicBezTo>
                      <a:pt x="3371" y="15373"/>
                      <a:pt x="3295" y="15802"/>
                      <a:pt x="3143" y="16193"/>
                    </a:cubicBezTo>
                    <a:cubicBezTo>
                      <a:pt x="3333" y="16164"/>
                      <a:pt x="3486" y="16107"/>
                      <a:pt x="3695" y="16097"/>
                    </a:cubicBezTo>
                    <a:cubicBezTo>
                      <a:pt x="1047" y="19755"/>
                      <a:pt x="-1715" y="34728"/>
                      <a:pt x="1343" y="37233"/>
                    </a:cubicBezTo>
                    <a:cubicBezTo>
                      <a:pt x="2276" y="37995"/>
                      <a:pt x="1762" y="40929"/>
                      <a:pt x="2514" y="41929"/>
                    </a:cubicBezTo>
                    <a:cubicBezTo>
                      <a:pt x="7248" y="44920"/>
                      <a:pt x="14544" y="49282"/>
                      <a:pt x="21297" y="46625"/>
                    </a:cubicBezTo>
                    <a:cubicBezTo>
                      <a:pt x="31356" y="38281"/>
                      <a:pt x="34985" y="23527"/>
                      <a:pt x="37738" y="7877"/>
                    </a:cubicBezTo>
                    <a:cubicBezTo>
                      <a:pt x="37557" y="4848"/>
                      <a:pt x="35975" y="3219"/>
                      <a:pt x="35537" y="448"/>
                    </a:cubicBezTo>
                    <a:cubicBezTo>
                      <a:pt x="35337" y="324"/>
                      <a:pt x="35242" y="133"/>
                      <a:pt x="35071" y="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9" id="179"/>
              <p:cNvSpPr/>
              <p:nvPr/>
            </p:nvSpPr>
            <p:spPr>
              <a:xfrm>
                <a:off x="2057573" y="956408"/>
                <a:ext cx="51204" cy="33376"/>
              </a:xfrm>
              <a:custGeom>
                <a:avLst/>
                <a:gdLst/>
                <a:ahLst/>
                <a:cxnLst/>
                <a:rect r="r" b="b" t="t" l="l"/>
                <a:pathLst>
                  <a:path w="51204" h="33376" stroke="true" fill="norm" extrusionOk="true">
                    <a:moveTo>
                      <a:pt x="51204" y="8293"/>
                    </a:moveTo>
                    <a:cubicBezTo>
                      <a:pt x="51004" y="8026"/>
                      <a:pt x="50833" y="7702"/>
                      <a:pt x="50757" y="7274"/>
                    </a:cubicBezTo>
                    <a:cubicBezTo>
                      <a:pt x="50576" y="6207"/>
                      <a:pt x="50223" y="5597"/>
                      <a:pt x="49376" y="5007"/>
                    </a:cubicBezTo>
                    <a:cubicBezTo>
                      <a:pt x="49366" y="5016"/>
                      <a:pt x="49347" y="5016"/>
                      <a:pt x="49337" y="5026"/>
                    </a:cubicBezTo>
                    <a:cubicBezTo>
                      <a:pt x="43499" y="320"/>
                      <a:pt x="32612" y="-613"/>
                      <a:pt x="22334" y="330"/>
                    </a:cubicBezTo>
                    <a:cubicBezTo>
                      <a:pt x="8199" y="1616"/>
                      <a:pt x="-3945" y="7483"/>
                      <a:pt x="1208" y="20294"/>
                    </a:cubicBezTo>
                    <a:cubicBezTo>
                      <a:pt x="1798" y="21771"/>
                      <a:pt x="2855" y="21590"/>
                      <a:pt x="3551" y="22647"/>
                    </a:cubicBezTo>
                    <a:cubicBezTo>
                      <a:pt x="4503" y="24076"/>
                      <a:pt x="3694" y="26047"/>
                      <a:pt x="5904" y="26171"/>
                    </a:cubicBezTo>
                    <a:cubicBezTo>
                      <a:pt x="8008" y="26286"/>
                      <a:pt x="8466" y="28857"/>
                      <a:pt x="9428" y="29696"/>
                    </a:cubicBezTo>
                    <a:cubicBezTo>
                      <a:pt x="11695" y="31677"/>
                      <a:pt x="13095" y="32810"/>
                      <a:pt x="15305" y="33220"/>
                    </a:cubicBezTo>
                    <a:cubicBezTo>
                      <a:pt x="20801" y="34239"/>
                      <a:pt x="25115" y="29934"/>
                      <a:pt x="31735" y="30867"/>
                    </a:cubicBezTo>
                    <a:cubicBezTo>
                      <a:pt x="35869" y="25695"/>
                      <a:pt x="42775" y="22999"/>
                      <a:pt x="47004" y="17951"/>
                    </a:cubicBezTo>
                    <a:cubicBezTo>
                      <a:pt x="47118" y="17808"/>
                      <a:pt x="46994" y="16980"/>
                      <a:pt x="47004" y="16780"/>
                    </a:cubicBezTo>
                    <a:cubicBezTo>
                      <a:pt x="47109" y="14713"/>
                      <a:pt x="49509" y="13913"/>
                      <a:pt x="50528" y="13255"/>
                    </a:cubicBezTo>
                    <a:cubicBezTo>
                      <a:pt x="50404" y="11246"/>
                      <a:pt x="50414" y="9369"/>
                      <a:pt x="51204" y="829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0" id="180"/>
              <p:cNvSpPr/>
              <p:nvPr/>
            </p:nvSpPr>
            <p:spPr>
              <a:xfrm>
                <a:off x="2149753" y="1014117"/>
                <a:ext cx="38052" cy="36930"/>
              </a:xfrm>
              <a:custGeom>
                <a:avLst/>
                <a:gdLst/>
                <a:ahLst/>
                <a:cxnLst/>
                <a:rect r="r" b="b" t="t" l="l"/>
                <a:pathLst>
                  <a:path w="38052" h="36930" stroke="true" fill="norm" extrusionOk="true">
                    <a:moveTo>
                      <a:pt x="38053" y="0"/>
                    </a:moveTo>
                    <a:cubicBezTo>
                      <a:pt x="33062" y="-19"/>
                      <a:pt x="24823" y="2658"/>
                      <a:pt x="22394" y="3639"/>
                    </a:cubicBezTo>
                    <a:cubicBezTo>
                      <a:pt x="16898" y="5858"/>
                      <a:pt x="11735" y="8325"/>
                      <a:pt x="5963" y="9230"/>
                    </a:cubicBezTo>
                    <a:cubicBezTo>
                      <a:pt x="5735" y="10087"/>
                      <a:pt x="5839" y="11221"/>
                      <a:pt x="5306" y="11878"/>
                    </a:cubicBezTo>
                    <a:cubicBezTo>
                      <a:pt x="5001" y="12249"/>
                      <a:pt x="3248" y="11497"/>
                      <a:pt x="2953" y="11878"/>
                    </a:cubicBezTo>
                    <a:cubicBezTo>
                      <a:pt x="2029" y="13087"/>
                      <a:pt x="2363" y="15164"/>
                      <a:pt x="1782" y="16574"/>
                    </a:cubicBezTo>
                    <a:cubicBezTo>
                      <a:pt x="1724" y="16707"/>
                      <a:pt x="734" y="16469"/>
                      <a:pt x="610" y="16574"/>
                    </a:cubicBezTo>
                    <a:cubicBezTo>
                      <a:pt x="286" y="16840"/>
                      <a:pt x="781" y="18507"/>
                      <a:pt x="610" y="18917"/>
                    </a:cubicBezTo>
                    <a:cubicBezTo>
                      <a:pt x="19" y="20403"/>
                      <a:pt x="-400" y="20441"/>
                      <a:pt x="610" y="21269"/>
                    </a:cubicBezTo>
                    <a:cubicBezTo>
                      <a:pt x="848" y="21469"/>
                      <a:pt x="562" y="23270"/>
                      <a:pt x="610" y="23622"/>
                    </a:cubicBezTo>
                    <a:cubicBezTo>
                      <a:pt x="1105" y="27765"/>
                      <a:pt x="1096" y="26794"/>
                      <a:pt x="2953" y="28318"/>
                    </a:cubicBezTo>
                    <a:cubicBezTo>
                      <a:pt x="3353" y="28642"/>
                      <a:pt x="2601" y="30271"/>
                      <a:pt x="2953" y="30661"/>
                    </a:cubicBezTo>
                    <a:cubicBezTo>
                      <a:pt x="3706" y="31509"/>
                      <a:pt x="4534" y="32071"/>
                      <a:pt x="5306" y="33014"/>
                    </a:cubicBezTo>
                    <a:cubicBezTo>
                      <a:pt x="5611" y="33385"/>
                      <a:pt x="7220" y="32757"/>
                      <a:pt x="7649" y="33014"/>
                    </a:cubicBezTo>
                    <a:cubicBezTo>
                      <a:pt x="7820" y="33109"/>
                      <a:pt x="7516" y="34023"/>
                      <a:pt x="7649" y="34185"/>
                    </a:cubicBezTo>
                    <a:cubicBezTo>
                      <a:pt x="7992" y="34604"/>
                      <a:pt x="10754" y="35081"/>
                      <a:pt x="11173" y="35357"/>
                    </a:cubicBezTo>
                    <a:cubicBezTo>
                      <a:pt x="13002" y="36576"/>
                      <a:pt x="21765" y="37490"/>
                      <a:pt x="25261" y="36528"/>
                    </a:cubicBezTo>
                    <a:cubicBezTo>
                      <a:pt x="25594" y="36443"/>
                      <a:pt x="27156" y="34462"/>
                      <a:pt x="27604" y="34176"/>
                    </a:cubicBezTo>
                    <a:cubicBezTo>
                      <a:pt x="30176" y="32576"/>
                      <a:pt x="31147" y="32538"/>
                      <a:pt x="32300" y="30652"/>
                    </a:cubicBezTo>
                    <a:cubicBezTo>
                      <a:pt x="32881" y="29718"/>
                      <a:pt x="34290" y="29013"/>
                      <a:pt x="34652" y="28308"/>
                    </a:cubicBezTo>
                    <a:cubicBezTo>
                      <a:pt x="35548" y="26556"/>
                      <a:pt x="34938" y="24946"/>
                      <a:pt x="35824" y="23613"/>
                    </a:cubicBezTo>
                    <a:cubicBezTo>
                      <a:pt x="39272" y="18479"/>
                      <a:pt x="35891" y="7896"/>
                      <a:pt x="38053" y="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1" id="181"/>
              <p:cNvSpPr/>
              <p:nvPr/>
            </p:nvSpPr>
            <p:spPr>
              <a:xfrm>
                <a:off x="2117577" y="921229"/>
                <a:ext cx="40063" cy="37071"/>
              </a:xfrm>
              <a:custGeom>
                <a:avLst/>
                <a:gdLst/>
                <a:ahLst/>
                <a:cxnLst/>
                <a:rect r="r" b="b" t="t" l="l"/>
                <a:pathLst>
                  <a:path w="40063" h="37071" stroke="true" fill="norm" extrusionOk="true">
                    <a:moveTo>
                      <a:pt x="1087" y="15545"/>
                    </a:moveTo>
                    <a:cubicBezTo>
                      <a:pt x="1249" y="15879"/>
                      <a:pt x="3135" y="16374"/>
                      <a:pt x="3440" y="16717"/>
                    </a:cubicBezTo>
                    <a:cubicBezTo>
                      <a:pt x="4212" y="17583"/>
                      <a:pt x="3297" y="19927"/>
                      <a:pt x="5783" y="19069"/>
                    </a:cubicBezTo>
                    <a:cubicBezTo>
                      <a:pt x="6555" y="24565"/>
                      <a:pt x="12013" y="25356"/>
                      <a:pt x="15175" y="28461"/>
                    </a:cubicBezTo>
                    <a:cubicBezTo>
                      <a:pt x="18356" y="28528"/>
                      <a:pt x="17899" y="32233"/>
                      <a:pt x="21338" y="32061"/>
                    </a:cubicBezTo>
                    <a:lnTo>
                      <a:pt x="21338" y="32100"/>
                    </a:lnTo>
                    <a:lnTo>
                      <a:pt x="21919" y="32547"/>
                    </a:lnTo>
                    <a:cubicBezTo>
                      <a:pt x="27062" y="33138"/>
                      <a:pt x="32882" y="34224"/>
                      <a:pt x="35444" y="37072"/>
                    </a:cubicBezTo>
                    <a:cubicBezTo>
                      <a:pt x="37902" y="35652"/>
                      <a:pt x="39187" y="32738"/>
                      <a:pt x="40064" y="30023"/>
                    </a:cubicBezTo>
                    <a:cubicBezTo>
                      <a:pt x="40083" y="26318"/>
                      <a:pt x="37949" y="21432"/>
                      <a:pt x="37473" y="20250"/>
                    </a:cubicBezTo>
                    <a:cubicBezTo>
                      <a:pt x="37359" y="19965"/>
                      <a:pt x="37483" y="19384"/>
                      <a:pt x="37473" y="19079"/>
                    </a:cubicBezTo>
                    <a:cubicBezTo>
                      <a:pt x="37406" y="17841"/>
                      <a:pt x="36511" y="18412"/>
                      <a:pt x="36301" y="17898"/>
                    </a:cubicBezTo>
                    <a:cubicBezTo>
                      <a:pt x="34473" y="13440"/>
                      <a:pt x="34625" y="12697"/>
                      <a:pt x="31606" y="9678"/>
                    </a:cubicBezTo>
                    <a:cubicBezTo>
                      <a:pt x="28281" y="6354"/>
                      <a:pt x="26862" y="5915"/>
                      <a:pt x="23385" y="3801"/>
                    </a:cubicBezTo>
                    <a:cubicBezTo>
                      <a:pt x="23214" y="3706"/>
                      <a:pt x="23519" y="2791"/>
                      <a:pt x="23385" y="2629"/>
                    </a:cubicBezTo>
                    <a:cubicBezTo>
                      <a:pt x="23043" y="2210"/>
                      <a:pt x="20290" y="1734"/>
                      <a:pt x="19861" y="1458"/>
                    </a:cubicBezTo>
                    <a:cubicBezTo>
                      <a:pt x="16165" y="-1000"/>
                      <a:pt x="8203" y="105"/>
                      <a:pt x="2249" y="1458"/>
                    </a:cubicBezTo>
                    <a:cubicBezTo>
                      <a:pt x="1659" y="2944"/>
                      <a:pt x="2059" y="5030"/>
                      <a:pt x="1078" y="6153"/>
                    </a:cubicBezTo>
                    <a:cubicBezTo>
                      <a:pt x="-1122" y="8697"/>
                      <a:pt x="659" y="10621"/>
                      <a:pt x="1078" y="12021"/>
                    </a:cubicBezTo>
                    <a:cubicBezTo>
                      <a:pt x="1392" y="13021"/>
                      <a:pt x="640" y="14612"/>
                      <a:pt x="1087" y="1554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2" id="182"/>
              <p:cNvSpPr/>
              <p:nvPr/>
            </p:nvSpPr>
            <p:spPr>
              <a:xfrm>
                <a:off x="2134198" y="988040"/>
                <a:ext cx="52646" cy="30601"/>
              </a:xfrm>
              <a:custGeom>
                <a:avLst/>
                <a:gdLst/>
                <a:ahLst/>
                <a:cxnLst/>
                <a:rect r="r" b="b" t="t" l="l"/>
                <a:pathLst>
                  <a:path w="52646" h="30601" stroke="true" fill="norm" extrusionOk="true">
                    <a:moveTo>
                      <a:pt x="52275" y="21152"/>
                    </a:moveTo>
                    <a:cubicBezTo>
                      <a:pt x="52113" y="20914"/>
                      <a:pt x="51322" y="18562"/>
                      <a:pt x="51713" y="18609"/>
                    </a:cubicBezTo>
                    <a:cubicBezTo>
                      <a:pt x="50294" y="18447"/>
                      <a:pt x="49541" y="17323"/>
                      <a:pt x="49427" y="16190"/>
                    </a:cubicBezTo>
                    <a:cubicBezTo>
                      <a:pt x="46836" y="14875"/>
                      <a:pt x="45274" y="11913"/>
                      <a:pt x="41997" y="9789"/>
                    </a:cubicBezTo>
                    <a:cubicBezTo>
                      <a:pt x="41340" y="9370"/>
                      <a:pt x="42178" y="8684"/>
                      <a:pt x="40826" y="8617"/>
                    </a:cubicBezTo>
                    <a:cubicBezTo>
                      <a:pt x="38892" y="8522"/>
                      <a:pt x="38397" y="5960"/>
                      <a:pt x="34958" y="5093"/>
                    </a:cubicBezTo>
                    <a:cubicBezTo>
                      <a:pt x="35006" y="5103"/>
                      <a:pt x="31520" y="4017"/>
                      <a:pt x="31434" y="3912"/>
                    </a:cubicBezTo>
                    <a:cubicBezTo>
                      <a:pt x="31320" y="3779"/>
                      <a:pt x="31577" y="2807"/>
                      <a:pt x="31434" y="2741"/>
                    </a:cubicBezTo>
                    <a:cubicBezTo>
                      <a:pt x="31005" y="2531"/>
                      <a:pt x="29367" y="3083"/>
                      <a:pt x="29081" y="2741"/>
                    </a:cubicBezTo>
                    <a:cubicBezTo>
                      <a:pt x="28967" y="2598"/>
                      <a:pt x="29224" y="1636"/>
                      <a:pt x="29081" y="1569"/>
                    </a:cubicBezTo>
                    <a:cubicBezTo>
                      <a:pt x="28653" y="1359"/>
                      <a:pt x="27014" y="1912"/>
                      <a:pt x="26738" y="1569"/>
                    </a:cubicBezTo>
                    <a:cubicBezTo>
                      <a:pt x="25395" y="-79"/>
                      <a:pt x="15832" y="-355"/>
                      <a:pt x="10298" y="397"/>
                    </a:cubicBezTo>
                    <a:cubicBezTo>
                      <a:pt x="8984" y="578"/>
                      <a:pt x="8164" y="359"/>
                      <a:pt x="7955" y="1569"/>
                    </a:cubicBezTo>
                    <a:cubicBezTo>
                      <a:pt x="7631" y="1359"/>
                      <a:pt x="7431" y="1140"/>
                      <a:pt x="7279" y="912"/>
                    </a:cubicBezTo>
                    <a:cubicBezTo>
                      <a:pt x="5278" y="2512"/>
                      <a:pt x="3078" y="4036"/>
                      <a:pt x="868" y="5179"/>
                    </a:cubicBezTo>
                    <a:cubicBezTo>
                      <a:pt x="-1351" y="9313"/>
                      <a:pt x="1449" y="11389"/>
                      <a:pt x="906" y="16828"/>
                    </a:cubicBezTo>
                    <a:cubicBezTo>
                      <a:pt x="2554" y="17133"/>
                      <a:pt x="2240" y="19409"/>
                      <a:pt x="3259" y="20352"/>
                    </a:cubicBezTo>
                    <a:cubicBezTo>
                      <a:pt x="5888" y="19209"/>
                      <a:pt x="6498" y="22905"/>
                      <a:pt x="7955" y="23877"/>
                    </a:cubicBezTo>
                    <a:cubicBezTo>
                      <a:pt x="9536" y="24924"/>
                      <a:pt x="12822" y="24524"/>
                      <a:pt x="13622" y="26677"/>
                    </a:cubicBezTo>
                    <a:cubicBezTo>
                      <a:pt x="16051" y="27363"/>
                      <a:pt x="18804" y="28610"/>
                      <a:pt x="20223" y="30334"/>
                    </a:cubicBezTo>
                    <a:cubicBezTo>
                      <a:pt x="20233" y="30354"/>
                      <a:pt x="20233" y="30382"/>
                      <a:pt x="20252" y="30401"/>
                    </a:cubicBezTo>
                    <a:cubicBezTo>
                      <a:pt x="20385" y="30439"/>
                      <a:pt x="20471" y="30544"/>
                      <a:pt x="20595" y="30601"/>
                    </a:cubicBezTo>
                    <a:cubicBezTo>
                      <a:pt x="29577" y="29458"/>
                      <a:pt x="37844" y="24048"/>
                      <a:pt x="46893" y="22486"/>
                    </a:cubicBezTo>
                    <a:cubicBezTo>
                      <a:pt x="48541" y="22200"/>
                      <a:pt x="50589" y="21752"/>
                      <a:pt x="52646" y="21552"/>
                    </a:cubicBezTo>
                    <a:cubicBezTo>
                      <a:pt x="52522" y="21410"/>
                      <a:pt x="52389" y="21314"/>
                      <a:pt x="52275" y="2115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3" id="183"/>
              <p:cNvSpPr/>
              <p:nvPr/>
            </p:nvSpPr>
            <p:spPr>
              <a:xfrm>
                <a:off x="2197322" y="1005012"/>
                <a:ext cx="40909" cy="42118"/>
              </a:xfrm>
              <a:custGeom>
                <a:avLst/>
                <a:gdLst/>
                <a:ahLst/>
                <a:cxnLst/>
                <a:rect r="r" b="b" t="t" l="l"/>
                <a:pathLst>
                  <a:path w="40909" h="42118" stroke="true" fill="norm" extrusionOk="true">
                    <a:moveTo>
                      <a:pt x="40700" y="3485"/>
                    </a:moveTo>
                    <a:cubicBezTo>
                      <a:pt x="40005" y="2580"/>
                      <a:pt x="39548" y="1561"/>
                      <a:pt x="39072" y="542"/>
                    </a:cubicBezTo>
                    <a:cubicBezTo>
                      <a:pt x="38871" y="551"/>
                      <a:pt x="38700" y="580"/>
                      <a:pt x="38491" y="532"/>
                    </a:cubicBezTo>
                    <a:cubicBezTo>
                      <a:pt x="28699" y="-1649"/>
                      <a:pt x="19650" y="3485"/>
                      <a:pt x="10116" y="4952"/>
                    </a:cubicBezTo>
                    <a:cubicBezTo>
                      <a:pt x="8277" y="6742"/>
                      <a:pt x="5363" y="7457"/>
                      <a:pt x="3524" y="9248"/>
                    </a:cubicBezTo>
                    <a:cubicBezTo>
                      <a:pt x="6020" y="17106"/>
                      <a:pt x="2086" y="20687"/>
                      <a:pt x="0" y="26859"/>
                    </a:cubicBezTo>
                    <a:cubicBezTo>
                      <a:pt x="1610" y="28421"/>
                      <a:pt x="1600" y="31784"/>
                      <a:pt x="2353" y="32727"/>
                    </a:cubicBezTo>
                    <a:cubicBezTo>
                      <a:pt x="2743" y="33212"/>
                      <a:pt x="4677" y="34584"/>
                      <a:pt x="4696" y="35070"/>
                    </a:cubicBezTo>
                    <a:cubicBezTo>
                      <a:pt x="4782" y="36708"/>
                      <a:pt x="7210" y="38537"/>
                      <a:pt x="8220" y="38594"/>
                    </a:cubicBezTo>
                    <a:cubicBezTo>
                      <a:pt x="9582" y="38661"/>
                      <a:pt x="8744" y="39347"/>
                      <a:pt x="9392" y="39766"/>
                    </a:cubicBezTo>
                    <a:cubicBezTo>
                      <a:pt x="11544" y="41156"/>
                      <a:pt x="15802" y="42099"/>
                      <a:pt x="17612" y="42118"/>
                    </a:cubicBezTo>
                    <a:cubicBezTo>
                      <a:pt x="21803" y="42147"/>
                      <a:pt x="24422" y="40318"/>
                      <a:pt x="25832" y="38594"/>
                    </a:cubicBezTo>
                    <a:cubicBezTo>
                      <a:pt x="26137" y="38223"/>
                      <a:pt x="27756" y="38861"/>
                      <a:pt x="28184" y="38594"/>
                    </a:cubicBezTo>
                    <a:cubicBezTo>
                      <a:pt x="29242" y="37956"/>
                      <a:pt x="30261" y="36318"/>
                      <a:pt x="31709" y="35070"/>
                    </a:cubicBezTo>
                    <a:cubicBezTo>
                      <a:pt x="33261" y="33727"/>
                      <a:pt x="35776" y="32489"/>
                      <a:pt x="36404" y="31546"/>
                    </a:cubicBezTo>
                    <a:cubicBezTo>
                      <a:pt x="36947" y="30736"/>
                      <a:pt x="35985" y="28907"/>
                      <a:pt x="36404" y="28021"/>
                    </a:cubicBezTo>
                    <a:cubicBezTo>
                      <a:pt x="36624" y="27574"/>
                      <a:pt x="38491" y="27402"/>
                      <a:pt x="38748" y="26850"/>
                    </a:cubicBezTo>
                    <a:cubicBezTo>
                      <a:pt x="39043" y="26231"/>
                      <a:pt x="38576" y="25173"/>
                      <a:pt x="38748" y="24507"/>
                    </a:cubicBezTo>
                    <a:cubicBezTo>
                      <a:pt x="38938" y="23773"/>
                      <a:pt x="39900" y="23421"/>
                      <a:pt x="39919" y="23335"/>
                    </a:cubicBezTo>
                    <a:cubicBezTo>
                      <a:pt x="41615" y="17115"/>
                      <a:pt x="40243" y="9695"/>
                      <a:pt x="40910" y="3666"/>
                    </a:cubicBezTo>
                    <a:cubicBezTo>
                      <a:pt x="40843" y="3599"/>
                      <a:pt x="40767" y="3571"/>
                      <a:pt x="40700" y="348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4" id="184"/>
              <p:cNvSpPr/>
              <p:nvPr/>
            </p:nvSpPr>
            <p:spPr>
              <a:xfrm>
                <a:off x="2284193" y="958843"/>
                <a:ext cx="31847" cy="36300"/>
              </a:xfrm>
              <a:custGeom>
                <a:avLst/>
                <a:gdLst/>
                <a:ahLst/>
                <a:cxnLst/>
                <a:rect r="r" b="b" t="t" l="l"/>
                <a:pathLst>
                  <a:path w="31847" h="36300" stroke="true" fill="norm" extrusionOk="true">
                    <a:moveTo>
                      <a:pt x="13017" y="35710"/>
                    </a:moveTo>
                    <a:cubicBezTo>
                      <a:pt x="13293" y="35881"/>
                      <a:pt x="13455" y="36091"/>
                      <a:pt x="13617" y="36300"/>
                    </a:cubicBezTo>
                    <a:cubicBezTo>
                      <a:pt x="18113" y="35576"/>
                      <a:pt x="22809" y="36338"/>
                      <a:pt x="27028" y="34452"/>
                    </a:cubicBezTo>
                    <a:cubicBezTo>
                      <a:pt x="27028" y="34395"/>
                      <a:pt x="27009" y="34348"/>
                      <a:pt x="27009" y="34290"/>
                    </a:cubicBezTo>
                    <a:cubicBezTo>
                      <a:pt x="31667" y="29690"/>
                      <a:pt x="33915" y="19231"/>
                      <a:pt x="29362" y="15498"/>
                    </a:cubicBezTo>
                    <a:cubicBezTo>
                      <a:pt x="29038" y="15240"/>
                      <a:pt x="29514" y="13564"/>
                      <a:pt x="29362" y="13154"/>
                    </a:cubicBezTo>
                    <a:cubicBezTo>
                      <a:pt x="28095" y="9792"/>
                      <a:pt x="26457" y="9068"/>
                      <a:pt x="24666" y="7287"/>
                    </a:cubicBezTo>
                    <a:cubicBezTo>
                      <a:pt x="22647" y="5268"/>
                      <a:pt x="21342" y="2725"/>
                      <a:pt x="18799" y="2591"/>
                    </a:cubicBezTo>
                    <a:cubicBezTo>
                      <a:pt x="17618" y="2524"/>
                      <a:pt x="18056" y="1572"/>
                      <a:pt x="17627" y="1420"/>
                    </a:cubicBezTo>
                    <a:cubicBezTo>
                      <a:pt x="15932" y="829"/>
                      <a:pt x="13541" y="1696"/>
                      <a:pt x="11760" y="1420"/>
                    </a:cubicBezTo>
                    <a:cubicBezTo>
                      <a:pt x="11836" y="1429"/>
                      <a:pt x="11188" y="429"/>
                      <a:pt x="10588" y="248"/>
                    </a:cubicBezTo>
                    <a:cubicBezTo>
                      <a:pt x="7035" y="-828"/>
                      <a:pt x="6092" y="1905"/>
                      <a:pt x="4721" y="2591"/>
                    </a:cubicBezTo>
                    <a:cubicBezTo>
                      <a:pt x="3445" y="3229"/>
                      <a:pt x="1882" y="2620"/>
                      <a:pt x="1197" y="3763"/>
                    </a:cubicBezTo>
                    <a:cubicBezTo>
                      <a:pt x="1149" y="4934"/>
                      <a:pt x="1263" y="6115"/>
                      <a:pt x="1197" y="7287"/>
                    </a:cubicBezTo>
                    <a:cubicBezTo>
                      <a:pt x="1159" y="8049"/>
                      <a:pt x="16" y="8563"/>
                      <a:pt x="25" y="8459"/>
                    </a:cubicBezTo>
                    <a:cubicBezTo>
                      <a:pt x="-156" y="10754"/>
                      <a:pt x="682" y="12297"/>
                      <a:pt x="1197" y="14335"/>
                    </a:cubicBezTo>
                    <a:cubicBezTo>
                      <a:pt x="1482" y="15431"/>
                      <a:pt x="873" y="16774"/>
                      <a:pt x="1197" y="17860"/>
                    </a:cubicBezTo>
                    <a:cubicBezTo>
                      <a:pt x="1311" y="18222"/>
                      <a:pt x="3245" y="19746"/>
                      <a:pt x="3549" y="20212"/>
                    </a:cubicBezTo>
                    <a:cubicBezTo>
                      <a:pt x="4426" y="21555"/>
                      <a:pt x="4568" y="23375"/>
                      <a:pt x="5464" y="24423"/>
                    </a:cubicBezTo>
                    <a:cubicBezTo>
                      <a:pt x="5502" y="24461"/>
                      <a:pt x="5550" y="24451"/>
                      <a:pt x="5588" y="24489"/>
                    </a:cubicBezTo>
                    <a:cubicBezTo>
                      <a:pt x="7674" y="26708"/>
                      <a:pt x="9179" y="29366"/>
                      <a:pt x="9302" y="32433"/>
                    </a:cubicBezTo>
                    <a:cubicBezTo>
                      <a:pt x="10455" y="33786"/>
                      <a:pt x="11798" y="34967"/>
                      <a:pt x="13017" y="3571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85" id="185"/>
              <p:cNvSpPr/>
              <p:nvPr/>
            </p:nvSpPr>
            <p:spPr>
              <a:xfrm>
                <a:off x="2246603" y="1004299"/>
                <a:ext cx="43130" cy="34798"/>
              </a:xfrm>
              <a:custGeom>
                <a:avLst/>
                <a:gdLst/>
                <a:ahLst/>
                <a:cxnLst/>
                <a:rect r="r" b="b" t="t" l="l"/>
                <a:pathLst>
                  <a:path w="43130" h="34798" stroke="true" fill="norm" extrusionOk="true">
                    <a:moveTo>
                      <a:pt x="43131" y="1321"/>
                    </a:moveTo>
                    <a:cubicBezTo>
                      <a:pt x="32101" y="-2289"/>
                      <a:pt x="16985" y="2483"/>
                      <a:pt x="5393" y="3979"/>
                    </a:cubicBezTo>
                    <a:cubicBezTo>
                      <a:pt x="5354" y="4007"/>
                      <a:pt x="5335" y="4055"/>
                      <a:pt x="5288" y="4083"/>
                    </a:cubicBezTo>
                    <a:cubicBezTo>
                      <a:pt x="2954" y="8436"/>
                      <a:pt x="535" y="13504"/>
                      <a:pt x="30" y="18180"/>
                    </a:cubicBezTo>
                    <a:cubicBezTo>
                      <a:pt x="-94" y="19333"/>
                      <a:pt x="1144" y="19076"/>
                      <a:pt x="1202" y="19352"/>
                    </a:cubicBezTo>
                    <a:cubicBezTo>
                      <a:pt x="1383" y="20228"/>
                      <a:pt x="40" y="20666"/>
                      <a:pt x="30" y="20523"/>
                    </a:cubicBezTo>
                    <a:cubicBezTo>
                      <a:pt x="97" y="21590"/>
                      <a:pt x="1125" y="21409"/>
                      <a:pt x="1202" y="21695"/>
                    </a:cubicBezTo>
                    <a:cubicBezTo>
                      <a:pt x="1478" y="22743"/>
                      <a:pt x="-246" y="23295"/>
                      <a:pt x="30" y="24048"/>
                    </a:cubicBezTo>
                    <a:cubicBezTo>
                      <a:pt x="354" y="24934"/>
                      <a:pt x="3307" y="25248"/>
                      <a:pt x="2383" y="27572"/>
                    </a:cubicBezTo>
                    <a:cubicBezTo>
                      <a:pt x="7193" y="28686"/>
                      <a:pt x="8679" y="33516"/>
                      <a:pt x="14117" y="34611"/>
                    </a:cubicBezTo>
                    <a:cubicBezTo>
                      <a:pt x="16994" y="35192"/>
                      <a:pt x="20147" y="34201"/>
                      <a:pt x="24681" y="34611"/>
                    </a:cubicBezTo>
                    <a:cubicBezTo>
                      <a:pt x="24500" y="33087"/>
                      <a:pt x="26214" y="34020"/>
                      <a:pt x="27033" y="33439"/>
                    </a:cubicBezTo>
                    <a:cubicBezTo>
                      <a:pt x="28224" y="32592"/>
                      <a:pt x="28757" y="31611"/>
                      <a:pt x="30558" y="29915"/>
                    </a:cubicBezTo>
                    <a:cubicBezTo>
                      <a:pt x="30920" y="29572"/>
                      <a:pt x="31043" y="28972"/>
                      <a:pt x="31224" y="28429"/>
                    </a:cubicBezTo>
                    <a:cubicBezTo>
                      <a:pt x="31282" y="28343"/>
                      <a:pt x="31377" y="28134"/>
                      <a:pt x="31482" y="27896"/>
                    </a:cubicBezTo>
                    <a:cubicBezTo>
                      <a:pt x="31558" y="27772"/>
                      <a:pt x="31634" y="27639"/>
                      <a:pt x="31739" y="27562"/>
                    </a:cubicBezTo>
                    <a:cubicBezTo>
                      <a:pt x="32882" y="26705"/>
                      <a:pt x="34434" y="27524"/>
                      <a:pt x="35263" y="26391"/>
                    </a:cubicBezTo>
                    <a:cubicBezTo>
                      <a:pt x="36187" y="25105"/>
                      <a:pt x="35835" y="23152"/>
                      <a:pt x="36435" y="21695"/>
                    </a:cubicBezTo>
                    <a:cubicBezTo>
                      <a:pt x="36568" y="21371"/>
                      <a:pt x="37282" y="21324"/>
                      <a:pt x="37606" y="20523"/>
                    </a:cubicBezTo>
                    <a:cubicBezTo>
                      <a:pt x="37721" y="20238"/>
                      <a:pt x="37587" y="19666"/>
                      <a:pt x="37606" y="19352"/>
                    </a:cubicBezTo>
                    <a:cubicBezTo>
                      <a:pt x="37673" y="18123"/>
                      <a:pt x="38568" y="18685"/>
                      <a:pt x="38778" y="18180"/>
                    </a:cubicBezTo>
                    <a:cubicBezTo>
                      <a:pt x="39978" y="15228"/>
                      <a:pt x="39511" y="11894"/>
                      <a:pt x="42302" y="9960"/>
                    </a:cubicBezTo>
                    <a:cubicBezTo>
                      <a:pt x="43664" y="5817"/>
                      <a:pt x="41683" y="4464"/>
                      <a:pt x="43131" y="1321"/>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6" id="186"/>
              <p:cNvSpPr/>
              <p:nvPr/>
            </p:nvSpPr>
            <p:spPr>
              <a:xfrm>
                <a:off x="2319147" y="974091"/>
                <a:ext cx="34329" cy="33405"/>
              </a:xfrm>
              <a:custGeom>
                <a:avLst/>
                <a:gdLst/>
                <a:ahLst/>
                <a:cxnLst/>
                <a:rect r="r" b="b" t="t" l="l"/>
                <a:pathLst>
                  <a:path w="34329" h="33405" stroke="true" fill="norm" extrusionOk="true">
                    <a:moveTo>
                      <a:pt x="1943" y="22918"/>
                    </a:moveTo>
                    <a:cubicBezTo>
                      <a:pt x="11754" y="24957"/>
                      <a:pt x="19926" y="28643"/>
                      <a:pt x="28527" y="33405"/>
                    </a:cubicBezTo>
                    <a:cubicBezTo>
                      <a:pt x="28861" y="33043"/>
                      <a:pt x="29175" y="32653"/>
                      <a:pt x="29537" y="32348"/>
                    </a:cubicBezTo>
                    <a:cubicBezTo>
                      <a:pt x="29575" y="32215"/>
                      <a:pt x="29575" y="32110"/>
                      <a:pt x="29632" y="31948"/>
                    </a:cubicBezTo>
                    <a:cubicBezTo>
                      <a:pt x="31728" y="27538"/>
                      <a:pt x="34414" y="24204"/>
                      <a:pt x="34328" y="19032"/>
                    </a:cubicBezTo>
                    <a:cubicBezTo>
                      <a:pt x="34233" y="13298"/>
                      <a:pt x="29842" y="9298"/>
                      <a:pt x="28461" y="4945"/>
                    </a:cubicBezTo>
                    <a:cubicBezTo>
                      <a:pt x="22926" y="3859"/>
                      <a:pt x="15868" y="-1142"/>
                      <a:pt x="9668" y="239"/>
                    </a:cubicBezTo>
                    <a:cubicBezTo>
                      <a:pt x="8153" y="582"/>
                      <a:pt x="8134" y="1601"/>
                      <a:pt x="7325" y="2592"/>
                    </a:cubicBezTo>
                    <a:cubicBezTo>
                      <a:pt x="7001" y="2983"/>
                      <a:pt x="5391" y="2278"/>
                      <a:pt x="4972" y="2592"/>
                    </a:cubicBezTo>
                    <a:cubicBezTo>
                      <a:pt x="2067" y="4830"/>
                      <a:pt x="2029" y="8145"/>
                      <a:pt x="276" y="9631"/>
                    </a:cubicBezTo>
                    <a:cubicBezTo>
                      <a:pt x="-1067" y="14851"/>
                      <a:pt x="2981" y="20194"/>
                      <a:pt x="1943" y="2291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7" id="187"/>
              <p:cNvSpPr/>
              <p:nvPr/>
            </p:nvSpPr>
            <p:spPr>
              <a:xfrm>
                <a:off x="2305255" y="1001296"/>
                <a:ext cx="40409" cy="35273"/>
              </a:xfrm>
              <a:custGeom>
                <a:avLst/>
                <a:gdLst/>
                <a:ahLst/>
                <a:cxnLst/>
                <a:rect r="r" b="b" t="t" l="l"/>
                <a:pathLst>
                  <a:path w="40409" h="35273" stroke="true" fill="norm" extrusionOk="true">
                    <a:moveTo>
                      <a:pt x="40257" y="10325"/>
                    </a:moveTo>
                    <a:cubicBezTo>
                      <a:pt x="35790" y="7534"/>
                      <a:pt x="31218" y="4782"/>
                      <a:pt x="26303" y="3172"/>
                    </a:cubicBezTo>
                    <a:cubicBezTo>
                      <a:pt x="21760" y="1686"/>
                      <a:pt x="17169" y="752"/>
                      <a:pt x="12482" y="0"/>
                    </a:cubicBezTo>
                    <a:cubicBezTo>
                      <a:pt x="10863" y="1715"/>
                      <a:pt x="8863" y="3134"/>
                      <a:pt x="6777" y="4277"/>
                    </a:cubicBezTo>
                    <a:lnTo>
                      <a:pt x="7129" y="4296"/>
                    </a:lnTo>
                    <a:cubicBezTo>
                      <a:pt x="3472" y="6448"/>
                      <a:pt x="776" y="8896"/>
                      <a:pt x="90" y="12964"/>
                    </a:cubicBezTo>
                    <a:cubicBezTo>
                      <a:pt x="-5" y="13554"/>
                      <a:pt x="-53" y="14735"/>
                      <a:pt x="90" y="15316"/>
                    </a:cubicBezTo>
                    <a:cubicBezTo>
                      <a:pt x="700" y="17745"/>
                      <a:pt x="1395" y="21507"/>
                      <a:pt x="2443" y="22355"/>
                    </a:cubicBezTo>
                    <a:cubicBezTo>
                      <a:pt x="2786" y="22641"/>
                      <a:pt x="2233" y="24279"/>
                      <a:pt x="2443" y="24708"/>
                    </a:cubicBezTo>
                    <a:cubicBezTo>
                      <a:pt x="2510" y="24851"/>
                      <a:pt x="3481" y="24594"/>
                      <a:pt x="3614" y="24708"/>
                    </a:cubicBezTo>
                    <a:cubicBezTo>
                      <a:pt x="3995" y="25022"/>
                      <a:pt x="3319" y="26632"/>
                      <a:pt x="3614" y="27060"/>
                    </a:cubicBezTo>
                    <a:cubicBezTo>
                      <a:pt x="3957" y="27556"/>
                      <a:pt x="5453" y="28908"/>
                      <a:pt x="5958" y="29404"/>
                    </a:cubicBezTo>
                    <a:cubicBezTo>
                      <a:pt x="6472" y="29918"/>
                      <a:pt x="7786" y="31404"/>
                      <a:pt x="8310" y="31747"/>
                    </a:cubicBezTo>
                    <a:cubicBezTo>
                      <a:pt x="9368" y="32471"/>
                      <a:pt x="11987" y="32099"/>
                      <a:pt x="14178" y="32918"/>
                    </a:cubicBezTo>
                    <a:cubicBezTo>
                      <a:pt x="16778" y="33899"/>
                      <a:pt x="17016" y="35166"/>
                      <a:pt x="18874" y="35271"/>
                    </a:cubicBezTo>
                    <a:cubicBezTo>
                      <a:pt x="20598" y="35366"/>
                      <a:pt x="23474" y="32756"/>
                      <a:pt x="25922" y="34100"/>
                    </a:cubicBezTo>
                    <a:cubicBezTo>
                      <a:pt x="26884" y="30890"/>
                      <a:pt x="30627" y="28518"/>
                      <a:pt x="31789" y="27060"/>
                    </a:cubicBezTo>
                    <a:cubicBezTo>
                      <a:pt x="31980" y="26822"/>
                      <a:pt x="31589" y="26118"/>
                      <a:pt x="31789" y="25889"/>
                    </a:cubicBezTo>
                    <a:cubicBezTo>
                      <a:pt x="32104" y="25498"/>
                      <a:pt x="33809" y="26270"/>
                      <a:pt x="34132" y="25889"/>
                    </a:cubicBezTo>
                    <a:cubicBezTo>
                      <a:pt x="35104" y="24765"/>
                      <a:pt x="34256" y="22203"/>
                      <a:pt x="36485" y="22365"/>
                    </a:cubicBezTo>
                    <a:cubicBezTo>
                      <a:pt x="38914" y="20498"/>
                      <a:pt x="37857" y="15145"/>
                      <a:pt x="40410" y="13411"/>
                    </a:cubicBezTo>
                    <a:cubicBezTo>
                      <a:pt x="40009" y="12392"/>
                      <a:pt x="40057" y="11354"/>
                      <a:pt x="40257" y="1032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8" id="188"/>
              <p:cNvSpPr/>
              <p:nvPr/>
            </p:nvSpPr>
            <p:spPr>
              <a:xfrm>
                <a:off x="2366181" y="995226"/>
                <a:ext cx="34410" cy="41016"/>
              </a:xfrm>
              <a:custGeom>
                <a:avLst/>
                <a:gdLst/>
                <a:ahLst/>
                <a:cxnLst/>
                <a:rect r="r" b="b" t="t" l="l"/>
                <a:pathLst>
                  <a:path w="34410" h="41016" stroke="true" fill="norm" extrusionOk="true">
                    <a:moveTo>
                      <a:pt x="1420" y="22053"/>
                    </a:moveTo>
                    <a:cubicBezTo>
                      <a:pt x="1582" y="23205"/>
                      <a:pt x="1543" y="24348"/>
                      <a:pt x="1439" y="25501"/>
                    </a:cubicBezTo>
                    <a:cubicBezTo>
                      <a:pt x="12145" y="27968"/>
                      <a:pt x="22422" y="34492"/>
                      <a:pt x="31204" y="41017"/>
                    </a:cubicBezTo>
                    <a:cubicBezTo>
                      <a:pt x="30833" y="39550"/>
                      <a:pt x="30537" y="38045"/>
                      <a:pt x="30176" y="36540"/>
                    </a:cubicBezTo>
                    <a:cubicBezTo>
                      <a:pt x="29928" y="35531"/>
                      <a:pt x="30299" y="34740"/>
                      <a:pt x="30900" y="34216"/>
                    </a:cubicBezTo>
                    <a:cubicBezTo>
                      <a:pt x="31299" y="32206"/>
                      <a:pt x="32709" y="31092"/>
                      <a:pt x="33081" y="30778"/>
                    </a:cubicBezTo>
                    <a:cubicBezTo>
                      <a:pt x="34062" y="29978"/>
                      <a:pt x="32071" y="25720"/>
                      <a:pt x="34252" y="26082"/>
                    </a:cubicBezTo>
                    <a:cubicBezTo>
                      <a:pt x="34957" y="25215"/>
                      <a:pt x="33071" y="24891"/>
                      <a:pt x="33081" y="24910"/>
                    </a:cubicBezTo>
                    <a:cubicBezTo>
                      <a:pt x="32947" y="24234"/>
                      <a:pt x="34176" y="23329"/>
                      <a:pt x="34252" y="23739"/>
                    </a:cubicBezTo>
                    <a:cubicBezTo>
                      <a:pt x="32605" y="15595"/>
                      <a:pt x="24765" y="5270"/>
                      <a:pt x="18993" y="2603"/>
                    </a:cubicBezTo>
                    <a:cubicBezTo>
                      <a:pt x="18345" y="2307"/>
                      <a:pt x="17193" y="1460"/>
                      <a:pt x="16641" y="1431"/>
                    </a:cubicBezTo>
                    <a:cubicBezTo>
                      <a:pt x="15612" y="1374"/>
                      <a:pt x="15707" y="317"/>
                      <a:pt x="15469" y="259"/>
                    </a:cubicBezTo>
                    <a:cubicBezTo>
                      <a:pt x="11964" y="-560"/>
                      <a:pt x="8554" y="879"/>
                      <a:pt x="4906" y="259"/>
                    </a:cubicBezTo>
                    <a:cubicBezTo>
                      <a:pt x="5049" y="1441"/>
                      <a:pt x="3782" y="1650"/>
                      <a:pt x="3734" y="2612"/>
                    </a:cubicBezTo>
                    <a:cubicBezTo>
                      <a:pt x="3591" y="5212"/>
                      <a:pt x="1543" y="4250"/>
                      <a:pt x="1391" y="7308"/>
                    </a:cubicBezTo>
                    <a:cubicBezTo>
                      <a:pt x="1334" y="8327"/>
                      <a:pt x="267" y="8251"/>
                      <a:pt x="219" y="8480"/>
                    </a:cubicBezTo>
                    <a:cubicBezTo>
                      <a:pt x="-771" y="12775"/>
                      <a:pt x="1943" y="17004"/>
                      <a:pt x="1420" y="2205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9" id="189"/>
              <p:cNvSpPr/>
              <p:nvPr/>
            </p:nvSpPr>
            <p:spPr>
              <a:xfrm>
                <a:off x="2349917" y="1025509"/>
                <a:ext cx="47238" cy="32226"/>
              </a:xfrm>
              <a:custGeom>
                <a:avLst/>
                <a:gdLst/>
                <a:ahLst/>
                <a:cxnLst/>
                <a:rect r="r" b="b" t="t" l="l"/>
                <a:pathLst>
                  <a:path w="47238" h="32226" stroke="true" fill="norm" extrusionOk="true">
                    <a:moveTo>
                      <a:pt x="16959" y="0"/>
                    </a:moveTo>
                    <a:cubicBezTo>
                      <a:pt x="16644" y="895"/>
                      <a:pt x="15902" y="1295"/>
                      <a:pt x="15073" y="1267"/>
                    </a:cubicBezTo>
                    <a:cubicBezTo>
                      <a:pt x="13787" y="2324"/>
                      <a:pt x="12834" y="3953"/>
                      <a:pt x="11777" y="4010"/>
                    </a:cubicBezTo>
                    <a:cubicBezTo>
                      <a:pt x="10444" y="4077"/>
                      <a:pt x="11225" y="4839"/>
                      <a:pt x="10606" y="5182"/>
                    </a:cubicBezTo>
                    <a:cubicBezTo>
                      <a:pt x="6272" y="7591"/>
                      <a:pt x="2262" y="10373"/>
                      <a:pt x="1214" y="14573"/>
                    </a:cubicBezTo>
                    <a:cubicBezTo>
                      <a:pt x="1090" y="15069"/>
                      <a:pt x="4" y="15983"/>
                      <a:pt x="42" y="15745"/>
                    </a:cubicBezTo>
                    <a:cubicBezTo>
                      <a:pt x="-405" y="18850"/>
                      <a:pt x="2824" y="26537"/>
                      <a:pt x="3567" y="27489"/>
                    </a:cubicBezTo>
                    <a:cubicBezTo>
                      <a:pt x="3872" y="27880"/>
                      <a:pt x="5557" y="27127"/>
                      <a:pt x="5919" y="27489"/>
                    </a:cubicBezTo>
                    <a:cubicBezTo>
                      <a:pt x="6262" y="27832"/>
                      <a:pt x="5529" y="29556"/>
                      <a:pt x="5919" y="29832"/>
                    </a:cubicBezTo>
                    <a:cubicBezTo>
                      <a:pt x="6377" y="30156"/>
                      <a:pt x="7710" y="29689"/>
                      <a:pt x="8263" y="29832"/>
                    </a:cubicBezTo>
                    <a:cubicBezTo>
                      <a:pt x="9691" y="30194"/>
                      <a:pt x="10082" y="30575"/>
                      <a:pt x="11787" y="31004"/>
                    </a:cubicBezTo>
                    <a:cubicBezTo>
                      <a:pt x="12349" y="31147"/>
                      <a:pt x="13092" y="32204"/>
                      <a:pt x="12958" y="32175"/>
                    </a:cubicBezTo>
                    <a:cubicBezTo>
                      <a:pt x="14930" y="32537"/>
                      <a:pt x="16845" y="30842"/>
                      <a:pt x="17654" y="31004"/>
                    </a:cubicBezTo>
                    <a:cubicBezTo>
                      <a:pt x="18083" y="31090"/>
                      <a:pt x="17559" y="32147"/>
                      <a:pt x="18826" y="32175"/>
                    </a:cubicBezTo>
                    <a:cubicBezTo>
                      <a:pt x="24865" y="32309"/>
                      <a:pt x="27293" y="31490"/>
                      <a:pt x="29389" y="31004"/>
                    </a:cubicBezTo>
                    <a:cubicBezTo>
                      <a:pt x="30827" y="30661"/>
                      <a:pt x="32694" y="31490"/>
                      <a:pt x="34085" y="31004"/>
                    </a:cubicBezTo>
                    <a:cubicBezTo>
                      <a:pt x="34523" y="30851"/>
                      <a:pt x="35904" y="28985"/>
                      <a:pt x="36437" y="28651"/>
                    </a:cubicBezTo>
                    <a:cubicBezTo>
                      <a:pt x="39581" y="26699"/>
                      <a:pt x="42914" y="24374"/>
                      <a:pt x="44658" y="22784"/>
                    </a:cubicBezTo>
                    <a:cubicBezTo>
                      <a:pt x="46020" y="21231"/>
                      <a:pt x="46458" y="18755"/>
                      <a:pt x="47239" y="16621"/>
                    </a:cubicBezTo>
                    <a:cubicBezTo>
                      <a:pt x="38619" y="10058"/>
                      <a:pt x="27865" y="2515"/>
                      <a:pt x="16959"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90" id="190"/>
              <p:cNvSpPr/>
              <p:nvPr/>
            </p:nvSpPr>
            <p:spPr>
              <a:xfrm>
                <a:off x="2406784" y="1054817"/>
                <a:ext cx="51942" cy="33610"/>
              </a:xfrm>
              <a:custGeom>
                <a:avLst/>
                <a:gdLst/>
                <a:ahLst/>
                <a:cxnLst/>
                <a:rect r="r" b="b" t="t" l="l"/>
                <a:pathLst>
                  <a:path w="51942" h="33610" stroke="true" fill="norm" extrusionOk="true">
                    <a:moveTo>
                      <a:pt x="38521" y="10201"/>
                    </a:moveTo>
                    <a:cubicBezTo>
                      <a:pt x="34673" y="6953"/>
                      <a:pt x="28339" y="1238"/>
                      <a:pt x="23110" y="543"/>
                    </a:cubicBezTo>
                    <a:cubicBezTo>
                      <a:pt x="22605" y="476"/>
                      <a:pt x="22215" y="267"/>
                      <a:pt x="21881" y="0"/>
                    </a:cubicBezTo>
                    <a:cubicBezTo>
                      <a:pt x="19662" y="1105"/>
                      <a:pt x="17166" y="1924"/>
                      <a:pt x="14957" y="2067"/>
                    </a:cubicBezTo>
                    <a:cubicBezTo>
                      <a:pt x="12537" y="5448"/>
                      <a:pt x="6308" y="5029"/>
                      <a:pt x="4231" y="8744"/>
                    </a:cubicBezTo>
                    <a:cubicBezTo>
                      <a:pt x="3269" y="9011"/>
                      <a:pt x="1936" y="10020"/>
                      <a:pt x="1879" y="11097"/>
                    </a:cubicBezTo>
                    <a:cubicBezTo>
                      <a:pt x="1812" y="12373"/>
                      <a:pt x="964" y="11716"/>
                      <a:pt x="707" y="12268"/>
                    </a:cubicBezTo>
                    <a:cubicBezTo>
                      <a:pt x="-779" y="15507"/>
                      <a:pt x="507" y="17355"/>
                      <a:pt x="707" y="18136"/>
                    </a:cubicBezTo>
                    <a:cubicBezTo>
                      <a:pt x="1088" y="19641"/>
                      <a:pt x="1841" y="22136"/>
                      <a:pt x="1879" y="22831"/>
                    </a:cubicBezTo>
                    <a:cubicBezTo>
                      <a:pt x="2041" y="25908"/>
                      <a:pt x="10080" y="30994"/>
                      <a:pt x="11270" y="31052"/>
                    </a:cubicBezTo>
                    <a:cubicBezTo>
                      <a:pt x="12480" y="31118"/>
                      <a:pt x="11975" y="32042"/>
                      <a:pt x="12442" y="32223"/>
                    </a:cubicBezTo>
                    <a:cubicBezTo>
                      <a:pt x="14118" y="32852"/>
                      <a:pt x="17547" y="33138"/>
                      <a:pt x="19490" y="33395"/>
                    </a:cubicBezTo>
                    <a:cubicBezTo>
                      <a:pt x="22643" y="33823"/>
                      <a:pt x="25796" y="33499"/>
                      <a:pt x="27710" y="33395"/>
                    </a:cubicBezTo>
                    <a:cubicBezTo>
                      <a:pt x="28473" y="33357"/>
                      <a:pt x="28987" y="32214"/>
                      <a:pt x="28882" y="32223"/>
                    </a:cubicBezTo>
                    <a:cubicBezTo>
                      <a:pt x="30168" y="32118"/>
                      <a:pt x="29568" y="33214"/>
                      <a:pt x="30054" y="33395"/>
                    </a:cubicBezTo>
                    <a:cubicBezTo>
                      <a:pt x="31244" y="33852"/>
                      <a:pt x="32111" y="32242"/>
                      <a:pt x="32406" y="32223"/>
                    </a:cubicBezTo>
                    <a:cubicBezTo>
                      <a:pt x="36226" y="31956"/>
                      <a:pt x="37255" y="32299"/>
                      <a:pt x="38274" y="31052"/>
                    </a:cubicBezTo>
                    <a:cubicBezTo>
                      <a:pt x="38350" y="30956"/>
                      <a:pt x="41836" y="29870"/>
                      <a:pt x="41798" y="29880"/>
                    </a:cubicBezTo>
                    <a:cubicBezTo>
                      <a:pt x="42436" y="29718"/>
                      <a:pt x="43589" y="30194"/>
                      <a:pt x="44141" y="29880"/>
                    </a:cubicBezTo>
                    <a:cubicBezTo>
                      <a:pt x="44493" y="29680"/>
                      <a:pt x="43836" y="27832"/>
                      <a:pt x="44141" y="27537"/>
                    </a:cubicBezTo>
                    <a:cubicBezTo>
                      <a:pt x="44541" y="27137"/>
                      <a:pt x="46018" y="27851"/>
                      <a:pt x="46494" y="27537"/>
                    </a:cubicBezTo>
                    <a:cubicBezTo>
                      <a:pt x="48837" y="25975"/>
                      <a:pt x="49904" y="22927"/>
                      <a:pt x="51942" y="21403"/>
                    </a:cubicBezTo>
                    <a:cubicBezTo>
                      <a:pt x="51876" y="21098"/>
                      <a:pt x="51885" y="20765"/>
                      <a:pt x="51942" y="20412"/>
                    </a:cubicBezTo>
                    <a:cubicBezTo>
                      <a:pt x="48075" y="16097"/>
                      <a:pt x="42903" y="13897"/>
                      <a:pt x="38521" y="10201"/>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1" id="191"/>
              <p:cNvSpPr/>
              <p:nvPr/>
            </p:nvSpPr>
            <p:spPr>
              <a:xfrm>
                <a:off x="2428944" y="1031081"/>
                <a:ext cx="35007" cy="34279"/>
              </a:xfrm>
              <a:custGeom>
                <a:avLst/>
                <a:gdLst/>
                <a:ahLst/>
                <a:cxnLst/>
                <a:rect r="r" b="b" t="t" l="l"/>
                <a:pathLst>
                  <a:path w="35007" h="34279" stroke="true" fill="norm" extrusionOk="true">
                    <a:moveTo>
                      <a:pt x="33726" y="14878"/>
                    </a:moveTo>
                    <a:cubicBezTo>
                      <a:pt x="33611" y="14592"/>
                      <a:pt x="33735" y="14011"/>
                      <a:pt x="33726" y="13696"/>
                    </a:cubicBezTo>
                    <a:cubicBezTo>
                      <a:pt x="33650" y="12363"/>
                      <a:pt x="32907" y="13153"/>
                      <a:pt x="32554" y="12525"/>
                    </a:cubicBezTo>
                    <a:cubicBezTo>
                      <a:pt x="29449" y="7096"/>
                      <a:pt x="20715" y="2247"/>
                      <a:pt x="14942" y="790"/>
                    </a:cubicBezTo>
                    <a:cubicBezTo>
                      <a:pt x="10551" y="-324"/>
                      <a:pt x="9446" y="-201"/>
                      <a:pt x="7894" y="790"/>
                    </a:cubicBezTo>
                    <a:cubicBezTo>
                      <a:pt x="5617" y="2247"/>
                      <a:pt x="3017" y="2562"/>
                      <a:pt x="855" y="3133"/>
                    </a:cubicBezTo>
                    <a:cubicBezTo>
                      <a:pt x="569" y="7524"/>
                      <a:pt x="-917" y="9858"/>
                      <a:pt x="855" y="11353"/>
                    </a:cubicBezTo>
                    <a:cubicBezTo>
                      <a:pt x="521" y="14030"/>
                      <a:pt x="1141" y="15763"/>
                      <a:pt x="3198" y="16049"/>
                    </a:cubicBezTo>
                    <a:cubicBezTo>
                      <a:pt x="2893" y="16630"/>
                      <a:pt x="3027" y="17183"/>
                      <a:pt x="3274" y="17697"/>
                    </a:cubicBezTo>
                    <a:cubicBezTo>
                      <a:pt x="3341" y="17764"/>
                      <a:pt x="3427" y="17802"/>
                      <a:pt x="3503" y="17868"/>
                    </a:cubicBezTo>
                    <a:cubicBezTo>
                      <a:pt x="3798" y="18145"/>
                      <a:pt x="3969" y="18516"/>
                      <a:pt x="4084" y="18907"/>
                    </a:cubicBezTo>
                    <a:cubicBezTo>
                      <a:pt x="4465" y="19431"/>
                      <a:pt x="4665" y="19869"/>
                      <a:pt x="4322" y="20221"/>
                    </a:cubicBezTo>
                    <a:cubicBezTo>
                      <a:pt x="8465" y="21650"/>
                      <a:pt x="12418" y="24460"/>
                      <a:pt x="15704" y="27050"/>
                    </a:cubicBezTo>
                    <a:cubicBezTo>
                      <a:pt x="18914" y="29575"/>
                      <a:pt x="22505" y="31842"/>
                      <a:pt x="25906" y="34280"/>
                    </a:cubicBezTo>
                    <a:cubicBezTo>
                      <a:pt x="25753" y="33023"/>
                      <a:pt x="26477" y="32108"/>
                      <a:pt x="27430" y="31708"/>
                    </a:cubicBezTo>
                    <a:cubicBezTo>
                      <a:pt x="31230" y="27784"/>
                      <a:pt x="34116" y="27965"/>
                      <a:pt x="34897" y="21917"/>
                    </a:cubicBezTo>
                    <a:cubicBezTo>
                      <a:pt x="35383" y="18173"/>
                      <a:pt x="34126" y="15887"/>
                      <a:pt x="33726" y="1487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92" id="192"/>
              <p:cNvSpPr/>
              <p:nvPr/>
            </p:nvSpPr>
            <p:spPr>
              <a:xfrm>
                <a:off x="2480957" y="1065892"/>
                <a:ext cx="33813" cy="36721"/>
              </a:xfrm>
              <a:custGeom>
                <a:avLst/>
                <a:gdLst/>
                <a:ahLst/>
                <a:cxnLst/>
                <a:rect r="r" b="b" t="t" l="l"/>
                <a:pathLst>
                  <a:path w="33813" h="36721" stroke="true" fill="norm" extrusionOk="true">
                    <a:moveTo>
                      <a:pt x="17479" y="26406"/>
                    </a:moveTo>
                    <a:cubicBezTo>
                      <a:pt x="21127" y="28444"/>
                      <a:pt x="24898" y="30320"/>
                      <a:pt x="28242" y="32826"/>
                    </a:cubicBezTo>
                    <a:cubicBezTo>
                      <a:pt x="29861" y="34026"/>
                      <a:pt x="31042" y="35521"/>
                      <a:pt x="32604" y="36721"/>
                    </a:cubicBezTo>
                    <a:cubicBezTo>
                      <a:pt x="32976" y="35988"/>
                      <a:pt x="33299" y="35235"/>
                      <a:pt x="33652" y="34511"/>
                    </a:cubicBezTo>
                    <a:cubicBezTo>
                      <a:pt x="33690" y="34435"/>
                      <a:pt x="33747" y="34407"/>
                      <a:pt x="33785" y="34340"/>
                    </a:cubicBezTo>
                    <a:cubicBezTo>
                      <a:pt x="34014" y="31187"/>
                      <a:pt x="32738" y="27311"/>
                      <a:pt x="33357" y="22339"/>
                    </a:cubicBezTo>
                    <a:cubicBezTo>
                      <a:pt x="32338" y="15852"/>
                      <a:pt x="22793" y="8251"/>
                      <a:pt x="22793" y="8251"/>
                    </a:cubicBezTo>
                    <a:cubicBezTo>
                      <a:pt x="22993" y="4146"/>
                      <a:pt x="18660" y="4555"/>
                      <a:pt x="16926" y="2384"/>
                    </a:cubicBezTo>
                    <a:cubicBezTo>
                      <a:pt x="15050" y="345"/>
                      <a:pt x="11640" y="-160"/>
                      <a:pt x="7534" y="40"/>
                    </a:cubicBezTo>
                    <a:cubicBezTo>
                      <a:pt x="5058" y="831"/>
                      <a:pt x="3810" y="3536"/>
                      <a:pt x="2838" y="5908"/>
                    </a:cubicBezTo>
                    <a:cubicBezTo>
                      <a:pt x="1915" y="8165"/>
                      <a:pt x="2000" y="13204"/>
                      <a:pt x="486" y="14128"/>
                    </a:cubicBezTo>
                    <a:cubicBezTo>
                      <a:pt x="438" y="14080"/>
                      <a:pt x="371" y="14061"/>
                      <a:pt x="324" y="14014"/>
                    </a:cubicBezTo>
                    <a:cubicBezTo>
                      <a:pt x="257" y="14595"/>
                      <a:pt x="153" y="15176"/>
                      <a:pt x="0" y="15757"/>
                    </a:cubicBezTo>
                    <a:cubicBezTo>
                      <a:pt x="5848" y="19233"/>
                      <a:pt x="11487" y="23062"/>
                      <a:pt x="17479" y="26406"/>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93" id="193"/>
              <p:cNvSpPr/>
              <p:nvPr/>
            </p:nvSpPr>
            <p:spPr>
              <a:xfrm>
                <a:off x="2464433" y="1085888"/>
                <a:ext cx="45699" cy="37564"/>
              </a:xfrm>
              <a:custGeom>
                <a:avLst/>
                <a:gdLst/>
                <a:ahLst/>
                <a:cxnLst/>
                <a:rect r="r" b="b" t="t" l="l"/>
                <a:pathLst>
                  <a:path w="45699" h="37564" stroke="true" fill="norm" extrusionOk="true">
                    <a:moveTo>
                      <a:pt x="40347" y="15592"/>
                    </a:moveTo>
                    <a:cubicBezTo>
                      <a:pt x="36689" y="13478"/>
                      <a:pt x="32993" y="11411"/>
                      <a:pt x="29269" y="9411"/>
                    </a:cubicBezTo>
                    <a:cubicBezTo>
                      <a:pt x="23983" y="6563"/>
                      <a:pt x="19191" y="3105"/>
                      <a:pt x="14134" y="0"/>
                    </a:cubicBezTo>
                    <a:cubicBezTo>
                      <a:pt x="13181" y="1219"/>
                      <a:pt x="12143" y="2391"/>
                      <a:pt x="11134" y="3581"/>
                    </a:cubicBezTo>
                    <a:cubicBezTo>
                      <a:pt x="11152" y="3962"/>
                      <a:pt x="11172" y="4343"/>
                      <a:pt x="11152" y="4686"/>
                    </a:cubicBezTo>
                    <a:cubicBezTo>
                      <a:pt x="9343" y="8792"/>
                      <a:pt x="1942" y="10525"/>
                      <a:pt x="1761" y="14078"/>
                    </a:cubicBezTo>
                    <a:cubicBezTo>
                      <a:pt x="1704" y="15192"/>
                      <a:pt x="694" y="14897"/>
                      <a:pt x="589" y="15250"/>
                    </a:cubicBezTo>
                    <a:cubicBezTo>
                      <a:pt x="-68" y="17469"/>
                      <a:pt x="-315" y="22708"/>
                      <a:pt x="589" y="25822"/>
                    </a:cubicBezTo>
                    <a:cubicBezTo>
                      <a:pt x="675" y="26118"/>
                      <a:pt x="2628" y="27775"/>
                      <a:pt x="2932" y="28165"/>
                    </a:cubicBezTo>
                    <a:cubicBezTo>
                      <a:pt x="3780" y="29261"/>
                      <a:pt x="4247" y="30804"/>
                      <a:pt x="5285" y="31690"/>
                    </a:cubicBezTo>
                    <a:cubicBezTo>
                      <a:pt x="5723" y="32061"/>
                      <a:pt x="7095" y="31452"/>
                      <a:pt x="7628" y="31690"/>
                    </a:cubicBezTo>
                    <a:cubicBezTo>
                      <a:pt x="8009" y="31861"/>
                      <a:pt x="8371" y="33747"/>
                      <a:pt x="8800" y="34042"/>
                    </a:cubicBezTo>
                    <a:cubicBezTo>
                      <a:pt x="9343" y="34404"/>
                      <a:pt x="10552" y="33766"/>
                      <a:pt x="11143" y="34042"/>
                    </a:cubicBezTo>
                    <a:cubicBezTo>
                      <a:pt x="11591" y="34242"/>
                      <a:pt x="11753" y="36195"/>
                      <a:pt x="12315" y="36385"/>
                    </a:cubicBezTo>
                    <a:cubicBezTo>
                      <a:pt x="13962" y="36967"/>
                      <a:pt x="16439" y="36205"/>
                      <a:pt x="18182" y="36385"/>
                    </a:cubicBezTo>
                    <a:cubicBezTo>
                      <a:pt x="20592" y="36643"/>
                      <a:pt x="22697" y="37662"/>
                      <a:pt x="24059" y="37557"/>
                    </a:cubicBezTo>
                    <a:cubicBezTo>
                      <a:pt x="25859" y="37424"/>
                      <a:pt x="28107" y="35890"/>
                      <a:pt x="29926" y="35214"/>
                    </a:cubicBezTo>
                    <a:cubicBezTo>
                      <a:pt x="31193" y="34738"/>
                      <a:pt x="32555" y="34214"/>
                      <a:pt x="33860" y="33766"/>
                    </a:cubicBezTo>
                    <a:cubicBezTo>
                      <a:pt x="34136" y="33328"/>
                      <a:pt x="34546" y="32947"/>
                      <a:pt x="35175" y="32757"/>
                    </a:cubicBezTo>
                    <a:cubicBezTo>
                      <a:pt x="36813" y="32261"/>
                      <a:pt x="39242" y="31766"/>
                      <a:pt x="39785" y="29880"/>
                    </a:cubicBezTo>
                    <a:cubicBezTo>
                      <a:pt x="40270" y="28175"/>
                      <a:pt x="40804" y="26737"/>
                      <a:pt x="42042" y="25441"/>
                    </a:cubicBezTo>
                    <a:cubicBezTo>
                      <a:pt x="42214" y="25260"/>
                      <a:pt x="42394" y="25175"/>
                      <a:pt x="42576" y="25070"/>
                    </a:cubicBezTo>
                    <a:cubicBezTo>
                      <a:pt x="42576" y="24565"/>
                      <a:pt x="42671" y="24013"/>
                      <a:pt x="42728" y="23479"/>
                    </a:cubicBezTo>
                    <a:cubicBezTo>
                      <a:pt x="42690" y="23165"/>
                      <a:pt x="42699" y="22841"/>
                      <a:pt x="42823" y="22527"/>
                    </a:cubicBezTo>
                    <a:cubicBezTo>
                      <a:pt x="42833" y="22450"/>
                      <a:pt x="42823" y="22384"/>
                      <a:pt x="42842" y="22308"/>
                    </a:cubicBezTo>
                    <a:cubicBezTo>
                      <a:pt x="42880" y="22298"/>
                      <a:pt x="42899" y="22308"/>
                      <a:pt x="42928" y="22298"/>
                    </a:cubicBezTo>
                    <a:cubicBezTo>
                      <a:pt x="43052" y="22041"/>
                      <a:pt x="43195" y="21793"/>
                      <a:pt x="43433" y="21565"/>
                    </a:cubicBezTo>
                    <a:cubicBezTo>
                      <a:pt x="44061" y="20955"/>
                      <a:pt x="44890" y="20593"/>
                      <a:pt x="45700" y="20212"/>
                    </a:cubicBezTo>
                    <a:cubicBezTo>
                      <a:pt x="43928" y="18659"/>
                      <a:pt x="42433" y="16793"/>
                      <a:pt x="40347" y="15592"/>
                    </a:cubicBezTo>
                    <a:close/>
                  </a:path>
                </a:pathLst>
              </a:custGeom>
              <a:solidFill>
                <a:srgbClr val="EDD443"/>
              </a:solidFill>
              <a:ln cap="flat">
                <a:noFill/>
                <a:prstDash val="solid"/>
                <a:miter lim="800000"/>
              </a:ln>
            </p:spPr>
            <p:txBody>
              <a:bodyPr vert="horz" anchor="ctr" tIns="45720" lIns="91440" bIns="45720" rIns="91440"/>
              <a:p>
                <a:pPr algn="l" marL="0"/>
              </a:p>
            </p:txBody>
          </p:sp>
        </p:grpSp>
        <p:grpSp>
          <p:nvGrpSpPr>
            <p:cNvPr name="Group 194" id="194"/>
            <p:cNvGrpSpPr/>
            <p:nvPr/>
          </p:nvGrpSpPr>
          <p:grpSpPr>
            <a:xfrm>
              <a:off x="8585763" y="3359347"/>
              <a:ext cx="472764" cy="276559"/>
              <a:chOff x="2095023" y="762767"/>
              <a:chExt cx="472764" cy="276559"/>
            </a:xfrm>
          </p:grpSpPr>
          <p:sp>
            <p:nvSpPr>
              <p:cNvPr name="Freeform 195" id="195"/>
              <p:cNvSpPr/>
              <p:nvPr/>
            </p:nvSpPr>
            <p:spPr>
              <a:xfrm>
                <a:off x="2095023" y="785322"/>
                <a:ext cx="53498" cy="39913"/>
              </a:xfrm>
              <a:custGeom>
                <a:avLst/>
                <a:gdLst/>
                <a:ahLst/>
                <a:cxnLst/>
                <a:rect r="r" b="b" t="t" l="l"/>
                <a:pathLst>
                  <a:path w="53498" h="39913" stroke="true" fill="norm" extrusionOk="true">
                    <a:moveTo>
                      <a:pt x="53416" y="18568"/>
                    </a:moveTo>
                    <a:cubicBezTo>
                      <a:pt x="53416" y="17673"/>
                      <a:pt x="53750" y="12491"/>
                      <a:pt x="53073" y="12215"/>
                    </a:cubicBezTo>
                    <a:cubicBezTo>
                      <a:pt x="51606" y="11605"/>
                      <a:pt x="51226" y="10091"/>
                      <a:pt x="51578" y="8900"/>
                    </a:cubicBezTo>
                    <a:cubicBezTo>
                      <a:pt x="50730" y="6462"/>
                      <a:pt x="47739" y="6186"/>
                      <a:pt x="47120" y="3519"/>
                    </a:cubicBezTo>
                    <a:cubicBezTo>
                      <a:pt x="41539" y="2909"/>
                      <a:pt x="34385" y="128"/>
                      <a:pt x="27165" y="4"/>
                    </a:cubicBezTo>
                    <a:cubicBezTo>
                      <a:pt x="23289" y="-72"/>
                      <a:pt x="21746" y="995"/>
                      <a:pt x="20117" y="1175"/>
                    </a:cubicBezTo>
                    <a:cubicBezTo>
                      <a:pt x="15288" y="1690"/>
                      <a:pt x="13126" y="842"/>
                      <a:pt x="11897" y="2357"/>
                    </a:cubicBezTo>
                    <a:cubicBezTo>
                      <a:pt x="11630" y="2671"/>
                      <a:pt x="9963" y="2195"/>
                      <a:pt x="9544" y="2357"/>
                    </a:cubicBezTo>
                    <a:cubicBezTo>
                      <a:pt x="5591" y="3842"/>
                      <a:pt x="4162" y="6576"/>
                      <a:pt x="1324" y="8224"/>
                    </a:cubicBezTo>
                    <a:cubicBezTo>
                      <a:pt x="1410" y="11053"/>
                      <a:pt x="1019" y="13396"/>
                      <a:pt x="0" y="15111"/>
                    </a:cubicBezTo>
                    <a:cubicBezTo>
                      <a:pt x="181" y="16292"/>
                      <a:pt x="124" y="17492"/>
                      <a:pt x="343" y="18692"/>
                    </a:cubicBezTo>
                    <a:cubicBezTo>
                      <a:pt x="448" y="19292"/>
                      <a:pt x="314" y="19787"/>
                      <a:pt x="95" y="20235"/>
                    </a:cubicBezTo>
                    <a:cubicBezTo>
                      <a:pt x="105" y="20245"/>
                      <a:pt x="114" y="20254"/>
                      <a:pt x="124" y="20264"/>
                    </a:cubicBezTo>
                    <a:cubicBezTo>
                      <a:pt x="753" y="21064"/>
                      <a:pt x="772" y="21969"/>
                      <a:pt x="495" y="22750"/>
                    </a:cubicBezTo>
                    <a:cubicBezTo>
                      <a:pt x="1981" y="24416"/>
                      <a:pt x="2229" y="27322"/>
                      <a:pt x="3486" y="29217"/>
                    </a:cubicBezTo>
                    <a:cubicBezTo>
                      <a:pt x="4886" y="29303"/>
                      <a:pt x="6287" y="30446"/>
                      <a:pt x="5848" y="32217"/>
                    </a:cubicBezTo>
                    <a:cubicBezTo>
                      <a:pt x="5267" y="34599"/>
                      <a:pt x="6706" y="36780"/>
                      <a:pt x="8792" y="37809"/>
                    </a:cubicBezTo>
                    <a:cubicBezTo>
                      <a:pt x="9115" y="37971"/>
                      <a:pt x="9344" y="38171"/>
                      <a:pt x="9535" y="38390"/>
                    </a:cubicBezTo>
                    <a:cubicBezTo>
                      <a:pt x="10468" y="38723"/>
                      <a:pt x="11354" y="39171"/>
                      <a:pt x="11897" y="39914"/>
                    </a:cubicBezTo>
                    <a:cubicBezTo>
                      <a:pt x="13173" y="39618"/>
                      <a:pt x="12687" y="37580"/>
                      <a:pt x="14240" y="37570"/>
                    </a:cubicBezTo>
                    <a:cubicBezTo>
                      <a:pt x="14888" y="37590"/>
                      <a:pt x="15078" y="38047"/>
                      <a:pt x="15192" y="38609"/>
                    </a:cubicBezTo>
                    <a:cubicBezTo>
                      <a:pt x="15678" y="38647"/>
                      <a:pt x="16173" y="38809"/>
                      <a:pt x="16631" y="39218"/>
                    </a:cubicBezTo>
                    <a:cubicBezTo>
                      <a:pt x="17555" y="40057"/>
                      <a:pt x="20926" y="39456"/>
                      <a:pt x="22203" y="39199"/>
                    </a:cubicBezTo>
                    <a:cubicBezTo>
                      <a:pt x="22327" y="39171"/>
                      <a:pt x="22441" y="39209"/>
                      <a:pt x="22565" y="39199"/>
                    </a:cubicBezTo>
                    <a:cubicBezTo>
                      <a:pt x="22546" y="39037"/>
                      <a:pt x="22451" y="38933"/>
                      <a:pt x="22470" y="38752"/>
                    </a:cubicBezTo>
                    <a:cubicBezTo>
                      <a:pt x="28699" y="39714"/>
                      <a:pt x="31604" y="37351"/>
                      <a:pt x="36128" y="36599"/>
                    </a:cubicBezTo>
                    <a:cubicBezTo>
                      <a:pt x="36414" y="36304"/>
                      <a:pt x="36767" y="36047"/>
                      <a:pt x="37290" y="35942"/>
                    </a:cubicBezTo>
                    <a:cubicBezTo>
                      <a:pt x="38376" y="35704"/>
                      <a:pt x="39262" y="35285"/>
                      <a:pt x="40148" y="34627"/>
                    </a:cubicBezTo>
                    <a:cubicBezTo>
                      <a:pt x="40176" y="33713"/>
                      <a:pt x="40519" y="33094"/>
                      <a:pt x="41253" y="32875"/>
                    </a:cubicBezTo>
                    <a:cubicBezTo>
                      <a:pt x="45453" y="31084"/>
                      <a:pt x="47358" y="27007"/>
                      <a:pt x="52330" y="25988"/>
                    </a:cubicBezTo>
                    <a:cubicBezTo>
                      <a:pt x="52978" y="23559"/>
                      <a:pt x="53397" y="21064"/>
                      <a:pt x="53416" y="185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6" id="196"/>
              <p:cNvSpPr/>
              <p:nvPr/>
            </p:nvSpPr>
            <p:spPr>
              <a:xfrm>
                <a:off x="2185100" y="762767"/>
                <a:ext cx="34186" cy="23740"/>
              </a:xfrm>
              <a:custGeom>
                <a:avLst/>
                <a:gdLst/>
                <a:ahLst/>
                <a:cxnLst/>
                <a:rect r="r" b="b" t="t" l="l"/>
                <a:pathLst>
                  <a:path w="34186" h="23740" stroke="true" fill="norm" extrusionOk="true">
                    <a:moveTo>
                      <a:pt x="7412" y="23093"/>
                    </a:moveTo>
                    <a:cubicBezTo>
                      <a:pt x="7488" y="23150"/>
                      <a:pt x="7564" y="23216"/>
                      <a:pt x="7641" y="23274"/>
                    </a:cubicBezTo>
                    <a:cubicBezTo>
                      <a:pt x="15946" y="22150"/>
                      <a:pt x="24938" y="22073"/>
                      <a:pt x="33291" y="23740"/>
                    </a:cubicBezTo>
                    <a:cubicBezTo>
                      <a:pt x="33625" y="23026"/>
                      <a:pt x="33882" y="22302"/>
                      <a:pt x="33815" y="21559"/>
                    </a:cubicBezTo>
                    <a:cubicBezTo>
                      <a:pt x="33758" y="20959"/>
                      <a:pt x="33930" y="20521"/>
                      <a:pt x="34187" y="20149"/>
                    </a:cubicBezTo>
                    <a:cubicBezTo>
                      <a:pt x="33453" y="16330"/>
                      <a:pt x="31558" y="13653"/>
                      <a:pt x="31015" y="9643"/>
                    </a:cubicBezTo>
                    <a:cubicBezTo>
                      <a:pt x="26843" y="4328"/>
                      <a:pt x="10936" y="-3158"/>
                      <a:pt x="6364" y="1423"/>
                    </a:cubicBezTo>
                    <a:cubicBezTo>
                      <a:pt x="6174" y="1614"/>
                      <a:pt x="5431" y="1290"/>
                      <a:pt x="5193" y="1423"/>
                    </a:cubicBezTo>
                    <a:cubicBezTo>
                      <a:pt x="3145" y="2547"/>
                      <a:pt x="2364" y="4214"/>
                      <a:pt x="1668" y="4947"/>
                    </a:cubicBezTo>
                    <a:cubicBezTo>
                      <a:pt x="-770" y="7491"/>
                      <a:pt x="59" y="9043"/>
                      <a:pt x="497" y="10815"/>
                    </a:cubicBezTo>
                    <a:cubicBezTo>
                      <a:pt x="840" y="12177"/>
                      <a:pt x="-75" y="14234"/>
                      <a:pt x="497" y="15511"/>
                    </a:cubicBezTo>
                    <a:cubicBezTo>
                      <a:pt x="678" y="15920"/>
                      <a:pt x="2564" y="16206"/>
                      <a:pt x="2840" y="16682"/>
                    </a:cubicBezTo>
                    <a:cubicBezTo>
                      <a:pt x="3650" y="18073"/>
                      <a:pt x="4240" y="19073"/>
                      <a:pt x="5193" y="20207"/>
                    </a:cubicBezTo>
                    <a:cubicBezTo>
                      <a:pt x="6012" y="21207"/>
                      <a:pt x="7136" y="21635"/>
                      <a:pt x="7412" y="2309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7" id="197"/>
              <p:cNvSpPr/>
              <p:nvPr/>
            </p:nvSpPr>
            <p:spPr>
              <a:xfrm>
                <a:off x="2189734" y="790080"/>
                <a:ext cx="27380" cy="23428"/>
              </a:xfrm>
              <a:custGeom>
                <a:avLst/>
                <a:gdLst/>
                <a:ahLst/>
                <a:cxnLst/>
                <a:rect r="r" b="b" t="t" l="l"/>
                <a:pathLst>
                  <a:path w="27380" h="23428" stroke="true" fill="norm" extrusionOk="true">
                    <a:moveTo>
                      <a:pt x="4845" y="628"/>
                    </a:moveTo>
                    <a:cubicBezTo>
                      <a:pt x="4692" y="1094"/>
                      <a:pt x="4483" y="1571"/>
                      <a:pt x="4121" y="2066"/>
                    </a:cubicBezTo>
                    <a:cubicBezTo>
                      <a:pt x="4054" y="2152"/>
                      <a:pt x="3959" y="2199"/>
                      <a:pt x="3892" y="2285"/>
                    </a:cubicBezTo>
                    <a:lnTo>
                      <a:pt x="4064" y="2285"/>
                    </a:lnTo>
                    <a:cubicBezTo>
                      <a:pt x="2559" y="4133"/>
                      <a:pt x="1425" y="6104"/>
                      <a:pt x="539" y="9324"/>
                    </a:cubicBezTo>
                    <a:cubicBezTo>
                      <a:pt x="425" y="9724"/>
                      <a:pt x="825" y="11438"/>
                      <a:pt x="539" y="11677"/>
                    </a:cubicBezTo>
                    <a:cubicBezTo>
                      <a:pt x="-194" y="12277"/>
                      <a:pt x="-165" y="13258"/>
                      <a:pt x="539" y="15201"/>
                    </a:cubicBezTo>
                    <a:cubicBezTo>
                      <a:pt x="730" y="15734"/>
                      <a:pt x="1225" y="18039"/>
                      <a:pt x="1711" y="18725"/>
                    </a:cubicBezTo>
                    <a:cubicBezTo>
                      <a:pt x="2540" y="19878"/>
                      <a:pt x="2930" y="19058"/>
                      <a:pt x="4054" y="19897"/>
                    </a:cubicBezTo>
                    <a:cubicBezTo>
                      <a:pt x="4435" y="20182"/>
                      <a:pt x="4883" y="22097"/>
                      <a:pt x="5226" y="22249"/>
                    </a:cubicBezTo>
                    <a:cubicBezTo>
                      <a:pt x="6512" y="22821"/>
                      <a:pt x="8550" y="21887"/>
                      <a:pt x="9921" y="22249"/>
                    </a:cubicBezTo>
                    <a:cubicBezTo>
                      <a:pt x="10217" y="22326"/>
                      <a:pt x="10026" y="23364"/>
                      <a:pt x="11093" y="23421"/>
                    </a:cubicBezTo>
                    <a:cubicBezTo>
                      <a:pt x="13998" y="23573"/>
                      <a:pt x="19094" y="21287"/>
                      <a:pt x="21656" y="18725"/>
                    </a:cubicBezTo>
                    <a:cubicBezTo>
                      <a:pt x="22133" y="18258"/>
                      <a:pt x="23714" y="16830"/>
                      <a:pt x="24009" y="16382"/>
                    </a:cubicBezTo>
                    <a:cubicBezTo>
                      <a:pt x="24295" y="15953"/>
                      <a:pt x="23628" y="14344"/>
                      <a:pt x="24009" y="14039"/>
                    </a:cubicBezTo>
                    <a:cubicBezTo>
                      <a:pt x="24133" y="13944"/>
                      <a:pt x="25133" y="14163"/>
                      <a:pt x="25181" y="14039"/>
                    </a:cubicBezTo>
                    <a:cubicBezTo>
                      <a:pt x="26485" y="10610"/>
                      <a:pt x="26638" y="5371"/>
                      <a:pt x="27381" y="1923"/>
                    </a:cubicBezTo>
                    <a:cubicBezTo>
                      <a:pt x="27247" y="1675"/>
                      <a:pt x="27171" y="1399"/>
                      <a:pt x="27124" y="1123"/>
                    </a:cubicBezTo>
                    <a:cubicBezTo>
                      <a:pt x="19913" y="-268"/>
                      <a:pt x="12017" y="-287"/>
                      <a:pt x="4845" y="628"/>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198" id="198"/>
              <p:cNvSpPr/>
              <p:nvPr/>
            </p:nvSpPr>
            <p:spPr>
              <a:xfrm>
                <a:off x="2307670" y="816335"/>
                <a:ext cx="34107" cy="26803"/>
              </a:xfrm>
              <a:custGeom>
                <a:avLst/>
                <a:gdLst/>
                <a:ahLst/>
                <a:cxnLst/>
                <a:rect r="r" b="b" t="t" l="l"/>
                <a:pathLst>
                  <a:path w="34107" h="26803" stroke="true" fill="norm" extrusionOk="true">
                    <a:moveTo>
                      <a:pt x="33393" y="16597"/>
                    </a:moveTo>
                    <a:cubicBezTo>
                      <a:pt x="33117" y="11463"/>
                      <a:pt x="28802" y="8320"/>
                      <a:pt x="25830" y="4729"/>
                    </a:cubicBezTo>
                    <a:cubicBezTo>
                      <a:pt x="22725" y="976"/>
                      <a:pt x="20782" y="-1605"/>
                      <a:pt x="15753" y="1157"/>
                    </a:cubicBezTo>
                    <a:cubicBezTo>
                      <a:pt x="12972" y="2681"/>
                      <a:pt x="10133" y="2738"/>
                      <a:pt x="7257" y="2728"/>
                    </a:cubicBezTo>
                    <a:cubicBezTo>
                      <a:pt x="6304" y="3995"/>
                      <a:pt x="4875" y="4957"/>
                      <a:pt x="3542" y="6557"/>
                    </a:cubicBezTo>
                    <a:cubicBezTo>
                      <a:pt x="1989" y="8415"/>
                      <a:pt x="208" y="9034"/>
                      <a:pt x="18" y="12425"/>
                    </a:cubicBezTo>
                    <a:cubicBezTo>
                      <a:pt x="-373" y="19445"/>
                      <a:pt x="5818" y="22398"/>
                      <a:pt x="10581" y="26522"/>
                    </a:cubicBezTo>
                    <a:cubicBezTo>
                      <a:pt x="22325" y="27655"/>
                      <a:pt x="30755" y="25465"/>
                      <a:pt x="34108" y="18216"/>
                    </a:cubicBezTo>
                    <a:cubicBezTo>
                      <a:pt x="33717" y="17816"/>
                      <a:pt x="33422" y="17302"/>
                      <a:pt x="33393" y="16597"/>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9" id="199"/>
              <p:cNvSpPr/>
              <p:nvPr/>
            </p:nvSpPr>
            <p:spPr>
              <a:xfrm>
                <a:off x="2263073" y="796375"/>
                <a:ext cx="32251" cy="28400"/>
              </a:xfrm>
              <a:custGeom>
                <a:avLst/>
                <a:gdLst/>
                <a:ahLst/>
                <a:cxnLst/>
                <a:rect r="r" b="b" t="t" l="l"/>
                <a:pathLst>
                  <a:path w="32251" h="28400" stroke="true" fill="norm" extrusionOk="true">
                    <a:moveTo>
                      <a:pt x="27337" y="8477"/>
                    </a:moveTo>
                    <a:cubicBezTo>
                      <a:pt x="25689" y="6429"/>
                      <a:pt x="24308" y="3734"/>
                      <a:pt x="22260" y="1972"/>
                    </a:cubicBezTo>
                    <a:cubicBezTo>
                      <a:pt x="20764" y="1429"/>
                      <a:pt x="19517" y="972"/>
                      <a:pt x="18783" y="686"/>
                    </a:cubicBezTo>
                    <a:cubicBezTo>
                      <a:pt x="18498" y="571"/>
                      <a:pt x="17926" y="695"/>
                      <a:pt x="17612" y="686"/>
                    </a:cubicBezTo>
                    <a:cubicBezTo>
                      <a:pt x="17040" y="657"/>
                      <a:pt x="16821" y="314"/>
                      <a:pt x="16688" y="0"/>
                    </a:cubicBezTo>
                    <a:cubicBezTo>
                      <a:pt x="15726" y="181"/>
                      <a:pt x="14754" y="343"/>
                      <a:pt x="13821" y="705"/>
                    </a:cubicBezTo>
                    <a:cubicBezTo>
                      <a:pt x="11630" y="1553"/>
                      <a:pt x="9954" y="3019"/>
                      <a:pt x="8477" y="4810"/>
                    </a:cubicBezTo>
                    <a:cubicBezTo>
                      <a:pt x="8049" y="5334"/>
                      <a:pt x="7563" y="5534"/>
                      <a:pt x="7068" y="5582"/>
                    </a:cubicBezTo>
                    <a:cubicBezTo>
                      <a:pt x="6658" y="6277"/>
                      <a:pt x="5315" y="6001"/>
                      <a:pt x="4696" y="6553"/>
                    </a:cubicBezTo>
                    <a:cubicBezTo>
                      <a:pt x="3305" y="7782"/>
                      <a:pt x="1314" y="10687"/>
                      <a:pt x="0" y="13592"/>
                    </a:cubicBezTo>
                    <a:cubicBezTo>
                      <a:pt x="571" y="15764"/>
                      <a:pt x="895" y="18364"/>
                      <a:pt x="2343" y="20641"/>
                    </a:cubicBezTo>
                    <a:cubicBezTo>
                      <a:pt x="3058" y="21755"/>
                      <a:pt x="6553" y="26822"/>
                      <a:pt x="9392" y="27689"/>
                    </a:cubicBezTo>
                    <a:cubicBezTo>
                      <a:pt x="18659" y="30480"/>
                      <a:pt x="28042" y="24632"/>
                      <a:pt x="32252" y="17583"/>
                    </a:cubicBezTo>
                    <a:cubicBezTo>
                      <a:pt x="31128" y="14326"/>
                      <a:pt x="29604" y="11306"/>
                      <a:pt x="27337" y="8477"/>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0" id="200"/>
              <p:cNvSpPr/>
              <p:nvPr/>
            </p:nvSpPr>
            <p:spPr>
              <a:xfrm>
                <a:off x="2288748" y="782576"/>
                <a:ext cx="35135" cy="31715"/>
              </a:xfrm>
              <a:custGeom>
                <a:avLst/>
                <a:gdLst/>
                <a:ahLst/>
                <a:cxnLst/>
                <a:rect r="r" b="b" t="t" l="l"/>
                <a:pathLst>
                  <a:path w="35135" h="31715" stroke="true" fill="norm" extrusionOk="true">
                    <a:moveTo>
                      <a:pt x="34209" y="19181"/>
                    </a:moveTo>
                    <a:cubicBezTo>
                      <a:pt x="33399" y="16133"/>
                      <a:pt x="32551" y="13875"/>
                      <a:pt x="31856" y="13304"/>
                    </a:cubicBezTo>
                    <a:cubicBezTo>
                      <a:pt x="31484" y="12999"/>
                      <a:pt x="32113" y="11389"/>
                      <a:pt x="31856" y="10960"/>
                    </a:cubicBezTo>
                    <a:cubicBezTo>
                      <a:pt x="30932" y="9379"/>
                      <a:pt x="27922" y="8055"/>
                      <a:pt x="27160" y="7436"/>
                    </a:cubicBezTo>
                    <a:cubicBezTo>
                      <a:pt x="26760" y="7112"/>
                      <a:pt x="27532" y="5446"/>
                      <a:pt x="27160" y="5093"/>
                    </a:cubicBezTo>
                    <a:cubicBezTo>
                      <a:pt x="26560" y="4512"/>
                      <a:pt x="24369" y="5541"/>
                      <a:pt x="23636" y="5093"/>
                    </a:cubicBezTo>
                    <a:cubicBezTo>
                      <a:pt x="22950" y="4664"/>
                      <a:pt x="23645" y="1597"/>
                      <a:pt x="22464" y="1569"/>
                    </a:cubicBezTo>
                    <a:cubicBezTo>
                      <a:pt x="17406" y="731"/>
                      <a:pt x="10091" y="-698"/>
                      <a:pt x="8377" y="397"/>
                    </a:cubicBezTo>
                    <a:cubicBezTo>
                      <a:pt x="6100" y="1855"/>
                      <a:pt x="3109" y="1359"/>
                      <a:pt x="1328" y="2740"/>
                    </a:cubicBezTo>
                    <a:cubicBezTo>
                      <a:pt x="2157" y="7093"/>
                      <a:pt x="-682" y="7779"/>
                      <a:pt x="157" y="12142"/>
                    </a:cubicBezTo>
                    <a:cubicBezTo>
                      <a:pt x="538" y="12446"/>
                      <a:pt x="1157" y="13170"/>
                      <a:pt x="1747" y="13999"/>
                    </a:cubicBezTo>
                    <a:cubicBezTo>
                      <a:pt x="3490" y="16066"/>
                      <a:pt x="4967" y="18485"/>
                      <a:pt x="6415" y="20438"/>
                    </a:cubicBezTo>
                    <a:cubicBezTo>
                      <a:pt x="8158" y="22772"/>
                      <a:pt x="9463" y="25248"/>
                      <a:pt x="10501" y="27839"/>
                    </a:cubicBezTo>
                    <a:cubicBezTo>
                      <a:pt x="12911" y="28486"/>
                      <a:pt x="14816" y="29639"/>
                      <a:pt x="16587" y="30934"/>
                    </a:cubicBezTo>
                    <a:cubicBezTo>
                      <a:pt x="19407" y="30496"/>
                      <a:pt x="21350" y="30934"/>
                      <a:pt x="22950" y="31715"/>
                    </a:cubicBezTo>
                    <a:cubicBezTo>
                      <a:pt x="26598" y="31582"/>
                      <a:pt x="30180" y="31811"/>
                      <a:pt x="33666" y="29725"/>
                    </a:cubicBezTo>
                    <a:cubicBezTo>
                      <a:pt x="33856" y="29610"/>
                      <a:pt x="34056" y="29544"/>
                      <a:pt x="34247" y="29439"/>
                    </a:cubicBezTo>
                    <a:lnTo>
                      <a:pt x="34456" y="27953"/>
                    </a:lnTo>
                    <a:lnTo>
                      <a:pt x="34409" y="27934"/>
                    </a:lnTo>
                    <a:cubicBezTo>
                      <a:pt x="35771" y="24476"/>
                      <a:pt x="34932" y="21933"/>
                      <a:pt x="34209" y="19181"/>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1" id="201"/>
              <p:cNvSpPr/>
              <p:nvPr/>
            </p:nvSpPr>
            <p:spPr>
              <a:xfrm>
                <a:off x="2333844" y="807039"/>
                <a:ext cx="30226" cy="28619"/>
              </a:xfrm>
              <a:custGeom>
                <a:avLst/>
                <a:gdLst/>
                <a:ahLst/>
                <a:cxnLst/>
                <a:rect r="r" b="b" t="t" l="l"/>
                <a:pathLst>
                  <a:path w="30226" h="28619" stroke="true" fill="norm" extrusionOk="true">
                    <a:moveTo>
                      <a:pt x="29023" y="12320"/>
                    </a:moveTo>
                    <a:cubicBezTo>
                      <a:pt x="28366" y="11139"/>
                      <a:pt x="28575" y="10129"/>
                      <a:pt x="27851" y="8795"/>
                    </a:cubicBezTo>
                    <a:cubicBezTo>
                      <a:pt x="26870" y="6986"/>
                      <a:pt x="24794" y="4871"/>
                      <a:pt x="24327" y="2928"/>
                    </a:cubicBezTo>
                    <a:cubicBezTo>
                      <a:pt x="18221" y="1080"/>
                      <a:pt x="10611" y="-1044"/>
                      <a:pt x="4372" y="575"/>
                    </a:cubicBezTo>
                    <a:cubicBezTo>
                      <a:pt x="4010" y="3347"/>
                      <a:pt x="295" y="2766"/>
                      <a:pt x="848" y="6452"/>
                    </a:cubicBezTo>
                    <a:cubicBezTo>
                      <a:pt x="448" y="6614"/>
                      <a:pt x="200" y="6795"/>
                      <a:pt x="0" y="6986"/>
                    </a:cubicBezTo>
                    <a:cubicBezTo>
                      <a:pt x="5325" y="11443"/>
                      <a:pt x="10925" y="18130"/>
                      <a:pt x="11906" y="24636"/>
                    </a:cubicBezTo>
                    <a:cubicBezTo>
                      <a:pt x="12697" y="24721"/>
                      <a:pt x="13440" y="24836"/>
                      <a:pt x="13773" y="25236"/>
                    </a:cubicBezTo>
                    <a:cubicBezTo>
                      <a:pt x="13907" y="25397"/>
                      <a:pt x="13602" y="26312"/>
                      <a:pt x="13773" y="26407"/>
                    </a:cubicBezTo>
                    <a:cubicBezTo>
                      <a:pt x="14202" y="26655"/>
                      <a:pt x="15821" y="26036"/>
                      <a:pt x="16116" y="26407"/>
                    </a:cubicBezTo>
                    <a:cubicBezTo>
                      <a:pt x="16450" y="26807"/>
                      <a:pt x="16840" y="27198"/>
                      <a:pt x="17250" y="27588"/>
                    </a:cubicBezTo>
                    <a:cubicBezTo>
                      <a:pt x="19441" y="28026"/>
                      <a:pt x="22022" y="29074"/>
                      <a:pt x="24041" y="28398"/>
                    </a:cubicBezTo>
                    <a:cubicBezTo>
                      <a:pt x="24975" y="28084"/>
                      <a:pt x="25860" y="27741"/>
                      <a:pt x="26746" y="27417"/>
                    </a:cubicBezTo>
                    <a:cubicBezTo>
                      <a:pt x="28499" y="22759"/>
                      <a:pt x="30404" y="17082"/>
                      <a:pt x="30213" y="13482"/>
                    </a:cubicBezTo>
                    <a:cubicBezTo>
                      <a:pt x="30128" y="12167"/>
                      <a:pt x="29366" y="12948"/>
                      <a:pt x="29023" y="12320"/>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2" id="202"/>
              <p:cNvSpPr/>
              <p:nvPr/>
            </p:nvSpPr>
            <p:spPr>
              <a:xfrm>
                <a:off x="2343891" y="843235"/>
                <a:ext cx="29966" cy="23645"/>
              </a:xfrm>
              <a:custGeom>
                <a:avLst/>
                <a:gdLst/>
                <a:ahLst/>
                <a:cxnLst/>
                <a:rect r="r" b="b" t="t" l="l"/>
                <a:pathLst>
                  <a:path w="29966" h="23645" stroke="true" fill="norm" extrusionOk="true">
                    <a:moveTo>
                      <a:pt x="22108" y="1870"/>
                    </a:moveTo>
                    <a:cubicBezTo>
                      <a:pt x="21032" y="1727"/>
                      <a:pt x="19956" y="1460"/>
                      <a:pt x="18870" y="1089"/>
                    </a:cubicBezTo>
                    <a:cubicBezTo>
                      <a:pt x="16822" y="384"/>
                      <a:pt x="14889" y="-321"/>
                      <a:pt x="12793" y="156"/>
                    </a:cubicBezTo>
                    <a:cubicBezTo>
                      <a:pt x="11574" y="3689"/>
                      <a:pt x="6935" y="3518"/>
                      <a:pt x="4878" y="5480"/>
                    </a:cubicBezTo>
                    <a:cubicBezTo>
                      <a:pt x="4382" y="5956"/>
                      <a:pt x="4220" y="7442"/>
                      <a:pt x="3706" y="7833"/>
                    </a:cubicBezTo>
                    <a:cubicBezTo>
                      <a:pt x="2411" y="8804"/>
                      <a:pt x="2239" y="7566"/>
                      <a:pt x="1354" y="9004"/>
                    </a:cubicBezTo>
                    <a:cubicBezTo>
                      <a:pt x="706" y="10062"/>
                      <a:pt x="-1904" y="18158"/>
                      <a:pt x="2525" y="18396"/>
                    </a:cubicBezTo>
                    <a:cubicBezTo>
                      <a:pt x="2716" y="18405"/>
                      <a:pt x="3563" y="18282"/>
                      <a:pt x="3697" y="18396"/>
                    </a:cubicBezTo>
                    <a:cubicBezTo>
                      <a:pt x="5649" y="20120"/>
                      <a:pt x="4763" y="21006"/>
                      <a:pt x="8392" y="21920"/>
                    </a:cubicBezTo>
                    <a:cubicBezTo>
                      <a:pt x="9688" y="22244"/>
                      <a:pt x="10736" y="22635"/>
                      <a:pt x="14260" y="23092"/>
                    </a:cubicBezTo>
                    <a:cubicBezTo>
                      <a:pt x="17832" y="23568"/>
                      <a:pt x="17022" y="24054"/>
                      <a:pt x="21308" y="23092"/>
                    </a:cubicBezTo>
                    <a:cubicBezTo>
                      <a:pt x="24785" y="22311"/>
                      <a:pt x="27528" y="20625"/>
                      <a:pt x="29967" y="18748"/>
                    </a:cubicBezTo>
                    <a:cubicBezTo>
                      <a:pt x="29147" y="12176"/>
                      <a:pt x="25509" y="7461"/>
                      <a:pt x="22108" y="187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3" id="203"/>
              <p:cNvSpPr/>
              <p:nvPr/>
            </p:nvSpPr>
            <p:spPr>
              <a:xfrm>
                <a:off x="2370982" y="835189"/>
                <a:ext cx="28931" cy="31047"/>
              </a:xfrm>
              <a:custGeom>
                <a:avLst/>
                <a:gdLst/>
                <a:ahLst/>
                <a:cxnLst/>
                <a:rect r="r" b="b" t="t" l="l"/>
                <a:pathLst>
                  <a:path w="28931" h="31047" stroke="true" fill="norm" extrusionOk="true">
                    <a:moveTo>
                      <a:pt x="20069" y="1782"/>
                    </a:moveTo>
                    <a:cubicBezTo>
                      <a:pt x="19374" y="1611"/>
                      <a:pt x="18936" y="620"/>
                      <a:pt x="18898" y="611"/>
                    </a:cubicBezTo>
                    <a:cubicBezTo>
                      <a:pt x="13878" y="-666"/>
                      <a:pt x="7134" y="220"/>
                      <a:pt x="2457" y="1782"/>
                    </a:cubicBezTo>
                    <a:cubicBezTo>
                      <a:pt x="2105" y="3440"/>
                      <a:pt x="629" y="3802"/>
                      <a:pt x="114" y="5306"/>
                    </a:cubicBezTo>
                    <a:cubicBezTo>
                      <a:pt x="48" y="5497"/>
                      <a:pt x="19" y="5697"/>
                      <a:pt x="0" y="5907"/>
                    </a:cubicBezTo>
                    <a:cubicBezTo>
                      <a:pt x="48" y="5992"/>
                      <a:pt x="124" y="6049"/>
                      <a:pt x="172" y="6145"/>
                    </a:cubicBezTo>
                    <a:cubicBezTo>
                      <a:pt x="619" y="6954"/>
                      <a:pt x="495" y="7907"/>
                      <a:pt x="38" y="8650"/>
                    </a:cubicBezTo>
                    <a:cubicBezTo>
                      <a:pt x="1905" y="11498"/>
                      <a:pt x="3896" y="14184"/>
                      <a:pt x="5344" y="17337"/>
                    </a:cubicBezTo>
                    <a:cubicBezTo>
                      <a:pt x="6677" y="20223"/>
                      <a:pt x="7458" y="23204"/>
                      <a:pt x="7801" y="26300"/>
                    </a:cubicBezTo>
                    <a:cubicBezTo>
                      <a:pt x="8734" y="26966"/>
                      <a:pt x="9573" y="27833"/>
                      <a:pt x="10382" y="28519"/>
                    </a:cubicBezTo>
                    <a:cubicBezTo>
                      <a:pt x="12964" y="28528"/>
                      <a:pt x="14611" y="30605"/>
                      <a:pt x="17078" y="31024"/>
                    </a:cubicBezTo>
                    <a:cubicBezTo>
                      <a:pt x="18250" y="31224"/>
                      <a:pt x="19974" y="30081"/>
                      <a:pt x="21117" y="29795"/>
                    </a:cubicBezTo>
                    <a:cubicBezTo>
                      <a:pt x="21212" y="29767"/>
                      <a:pt x="21307" y="29786"/>
                      <a:pt x="21403" y="29767"/>
                    </a:cubicBezTo>
                    <a:cubicBezTo>
                      <a:pt x="22689" y="27881"/>
                      <a:pt x="24670" y="28338"/>
                      <a:pt x="24765" y="26423"/>
                    </a:cubicBezTo>
                    <a:cubicBezTo>
                      <a:pt x="24832" y="25138"/>
                      <a:pt x="25670" y="25814"/>
                      <a:pt x="25937" y="25252"/>
                    </a:cubicBezTo>
                    <a:cubicBezTo>
                      <a:pt x="26965" y="23061"/>
                      <a:pt x="26975" y="21947"/>
                      <a:pt x="27108" y="19384"/>
                    </a:cubicBezTo>
                    <a:cubicBezTo>
                      <a:pt x="27175" y="18270"/>
                      <a:pt x="28175" y="18556"/>
                      <a:pt x="28280" y="18213"/>
                    </a:cubicBezTo>
                    <a:cubicBezTo>
                      <a:pt x="30747" y="9850"/>
                      <a:pt x="25822" y="3230"/>
                      <a:pt x="20069" y="1782"/>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4" id="204"/>
              <p:cNvSpPr/>
              <p:nvPr/>
            </p:nvSpPr>
            <p:spPr>
              <a:xfrm>
                <a:off x="2417655" y="910180"/>
                <a:ext cx="31878" cy="28175"/>
              </a:xfrm>
              <a:custGeom>
                <a:avLst/>
                <a:gdLst/>
                <a:ahLst/>
                <a:cxnLst/>
                <a:rect r="r" b="b" t="t" l="l"/>
                <a:pathLst>
                  <a:path w="31878" h="28175" stroke="true" fill="norm" extrusionOk="true">
                    <a:moveTo>
                      <a:pt x="20773" y="9096"/>
                    </a:moveTo>
                    <a:cubicBezTo>
                      <a:pt x="16896" y="6315"/>
                      <a:pt x="14067" y="1791"/>
                      <a:pt x="9438" y="171"/>
                    </a:cubicBezTo>
                    <a:cubicBezTo>
                      <a:pt x="9324" y="133"/>
                      <a:pt x="9247" y="48"/>
                      <a:pt x="9152" y="0"/>
                    </a:cubicBezTo>
                    <a:cubicBezTo>
                      <a:pt x="7447" y="695"/>
                      <a:pt x="6390" y="2076"/>
                      <a:pt x="5095" y="3105"/>
                    </a:cubicBezTo>
                    <a:cubicBezTo>
                      <a:pt x="3171" y="4639"/>
                      <a:pt x="970" y="5553"/>
                      <a:pt x="399" y="7801"/>
                    </a:cubicBezTo>
                    <a:cubicBezTo>
                      <a:pt x="-2716" y="20069"/>
                      <a:pt x="13105" y="30413"/>
                      <a:pt x="23878" y="27756"/>
                    </a:cubicBezTo>
                    <a:cubicBezTo>
                      <a:pt x="26916" y="27003"/>
                      <a:pt x="30917" y="24213"/>
                      <a:pt x="31879" y="19802"/>
                    </a:cubicBezTo>
                    <a:cubicBezTo>
                      <a:pt x="31822" y="19574"/>
                      <a:pt x="31841" y="19345"/>
                      <a:pt x="31831" y="19126"/>
                    </a:cubicBezTo>
                    <a:cubicBezTo>
                      <a:pt x="29069" y="14888"/>
                      <a:pt x="24945" y="12087"/>
                      <a:pt x="20773" y="9096"/>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5" id="205"/>
              <p:cNvSpPr/>
              <p:nvPr/>
            </p:nvSpPr>
            <p:spPr>
              <a:xfrm>
                <a:off x="2428789" y="889070"/>
                <a:ext cx="32806" cy="37959"/>
              </a:xfrm>
              <a:custGeom>
                <a:avLst/>
                <a:gdLst/>
                <a:ahLst/>
                <a:cxnLst/>
                <a:rect r="r" b="b" t="t" l="l"/>
                <a:pathLst>
                  <a:path w="32806" h="37959" stroke="true" fill="norm" extrusionOk="true">
                    <a:moveTo>
                      <a:pt x="31528" y="18348"/>
                    </a:moveTo>
                    <a:cubicBezTo>
                      <a:pt x="31290" y="17281"/>
                      <a:pt x="31890" y="15852"/>
                      <a:pt x="31528" y="14824"/>
                    </a:cubicBezTo>
                    <a:cubicBezTo>
                      <a:pt x="31413" y="14500"/>
                      <a:pt x="28556" y="12195"/>
                      <a:pt x="28004" y="11300"/>
                    </a:cubicBezTo>
                    <a:cubicBezTo>
                      <a:pt x="27880" y="11099"/>
                      <a:pt x="28013" y="10376"/>
                      <a:pt x="28004" y="10128"/>
                    </a:cubicBezTo>
                    <a:cubicBezTo>
                      <a:pt x="27937" y="8794"/>
                      <a:pt x="27175" y="9576"/>
                      <a:pt x="26832" y="8956"/>
                    </a:cubicBezTo>
                    <a:cubicBezTo>
                      <a:pt x="26432" y="8252"/>
                      <a:pt x="26260" y="6023"/>
                      <a:pt x="25660" y="5432"/>
                    </a:cubicBezTo>
                    <a:cubicBezTo>
                      <a:pt x="24651" y="4451"/>
                      <a:pt x="21955" y="5242"/>
                      <a:pt x="20964" y="4261"/>
                    </a:cubicBezTo>
                    <a:cubicBezTo>
                      <a:pt x="20669" y="3965"/>
                      <a:pt x="21307" y="2098"/>
                      <a:pt x="20964" y="1917"/>
                    </a:cubicBezTo>
                    <a:cubicBezTo>
                      <a:pt x="19783" y="1289"/>
                      <a:pt x="17040" y="984"/>
                      <a:pt x="16269" y="746"/>
                    </a:cubicBezTo>
                    <a:cubicBezTo>
                      <a:pt x="12487" y="-426"/>
                      <a:pt x="12402" y="-54"/>
                      <a:pt x="10401" y="746"/>
                    </a:cubicBezTo>
                    <a:cubicBezTo>
                      <a:pt x="8106" y="1660"/>
                      <a:pt x="5363" y="2508"/>
                      <a:pt x="4534" y="4270"/>
                    </a:cubicBezTo>
                    <a:cubicBezTo>
                      <a:pt x="1886" y="5661"/>
                      <a:pt x="2096" y="9918"/>
                      <a:pt x="210" y="12071"/>
                    </a:cubicBezTo>
                    <a:cubicBezTo>
                      <a:pt x="286" y="13633"/>
                      <a:pt x="133" y="15186"/>
                      <a:pt x="0" y="16748"/>
                    </a:cubicBezTo>
                    <a:cubicBezTo>
                      <a:pt x="5753" y="18939"/>
                      <a:pt x="9544" y="24187"/>
                      <a:pt x="14487" y="27683"/>
                    </a:cubicBezTo>
                    <a:cubicBezTo>
                      <a:pt x="18622" y="30607"/>
                      <a:pt x="22470" y="33683"/>
                      <a:pt x="25079" y="37960"/>
                    </a:cubicBezTo>
                    <a:cubicBezTo>
                      <a:pt x="25870" y="37931"/>
                      <a:pt x="26651" y="37836"/>
                      <a:pt x="27442" y="37646"/>
                    </a:cubicBezTo>
                    <a:cubicBezTo>
                      <a:pt x="27661" y="37531"/>
                      <a:pt x="27861" y="37427"/>
                      <a:pt x="28051" y="37322"/>
                    </a:cubicBezTo>
                    <a:cubicBezTo>
                      <a:pt x="28051" y="37255"/>
                      <a:pt x="28013" y="37208"/>
                      <a:pt x="28013" y="37141"/>
                    </a:cubicBezTo>
                    <a:cubicBezTo>
                      <a:pt x="30880" y="34293"/>
                      <a:pt x="32185" y="31435"/>
                      <a:pt x="32709" y="27749"/>
                    </a:cubicBezTo>
                    <a:cubicBezTo>
                      <a:pt x="33185" y="24358"/>
                      <a:pt x="31775" y="19462"/>
                      <a:pt x="31528" y="1834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06" id="206"/>
              <p:cNvSpPr/>
              <p:nvPr/>
            </p:nvSpPr>
            <p:spPr>
              <a:xfrm>
                <a:off x="2517158" y="1004013"/>
                <a:ext cx="23035" cy="23850"/>
              </a:xfrm>
              <a:custGeom>
                <a:avLst/>
                <a:gdLst/>
                <a:ahLst/>
                <a:cxnLst/>
                <a:rect r="r" b="b" t="t" l="l"/>
                <a:pathLst>
                  <a:path w="23035" h="23850" stroke="true" fill="norm" extrusionOk="true">
                    <a:moveTo>
                      <a:pt x="20235" y="11008"/>
                    </a:moveTo>
                    <a:cubicBezTo>
                      <a:pt x="20797" y="8284"/>
                      <a:pt x="21625" y="6551"/>
                      <a:pt x="23035" y="4274"/>
                    </a:cubicBezTo>
                    <a:lnTo>
                      <a:pt x="22044" y="4322"/>
                    </a:lnTo>
                    <a:cubicBezTo>
                      <a:pt x="21168" y="4389"/>
                      <a:pt x="20301" y="4474"/>
                      <a:pt x="19434" y="4579"/>
                    </a:cubicBezTo>
                    <a:cubicBezTo>
                      <a:pt x="18025" y="4760"/>
                      <a:pt x="17291" y="3846"/>
                      <a:pt x="17158" y="2769"/>
                    </a:cubicBezTo>
                    <a:cubicBezTo>
                      <a:pt x="15386" y="1941"/>
                      <a:pt x="14443" y="283"/>
                      <a:pt x="11262" y="855"/>
                    </a:cubicBezTo>
                    <a:cubicBezTo>
                      <a:pt x="9424" y="-1345"/>
                      <a:pt x="7785" y="1360"/>
                      <a:pt x="6052" y="1674"/>
                    </a:cubicBezTo>
                    <a:cubicBezTo>
                      <a:pt x="4747" y="4798"/>
                      <a:pt x="2213" y="7056"/>
                      <a:pt x="632" y="9989"/>
                    </a:cubicBezTo>
                    <a:cubicBezTo>
                      <a:pt x="318" y="10866"/>
                      <a:pt x="-654" y="11132"/>
                      <a:pt x="699" y="13780"/>
                    </a:cubicBezTo>
                    <a:cubicBezTo>
                      <a:pt x="2061" y="18362"/>
                      <a:pt x="5804" y="20562"/>
                      <a:pt x="9805" y="22505"/>
                    </a:cubicBezTo>
                    <a:cubicBezTo>
                      <a:pt x="10090" y="22543"/>
                      <a:pt x="10329" y="22734"/>
                      <a:pt x="10586" y="22886"/>
                    </a:cubicBezTo>
                    <a:lnTo>
                      <a:pt x="11262" y="23848"/>
                    </a:lnTo>
                    <a:cubicBezTo>
                      <a:pt x="11386" y="23858"/>
                      <a:pt x="11548" y="23839"/>
                      <a:pt x="11671" y="23848"/>
                    </a:cubicBezTo>
                    <a:cubicBezTo>
                      <a:pt x="12034" y="23591"/>
                      <a:pt x="12472" y="23400"/>
                      <a:pt x="13015" y="23381"/>
                    </a:cubicBezTo>
                    <a:cubicBezTo>
                      <a:pt x="15215" y="23324"/>
                      <a:pt x="17825" y="23267"/>
                      <a:pt x="20206" y="23772"/>
                    </a:cubicBezTo>
                    <a:cubicBezTo>
                      <a:pt x="19339" y="19581"/>
                      <a:pt x="19396" y="15123"/>
                      <a:pt x="20235" y="1100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07" id="207"/>
              <p:cNvSpPr/>
              <p:nvPr/>
            </p:nvSpPr>
            <p:spPr>
              <a:xfrm>
                <a:off x="2541703" y="1001269"/>
                <a:ext cx="26084" cy="38056"/>
              </a:xfrm>
              <a:custGeom>
                <a:avLst/>
                <a:gdLst/>
                <a:ahLst/>
                <a:cxnLst/>
                <a:rect r="r" b="b" t="t" l="l"/>
                <a:pathLst>
                  <a:path w="26084" h="38056" stroke="true" fill="norm" extrusionOk="true">
                    <a:moveTo>
                      <a:pt x="25455" y="15343"/>
                    </a:moveTo>
                    <a:cubicBezTo>
                      <a:pt x="23817" y="14010"/>
                      <a:pt x="25389" y="11552"/>
                      <a:pt x="24284" y="8304"/>
                    </a:cubicBezTo>
                    <a:cubicBezTo>
                      <a:pt x="22779" y="3913"/>
                      <a:pt x="19245" y="494"/>
                      <a:pt x="16064" y="84"/>
                    </a:cubicBezTo>
                    <a:cubicBezTo>
                      <a:pt x="10539" y="-630"/>
                      <a:pt x="8729" y="3342"/>
                      <a:pt x="4319" y="7133"/>
                    </a:cubicBezTo>
                    <a:cubicBezTo>
                      <a:pt x="4072" y="7199"/>
                      <a:pt x="3929" y="7161"/>
                      <a:pt x="3757" y="7142"/>
                    </a:cubicBezTo>
                    <a:cubicBezTo>
                      <a:pt x="3691" y="7399"/>
                      <a:pt x="3700" y="7590"/>
                      <a:pt x="3595" y="7866"/>
                    </a:cubicBezTo>
                    <a:cubicBezTo>
                      <a:pt x="2291" y="11257"/>
                      <a:pt x="395" y="13257"/>
                      <a:pt x="109" y="17191"/>
                    </a:cubicBezTo>
                    <a:cubicBezTo>
                      <a:pt x="-81" y="19715"/>
                      <a:pt x="-33" y="22182"/>
                      <a:pt x="338" y="24611"/>
                    </a:cubicBezTo>
                    <a:cubicBezTo>
                      <a:pt x="490" y="24649"/>
                      <a:pt x="614" y="24668"/>
                      <a:pt x="795" y="24735"/>
                    </a:cubicBezTo>
                    <a:cubicBezTo>
                      <a:pt x="1319" y="27097"/>
                      <a:pt x="1919" y="29373"/>
                      <a:pt x="2557" y="31621"/>
                    </a:cubicBezTo>
                    <a:cubicBezTo>
                      <a:pt x="4614" y="34850"/>
                      <a:pt x="6024" y="38222"/>
                      <a:pt x="10234" y="38051"/>
                    </a:cubicBezTo>
                    <a:cubicBezTo>
                      <a:pt x="13149" y="36203"/>
                      <a:pt x="16178" y="36127"/>
                      <a:pt x="18416" y="35307"/>
                    </a:cubicBezTo>
                    <a:cubicBezTo>
                      <a:pt x="19693" y="34574"/>
                      <a:pt x="19950" y="33002"/>
                      <a:pt x="20769" y="31783"/>
                    </a:cubicBezTo>
                    <a:cubicBezTo>
                      <a:pt x="21188" y="31155"/>
                      <a:pt x="22845" y="30002"/>
                      <a:pt x="23112" y="29440"/>
                    </a:cubicBezTo>
                    <a:cubicBezTo>
                      <a:pt x="23912" y="27745"/>
                      <a:pt x="23731" y="26621"/>
                      <a:pt x="24284" y="24744"/>
                    </a:cubicBezTo>
                    <a:cubicBezTo>
                      <a:pt x="24246" y="24868"/>
                      <a:pt x="27389" y="16924"/>
                      <a:pt x="25455" y="15343"/>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8" id="208"/>
              <p:cNvSpPr/>
              <p:nvPr/>
            </p:nvSpPr>
            <p:spPr>
              <a:xfrm>
                <a:off x="2506288" y="834611"/>
                <a:ext cx="29113" cy="49245"/>
              </a:xfrm>
              <a:custGeom>
                <a:avLst/>
                <a:gdLst/>
                <a:ahLst/>
                <a:cxnLst/>
                <a:rect r="r" b="b" t="t" l="l"/>
                <a:pathLst>
                  <a:path w="29113" h="49245" stroke="true" fill="norm" extrusionOk="true">
                    <a:moveTo>
                      <a:pt x="27990" y="15275"/>
                    </a:moveTo>
                    <a:cubicBezTo>
                      <a:pt x="27800" y="14513"/>
                      <a:pt x="26857" y="14228"/>
                      <a:pt x="26818" y="14104"/>
                    </a:cubicBezTo>
                    <a:cubicBezTo>
                      <a:pt x="26085" y="11589"/>
                      <a:pt x="26380" y="8389"/>
                      <a:pt x="25647" y="7065"/>
                    </a:cubicBezTo>
                    <a:cubicBezTo>
                      <a:pt x="25399" y="6617"/>
                      <a:pt x="23656" y="6370"/>
                      <a:pt x="23294" y="5893"/>
                    </a:cubicBezTo>
                    <a:cubicBezTo>
                      <a:pt x="22447" y="4760"/>
                      <a:pt x="23132" y="3283"/>
                      <a:pt x="22123" y="2369"/>
                    </a:cubicBezTo>
                    <a:cubicBezTo>
                      <a:pt x="20437" y="845"/>
                      <a:pt x="17532" y="140"/>
                      <a:pt x="16255" y="26"/>
                    </a:cubicBezTo>
                    <a:cubicBezTo>
                      <a:pt x="11188" y="-441"/>
                      <a:pt x="4378" y="5541"/>
                      <a:pt x="3339" y="7074"/>
                    </a:cubicBezTo>
                    <a:cubicBezTo>
                      <a:pt x="2396" y="8475"/>
                      <a:pt x="1949" y="12170"/>
                      <a:pt x="996" y="12942"/>
                    </a:cubicBezTo>
                    <a:cubicBezTo>
                      <a:pt x="682" y="13208"/>
                      <a:pt x="1158" y="14885"/>
                      <a:pt x="996" y="15294"/>
                    </a:cubicBezTo>
                    <a:cubicBezTo>
                      <a:pt x="-985" y="20552"/>
                      <a:pt x="520" y="29344"/>
                      <a:pt x="996" y="32906"/>
                    </a:cubicBezTo>
                    <a:cubicBezTo>
                      <a:pt x="1301" y="35211"/>
                      <a:pt x="787" y="36478"/>
                      <a:pt x="2168" y="37602"/>
                    </a:cubicBezTo>
                    <a:cubicBezTo>
                      <a:pt x="2511" y="37878"/>
                      <a:pt x="1958" y="39526"/>
                      <a:pt x="2168" y="39945"/>
                    </a:cubicBezTo>
                    <a:cubicBezTo>
                      <a:pt x="2235" y="40098"/>
                      <a:pt x="3206" y="39831"/>
                      <a:pt x="3339" y="39945"/>
                    </a:cubicBezTo>
                    <a:cubicBezTo>
                      <a:pt x="3720" y="40259"/>
                      <a:pt x="3063" y="41869"/>
                      <a:pt x="3339" y="42288"/>
                    </a:cubicBezTo>
                    <a:cubicBezTo>
                      <a:pt x="3644" y="42755"/>
                      <a:pt x="5283" y="43022"/>
                      <a:pt x="5692" y="43460"/>
                    </a:cubicBezTo>
                    <a:cubicBezTo>
                      <a:pt x="6483" y="44308"/>
                      <a:pt x="6073" y="46108"/>
                      <a:pt x="6864" y="46984"/>
                    </a:cubicBezTo>
                    <a:cubicBezTo>
                      <a:pt x="7968" y="48203"/>
                      <a:pt x="9121" y="48737"/>
                      <a:pt x="10245" y="49223"/>
                    </a:cubicBezTo>
                    <a:cubicBezTo>
                      <a:pt x="10740" y="48899"/>
                      <a:pt x="11388" y="48775"/>
                      <a:pt x="12141" y="49013"/>
                    </a:cubicBezTo>
                    <a:cubicBezTo>
                      <a:pt x="15960" y="50204"/>
                      <a:pt x="18160" y="46441"/>
                      <a:pt x="21732" y="46213"/>
                    </a:cubicBezTo>
                    <a:cubicBezTo>
                      <a:pt x="21875" y="46203"/>
                      <a:pt x="21999" y="46232"/>
                      <a:pt x="22132" y="46241"/>
                    </a:cubicBezTo>
                    <a:cubicBezTo>
                      <a:pt x="22561" y="46165"/>
                      <a:pt x="22980" y="46070"/>
                      <a:pt x="23294" y="45803"/>
                    </a:cubicBezTo>
                    <a:cubicBezTo>
                      <a:pt x="23694" y="45479"/>
                      <a:pt x="22951" y="43850"/>
                      <a:pt x="23294" y="43450"/>
                    </a:cubicBezTo>
                    <a:cubicBezTo>
                      <a:pt x="23799" y="42860"/>
                      <a:pt x="25161" y="42926"/>
                      <a:pt x="25647" y="42279"/>
                    </a:cubicBezTo>
                    <a:cubicBezTo>
                      <a:pt x="26476" y="41183"/>
                      <a:pt x="26485" y="38926"/>
                      <a:pt x="26818" y="37583"/>
                    </a:cubicBezTo>
                    <a:cubicBezTo>
                      <a:pt x="26980" y="36907"/>
                      <a:pt x="27990" y="36411"/>
                      <a:pt x="27990" y="36411"/>
                    </a:cubicBezTo>
                    <a:cubicBezTo>
                      <a:pt x="29695" y="29353"/>
                      <a:pt x="29267" y="20371"/>
                      <a:pt x="27990" y="15275"/>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9" id="209"/>
              <p:cNvSpPr/>
              <p:nvPr/>
            </p:nvSpPr>
            <p:spPr>
              <a:xfrm>
                <a:off x="2511971" y="968377"/>
                <a:ext cx="23984" cy="23823"/>
              </a:xfrm>
              <a:custGeom>
                <a:avLst/>
                <a:gdLst/>
                <a:ahLst/>
                <a:cxnLst/>
                <a:rect r="r" b="b" t="t" l="l"/>
                <a:pathLst>
                  <a:path w="23984" h="23823" stroke="true" fill="norm" extrusionOk="true">
                    <a:moveTo>
                      <a:pt x="20117" y="18003"/>
                    </a:moveTo>
                    <a:cubicBezTo>
                      <a:pt x="20679" y="15793"/>
                      <a:pt x="21241" y="13593"/>
                      <a:pt x="21955" y="11431"/>
                    </a:cubicBezTo>
                    <a:cubicBezTo>
                      <a:pt x="22536" y="9621"/>
                      <a:pt x="23965" y="8269"/>
                      <a:pt x="23984" y="6249"/>
                    </a:cubicBezTo>
                    <a:cubicBezTo>
                      <a:pt x="21403" y="5573"/>
                      <a:pt x="18717" y="4154"/>
                      <a:pt x="17240" y="3582"/>
                    </a:cubicBezTo>
                    <a:cubicBezTo>
                      <a:pt x="17021" y="3497"/>
                      <a:pt x="16859" y="3354"/>
                      <a:pt x="16688" y="3230"/>
                    </a:cubicBezTo>
                    <a:cubicBezTo>
                      <a:pt x="13754" y="1906"/>
                      <a:pt x="11878" y="-485"/>
                      <a:pt x="7048" y="87"/>
                    </a:cubicBezTo>
                    <a:cubicBezTo>
                      <a:pt x="2839" y="3230"/>
                      <a:pt x="38" y="5583"/>
                      <a:pt x="0" y="9478"/>
                    </a:cubicBezTo>
                    <a:cubicBezTo>
                      <a:pt x="-10" y="10945"/>
                      <a:pt x="1772" y="12031"/>
                      <a:pt x="2353" y="13003"/>
                    </a:cubicBezTo>
                    <a:cubicBezTo>
                      <a:pt x="2696" y="13584"/>
                      <a:pt x="2067" y="14727"/>
                      <a:pt x="2353" y="15346"/>
                    </a:cubicBezTo>
                    <a:cubicBezTo>
                      <a:pt x="2486" y="15660"/>
                      <a:pt x="4410" y="16184"/>
                      <a:pt x="4696" y="16517"/>
                    </a:cubicBezTo>
                    <a:cubicBezTo>
                      <a:pt x="6391" y="18499"/>
                      <a:pt x="7487" y="21118"/>
                      <a:pt x="9392" y="21213"/>
                    </a:cubicBezTo>
                    <a:cubicBezTo>
                      <a:pt x="10678" y="21280"/>
                      <a:pt x="9992" y="22109"/>
                      <a:pt x="10563" y="22385"/>
                    </a:cubicBezTo>
                    <a:cubicBezTo>
                      <a:pt x="13154" y="23623"/>
                      <a:pt x="16059" y="23709"/>
                      <a:pt x="18593" y="23823"/>
                    </a:cubicBezTo>
                    <a:cubicBezTo>
                      <a:pt x="19050" y="21909"/>
                      <a:pt x="19603" y="19994"/>
                      <a:pt x="20117" y="18003"/>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10" id="210"/>
              <p:cNvSpPr/>
              <p:nvPr/>
            </p:nvSpPr>
            <p:spPr>
              <a:xfrm>
                <a:off x="2535178" y="963473"/>
                <a:ext cx="24977" cy="38450"/>
              </a:xfrm>
              <a:custGeom>
                <a:avLst/>
                <a:gdLst/>
                <a:ahLst/>
                <a:cxnLst/>
                <a:rect r="r" b="b" t="t" l="l"/>
                <a:pathLst>
                  <a:path w="24977" h="38450" stroke="true" fill="norm" extrusionOk="true">
                    <a:moveTo>
                      <a:pt x="21522" y="1533"/>
                    </a:moveTo>
                    <a:lnTo>
                      <a:pt x="21531" y="1514"/>
                    </a:lnTo>
                    <a:cubicBezTo>
                      <a:pt x="20427" y="1457"/>
                      <a:pt x="18826" y="-801"/>
                      <a:pt x="16721" y="304"/>
                    </a:cubicBezTo>
                    <a:cubicBezTo>
                      <a:pt x="13140" y="2419"/>
                      <a:pt x="9387" y="4362"/>
                      <a:pt x="7006" y="7686"/>
                    </a:cubicBezTo>
                    <a:cubicBezTo>
                      <a:pt x="7092" y="8057"/>
                      <a:pt x="7120" y="8457"/>
                      <a:pt x="6977" y="8924"/>
                    </a:cubicBezTo>
                    <a:cubicBezTo>
                      <a:pt x="6701" y="9829"/>
                      <a:pt x="6206" y="10362"/>
                      <a:pt x="5634" y="10772"/>
                    </a:cubicBezTo>
                    <a:cubicBezTo>
                      <a:pt x="5644" y="10858"/>
                      <a:pt x="5691" y="10934"/>
                      <a:pt x="5701" y="11029"/>
                    </a:cubicBezTo>
                    <a:cubicBezTo>
                      <a:pt x="5787" y="14620"/>
                      <a:pt x="3377" y="17468"/>
                      <a:pt x="2501" y="20869"/>
                    </a:cubicBezTo>
                    <a:cubicBezTo>
                      <a:pt x="1758" y="23783"/>
                      <a:pt x="824" y="26669"/>
                      <a:pt x="176" y="29603"/>
                    </a:cubicBezTo>
                    <a:cubicBezTo>
                      <a:pt x="215" y="29622"/>
                      <a:pt x="272" y="29632"/>
                      <a:pt x="300" y="29660"/>
                    </a:cubicBezTo>
                    <a:cubicBezTo>
                      <a:pt x="-719" y="32022"/>
                      <a:pt x="1158" y="34813"/>
                      <a:pt x="1481" y="36709"/>
                    </a:cubicBezTo>
                    <a:cubicBezTo>
                      <a:pt x="1481" y="36756"/>
                      <a:pt x="1491" y="36794"/>
                      <a:pt x="1510" y="36842"/>
                    </a:cubicBezTo>
                    <a:cubicBezTo>
                      <a:pt x="2120" y="36785"/>
                      <a:pt x="2758" y="36985"/>
                      <a:pt x="3320" y="37585"/>
                    </a:cubicBezTo>
                    <a:cubicBezTo>
                      <a:pt x="4596" y="38966"/>
                      <a:pt x="7987" y="38509"/>
                      <a:pt x="9368" y="37509"/>
                    </a:cubicBezTo>
                    <a:cubicBezTo>
                      <a:pt x="9854" y="37156"/>
                      <a:pt x="10320" y="37080"/>
                      <a:pt x="10768" y="37109"/>
                    </a:cubicBezTo>
                    <a:cubicBezTo>
                      <a:pt x="10816" y="36985"/>
                      <a:pt x="10863" y="36871"/>
                      <a:pt x="10873" y="36709"/>
                    </a:cubicBezTo>
                    <a:cubicBezTo>
                      <a:pt x="15426" y="37337"/>
                      <a:pt x="15712" y="33718"/>
                      <a:pt x="19093" y="33184"/>
                    </a:cubicBezTo>
                    <a:cubicBezTo>
                      <a:pt x="21036" y="28003"/>
                      <a:pt x="24227" y="24059"/>
                      <a:pt x="24837" y="17535"/>
                    </a:cubicBezTo>
                    <a:cubicBezTo>
                      <a:pt x="24856" y="16458"/>
                      <a:pt x="24970" y="15573"/>
                      <a:pt x="24970" y="15573"/>
                    </a:cubicBezTo>
                    <a:cubicBezTo>
                      <a:pt x="25161" y="8181"/>
                      <a:pt x="21522" y="1533"/>
                      <a:pt x="21522" y="1533"/>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11" id="211"/>
              <p:cNvSpPr/>
              <p:nvPr/>
            </p:nvSpPr>
            <p:spPr>
              <a:xfrm>
                <a:off x="2381682" y="877071"/>
                <a:ext cx="28733" cy="25800"/>
              </a:xfrm>
              <a:custGeom>
                <a:avLst/>
                <a:gdLst/>
                <a:ahLst/>
                <a:cxnLst/>
                <a:rect r="r" b="b" t="t" l="l"/>
                <a:pathLst>
                  <a:path w="28733" h="25800" stroke="true" fill="norm" extrusionOk="true">
                    <a:moveTo>
                      <a:pt x="23618" y="14735"/>
                    </a:moveTo>
                    <a:cubicBezTo>
                      <a:pt x="21656" y="12116"/>
                      <a:pt x="19656" y="9535"/>
                      <a:pt x="17656" y="6934"/>
                    </a:cubicBezTo>
                    <a:cubicBezTo>
                      <a:pt x="16265" y="5134"/>
                      <a:pt x="14703" y="2086"/>
                      <a:pt x="12760" y="0"/>
                    </a:cubicBezTo>
                    <a:cubicBezTo>
                      <a:pt x="12665" y="133"/>
                      <a:pt x="12579" y="276"/>
                      <a:pt x="12484" y="400"/>
                    </a:cubicBezTo>
                    <a:cubicBezTo>
                      <a:pt x="12284" y="648"/>
                      <a:pt x="12017" y="829"/>
                      <a:pt x="11722" y="943"/>
                    </a:cubicBezTo>
                    <a:cubicBezTo>
                      <a:pt x="11722" y="962"/>
                      <a:pt x="11731" y="981"/>
                      <a:pt x="11731" y="1000"/>
                    </a:cubicBezTo>
                    <a:cubicBezTo>
                      <a:pt x="2778" y="2619"/>
                      <a:pt x="-3671" y="9773"/>
                      <a:pt x="2340" y="18612"/>
                    </a:cubicBezTo>
                    <a:cubicBezTo>
                      <a:pt x="2482" y="18831"/>
                      <a:pt x="3349" y="20888"/>
                      <a:pt x="3511" y="20964"/>
                    </a:cubicBezTo>
                    <a:cubicBezTo>
                      <a:pt x="4111" y="21241"/>
                      <a:pt x="5321" y="20603"/>
                      <a:pt x="5854" y="20964"/>
                    </a:cubicBezTo>
                    <a:cubicBezTo>
                      <a:pt x="6292" y="21260"/>
                      <a:pt x="6654" y="23146"/>
                      <a:pt x="7026" y="23317"/>
                    </a:cubicBezTo>
                    <a:cubicBezTo>
                      <a:pt x="7683" y="23612"/>
                      <a:pt x="8721" y="23022"/>
                      <a:pt x="9378" y="23317"/>
                    </a:cubicBezTo>
                    <a:cubicBezTo>
                      <a:pt x="11826" y="24403"/>
                      <a:pt x="13007" y="26337"/>
                      <a:pt x="18770" y="25660"/>
                    </a:cubicBezTo>
                    <a:cubicBezTo>
                      <a:pt x="20380" y="25470"/>
                      <a:pt x="21161" y="25184"/>
                      <a:pt x="22294" y="24489"/>
                    </a:cubicBezTo>
                    <a:cubicBezTo>
                      <a:pt x="23123" y="23965"/>
                      <a:pt x="23904" y="22660"/>
                      <a:pt x="24647" y="22136"/>
                    </a:cubicBezTo>
                    <a:cubicBezTo>
                      <a:pt x="25885" y="21260"/>
                      <a:pt x="27771" y="21374"/>
                      <a:pt x="28733" y="20107"/>
                    </a:cubicBezTo>
                    <a:cubicBezTo>
                      <a:pt x="27171" y="18155"/>
                      <a:pt x="25114" y="16735"/>
                      <a:pt x="23618" y="1473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12" id="212"/>
              <p:cNvSpPr/>
              <p:nvPr/>
            </p:nvSpPr>
            <p:spPr>
              <a:xfrm>
                <a:off x="2397251" y="859196"/>
                <a:ext cx="29046" cy="35029"/>
              </a:xfrm>
              <a:custGeom>
                <a:avLst/>
                <a:gdLst/>
                <a:ahLst/>
                <a:cxnLst/>
                <a:rect r="r" b="b" t="t" l="l"/>
                <a:pathLst>
                  <a:path w="29046" h="35029" stroke="true" fill="norm" extrusionOk="true">
                    <a:moveTo>
                      <a:pt x="27842" y="13008"/>
                    </a:moveTo>
                    <a:cubicBezTo>
                      <a:pt x="27261" y="11112"/>
                      <a:pt x="24098" y="4835"/>
                      <a:pt x="23146" y="4788"/>
                    </a:cubicBezTo>
                    <a:cubicBezTo>
                      <a:pt x="21784" y="4721"/>
                      <a:pt x="22622" y="4045"/>
                      <a:pt x="21974" y="3616"/>
                    </a:cubicBezTo>
                    <a:cubicBezTo>
                      <a:pt x="19374" y="1883"/>
                      <a:pt x="14840" y="-499"/>
                      <a:pt x="11411" y="92"/>
                    </a:cubicBezTo>
                    <a:cubicBezTo>
                      <a:pt x="9125" y="492"/>
                      <a:pt x="6982" y="2121"/>
                      <a:pt x="5544" y="4788"/>
                    </a:cubicBezTo>
                    <a:cubicBezTo>
                      <a:pt x="1800" y="4693"/>
                      <a:pt x="4382" y="10922"/>
                      <a:pt x="1486" y="11684"/>
                    </a:cubicBezTo>
                    <a:cubicBezTo>
                      <a:pt x="1391" y="11951"/>
                      <a:pt x="1248" y="12217"/>
                      <a:pt x="1038" y="12465"/>
                    </a:cubicBezTo>
                    <a:cubicBezTo>
                      <a:pt x="648" y="12922"/>
                      <a:pt x="343" y="13436"/>
                      <a:pt x="0" y="13922"/>
                    </a:cubicBezTo>
                    <a:cubicBezTo>
                      <a:pt x="1676" y="15646"/>
                      <a:pt x="3067" y="17780"/>
                      <a:pt x="4258" y="19494"/>
                    </a:cubicBezTo>
                    <a:cubicBezTo>
                      <a:pt x="5868" y="21799"/>
                      <a:pt x="7687" y="23924"/>
                      <a:pt x="9344" y="26190"/>
                    </a:cubicBezTo>
                    <a:cubicBezTo>
                      <a:pt x="11573" y="29229"/>
                      <a:pt x="14326" y="31629"/>
                      <a:pt x="16621" y="34544"/>
                    </a:cubicBezTo>
                    <a:cubicBezTo>
                      <a:pt x="16735" y="34687"/>
                      <a:pt x="16774" y="34839"/>
                      <a:pt x="16850" y="34992"/>
                    </a:cubicBezTo>
                    <a:cubicBezTo>
                      <a:pt x="16878" y="34992"/>
                      <a:pt x="16897" y="34982"/>
                      <a:pt x="16926" y="34982"/>
                    </a:cubicBezTo>
                    <a:cubicBezTo>
                      <a:pt x="18926" y="35258"/>
                      <a:pt x="20431" y="34268"/>
                      <a:pt x="22136" y="33649"/>
                    </a:cubicBezTo>
                    <a:cubicBezTo>
                      <a:pt x="22498" y="32658"/>
                      <a:pt x="23622" y="32458"/>
                      <a:pt x="24327" y="31801"/>
                    </a:cubicBezTo>
                    <a:cubicBezTo>
                      <a:pt x="25165" y="31020"/>
                      <a:pt x="25946" y="30324"/>
                      <a:pt x="26680" y="29448"/>
                    </a:cubicBezTo>
                    <a:cubicBezTo>
                      <a:pt x="29004" y="23714"/>
                      <a:pt x="30023" y="20094"/>
                      <a:pt x="27842" y="13008"/>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13" id="213"/>
              <p:cNvSpPr/>
              <p:nvPr/>
            </p:nvSpPr>
            <p:spPr>
              <a:xfrm>
                <a:off x="2222780" y="791965"/>
                <a:ext cx="31853" cy="23174"/>
              </a:xfrm>
              <a:custGeom>
                <a:avLst/>
                <a:gdLst/>
                <a:ahLst/>
                <a:cxnLst/>
                <a:rect r="r" b="b" t="t" l="l"/>
                <a:pathLst>
                  <a:path w="31853" h="23174" stroke="true" fill="norm" extrusionOk="true">
                    <a:moveTo>
                      <a:pt x="8289" y="0"/>
                    </a:moveTo>
                    <a:cubicBezTo>
                      <a:pt x="8270" y="19"/>
                      <a:pt x="8270" y="29"/>
                      <a:pt x="8261" y="48"/>
                    </a:cubicBezTo>
                    <a:cubicBezTo>
                      <a:pt x="7975" y="362"/>
                      <a:pt x="7661" y="562"/>
                      <a:pt x="7318" y="714"/>
                    </a:cubicBezTo>
                    <a:cubicBezTo>
                      <a:pt x="6222" y="6144"/>
                      <a:pt x="-1807" y="5286"/>
                      <a:pt x="374" y="15650"/>
                    </a:cubicBezTo>
                    <a:cubicBezTo>
                      <a:pt x="926" y="18278"/>
                      <a:pt x="1460" y="17669"/>
                      <a:pt x="2727" y="19174"/>
                    </a:cubicBezTo>
                    <a:cubicBezTo>
                      <a:pt x="5241" y="22193"/>
                      <a:pt x="7232" y="24117"/>
                      <a:pt x="14461" y="22698"/>
                    </a:cubicBezTo>
                    <a:cubicBezTo>
                      <a:pt x="16833" y="22231"/>
                      <a:pt x="19900" y="20974"/>
                      <a:pt x="22681" y="19174"/>
                    </a:cubicBezTo>
                    <a:cubicBezTo>
                      <a:pt x="27834" y="15831"/>
                      <a:pt x="30244" y="12411"/>
                      <a:pt x="31854" y="5944"/>
                    </a:cubicBezTo>
                    <a:cubicBezTo>
                      <a:pt x="31854" y="5934"/>
                      <a:pt x="31854" y="5934"/>
                      <a:pt x="31854" y="5934"/>
                    </a:cubicBezTo>
                    <a:cubicBezTo>
                      <a:pt x="24320" y="3115"/>
                      <a:pt x="16090" y="972"/>
                      <a:pt x="8289"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14" id="214"/>
              <p:cNvSpPr/>
              <p:nvPr/>
            </p:nvSpPr>
            <p:spPr>
              <a:xfrm>
                <a:off x="2224179" y="764200"/>
                <a:ext cx="35458" cy="29356"/>
              </a:xfrm>
              <a:custGeom>
                <a:avLst/>
                <a:gdLst/>
                <a:ahLst/>
                <a:cxnLst/>
                <a:rect r="r" b="b" t="t" l="l"/>
                <a:pathLst>
                  <a:path w="35458" h="29356" stroke="true" fill="norm" extrusionOk="true">
                    <a:moveTo>
                      <a:pt x="3185" y="21136"/>
                    </a:moveTo>
                    <a:cubicBezTo>
                      <a:pt x="3785" y="21545"/>
                      <a:pt x="4337" y="22041"/>
                      <a:pt x="4823" y="22574"/>
                    </a:cubicBezTo>
                    <a:cubicBezTo>
                      <a:pt x="14034" y="23451"/>
                      <a:pt x="23749" y="25984"/>
                      <a:pt x="32665" y="29356"/>
                    </a:cubicBezTo>
                    <a:cubicBezTo>
                      <a:pt x="32960" y="28585"/>
                      <a:pt x="33265" y="27708"/>
                      <a:pt x="33465" y="27403"/>
                    </a:cubicBezTo>
                    <a:cubicBezTo>
                      <a:pt x="33779" y="26946"/>
                      <a:pt x="34198" y="26565"/>
                      <a:pt x="34655" y="26222"/>
                    </a:cubicBezTo>
                    <a:cubicBezTo>
                      <a:pt x="36551" y="22850"/>
                      <a:pt x="34541" y="17650"/>
                      <a:pt x="34208" y="14068"/>
                    </a:cubicBezTo>
                    <a:cubicBezTo>
                      <a:pt x="32646" y="14230"/>
                      <a:pt x="33151" y="11792"/>
                      <a:pt x="31855" y="11725"/>
                    </a:cubicBezTo>
                    <a:cubicBezTo>
                      <a:pt x="30484" y="11659"/>
                      <a:pt x="31341" y="11078"/>
                      <a:pt x="30684" y="10554"/>
                    </a:cubicBezTo>
                    <a:cubicBezTo>
                      <a:pt x="28198" y="8592"/>
                      <a:pt x="25997" y="5201"/>
                      <a:pt x="22463" y="5858"/>
                    </a:cubicBezTo>
                    <a:cubicBezTo>
                      <a:pt x="22197" y="4924"/>
                      <a:pt x="22435" y="3572"/>
                      <a:pt x="21292" y="3515"/>
                    </a:cubicBezTo>
                    <a:cubicBezTo>
                      <a:pt x="20025" y="3448"/>
                      <a:pt x="20663" y="2591"/>
                      <a:pt x="20120" y="2343"/>
                    </a:cubicBezTo>
                    <a:cubicBezTo>
                      <a:pt x="16920" y="905"/>
                      <a:pt x="11881" y="1753"/>
                      <a:pt x="9557" y="1172"/>
                    </a:cubicBezTo>
                    <a:cubicBezTo>
                      <a:pt x="9443" y="1143"/>
                      <a:pt x="7605" y="95"/>
                      <a:pt x="8386" y="0"/>
                    </a:cubicBezTo>
                    <a:cubicBezTo>
                      <a:pt x="4985" y="419"/>
                      <a:pt x="3890" y="4277"/>
                      <a:pt x="1347" y="3524"/>
                    </a:cubicBezTo>
                    <a:cubicBezTo>
                      <a:pt x="289" y="7153"/>
                      <a:pt x="-311" y="10201"/>
                      <a:pt x="165" y="14087"/>
                    </a:cubicBezTo>
                    <a:cubicBezTo>
                      <a:pt x="537" y="17164"/>
                      <a:pt x="3366" y="19431"/>
                      <a:pt x="3185" y="21136"/>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15" id="215"/>
              <p:cNvSpPr/>
              <p:nvPr/>
            </p:nvSpPr>
            <p:spPr>
              <a:xfrm>
                <a:off x="2140906" y="762984"/>
                <a:ext cx="43223" cy="25342"/>
              </a:xfrm>
              <a:custGeom>
                <a:avLst/>
                <a:gdLst/>
                <a:ahLst/>
                <a:cxnLst/>
                <a:rect r="r" b="b" t="t" l="l"/>
                <a:pathLst>
                  <a:path w="43223" h="25342" stroke="true" fill="norm" extrusionOk="true">
                    <a:moveTo>
                      <a:pt x="14153" y="23504"/>
                    </a:moveTo>
                    <a:cubicBezTo>
                      <a:pt x="15430" y="23780"/>
                      <a:pt x="16878" y="24552"/>
                      <a:pt x="18259" y="25085"/>
                    </a:cubicBezTo>
                    <a:cubicBezTo>
                      <a:pt x="18640" y="25085"/>
                      <a:pt x="19021" y="25181"/>
                      <a:pt x="19373" y="25342"/>
                    </a:cubicBezTo>
                    <a:cubicBezTo>
                      <a:pt x="23269" y="24666"/>
                      <a:pt x="27079" y="23456"/>
                      <a:pt x="31060" y="23333"/>
                    </a:cubicBezTo>
                    <a:cubicBezTo>
                      <a:pt x="35337" y="23190"/>
                      <a:pt x="39176" y="23999"/>
                      <a:pt x="43224" y="24542"/>
                    </a:cubicBezTo>
                    <a:cubicBezTo>
                      <a:pt x="43157" y="24057"/>
                      <a:pt x="43062" y="23561"/>
                      <a:pt x="42938" y="23056"/>
                    </a:cubicBezTo>
                    <a:cubicBezTo>
                      <a:pt x="42824" y="22637"/>
                      <a:pt x="42843" y="22256"/>
                      <a:pt x="42919" y="21913"/>
                    </a:cubicBezTo>
                    <a:cubicBezTo>
                      <a:pt x="42185" y="19780"/>
                      <a:pt x="41852" y="18199"/>
                      <a:pt x="41157" y="17637"/>
                    </a:cubicBezTo>
                    <a:cubicBezTo>
                      <a:pt x="40814" y="17360"/>
                      <a:pt x="41366" y="15713"/>
                      <a:pt x="41157" y="15284"/>
                    </a:cubicBezTo>
                    <a:cubicBezTo>
                      <a:pt x="41090" y="15141"/>
                      <a:pt x="40119" y="15398"/>
                      <a:pt x="39985" y="15284"/>
                    </a:cubicBezTo>
                    <a:cubicBezTo>
                      <a:pt x="39623" y="14989"/>
                      <a:pt x="40223" y="13370"/>
                      <a:pt x="39985" y="12941"/>
                    </a:cubicBezTo>
                    <a:cubicBezTo>
                      <a:pt x="39652" y="12360"/>
                      <a:pt x="37109" y="10207"/>
                      <a:pt x="36461" y="9417"/>
                    </a:cubicBezTo>
                    <a:cubicBezTo>
                      <a:pt x="32603" y="4692"/>
                      <a:pt x="31794" y="4626"/>
                      <a:pt x="25898" y="2378"/>
                    </a:cubicBezTo>
                    <a:cubicBezTo>
                      <a:pt x="23307" y="1387"/>
                      <a:pt x="20992" y="139"/>
                      <a:pt x="18849" y="25"/>
                    </a:cubicBezTo>
                    <a:cubicBezTo>
                      <a:pt x="13163" y="-289"/>
                      <a:pt x="8276" y="2444"/>
                      <a:pt x="2409" y="3549"/>
                    </a:cubicBezTo>
                    <a:cubicBezTo>
                      <a:pt x="1818" y="5035"/>
                      <a:pt x="2209" y="7121"/>
                      <a:pt x="1238" y="8245"/>
                    </a:cubicBezTo>
                    <a:cubicBezTo>
                      <a:pt x="-1477" y="11369"/>
                      <a:pt x="1847" y="11160"/>
                      <a:pt x="66" y="12941"/>
                    </a:cubicBezTo>
                    <a:cubicBezTo>
                      <a:pt x="-448" y="13455"/>
                      <a:pt x="2209" y="16208"/>
                      <a:pt x="2409" y="16465"/>
                    </a:cubicBezTo>
                    <a:cubicBezTo>
                      <a:pt x="3314" y="17570"/>
                      <a:pt x="3676" y="17903"/>
                      <a:pt x="4762" y="18818"/>
                    </a:cubicBezTo>
                    <a:cubicBezTo>
                      <a:pt x="6648" y="20408"/>
                      <a:pt x="7724" y="20389"/>
                      <a:pt x="9458" y="21170"/>
                    </a:cubicBezTo>
                    <a:cubicBezTo>
                      <a:pt x="9896" y="21371"/>
                      <a:pt x="10077" y="23285"/>
                      <a:pt x="10629" y="23514"/>
                    </a:cubicBezTo>
                    <a:cubicBezTo>
                      <a:pt x="11591" y="23914"/>
                      <a:pt x="13134" y="23285"/>
                      <a:pt x="14153" y="23504"/>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16" id="216"/>
              <p:cNvSpPr/>
              <p:nvPr/>
            </p:nvSpPr>
            <p:spPr>
              <a:xfrm>
                <a:off x="2152726" y="791151"/>
                <a:ext cx="31146" cy="33458"/>
              </a:xfrm>
              <a:custGeom>
                <a:avLst/>
                <a:gdLst/>
                <a:ahLst/>
                <a:cxnLst/>
                <a:rect r="r" b="b" t="t" l="l"/>
                <a:pathLst>
                  <a:path w="31146" h="33458" stroke="true" fill="norm" extrusionOk="true">
                    <a:moveTo>
                      <a:pt x="30899" y="1186"/>
                    </a:moveTo>
                    <a:cubicBezTo>
                      <a:pt x="27042" y="595"/>
                      <a:pt x="23270" y="-234"/>
                      <a:pt x="19241" y="62"/>
                    </a:cubicBezTo>
                    <a:cubicBezTo>
                      <a:pt x="15526" y="338"/>
                      <a:pt x="11954" y="1328"/>
                      <a:pt x="8315" y="1976"/>
                    </a:cubicBezTo>
                    <a:cubicBezTo>
                      <a:pt x="7668" y="3862"/>
                      <a:pt x="6706" y="5977"/>
                      <a:pt x="5391" y="7463"/>
                    </a:cubicBezTo>
                    <a:cubicBezTo>
                      <a:pt x="5410" y="9339"/>
                      <a:pt x="2181" y="10739"/>
                      <a:pt x="1162" y="12959"/>
                    </a:cubicBezTo>
                    <a:cubicBezTo>
                      <a:pt x="972" y="13378"/>
                      <a:pt x="1505" y="15025"/>
                      <a:pt x="1162" y="15302"/>
                    </a:cubicBezTo>
                    <a:cubicBezTo>
                      <a:pt x="781" y="15616"/>
                      <a:pt x="619" y="15797"/>
                      <a:pt x="562" y="15940"/>
                    </a:cubicBezTo>
                    <a:cubicBezTo>
                      <a:pt x="552" y="15978"/>
                      <a:pt x="552" y="16007"/>
                      <a:pt x="543" y="16035"/>
                    </a:cubicBezTo>
                    <a:cubicBezTo>
                      <a:pt x="552" y="16388"/>
                      <a:pt x="1505" y="16349"/>
                      <a:pt x="1162" y="17654"/>
                    </a:cubicBezTo>
                    <a:cubicBezTo>
                      <a:pt x="1095" y="17921"/>
                      <a:pt x="467" y="17807"/>
                      <a:pt x="152" y="18169"/>
                    </a:cubicBezTo>
                    <a:cubicBezTo>
                      <a:pt x="105" y="18416"/>
                      <a:pt x="57" y="18664"/>
                      <a:pt x="0" y="18912"/>
                    </a:cubicBezTo>
                    <a:cubicBezTo>
                      <a:pt x="229" y="21522"/>
                      <a:pt x="1495" y="24389"/>
                      <a:pt x="3515" y="27046"/>
                    </a:cubicBezTo>
                    <a:cubicBezTo>
                      <a:pt x="4810" y="28751"/>
                      <a:pt x="6163" y="29208"/>
                      <a:pt x="8211" y="30570"/>
                    </a:cubicBezTo>
                    <a:cubicBezTo>
                      <a:pt x="9230" y="31247"/>
                      <a:pt x="9163" y="32275"/>
                      <a:pt x="10554" y="32923"/>
                    </a:cubicBezTo>
                    <a:cubicBezTo>
                      <a:pt x="10982" y="33113"/>
                      <a:pt x="12630" y="32580"/>
                      <a:pt x="12906" y="32923"/>
                    </a:cubicBezTo>
                    <a:cubicBezTo>
                      <a:pt x="13516" y="33666"/>
                      <a:pt x="14478" y="33609"/>
                      <a:pt x="16431" y="32923"/>
                    </a:cubicBezTo>
                    <a:cubicBezTo>
                      <a:pt x="17936" y="32390"/>
                      <a:pt x="18850" y="32590"/>
                      <a:pt x="19955" y="31751"/>
                    </a:cubicBezTo>
                    <a:cubicBezTo>
                      <a:pt x="21803" y="30342"/>
                      <a:pt x="22508" y="27408"/>
                      <a:pt x="23479" y="23531"/>
                    </a:cubicBezTo>
                    <a:cubicBezTo>
                      <a:pt x="23708" y="22626"/>
                      <a:pt x="24584" y="22598"/>
                      <a:pt x="24651" y="22360"/>
                    </a:cubicBezTo>
                    <a:cubicBezTo>
                      <a:pt x="25298" y="19836"/>
                      <a:pt x="25022" y="16607"/>
                      <a:pt x="25832" y="14140"/>
                    </a:cubicBezTo>
                    <a:cubicBezTo>
                      <a:pt x="25899" y="13930"/>
                      <a:pt x="26794" y="13797"/>
                      <a:pt x="27003" y="12968"/>
                    </a:cubicBezTo>
                    <a:cubicBezTo>
                      <a:pt x="27546" y="10806"/>
                      <a:pt x="27880" y="8129"/>
                      <a:pt x="29347" y="5920"/>
                    </a:cubicBezTo>
                    <a:cubicBezTo>
                      <a:pt x="29842" y="5177"/>
                      <a:pt x="30432" y="3834"/>
                      <a:pt x="31147" y="2338"/>
                    </a:cubicBezTo>
                    <a:cubicBezTo>
                      <a:pt x="30947" y="1967"/>
                      <a:pt x="30890" y="1576"/>
                      <a:pt x="30899" y="1186"/>
                    </a:cubicBezTo>
                    <a:close/>
                  </a:path>
                </a:pathLst>
              </a:custGeom>
              <a:solidFill>
                <a:srgbClr val="EDD443"/>
              </a:solidFill>
              <a:ln cap="flat">
                <a:noFill/>
                <a:prstDash val="solid"/>
                <a:miter lim="800000"/>
              </a:ln>
            </p:spPr>
            <p:txBody>
              <a:bodyPr vert="horz" anchor="ctr" tIns="45720" lIns="91440" bIns="45720" rIns="91440"/>
              <a:p>
                <a:pPr algn="l" marL="0"/>
              </a:p>
            </p:txBody>
          </p:sp>
        </p:grpSp>
        <p:grpSp>
          <p:nvGrpSpPr>
            <p:cNvPr name="Group 217" id="217"/>
            <p:cNvGrpSpPr/>
            <p:nvPr/>
          </p:nvGrpSpPr>
          <p:grpSpPr>
            <a:xfrm>
              <a:off x="9069307" y="3563948"/>
              <a:ext cx="94271" cy="291093"/>
              <a:chOff x="2578567" y="967368"/>
              <a:chExt cx="94271" cy="291093"/>
            </a:xfrm>
          </p:grpSpPr>
          <p:sp>
            <p:nvSpPr>
              <p:cNvPr name="Freeform 218" id="218"/>
              <p:cNvSpPr/>
              <p:nvPr/>
            </p:nvSpPr>
            <p:spPr>
              <a:xfrm>
                <a:off x="2584770" y="967368"/>
                <a:ext cx="35724" cy="57902"/>
              </a:xfrm>
              <a:custGeom>
                <a:avLst/>
                <a:gdLst/>
                <a:ahLst/>
                <a:cxnLst/>
                <a:rect r="r" b="b" t="t" l="l"/>
                <a:pathLst>
                  <a:path w="35724" h="57902" stroke="true" fill="norm" extrusionOk="true">
                    <a:moveTo>
                      <a:pt x="0" y="25765"/>
                    </a:moveTo>
                    <a:cubicBezTo>
                      <a:pt x="-10" y="26213"/>
                      <a:pt x="819" y="29194"/>
                      <a:pt x="1172" y="30461"/>
                    </a:cubicBezTo>
                    <a:cubicBezTo>
                      <a:pt x="1734" y="32433"/>
                      <a:pt x="4010" y="35947"/>
                      <a:pt x="4696" y="38681"/>
                    </a:cubicBezTo>
                    <a:cubicBezTo>
                      <a:pt x="5848" y="43310"/>
                      <a:pt x="8668" y="48587"/>
                      <a:pt x="11744" y="52769"/>
                    </a:cubicBezTo>
                    <a:cubicBezTo>
                      <a:pt x="14192" y="54626"/>
                      <a:pt x="16526" y="56598"/>
                      <a:pt x="19965" y="57464"/>
                    </a:cubicBezTo>
                    <a:cubicBezTo>
                      <a:pt x="20003" y="57550"/>
                      <a:pt x="20012" y="57664"/>
                      <a:pt x="20050" y="57760"/>
                    </a:cubicBezTo>
                    <a:cubicBezTo>
                      <a:pt x="22460" y="58064"/>
                      <a:pt x="25670" y="57969"/>
                      <a:pt x="27194" y="56588"/>
                    </a:cubicBezTo>
                    <a:cubicBezTo>
                      <a:pt x="27118" y="56493"/>
                      <a:pt x="27089" y="56379"/>
                      <a:pt x="27013" y="56293"/>
                    </a:cubicBezTo>
                    <a:cubicBezTo>
                      <a:pt x="28080" y="54874"/>
                      <a:pt x="29470" y="52464"/>
                      <a:pt x="30537" y="50425"/>
                    </a:cubicBezTo>
                    <a:cubicBezTo>
                      <a:pt x="31071" y="49406"/>
                      <a:pt x="31061" y="48197"/>
                      <a:pt x="31709" y="46901"/>
                    </a:cubicBezTo>
                    <a:cubicBezTo>
                      <a:pt x="32090" y="46139"/>
                      <a:pt x="33928" y="44939"/>
                      <a:pt x="34052" y="44558"/>
                    </a:cubicBezTo>
                    <a:cubicBezTo>
                      <a:pt x="34509" y="43139"/>
                      <a:pt x="33709" y="41310"/>
                      <a:pt x="34052" y="39862"/>
                    </a:cubicBezTo>
                    <a:cubicBezTo>
                      <a:pt x="34281" y="38891"/>
                      <a:pt x="35004" y="38662"/>
                      <a:pt x="35224" y="37509"/>
                    </a:cubicBezTo>
                    <a:cubicBezTo>
                      <a:pt x="35385" y="36652"/>
                      <a:pt x="34642" y="33395"/>
                      <a:pt x="35224" y="32814"/>
                    </a:cubicBezTo>
                    <a:cubicBezTo>
                      <a:pt x="36214" y="31823"/>
                      <a:pt x="35471" y="31652"/>
                      <a:pt x="35224" y="29289"/>
                    </a:cubicBezTo>
                    <a:cubicBezTo>
                      <a:pt x="34766" y="24975"/>
                      <a:pt x="35681" y="18012"/>
                      <a:pt x="34052" y="14021"/>
                    </a:cubicBezTo>
                    <a:cubicBezTo>
                      <a:pt x="33842" y="13506"/>
                      <a:pt x="32947" y="14088"/>
                      <a:pt x="32880" y="12849"/>
                    </a:cubicBezTo>
                    <a:cubicBezTo>
                      <a:pt x="32861" y="12535"/>
                      <a:pt x="32995" y="11963"/>
                      <a:pt x="32880" y="11678"/>
                    </a:cubicBezTo>
                    <a:cubicBezTo>
                      <a:pt x="32414" y="10497"/>
                      <a:pt x="30623" y="4820"/>
                      <a:pt x="28184" y="3458"/>
                    </a:cubicBezTo>
                    <a:cubicBezTo>
                      <a:pt x="28232" y="3286"/>
                      <a:pt x="28289" y="3172"/>
                      <a:pt x="28346" y="3067"/>
                    </a:cubicBezTo>
                    <a:cubicBezTo>
                      <a:pt x="27194" y="2200"/>
                      <a:pt x="26032" y="1333"/>
                      <a:pt x="24756" y="629"/>
                    </a:cubicBezTo>
                    <a:cubicBezTo>
                      <a:pt x="24432" y="457"/>
                      <a:pt x="24194" y="238"/>
                      <a:pt x="24003" y="0"/>
                    </a:cubicBezTo>
                    <a:cubicBezTo>
                      <a:pt x="19240" y="248"/>
                      <a:pt x="14154" y="1943"/>
                      <a:pt x="10582" y="4629"/>
                    </a:cubicBezTo>
                    <a:cubicBezTo>
                      <a:pt x="8801" y="5963"/>
                      <a:pt x="8592" y="7268"/>
                      <a:pt x="7058" y="9325"/>
                    </a:cubicBezTo>
                    <a:cubicBezTo>
                      <a:pt x="6610" y="9925"/>
                      <a:pt x="5134" y="9935"/>
                      <a:pt x="4705" y="10497"/>
                    </a:cubicBezTo>
                    <a:cubicBezTo>
                      <a:pt x="4391" y="10916"/>
                      <a:pt x="5096" y="12525"/>
                      <a:pt x="4705" y="12849"/>
                    </a:cubicBezTo>
                    <a:cubicBezTo>
                      <a:pt x="4572" y="12954"/>
                      <a:pt x="3591" y="12716"/>
                      <a:pt x="3534" y="12849"/>
                    </a:cubicBezTo>
                    <a:cubicBezTo>
                      <a:pt x="3334" y="13316"/>
                      <a:pt x="2857" y="17717"/>
                      <a:pt x="2362" y="19888"/>
                    </a:cubicBezTo>
                    <a:cubicBezTo>
                      <a:pt x="2058" y="21203"/>
                      <a:pt x="2953" y="23393"/>
                      <a:pt x="2362" y="24584"/>
                    </a:cubicBezTo>
                    <a:cubicBezTo>
                      <a:pt x="2276" y="24736"/>
                      <a:pt x="0" y="25822"/>
                      <a:pt x="0" y="25765"/>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19" id="219"/>
              <p:cNvSpPr/>
              <p:nvPr/>
            </p:nvSpPr>
            <p:spPr>
              <a:xfrm>
                <a:off x="2590346" y="1085851"/>
                <a:ext cx="29017" cy="32612"/>
              </a:xfrm>
              <a:custGeom>
                <a:avLst/>
                <a:gdLst/>
                <a:ahLst/>
                <a:cxnLst/>
                <a:rect r="r" b="b" t="t" l="l"/>
                <a:pathLst>
                  <a:path w="29017" h="32612" stroke="true" fill="norm" extrusionOk="true">
                    <a:moveTo>
                      <a:pt x="28867" y="8238"/>
                    </a:moveTo>
                    <a:cubicBezTo>
                      <a:pt x="28753" y="8181"/>
                      <a:pt x="28657" y="8200"/>
                      <a:pt x="28543" y="8124"/>
                    </a:cubicBezTo>
                    <a:cubicBezTo>
                      <a:pt x="26809" y="6847"/>
                      <a:pt x="25028" y="5714"/>
                      <a:pt x="23037" y="4857"/>
                    </a:cubicBezTo>
                    <a:cubicBezTo>
                      <a:pt x="22352" y="4561"/>
                      <a:pt x="21999" y="4095"/>
                      <a:pt x="21847" y="3590"/>
                    </a:cubicBezTo>
                    <a:cubicBezTo>
                      <a:pt x="21723" y="3561"/>
                      <a:pt x="21590" y="3542"/>
                      <a:pt x="21437" y="3552"/>
                    </a:cubicBezTo>
                    <a:cubicBezTo>
                      <a:pt x="20580" y="2094"/>
                      <a:pt x="17980" y="1656"/>
                      <a:pt x="16741" y="1209"/>
                    </a:cubicBezTo>
                    <a:cubicBezTo>
                      <a:pt x="16275" y="1037"/>
                      <a:pt x="16770" y="94"/>
                      <a:pt x="15570" y="37"/>
                    </a:cubicBezTo>
                    <a:cubicBezTo>
                      <a:pt x="14417" y="-30"/>
                      <a:pt x="13208" y="8"/>
                      <a:pt x="12046" y="37"/>
                    </a:cubicBezTo>
                    <a:cubicBezTo>
                      <a:pt x="9188" y="123"/>
                      <a:pt x="2673" y="2809"/>
                      <a:pt x="1311" y="5562"/>
                    </a:cubicBezTo>
                    <a:cubicBezTo>
                      <a:pt x="-527" y="9257"/>
                      <a:pt x="-22" y="13820"/>
                      <a:pt x="396" y="17792"/>
                    </a:cubicBezTo>
                    <a:cubicBezTo>
                      <a:pt x="816" y="21735"/>
                      <a:pt x="2873" y="24878"/>
                      <a:pt x="6169" y="27050"/>
                    </a:cubicBezTo>
                    <a:cubicBezTo>
                      <a:pt x="6759" y="27440"/>
                      <a:pt x="10788" y="27964"/>
                      <a:pt x="10864" y="29403"/>
                    </a:cubicBezTo>
                    <a:cubicBezTo>
                      <a:pt x="10960" y="31269"/>
                      <a:pt x="12093" y="29384"/>
                      <a:pt x="12036" y="29403"/>
                    </a:cubicBezTo>
                    <a:cubicBezTo>
                      <a:pt x="12208" y="29365"/>
                      <a:pt x="14722" y="30365"/>
                      <a:pt x="15560" y="30574"/>
                    </a:cubicBezTo>
                    <a:cubicBezTo>
                      <a:pt x="16065" y="30698"/>
                      <a:pt x="21761" y="32794"/>
                      <a:pt x="24952" y="31746"/>
                    </a:cubicBezTo>
                    <a:cubicBezTo>
                      <a:pt x="25028" y="31851"/>
                      <a:pt x="25104" y="31965"/>
                      <a:pt x="25181" y="32070"/>
                    </a:cubicBezTo>
                    <a:cubicBezTo>
                      <a:pt x="25533" y="31965"/>
                      <a:pt x="25924" y="31917"/>
                      <a:pt x="26352" y="32003"/>
                    </a:cubicBezTo>
                    <a:cubicBezTo>
                      <a:pt x="26924" y="32108"/>
                      <a:pt x="27676" y="32346"/>
                      <a:pt x="28486" y="32613"/>
                    </a:cubicBezTo>
                    <a:cubicBezTo>
                      <a:pt x="27409" y="24764"/>
                      <a:pt x="29591" y="16201"/>
                      <a:pt x="28867" y="823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20" id="220"/>
              <p:cNvSpPr/>
              <p:nvPr/>
            </p:nvSpPr>
            <p:spPr>
              <a:xfrm>
                <a:off x="2623404" y="1087050"/>
                <a:ext cx="24878" cy="31084"/>
              </a:xfrm>
              <a:custGeom>
                <a:avLst/>
                <a:gdLst/>
                <a:ahLst/>
                <a:cxnLst/>
                <a:rect r="r" b="b" t="t" l="l"/>
                <a:pathLst>
                  <a:path w="24878" h="31084" stroke="true" fill="norm" extrusionOk="true">
                    <a:moveTo>
                      <a:pt x="23754" y="11372"/>
                    </a:moveTo>
                    <a:cubicBezTo>
                      <a:pt x="22754" y="8296"/>
                      <a:pt x="20926" y="3085"/>
                      <a:pt x="17916" y="1314"/>
                    </a:cubicBezTo>
                    <a:cubicBezTo>
                      <a:pt x="16487" y="476"/>
                      <a:pt x="13468" y="-77"/>
                      <a:pt x="11848" y="9"/>
                    </a:cubicBezTo>
                    <a:cubicBezTo>
                      <a:pt x="6638" y="285"/>
                      <a:pt x="4381" y="4228"/>
                      <a:pt x="390" y="6162"/>
                    </a:cubicBezTo>
                    <a:cubicBezTo>
                      <a:pt x="618" y="8829"/>
                      <a:pt x="618" y="11544"/>
                      <a:pt x="590" y="14392"/>
                    </a:cubicBezTo>
                    <a:cubicBezTo>
                      <a:pt x="542" y="18916"/>
                      <a:pt x="-458" y="25622"/>
                      <a:pt x="256" y="30946"/>
                    </a:cubicBezTo>
                    <a:cubicBezTo>
                      <a:pt x="1152" y="30822"/>
                      <a:pt x="2047" y="30746"/>
                      <a:pt x="2971" y="30870"/>
                    </a:cubicBezTo>
                    <a:lnTo>
                      <a:pt x="2828" y="30327"/>
                    </a:lnTo>
                    <a:cubicBezTo>
                      <a:pt x="6886" y="32051"/>
                      <a:pt x="11429" y="30546"/>
                      <a:pt x="15144" y="28689"/>
                    </a:cubicBezTo>
                    <a:cubicBezTo>
                      <a:pt x="17811" y="27355"/>
                      <a:pt x="21773" y="25860"/>
                      <a:pt x="23412" y="23212"/>
                    </a:cubicBezTo>
                    <a:cubicBezTo>
                      <a:pt x="25631" y="19602"/>
                      <a:pt x="24983" y="15173"/>
                      <a:pt x="23754" y="11372"/>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1" id="221"/>
              <p:cNvSpPr/>
              <p:nvPr/>
            </p:nvSpPr>
            <p:spPr>
              <a:xfrm>
                <a:off x="2602839" y="1169165"/>
                <a:ext cx="30117" cy="32142"/>
              </a:xfrm>
              <a:custGeom>
                <a:avLst/>
                <a:gdLst/>
                <a:ahLst/>
                <a:cxnLst/>
                <a:rect r="r" b="b" t="t" l="l"/>
                <a:pathLst>
                  <a:path w="30117" h="32142" stroke="true" fill="norm" extrusionOk="true">
                    <a:moveTo>
                      <a:pt x="27251" y="4467"/>
                    </a:moveTo>
                    <a:cubicBezTo>
                      <a:pt x="26994" y="4439"/>
                      <a:pt x="26727" y="4448"/>
                      <a:pt x="26470" y="4401"/>
                    </a:cubicBezTo>
                    <a:cubicBezTo>
                      <a:pt x="26498" y="4534"/>
                      <a:pt x="26518" y="4639"/>
                      <a:pt x="26546" y="4772"/>
                    </a:cubicBezTo>
                    <a:cubicBezTo>
                      <a:pt x="20755" y="4877"/>
                      <a:pt x="17745" y="-86"/>
                      <a:pt x="12459" y="76"/>
                    </a:cubicBezTo>
                    <a:cubicBezTo>
                      <a:pt x="11744" y="95"/>
                      <a:pt x="10801" y="-105"/>
                      <a:pt x="10106" y="76"/>
                    </a:cubicBezTo>
                    <a:cubicBezTo>
                      <a:pt x="8906" y="372"/>
                      <a:pt x="9535" y="972"/>
                      <a:pt x="8934" y="1248"/>
                    </a:cubicBezTo>
                    <a:cubicBezTo>
                      <a:pt x="8068" y="1648"/>
                      <a:pt x="6477" y="1800"/>
                      <a:pt x="5410" y="2420"/>
                    </a:cubicBezTo>
                    <a:cubicBezTo>
                      <a:pt x="4801" y="2772"/>
                      <a:pt x="4277" y="3905"/>
                      <a:pt x="3620" y="4715"/>
                    </a:cubicBezTo>
                    <a:cubicBezTo>
                      <a:pt x="3572" y="4820"/>
                      <a:pt x="3562" y="4934"/>
                      <a:pt x="3496" y="5048"/>
                    </a:cubicBezTo>
                    <a:cubicBezTo>
                      <a:pt x="819" y="9287"/>
                      <a:pt x="105" y="13449"/>
                      <a:pt x="0" y="18279"/>
                    </a:cubicBezTo>
                    <a:cubicBezTo>
                      <a:pt x="1714" y="20641"/>
                      <a:pt x="3829" y="23032"/>
                      <a:pt x="5410" y="25899"/>
                    </a:cubicBezTo>
                    <a:cubicBezTo>
                      <a:pt x="5572" y="26194"/>
                      <a:pt x="5572" y="26575"/>
                      <a:pt x="5534" y="26985"/>
                    </a:cubicBezTo>
                    <a:cubicBezTo>
                      <a:pt x="5544" y="26994"/>
                      <a:pt x="11344" y="30947"/>
                      <a:pt x="16564" y="30995"/>
                    </a:cubicBezTo>
                    <a:cubicBezTo>
                      <a:pt x="16745" y="30966"/>
                      <a:pt x="16926" y="30956"/>
                      <a:pt x="17221" y="31033"/>
                    </a:cubicBezTo>
                    <a:cubicBezTo>
                      <a:pt x="18621" y="31404"/>
                      <a:pt x="20917" y="32804"/>
                      <a:pt x="23022" y="31766"/>
                    </a:cubicBezTo>
                    <a:cubicBezTo>
                      <a:pt x="25498" y="31299"/>
                      <a:pt x="27756" y="30604"/>
                      <a:pt x="30118" y="30004"/>
                    </a:cubicBezTo>
                    <a:cubicBezTo>
                      <a:pt x="30013" y="21384"/>
                      <a:pt x="28775" y="12926"/>
                      <a:pt x="27251" y="4467"/>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2" id="222"/>
              <p:cNvSpPr/>
              <p:nvPr/>
            </p:nvSpPr>
            <p:spPr>
              <a:xfrm>
                <a:off x="2635024" y="1159812"/>
                <a:ext cx="32029" cy="43532"/>
              </a:xfrm>
              <a:custGeom>
                <a:avLst/>
                <a:gdLst/>
                <a:ahLst/>
                <a:cxnLst/>
                <a:rect r="r" b="b" t="t" l="l"/>
                <a:pathLst>
                  <a:path w="32029" h="43532" stroke="true" fill="norm" extrusionOk="true">
                    <a:moveTo>
                      <a:pt x="32013" y="18316"/>
                    </a:moveTo>
                    <a:cubicBezTo>
                      <a:pt x="31432" y="16297"/>
                      <a:pt x="31804" y="13325"/>
                      <a:pt x="30756" y="11772"/>
                    </a:cubicBezTo>
                    <a:cubicBezTo>
                      <a:pt x="31042" y="11791"/>
                      <a:pt x="31242" y="11877"/>
                      <a:pt x="31461" y="11953"/>
                    </a:cubicBezTo>
                    <a:cubicBezTo>
                      <a:pt x="31118" y="9258"/>
                      <a:pt x="30756" y="7077"/>
                      <a:pt x="30756" y="7077"/>
                    </a:cubicBezTo>
                    <a:cubicBezTo>
                      <a:pt x="28346" y="4791"/>
                      <a:pt x="27880" y="552"/>
                      <a:pt x="23708" y="38"/>
                    </a:cubicBezTo>
                    <a:cubicBezTo>
                      <a:pt x="20660" y="-162"/>
                      <a:pt x="20812" y="466"/>
                      <a:pt x="17840" y="1209"/>
                    </a:cubicBezTo>
                    <a:cubicBezTo>
                      <a:pt x="16821" y="1466"/>
                      <a:pt x="14992" y="2533"/>
                      <a:pt x="13145" y="3562"/>
                    </a:cubicBezTo>
                    <a:cubicBezTo>
                      <a:pt x="12525" y="3905"/>
                      <a:pt x="13306" y="4667"/>
                      <a:pt x="11973" y="4733"/>
                    </a:cubicBezTo>
                    <a:cubicBezTo>
                      <a:pt x="8611" y="4914"/>
                      <a:pt x="5010" y="9905"/>
                      <a:pt x="2581" y="12953"/>
                    </a:cubicBezTo>
                    <a:cubicBezTo>
                      <a:pt x="2515" y="12877"/>
                      <a:pt x="2477" y="12773"/>
                      <a:pt x="2419" y="12696"/>
                    </a:cubicBezTo>
                    <a:cubicBezTo>
                      <a:pt x="1696" y="13249"/>
                      <a:pt x="867" y="13544"/>
                      <a:pt x="0" y="13716"/>
                    </a:cubicBezTo>
                    <a:cubicBezTo>
                      <a:pt x="1514" y="22240"/>
                      <a:pt x="2734" y="30775"/>
                      <a:pt x="2829" y="39471"/>
                    </a:cubicBezTo>
                    <a:cubicBezTo>
                      <a:pt x="4972" y="40443"/>
                      <a:pt x="7068" y="41519"/>
                      <a:pt x="9268" y="42357"/>
                    </a:cubicBezTo>
                    <a:cubicBezTo>
                      <a:pt x="9382" y="42348"/>
                      <a:pt x="9506" y="42319"/>
                      <a:pt x="9630" y="42310"/>
                    </a:cubicBezTo>
                    <a:cubicBezTo>
                      <a:pt x="11335" y="44129"/>
                      <a:pt x="15640" y="43338"/>
                      <a:pt x="19022" y="43481"/>
                    </a:cubicBezTo>
                    <a:cubicBezTo>
                      <a:pt x="24708" y="42519"/>
                      <a:pt x="25575" y="36728"/>
                      <a:pt x="29585" y="34089"/>
                    </a:cubicBezTo>
                    <a:cubicBezTo>
                      <a:pt x="29918" y="29337"/>
                      <a:pt x="31604" y="25927"/>
                      <a:pt x="31928" y="21174"/>
                    </a:cubicBezTo>
                    <a:cubicBezTo>
                      <a:pt x="32042" y="20421"/>
                      <a:pt x="32042" y="19411"/>
                      <a:pt x="32013" y="1831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3" id="223"/>
              <p:cNvSpPr/>
              <p:nvPr/>
            </p:nvSpPr>
            <p:spPr>
              <a:xfrm>
                <a:off x="2617619" y="1226762"/>
                <a:ext cx="31520" cy="31699"/>
              </a:xfrm>
              <a:custGeom>
                <a:avLst/>
                <a:gdLst/>
                <a:ahLst/>
                <a:cxnLst/>
                <a:rect r="r" b="b" t="t" l="l"/>
                <a:pathLst>
                  <a:path w="31520" h="31699" stroke="true" fill="norm" extrusionOk="true">
                    <a:moveTo>
                      <a:pt x="29492" y="15764"/>
                    </a:moveTo>
                    <a:cubicBezTo>
                      <a:pt x="28749" y="12192"/>
                      <a:pt x="27396" y="8849"/>
                      <a:pt x="26606" y="5324"/>
                    </a:cubicBezTo>
                    <a:cubicBezTo>
                      <a:pt x="26301" y="5172"/>
                      <a:pt x="26015" y="4991"/>
                      <a:pt x="25739" y="4734"/>
                    </a:cubicBezTo>
                    <a:cubicBezTo>
                      <a:pt x="24625" y="4334"/>
                      <a:pt x="23091" y="2686"/>
                      <a:pt x="22329" y="2353"/>
                    </a:cubicBezTo>
                    <a:cubicBezTo>
                      <a:pt x="20481" y="1533"/>
                      <a:pt x="17776" y="1981"/>
                      <a:pt x="17633" y="0"/>
                    </a:cubicBezTo>
                    <a:lnTo>
                      <a:pt x="13795" y="0"/>
                    </a:lnTo>
                    <a:cubicBezTo>
                      <a:pt x="13518" y="248"/>
                      <a:pt x="13185" y="448"/>
                      <a:pt x="12728" y="543"/>
                    </a:cubicBezTo>
                    <a:cubicBezTo>
                      <a:pt x="9642" y="1181"/>
                      <a:pt x="6479" y="1105"/>
                      <a:pt x="3393" y="1629"/>
                    </a:cubicBezTo>
                    <a:cubicBezTo>
                      <a:pt x="2317" y="5353"/>
                      <a:pt x="450" y="8020"/>
                      <a:pt x="21" y="11735"/>
                    </a:cubicBezTo>
                    <a:cubicBezTo>
                      <a:pt x="-197" y="13659"/>
                      <a:pt x="1336" y="13764"/>
                      <a:pt x="1193" y="15259"/>
                    </a:cubicBezTo>
                    <a:cubicBezTo>
                      <a:pt x="1193" y="15192"/>
                      <a:pt x="60" y="15640"/>
                      <a:pt x="21" y="16431"/>
                    </a:cubicBezTo>
                    <a:cubicBezTo>
                      <a:pt x="-93" y="18536"/>
                      <a:pt x="1431" y="18907"/>
                      <a:pt x="1193" y="21126"/>
                    </a:cubicBezTo>
                    <a:cubicBezTo>
                      <a:pt x="841" y="22536"/>
                      <a:pt x="3117" y="21698"/>
                      <a:pt x="3546" y="22298"/>
                    </a:cubicBezTo>
                    <a:cubicBezTo>
                      <a:pt x="3889" y="22784"/>
                      <a:pt x="3146" y="24222"/>
                      <a:pt x="3546" y="24651"/>
                    </a:cubicBezTo>
                    <a:cubicBezTo>
                      <a:pt x="5727" y="26994"/>
                      <a:pt x="11366" y="28337"/>
                      <a:pt x="14109" y="31699"/>
                    </a:cubicBezTo>
                    <a:cubicBezTo>
                      <a:pt x="15643" y="29947"/>
                      <a:pt x="15957" y="31690"/>
                      <a:pt x="17633" y="31699"/>
                    </a:cubicBezTo>
                    <a:cubicBezTo>
                      <a:pt x="20234" y="31709"/>
                      <a:pt x="22977" y="31242"/>
                      <a:pt x="25853" y="30527"/>
                    </a:cubicBezTo>
                    <a:cubicBezTo>
                      <a:pt x="27606" y="30089"/>
                      <a:pt x="30625" y="29794"/>
                      <a:pt x="31521" y="28384"/>
                    </a:cubicBezTo>
                    <a:cubicBezTo>
                      <a:pt x="30597" y="24222"/>
                      <a:pt x="30359" y="19955"/>
                      <a:pt x="29492" y="15764"/>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4" id="224"/>
              <p:cNvSpPr/>
              <p:nvPr/>
            </p:nvSpPr>
            <p:spPr>
              <a:xfrm>
                <a:off x="2648988" y="1215028"/>
                <a:ext cx="23850" cy="40128"/>
              </a:xfrm>
              <a:custGeom>
                <a:avLst/>
                <a:gdLst/>
                <a:ahLst/>
                <a:cxnLst/>
                <a:rect r="r" b="b" t="t" l="l"/>
                <a:pathLst>
                  <a:path w="23850" h="40128" stroke="true" fill="norm" extrusionOk="true">
                    <a:moveTo>
                      <a:pt x="23841" y="0"/>
                    </a:moveTo>
                    <a:cubicBezTo>
                      <a:pt x="20545" y="286"/>
                      <a:pt x="18202" y="1515"/>
                      <a:pt x="15564" y="2457"/>
                    </a:cubicBezTo>
                    <a:cubicBezTo>
                      <a:pt x="14164" y="2953"/>
                      <a:pt x="12706" y="3391"/>
                      <a:pt x="10925" y="3524"/>
                    </a:cubicBezTo>
                    <a:cubicBezTo>
                      <a:pt x="9515" y="3762"/>
                      <a:pt x="9296" y="4915"/>
                      <a:pt x="8572" y="5867"/>
                    </a:cubicBezTo>
                    <a:cubicBezTo>
                      <a:pt x="7582" y="7172"/>
                      <a:pt x="5934" y="8592"/>
                      <a:pt x="4572" y="10430"/>
                    </a:cubicBezTo>
                    <a:cubicBezTo>
                      <a:pt x="4648" y="10916"/>
                      <a:pt x="4581" y="11430"/>
                      <a:pt x="4229" y="11983"/>
                    </a:cubicBezTo>
                    <a:cubicBezTo>
                      <a:pt x="3886" y="12497"/>
                      <a:pt x="3410" y="13078"/>
                      <a:pt x="2877" y="13668"/>
                    </a:cubicBezTo>
                    <a:cubicBezTo>
                      <a:pt x="2829" y="13821"/>
                      <a:pt x="2743" y="13935"/>
                      <a:pt x="2705" y="14097"/>
                    </a:cubicBezTo>
                    <a:cubicBezTo>
                      <a:pt x="2667" y="14059"/>
                      <a:pt x="2638" y="14011"/>
                      <a:pt x="2610" y="13973"/>
                    </a:cubicBezTo>
                    <a:cubicBezTo>
                      <a:pt x="1838" y="14802"/>
                      <a:pt x="943" y="15593"/>
                      <a:pt x="0" y="16212"/>
                    </a:cubicBezTo>
                    <a:cubicBezTo>
                      <a:pt x="800" y="20145"/>
                      <a:pt x="2553" y="23822"/>
                      <a:pt x="3124" y="27842"/>
                    </a:cubicBezTo>
                    <a:cubicBezTo>
                      <a:pt x="3696" y="31871"/>
                      <a:pt x="4086" y="35909"/>
                      <a:pt x="5086" y="39862"/>
                    </a:cubicBezTo>
                    <a:cubicBezTo>
                      <a:pt x="5105" y="39910"/>
                      <a:pt x="5086" y="39957"/>
                      <a:pt x="5096" y="40005"/>
                    </a:cubicBezTo>
                    <a:cubicBezTo>
                      <a:pt x="5801" y="40081"/>
                      <a:pt x="6515" y="40119"/>
                      <a:pt x="7230" y="40129"/>
                    </a:cubicBezTo>
                    <a:lnTo>
                      <a:pt x="7220" y="40100"/>
                    </a:lnTo>
                    <a:cubicBezTo>
                      <a:pt x="7220" y="40100"/>
                      <a:pt x="17650" y="38881"/>
                      <a:pt x="23851" y="34395"/>
                    </a:cubicBezTo>
                    <a:lnTo>
                      <a:pt x="23851" y="0"/>
                    </a:ln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5" id="225"/>
              <p:cNvSpPr/>
              <p:nvPr/>
            </p:nvSpPr>
            <p:spPr>
              <a:xfrm>
                <a:off x="2591847" y="1125779"/>
                <a:ext cx="34138" cy="34321"/>
              </a:xfrm>
              <a:custGeom>
                <a:avLst/>
                <a:gdLst/>
                <a:ahLst/>
                <a:cxnLst/>
                <a:rect r="r" b="b" t="t" l="l"/>
                <a:pathLst>
                  <a:path w="34138" h="34321" stroke="true" fill="norm" extrusionOk="true">
                    <a:moveTo>
                      <a:pt x="34033" y="9477"/>
                    </a:moveTo>
                    <a:cubicBezTo>
                      <a:pt x="32814" y="9143"/>
                      <a:pt x="31671" y="8610"/>
                      <a:pt x="30480" y="8143"/>
                    </a:cubicBezTo>
                    <a:cubicBezTo>
                      <a:pt x="30480" y="8181"/>
                      <a:pt x="30490" y="8210"/>
                      <a:pt x="30490" y="8238"/>
                    </a:cubicBezTo>
                    <a:cubicBezTo>
                      <a:pt x="30376" y="8172"/>
                      <a:pt x="30290" y="8095"/>
                      <a:pt x="30166" y="8019"/>
                    </a:cubicBezTo>
                    <a:cubicBezTo>
                      <a:pt x="30128" y="8000"/>
                      <a:pt x="30099" y="7991"/>
                      <a:pt x="30061" y="7972"/>
                    </a:cubicBezTo>
                    <a:cubicBezTo>
                      <a:pt x="29614" y="7810"/>
                      <a:pt x="29290" y="7543"/>
                      <a:pt x="29033" y="7238"/>
                    </a:cubicBezTo>
                    <a:cubicBezTo>
                      <a:pt x="28404" y="6781"/>
                      <a:pt x="27766" y="6333"/>
                      <a:pt x="26966" y="5876"/>
                    </a:cubicBezTo>
                    <a:cubicBezTo>
                      <a:pt x="26537" y="5638"/>
                      <a:pt x="24918" y="6248"/>
                      <a:pt x="24623" y="5876"/>
                    </a:cubicBezTo>
                    <a:cubicBezTo>
                      <a:pt x="24346" y="5543"/>
                      <a:pt x="23775" y="3723"/>
                      <a:pt x="23451" y="3533"/>
                    </a:cubicBezTo>
                    <a:cubicBezTo>
                      <a:pt x="22222" y="2809"/>
                      <a:pt x="20336" y="3228"/>
                      <a:pt x="18755" y="2361"/>
                    </a:cubicBezTo>
                    <a:cubicBezTo>
                      <a:pt x="17736" y="1799"/>
                      <a:pt x="18079" y="161"/>
                      <a:pt x="16403" y="18"/>
                    </a:cubicBezTo>
                    <a:cubicBezTo>
                      <a:pt x="14526" y="-153"/>
                      <a:pt x="14355" y="933"/>
                      <a:pt x="12878" y="1190"/>
                    </a:cubicBezTo>
                    <a:cubicBezTo>
                      <a:pt x="11812" y="1380"/>
                      <a:pt x="10383" y="847"/>
                      <a:pt x="9354" y="1190"/>
                    </a:cubicBezTo>
                    <a:cubicBezTo>
                      <a:pt x="9078" y="1285"/>
                      <a:pt x="8821" y="1495"/>
                      <a:pt x="8554" y="1676"/>
                    </a:cubicBezTo>
                    <a:cubicBezTo>
                      <a:pt x="8554" y="1676"/>
                      <a:pt x="7554" y="2285"/>
                      <a:pt x="6230" y="3390"/>
                    </a:cubicBezTo>
                    <a:cubicBezTo>
                      <a:pt x="5773" y="3571"/>
                      <a:pt x="5258" y="3666"/>
                      <a:pt x="4658" y="3543"/>
                    </a:cubicBezTo>
                    <a:cubicBezTo>
                      <a:pt x="4620" y="4076"/>
                      <a:pt x="4544" y="4581"/>
                      <a:pt x="4449" y="5047"/>
                    </a:cubicBezTo>
                    <a:cubicBezTo>
                      <a:pt x="-304" y="9953"/>
                      <a:pt x="-5343" y="19659"/>
                      <a:pt x="12878" y="30536"/>
                    </a:cubicBezTo>
                    <a:cubicBezTo>
                      <a:pt x="14107" y="31556"/>
                      <a:pt x="16183" y="30832"/>
                      <a:pt x="17574" y="31708"/>
                    </a:cubicBezTo>
                    <a:cubicBezTo>
                      <a:pt x="18631" y="32384"/>
                      <a:pt x="18270" y="33718"/>
                      <a:pt x="19927" y="34061"/>
                    </a:cubicBezTo>
                    <a:cubicBezTo>
                      <a:pt x="24413" y="34985"/>
                      <a:pt x="28709" y="33251"/>
                      <a:pt x="33862" y="32013"/>
                    </a:cubicBezTo>
                    <a:cubicBezTo>
                      <a:pt x="32186" y="24736"/>
                      <a:pt x="34662" y="16916"/>
                      <a:pt x="34033" y="9477"/>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26" id="226"/>
              <p:cNvSpPr/>
              <p:nvPr/>
            </p:nvSpPr>
            <p:spPr>
              <a:xfrm>
                <a:off x="2629784" y="1119930"/>
                <a:ext cx="30728" cy="38909"/>
              </a:xfrm>
              <a:custGeom>
                <a:avLst/>
                <a:gdLst/>
                <a:ahLst/>
                <a:cxnLst/>
                <a:rect r="r" b="b" t="t" l="l"/>
                <a:pathLst>
                  <a:path w="30728" h="38909" stroke="true" fill="norm" extrusionOk="true">
                    <a:moveTo>
                      <a:pt x="25433" y="1172"/>
                    </a:moveTo>
                    <a:cubicBezTo>
                      <a:pt x="23537" y="838"/>
                      <a:pt x="23414" y="2276"/>
                      <a:pt x="21909" y="2343"/>
                    </a:cubicBezTo>
                    <a:cubicBezTo>
                      <a:pt x="22099" y="981"/>
                      <a:pt x="21652" y="257"/>
                      <a:pt x="20737" y="0"/>
                    </a:cubicBezTo>
                    <a:cubicBezTo>
                      <a:pt x="21423" y="2581"/>
                      <a:pt x="17404" y="476"/>
                      <a:pt x="16298" y="1267"/>
                    </a:cubicBezTo>
                    <a:lnTo>
                      <a:pt x="16041" y="2343"/>
                    </a:lnTo>
                    <a:cubicBezTo>
                      <a:pt x="15403" y="2105"/>
                      <a:pt x="14622" y="2010"/>
                      <a:pt x="13774" y="2019"/>
                    </a:cubicBezTo>
                    <a:cubicBezTo>
                      <a:pt x="13755" y="2029"/>
                      <a:pt x="5850" y="6010"/>
                      <a:pt x="2268" y="11325"/>
                    </a:cubicBezTo>
                    <a:cubicBezTo>
                      <a:pt x="2020" y="12354"/>
                      <a:pt x="1554" y="13411"/>
                      <a:pt x="859" y="14230"/>
                    </a:cubicBezTo>
                    <a:cubicBezTo>
                      <a:pt x="839" y="14278"/>
                      <a:pt x="849" y="14316"/>
                      <a:pt x="839" y="14373"/>
                    </a:cubicBezTo>
                    <a:cubicBezTo>
                      <a:pt x="1420" y="22346"/>
                      <a:pt x="-1466" y="30737"/>
                      <a:pt x="1039" y="38300"/>
                    </a:cubicBezTo>
                    <a:cubicBezTo>
                      <a:pt x="2116" y="38567"/>
                      <a:pt x="3201" y="38814"/>
                      <a:pt x="4316" y="38910"/>
                    </a:cubicBezTo>
                    <a:cubicBezTo>
                      <a:pt x="4316" y="38852"/>
                      <a:pt x="4307" y="38805"/>
                      <a:pt x="4297" y="38748"/>
                    </a:cubicBezTo>
                    <a:lnTo>
                      <a:pt x="11345" y="38748"/>
                    </a:lnTo>
                    <a:cubicBezTo>
                      <a:pt x="15527" y="35252"/>
                      <a:pt x="20670" y="33757"/>
                      <a:pt x="24262" y="29356"/>
                    </a:cubicBezTo>
                    <a:cubicBezTo>
                      <a:pt x="25004" y="28442"/>
                      <a:pt x="24852" y="26775"/>
                      <a:pt x="25433" y="25832"/>
                    </a:cubicBezTo>
                    <a:cubicBezTo>
                      <a:pt x="25881" y="25108"/>
                      <a:pt x="27433" y="24127"/>
                      <a:pt x="27776" y="23479"/>
                    </a:cubicBezTo>
                    <a:cubicBezTo>
                      <a:pt x="28500" y="22127"/>
                      <a:pt x="27910" y="18250"/>
                      <a:pt x="30386" y="17659"/>
                    </a:cubicBezTo>
                    <a:cubicBezTo>
                      <a:pt x="32319" y="9782"/>
                      <a:pt x="25433" y="1172"/>
                      <a:pt x="25433" y="117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7" id="227"/>
              <p:cNvSpPr/>
              <p:nvPr/>
            </p:nvSpPr>
            <p:spPr>
              <a:xfrm>
                <a:off x="2578567" y="1038851"/>
                <a:ext cx="33254" cy="36463"/>
              </a:xfrm>
              <a:custGeom>
                <a:avLst/>
                <a:gdLst/>
                <a:ahLst/>
                <a:cxnLst/>
                <a:rect r="r" b="b" t="t" l="l"/>
                <a:pathLst>
                  <a:path w="33254" h="36463" stroke="true" fill="norm" extrusionOk="true">
                    <a:moveTo>
                      <a:pt x="31949" y="36463"/>
                    </a:moveTo>
                    <a:cubicBezTo>
                      <a:pt x="32311" y="36140"/>
                      <a:pt x="32740" y="35882"/>
                      <a:pt x="33254" y="35806"/>
                    </a:cubicBezTo>
                    <a:cubicBezTo>
                      <a:pt x="33102" y="34073"/>
                      <a:pt x="32997" y="32320"/>
                      <a:pt x="32759" y="30663"/>
                    </a:cubicBezTo>
                    <a:cubicBezTo>
                      <a:pt x="31730" y="23538"/>
                      <a:pt x="30054" y="16975"/>
                      <a:pt x="28073" y="10146"/>
                    </a:cubicBezTo>
                    <a:cubicBezTo>
                      <a:pt x="27091" y="9736"/>
                      <a:pt x="26663" y="8698"/>
                      <a:pt x="26834" y="7660"/>
                    </a:cubicBezTo>
                    <a:cubicBezTo>
                      <a:pt x="25749" y="6660"/>
                      <a:pt x="23167" y="4945"/>
                      <a:pt x="22729" y="4593"/>
                    </a:cubicBezTo>
                    <a:cubicBezTo>
                      <a:pt x="20967" y="3221"/>
                      <a:pt x="19052" y="1859"/>
                      <a:pt x="16976" y="1002"/>
                    </a:cubicBezTo>
                    <a:cubicBezTo>
                      <a:pt x="14718" y="68"/>
                      <a:pt x="12089" y="-217"/>
                      <a:pt x="9670" y="164"/>
                    </a:cubicBezTo>
                    <a:cubicBezTo>
                      <a:pt x="488" y="1640"/>
                      <a:pt x="-769" y="12842"/>
                      <a:pt x="336" y="20014"/>
                    </a:cubicBezTo>
                    <a:cubicBezTo>
                      <a:pt x="336" y="20014"/>
                      <a:pt x="2936" y="36368"/>
                      <a:pt x="30978" y="36425"/>
                    </a:cubicBezTo>
                    <a:cubicBezTo>
                      <a:pt x="31149" y="36425"/>
                      <a:pt x="31321" y="36406"/>
                      <a:pt x="31482" y="36435"/>
                    </a:cubicBezTo>
                    <a:cubicBezTo>
                      <a:pt x="31644" y="36444"/>
                      <a:pt x="31797" y="36454"/>
                      <a:pt x="31949" y="3646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8" id="228"/>
              <p:cNvSpPr/>
              <p:nvPr/>
            </p:nvSpPr>
            <p:spPr>
              <a:xfrm>
                <a:off x="2611516" y="1036567"/>
                <a:ext cx="29830" cy="41795"/>
              </a:xfrm>
              <a:custGeom>
                <a:avLst/>
                <a:gdLst/>
                <a:ahLst/>
                <a:cxnLst/>
                <a:rect r="r" b="b" t="t" l="l"/>
                <a:pathLst>
                  <a:path w="29830" h="41795" stroke="true" fill="norm" extrusionOk="true">
                    <a:moveTo>
                      <a:pt x="20222" y="0"/>
                    </a:moveTo>
                    <a:cubicBezTo>
                      <a:pt x="18412" y="1848"/>
                      <a:pt x="16126" y="638"/>
                      <a:pt x="14354" y="1172"/>
                    </a:cubicBezTo>
                    <a:cubicBezTo>
                      <a:pt x="13983" y="1276"/>
                      <a:pt x="14307" y="2286"/>
                      <a:pt x="13183" y="2343"/>
                    </a:cubicBezTo>
                    <a:cubicBezTo>
                      <a:pt x="10621" y="2486"/>
                      <a:pt x="9620" y="4010"/>
                      <a:pt x="7315" y="5867"/>
                    </a:cubicBezTo>
                    <a:cubicBezTo>
                      <a:pt x="7163" y="5991"/>
                      <a:pt x="7058" y="6144"/>
                      <a:pt x="6934" y="6287"/>
                    </a:cubicBezTo>
                    <a:cubicBezTo>
                      <a:pt x="6830" y="6506"/>
                      <a:pt x="6620" y="6715"/>
                      <a:pt x="6401" y="6915"/>
                    </a:cubicBezTo>
                    <a:cubicBezTo>
                      <a:pt x="6039" y="7410"/>
                      <a:pt x="5648" y="7868"/>
                      <a:pt x="5010" y="8087"/>
                    </a:cubicBezTo>
                    <a:cubicBezTo>
                      <a:pt x="3401" y="9401"/>
                      <a:pt x="1800" y="10649"/>
                      <a:pt x="0" y="11525"/>
                    </a:cubicBezTo>
                    <a:cubicBezTo>
                      <a:pt x="1610" y="16859"/>
                      <a:pt x="3248" y="22060"/>
                      <a:pt x="3981" y="27632"/>
                    </a:cubicBezTo>
                    <a:cubicBezTo>
                      <a:pt x="4344" y="30385"/>
                      <a:pt x="4372" y="37348"/>
                      <a:pt x="5639" y="41339"/>
                    </a:cubicBezTo>
                    <a:cubicBezTo>
                      <a:pt x="5715" y="41453"/>
                      <a:pt x="5753" y="41586"/>
                      <a:pt x="5829" y="41710"/>
                    </a:cubicBezTo>
                    <a:cubicBezTo>
                      <a:pt x="6591" y="41748"/>
                      <a:pt x="7334" y="41758"/>
                      <a:pt x="8011" y="41796"/>
                    </a:cubicBezTo>
                    <a:cubicBezTo>
                      <a:pt x="10573" y="40281"/>
                      <a:pt x="13392" y="41729"/>
                      <a:pt x="15526" y="41081"/>
                    </a:cubicBezTo>
                    <a:cubicBezTo>
                      <a:pt x="17002" y="40634"/>
                      <a:pt x="16888" y="39386"/>
                      <a:pt x="17879" y="38738"/>
                    </a:cubicBezTo>
                    <a:cubicBezTo>
                      <a:pt x="19041" y="37957"/>
                      <a:pt x="20336" y="38310"/>
                      <a:pt x="21403" y="37567"/>
                    </a:cubicBezTo>
                    <a:cubicBezTo>
                      <a:pt x="25318" y="34814"/>
                      <a:pt x="26651" y="30794"/>
                      <a:pt x="29623" y="27003"/>
                    </a:cubicBezTo>
                    <a:cubicBezTo>
                      <a:pt x="30594" y="13887"/>
                      <a:pt x="28280" y="4067"/>
                      <a:pt x="20222" y="0"/>
                    </a:cubicBezTo>
                    <a:close/>
                  </a:path>
                </a:pathLst>
              </a:custGeom>
              <a:solidFill>
                <a:srgbClr val="F8AD3F"/>
              </a:solidFill>
              <a:ln cap="flat">
                <a:noFill/>
                <a:prstDash val="solid"/>
                <a:miter lim="800000"/>
              </a:ln>
            </p:spPr>
            <p:txBody>
              <a:bodyPr vert="horz" anchor="ctr" tIns="45720" lIns="91440" bIns="45720" rIns="91440"/>
              <a:p>
                <a:pPr algn="l" marL="0"/>
              </a:p>
            </p:txBody>
          </p:sp>
        </p:grpSp>
        <p:grpSp>
          <p:nvGrpSpPr>
            <p:cNvPr name="Group 229" id="229"/>
            <p:cNvGrpSpPr/>
            <p:nvPr/>
          </p:nvGrpSpPr>
          <p:grpSpPr>
            <a:xfrm>
              <a:off x="9222395" y="3696393"/>
              <a:ext cx="179966" cy="333603"/>
              <a:chOff x="2731655" y="1099813"/>
              <a:chExt cx="179966" cy="333603"/>
            </a:xfrm>
          </p:grpSpPr>
          <p:sp>
            <p:nvSpPr>
              <p:cNvPr name="Freeform 230" id="230"/>
              <p:cNvSpPr/>
              <p:nvPr/>
            </p:nvSpPr>
            <p:spPr>
              <a:xfrm>
                <a:off x="2802683" y="1257026"/>
                <a:ext cx="38893" cy="37063"/>
              </a:xfrm>
              <a:custGeom>
                <a:avLst/>
                <a:gdLst/>
                <a:ahLst/>
                <a:cxnLst/>
                <a:rect r="r" b="b" t="t" l="l"/>
                <a:pathLst>
                  <a:path w="38893" h="37063" stroke="true" fill="norm" extrusionOk="true">
                    <a:moveTo>
                      <a:pt x="36852" y="4969"/>
                    </a:moveTo>
                    <a:cubicBezTo>
                      <a:pt x="35176" y="4683"/>
                      <a:pt x="34871" y="3035"/>
                      <a:pt x="33338" y="2616"/>
                    </a:cubicBezTo>
                    <a:cubicBezTo>
                      <a:pt x="33147" y="1102"/>
                      <a:pt x="31461" y="1531"/>
                      <a:pt x="29813" y="1445"/>
                    </a:cubicBezTo>
                    <a:cubicBezTo>
                      <a:pt x="28890" y="1397"/>
                      <a:pt x="28747" y="292"/>
                      <a:pt x="28642" y="273"/>
                    </a:cubicBezTo>
                    <a:cubicBezTo>
                      <a:pt x="25203" y="-308"/>
                      <a:pt x="21041" y="35"/>
                      <a:pt x="17917" y="1330"/>
                    </a:cubicBezTo>
                    <a:lnTo>
                      <a:pt x="17907" y="1321"/>
                    </a:lnTo>
                    <a:lnTo>
                      <a:pt x="13002" y="2216"/>
                    </a:lnTo>
                    <a:cubicBezTo>
                      <a:pt x="13068" y="1988"/>
                      <a:pt x="13135" y="1797"/>
                      <a:pt x="13192" y="1578"/>
                    </a:cubicBezTo>
                    <a:cubicBezTo>
                      <a:pt x="12849" y="1816"/>
                      <a:pt x="12440" y="1930"/>
                      <a:pt x="12030" y="2054"/>
                    </a:cubicBezTo>
                    <a:cubicBezTo>
                      <a:pt x="9563" y="8312"/>
                      <a:pt x="8039" y="14970"/>
                      <a:pt x="5410" y="21181"/>
                    </a:cubicBezTo>
                    <a:cubicBezTo>
                      <a:pt x="3810" y="24952"/>
                      <a:pt x="2562" y="29801"/>
                      <a:pt x="0" y="33258"/>
                    </a:cubicBezTo>
                    <a:cubicBezTo>
                      <a:pt x="152" y="33230"/>
                      <a:pt x="267" y="33153"/>
                      <a:pt x="457" y="33153"/>
                    </a:cubicBezTo>
                    <a:cubicBezTo>
                      <a:pt x="6896" y="35582"/>
                      <a:pt x="13354" y="38030"/>
                      <a:pt x="20422" y="36678"/>
                    </a:cubicBezTo>
                    <a:cubicBezTo>
                      <a:pt x="21993" y="36373"/>
                      <a:pt x="22831" y="35049"/>
                      <a:pt x="23946" y="34335"/>
                    </a:cubicBezTo>
                    <a:cubicBezTo>
                      <a:pt x="26156" y="32915"/>
                      <a:pt x="27508" y="33030"/>
                      <a:pt x="29813" y="31982"/>
                    </a:cubicBezTo>
                    <a:cubicBezTo>
                      <a:pt x="30137" y="31839"/>
                      <a:pt x="30642" y="29925"/>
                      <a:pt x="30985" y="29639"/>
                    </a:cubicBezTo>
                    <a:cubicBezTo>
                      <a:pt x="33833" y="27267"/>
                      <a:pt x="34680" y="25800"/>
                      <a:pt x="35671" y="22590"/>
                    </a:cubicBezTo>
                    <a:cubicBezTo>
                      <a:pt x="36567" y="19704"/>
                      <a:pt x="37109" y="18809"/>
                      <a:pt x="38024" y="17894"/>
                    </a:cubicBezTo>
                    <a:cubicBezTo>
                      <a:pt x="40805" y="15113"/>
                      <a:pt x="35948" y="5207"/>
                      <a:pt x="36852" y="4969"/>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1" id="231"/>
              <p:cNvSpPr/>
              <p:nvPr/>
            </p:nvSpPr>
            <p:spPr>
              <a:xfrm>
                <a:off x="2775974" y="1244135"/>
                <a:ext cx="34005" cy="44806"/>
              </a:xfrm>
              <a:custGeom>
                <a:avLst/>
                <a:gdLst/>
                <a:ahLst/>
                <a:cxnLst/>
                <a:rect r="r" b="b" t="t" l="l"/>
                <a:pathLst>
                  <a:path w="34005" h="44806" stroke="true" fill="norm" extrusionOk="true">
                    <a:moveTo>
                      <a:pt x="21880" y="44597"/>
                    </a:moveTo>
                    <a:cubicBezTo>
                      <a:pt x="21975" y="44435"/>
                      <a:pt x="22042" y="44263"/>
                      <a:pt x="22194" y="44111"/>
                    </a:cubicBezTo>
                    <a:cubicBezTo>
                      <a:pt x="24214" y="42082"/>
                      <a:pt x="24557" y="39158"/>
                      <a:pt x="25690" y="36662"/>
                    </a:cubicBezTo>
                    <a:cubicBezTo>
                      <a:pt x="27386" y="32900"/>
                      <a:pt x="29205" y="29052"/>
                      <a:pt x="30481" y="25118"/>
                    </a:cubicBezTo>
                    <a:cubicBezTo>
                      <a:pt x="31710" y="21337"/>
                      <a:pt x="32700" y="17574"/>
                      <a:pt x="34005" y="13879"/>
                    </a:cubicBezTo>
                    <a:cubicBezTo>
                      <a:pt x="32843" y="13107"/>
                      <a:pt x="31777" y="12078"/>
                      <a:pt x="31186" y="10888"/>
                    </a:cubicBezTo>
                    <a:cubicBezTo>
                      <a:pt x="28957" y="9021"/>
                      <a:pt x="28119" y="5754"/>
                      <a:pt x="26014" y="3763"/>
                    </a:cubicBezTo>
                    <a:cubicBezTo>
                      <a:pt x="24976" y="3239"/>
                      <a:pt x="23909" y="2734"/>
                      <a:pt x="23661" y="1411"/>
                    </a:cubicBezTo>
                    <a:cubicBezTo>
                      <a:pt x="20289" y="1582"/>
                      <a:pt x="14508" y="-1847"/>
                      <a:pt x="11926" y="1411"/>
                    </a:cubicBezTo>
                    <a:cubicBezTo>
                      <a:pt x="9174" y="744"/>
                      <a:pt x="9288" y="2944"/>
                      <a:pt x="7926" y="3658"/>
                    </a:cubicBezTo>
                    <a:cubicBezTo>
                      <a:pt x="7831" y="4039"/>
                      <a:pt x="7659" y="4411"/>
                      <a:pt x="7326" y="4754"/>
                    </a:cubicBezTo>
                    <a:cubicBezTo>
                      <a:pt x="1496" y="10821"/>
                      <a:pt x="-1885" y="19441"/>
                      <a:pt x="1116" y="27195"/>
                    </a:cubicBezTo>
                    <a:cubicBezTo>
                      <a:pt x="2049" y="27290"/>
                      <a:pt x="2954" y="27814"/>
                      <a:pt x="3278" y="28880"/>
                    </a:cubicBezTo>
                    <a:cubicBezTo>
                      <a:pt x="3363" y="29185"/>
                      <a:pt x="3402" y="29404"/>
                      <a:pt x="3459" y="29662"/>
                    </a:cubicBezTo>
                    <a:cubicBezTo>
                      <a:pt x="4944" y="31833"/>
                      <a:pt x="5735" y="34424"/>
                      <a:pt x="7231" y="36634"/>
                    </a:cubicBezTo>
                    <a:cubicBezTo>
                      <a:pt x="8316" y="38253"/>
                      <a:pt x="9812" y="39520"/>
                      <a:pt x="10755" y="41330"/>
                    </a:cubicBezTo>
                    <a:cubicBezTo>
                      <a:pt x="14765" y="41492"/>
                      <a:pt x="15955" y="44463"/>
                      <a:pt x="19785" y="44806"/>
                    </a:cubicBezTo>
                    <a:cubicBezTo>
                      <a:pt x="19956" y="44749"/>
                      <a:pt x="20080" y="44635"/>
                      <a:pt x="20270" y="44616"/>
                    </a:cubicBezTo>
                    <a:cubicBezTo>
                      <a:pt x="20794" y="44559"/>
                      <a:pt x="21347" y="44549"/>
                      <a:pt x="21880" y="44597"/>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32" id="232"/>
              <p:cNvSpPr/>
              <p:nvPr/>
            </p:nvSpPr>
            <p:spPr>
              <a:xfrm>
                <a:off x="2731655" y="1386430"/>
                <a:ext cx="30432" cy="40176"/>
              </a:xfrm>
              <a:custGeom>
                <a:avLst/>
                <a:gdLst/>
                <a:ahLst/>
                <a:cxnLst/>
                <a:rect r="r" b="b" t="t" l="l"/>
                <a:pathLst>
                  <a:path w="30432" h="40176" stroke="true" fill="norm" extrusionOk="true">
                    <a:moveTo>
                      <a:pt x="23184" y="40176"/>
                    </a:moveTo>
                    <a:cubicBezTo>
                      <a:pt x="26737" y="30004"/>
                      <a:pt x="26451" y="19031"/>
                      <a:pt x="30432" y="9001"/>
                    </a:cubicBezTo>
                    <a:cubicBezTo>
                      <a:pt x="30271" y="8934"/>
                      <a:pt x="30080" y="8915"/>
                      <a:pt x="29928" y="8811"/>
                    </a:cubicBezTo>
                    <a:cubicBezTo>
                      <a:pt x="28737" y="9868"/>
                      <a:pt x="25546" y="3638"/>
                      <a:pt x="23355" y="3524"/>
                    </a:cubicBezTo>
                    <a:cubicBezTo>
                      <a:pt x="21403" y="3419"/>
                      <a:pt x="18460" y="1381"/>
                      <a:pt x="16316" y="0"/>
                    </a:cubicBezTo>
                    <a:cubicBezTo>
                      <a:pt x="14869" y="495"/>
                      <a:pt x="13402" y="962"/>
                      <a:pt x="11964" y="1467"/>
                    </a:cubicBezTo>
                    <a:cubicBezTo>
                      <a:pt x="7030" y="3200"/>
                      <a:pt x="2534" y="5382"/>
                      <a:pt x="1048" y="10563"/>
                    </a:cubicBezTo>
                    <a:lnTo>
                      <a:pt x="0" y="20126"/>
                    </a:lnTo>
                    <a:cubicBezTo>
                      <a:pt x="0" y="20126"/>
                      <a:pt x="5677" y="33576"/>
                      <a:pt x="5877" y="34185"/>
                    </a:cubicBezTo>
                    <a:cubicBezTo>
                      <a:pt x="6087" y="34804"/>
                      <a:pt x="15450" y="38681"/>
                      <a:pt x="15450" y="38681"/>
                    </a:cubicBezTo>
                    <a:lnTo>
                      <a:pt x="15469" y="38710"/>
                    </a:lnTo>
                    <a:cubicBezTo>
                      <a:pt x="16411" y="38538"/>
                      <a:pt x="17174" y="38548"/>
                      <a:pt x="17802" y="38681"/>
                    </a:cubicBezTo>
                    <a:cubicBezTo>
                      <a:pt x="19345" y="39014"/>
                      <a:pt x="20307" y="39919"/>
                      <a:pt x="22184" y="39900"/>
                    </a:cubicBezTo>
                    <a:cubicBezTo>
                      <a:pt x="22193" y="39967"/>
                      <a:pt x="22193" y="40024"/>
                      <a:pt x="22193" y="40091"/>
                    </a:cubicBezTo>
                    <a:cubicBezTo>
                      <a:pt x="22527" y="40052"/>
                      <a:pt x="22860" y="40081"/>
                      <a:pt x="23184" y="4017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3" id="233"/>
              <p:cNvSpPr/>
              <p:nvPr/>
            </p:nvSpPr>
            <p:spPr>
              <a:xfrm>
                <a:off x="2758811" y="1388484"/>
                <a:ext cx="38037" cy="44932"/>
              </a:xfrm>
              <a:custGeom>
                <a:avLst/>
                <a:gdLst/>
                <a:ahLst/>
                <a:cxnLst/>
                <a:rect r="r" b="b" t="t" l="l"/>
                <a:pathLst>
                  <a:path w="38037" h="44932" stroke="true" fill="norm" extrusionOk="true">
                    <a:moveTo>
                      <a:pt x="37290" y="5004"/>
                    </a:moveTo>
                    <a:cubicBezTo>
                      <a:pt x="35071" y="3975"/>
                      <a:pt x="33185" y="1575"/>
                      <a:pt x="31413" y="1480"/>
                    </a:cubicBezTo>
                    <a:cubicBezTo>
                      <a:pt x="30394" y="1423"/>
                      <a:pt x="30480" y="356"/>
                      <a:pt x="30242" y="308"/>
                    </a:cubicBezTo>
                    <a:cubicBezTo>
                      <a:pt x="26727" y="-501"/>
                      <a:pt x="23117" y="423"/>
                      <a:pt x="19688" y="1480"/>
                    </a:cubicBezTo>
                    <a:cubicBezTo>
                      <a:pt x="19574" y="1508"/>
                      <a:pt x="19145" y="2404"/>
                      <a:pt x="18517" y="2651"/>
                    </a:cubicBezTo>
                    <a:cubicBezTo>
                      <a:pt x="16497" y="3461"/>
                      <a:pt x="14840" y="4033"/>
                      <a:pt x="13202" y="4509"/>
                    </a:cubicBezTo>
                    <a:cubicBezTo>
                      <a:pt x="12668" y="5080"/>
                      <a:pt x="11877" y="5404"/>
                      <a:pt x="10896" y="5166"/>
                    </a:cubicBezTo>
                    <a:cubicBezTo>
                      <a:pt x="10478" y="5061"/>
                      <a:pt x="10049" y="5080"/>
                      <a:pt x="9611" y="5147"/>
                    </a:cubicBezTo>
                    <a:cubicBezTo>
                      <a:pt x="9344" y="5280"/>
                      <a:pt x="9049" y="5376"/>
                      <a:pt x="8772" y="5490"/>
                    </a:cubicBezTo>
                    <a:cubicBezTo>
                      <a:pt x="8830" y="5937"/>
                      <a:pt x="8811" y="6404"/>
                      <a:pt x="8563" y="6890"/>
                    </a:cubicBezTo>
                    <a:cubicBezTo>
                      <a:pt x="3353" y="17634"/>
                      <a:pt x="4581" y="29931"/>
                      <a:pt x="248" y="40961"/>
                    </a:cubicBezTo>
                    <a:cubicBezTo>
                      <a:pt x="190" y="41123"/>
                      <a:pt x="86" y="41218"/>
                      <a:pt x="0" y="41351"/>
                    </a:cubicBezTo>
                    <a:cubicBezTo>
                      <a:pt x="1219" y="41828"/>
                      <a:pt x="2581" y="42094"/>
                      <a:pt x="3638" y="42437"/>
                    </a:cubicBezTo>
                    <a:cubicBezTo>
                      <a:pt x="4181" y="42618"/>
                      <a:pt x="4543" y="42942"/>
                      <a:pt x="4819" y="43304"/>
                    </a:cubicBezTo>
                    <a:cubicBezTo>
                      <a:pt x="7191" y="43695"/>
                      <a:pt x="9849" y="43799"/>
                      <a:pt x="11468" y="44933"/>
                    </a:cubicBezTo>
                    <a:cubicBezTo>
                      <a:pt x="15859" y="42390"/>
                      <a:pt x="21536" y="42590"/>
                      <a:pt x="25565" y="39065"/>
                    </a:cubicBezTo>
                    <a:cubicBezTo>
                      <a:pt x="26222" y="38484"/>
                      <a:pt x="26375" y="36789"/>
                      <a:pt x="27089" y="35894"/>
                    </a:cubicBezTo>
                    <a:cubicBezTo>
                      <a:pt x="28108" y="32503"/>
                      <a:pt x="31356" y="29950"/>
                      <a:pt x="33480" y="27055"/>
                    </a:cubicBezTo>
                    <a:cubicBezTo>
                      <a:pt x="33718" y="26740"/>
                      <a:pt x="33985" y="26502"/>
                      <a:pt x="34271" y="26340"/>
                    </a:cubicBezTo>
                    <a:cubicBezTo>
                      <a:pt x="37785" y="20882"/>
                      <a:pt x="38957" y="12519"/>
                      <a:pt x="37290" y="500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4" id="234"/>
              <p:cNvSpPr/>
              <p:nvPr/>
            </p:nvSpPr>
            <p:spPr>
              <a:xfrm>
                <a:off x="2747870" y="1335939"/>
                <a:ext cx="29533" cy="40994"/>
              </a:xfrm>
              <a:custGeom>
                <a:avLst/>
                <a:gdLst/>
                <a:ahLst/>
                <a:cxnLst/>
                <a:rect r="r" b="b" t="t" l="l"/>
                <a:pathLst>
                  <a:path w="29533" h="40994" stroke="true" fill="norm" extrusionOk="true">
                    <a:moveTo>
                      <a:pt x="17513" y="40994"/>
                    </a:moveTo>
                    <a:cubicBezTo>
                      <a:pt x="18752" y="35556"/>
                      <a:pt x="21057" y="30088"/>
                      <a:pt x="22762" y="24935"/>
                    </a:cubicBezTo>
                    <a:cubicBezTo>
                      <a:pt x="24562" y="19515"/>
                      <a:pt x="26476" y="14486"/>
                      <a:pt x="29534" y="9848"/>
                    </a:cubicBezTo>
                    <a:cubicBezTo>
                      <a:pt x="28210" y="8457"/>
                      <a:pt x="26943" y="6800"/>
                      <a:pt x="26381" y="5104"/>
                    </a:cubicBezTo>
                    <a:cubicBezTo>
                      <a:pt x="22390" y="3409"/>
                      <a:pt x="21923" y="-287"/>
                      <a:pt x="14180" y="18"/>
                    </a:cubicBezTo>
                    <a:cubicBezTo>
                      <a:pt x="10351" y="170"/>
                      <a:pt x="5883" y="2323"/>
                      <a:pt x="3616" y="5885"/>
                    </a:cubicBezTo>
                    <a:cubicBezTo>
                      <a:pt x="2807" y="7171"/>
                      <a:pt x="2112" y="8095"/>
                      <a:pt x="1273" y="9409"/>
                    </a:cubicBezTo>
                    <a:cubicBezTo>
                      <a:pt x="-1118" y="13143"/>
                      <a:pt x="197" y="24040"/>
                      <a:pt x="2435" y="28193"/>
                    </a:cubicBezTo>
                    <a:cubicBezTo>
                      <a:pt x="3197" y="29602"/>
                      <a:pt x="6512" y="30288"/>
                      <a:pt x="4788" y="32889"/>
                    </a:cubicBezTo>
                    <a:cubicBezTo>
                      <a:pt x="6426" y="35346"/>
                      <a:pt x="7102" y="32288"/>
                      <a:pt x="10665" y="34060"/>
                    </a:cubicBezTo>
                    <a:cubicBezTo>
                      <a:pt x="12180" y="34813"/>
                      <a:pt x="12256" y="38565"/>
                      <a:pt x="15361" y="37584"/>
                    </a:cubicBezTo>
                    <a:cubicBezTo>
                      <a:pt x="16313" y="38489"/>
                      <a:pt x="16142" y="40518"/>
                      <a:pt x="17513" y="4099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5" id="235"/>
              <p:cNvSpPr/>
              <p:nvPr/>
            </p:nvSpPr>
            <p:spPr>
              <a:xfrm>
                <a:off x="2769355" y="1346161"/>
                <a:ext cx="37323" cy="38079"/>
              </a:xfrm>
              <a:custGeom>
                <a:avLst/>
                <a:gdLst/>
                <a:ahLst/>
                <a:cxnLst/>
                <a:rect r="r" b="b" t="t" l="l"/>
                <a:pathLst>
                  <a:path w="37323" h="38079" stroke="true" fill="norm" extrusionOk="true">
                    <a:moveTo>
                      <a:pt x="37319" y="9760"/>
                    </a:moveTo>
                    <a:cubicBezTo>
                      <a:pt x="37167" y="6484"/>
                      <a:pt x="35652" y="4798"/>
                      <a:pt x="34966" y="1540"/>
                    </a:cubicBezTo>
                    <a:cubicBezTo>
                      <a:pt x="26879" y="-841"/>
                      <a:pt x="20517" y="-469"/>
                      <a:pt x="13830" y="2712"/>
                    </a:cubicBezTo>
                    <a:cubicBezTo>
                      <a:pt x="13868" y="2636"/>
                      <a:pt x="13888" y="2560"/>
                      <a:pt x="13926" y="2483"/>
                    </a:cubicBezTo>
                    <a:cubicBezTo>
                      <a:pt x="13325" y="2702"/>
                      <a:pt x="12668" y="2722"/>
                      <a:pt x="11944" y="2521"/>
                    </a:cubicBezTo>
                    <a:cubicBezTo>
                      <a:pt x="8792" y="7255"/>
                      <a:pt x="6810" y="12742"/>
                      <a:pt x="5286" y="18200"/>
                    </a:cubicBezTo>
                    <a:cubicBezTo>
                      <a:pt x="3800" y="23515"/>
                      <a:pt x="771" y="29306"/>
                      <a:pt x="162" y="34735"/>
                    </a:cubicBezTo>
                    <a:cubicBezTo>
                      <a:pt x="133" y="34926"/>
                      <a:pt x="48" y="35078"/>
                      <a:pt x="0" y="35240"/>
                    </a:cubicBezTo>
                    <a:cubicBezTo>
                      <a:pt x="1210" y="35821"/>
                      <a:pt x="3210" y="36307"/>
                      <a:pt x="3658" y="36450"/>
                    </a:cubicBezTo>
                    <a:cubicBezTo>
                      <a:pt x="3934" y="36545"/>
                      <a:pt x="4163" y="36669"/>
                      <a:pt x="4372" y="36821"/>
                    </a:cubicBezTo>
                    <a:cubicBezTo>
                      <a:pt x="4391" y="36802"/>
                      <a:pt x="4401" y="36783"/>
                      <a:pt x="4419" y="36764"/>
                    </a:cubicBezTo>
                    <a:cubicBezTo>
                      <a:pt x="7230" y="37478"/>
                      <a:pt x="9782" y="38450"/>
                      <a:pt x="13811" y="37935"/>
                    </a:cubicBezTo>
                    <a:cubicBezTo>
                      <a:pt x="13745" y="36440"/>
                      <a:pt x="15202" y="37297"/>
                      <a:pt x="16164" y="36764"/>
                    </a:cubicBezTo>
                    <a:cubicBezTo>
                      <a:pt x="16831" y="36392"/>
                      <a:pt x="17754" y="34840"/>
                      <a:pt x="18517" y="34421"/>
                    </a:cubicBezTo>
                    <a:cubicBezTo>
                      <a:pt x="18736" y="34287"/>
                      <a:pt x="19421" y="34430"/>
                      <a:pt x="19679" y="34421"/>
                    </a:cubicBezTo>
                    <a:cubicBezTo>
                      <a:pt x="20793" y="34354"/>
                      <a:pt x="24355" y="31316"/>
                      <a:pt x="24374" y="30896"/>
                    </a:cubicBezTo>
                    <a:cubicBezTo>
                      <a:pt x="24441" y="29534"/>
                      <a:pt x="24917" y="30363"/>
                      <a:pt x="25555" y="29725"/>
                    </a:cubicBezTo>
                    <a:cubicBezTo>
                      <a:pt x="27784" y="27439"/>
                      <a:pt x="32490" y="24629"/>
                      <a:pt x="32595" y="22676"/>
                    </a:cubicBezTo>
                    <a:cubicBezTo>
                      <a:pt x="32699" y="20609"/>
                      <a:pt x="35100" y="19809"/>
                      <a:pt x="36119" y="19152"/>
                    </a:cubicBezTo>
                    <a:cubicBezTo>
                      <a:pt x="34985" y="15571"/>
                      <a:pt x="37443" y="12513"/>
                      <a:pt x="37319" y="976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6" id="236"/>
              <p:cNvSpPr/>
              <p:nvPr/>
            </p:nvSpPr>
            <p:spPr>
              <a:xfrm>
                <a:off x="2760151" y="1291039"/>
                <a:ext cx="31130" cy="40621"/>
              </a:xfrm>
              <a:custGeom>
                <a:avLst/>
                <a:gdLst/>
                <a:ahLst/>
                <a:cxnLst/>
                <a:rect r="r" b="b" t="t" l="l"/>
                <a:pathLst>
                  <a:path w="31130" h="40621" stroke="true" fill="norm" extrusionOk="true">
                    <a:moveTo>
                      <a:pt x="31131" y="10932"/>
                    </a:moveTo>
                    <a:cubicBezTo>
                      <a:pt x="30607" y="9847"/>
                      <a:pt x="30216" y="8703"/>
                      <a:pt x="30083" y="7503"/>
                    </a:cubicBezTo>
                    <a:cubicBezTo>
                      <a:pt x="27549" y="3389"/>
                      <a:pt x="20720" y="-4412"/>
                      <a:pt x="8385" y="3217"/>
                    </a:cubicBezTo>
                    <a:cubicBezTo>
                      <a:pt x="7680" y="3331"/>
                      <a:pt x="6975" y="3446"/>
                      <a:pt x="6594" y="3836"/>
                    </a:cubicBezTo>
                    <a:cubicBezTo>
                      <a:pt x="6547" y="3884"/>
                      <a:pt x="6527" y="3951"/>
                      <a:pt x="6489" y="3989"/>
                    </a:cubicBezTo>
                    <a:cubicBezTo>
                      <a:pt x="5213" y="4703"/>
                      <a:pt x="3651" y="6046"/>
                      <a:pt x="3070" y="8532"/>
                    </a:cubicBezTo>
                    <a:cubicBezTo>
                      <a:pt x="1498" y="16733"/>
                      <a:pt x="-1330" y="21181"/>
                      <a:pt x="717" y="27315"/>
                    </a:cubicBezTo>
                    <a:cubicBezTo>
                      <a:pt x="3479" y="35535"/>
                      <a:pt x="12557" y="36650"/>
                      <a:pt x="20520" y="40174"/>
                    </a:cubicBezTo>
                    <a:cubicBezTo>
                      <a:pt x="20682" y="40184"/>
                      <a:pt x="20843" y="40165"/>
                      <a:pt x="21025" y="40212"/>
                    </a:cubicBezTo>
                    <a:cubicBezTo>
                      <a:pt x="21625" y="40355"/>
                      <a:pt x="22272" y="40479"/>
                      <a:pt x="22939" y="40622"/>
                    </a:cubicBezTo>
                    <a:cubicBezTo>
                      <a:pt x="24311" y="30659"/>
                      <a:pt x="27311" y="20334"/>
                      <a:pt x="31131" y="1093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7" id="237"/>
              <p:cNvSpPr/>
              <p:nvPr/>
            </p:nvSpPr>
            <p:spPr>
              <a:xfrm>
                <a:off x="2787691" y="1300539"/>
                <a:ext cx="37546" cy="38082"/>
              </a:xfrm>
              <a:custGeom>
                <a:avLst/>
                <a:gdLst/>
                <a:ahLst/>
                <a:cxnLst/>
                <a:rect r="r" b="b" t="t" l="l"/>
                <a:pathLst>
                  <a:path w="37546" h="38082" stroke="true" fill="norm" extrusionOk="true">
                    <a:moveTo>
                      <a:pt x="34242" y="3719"/>
                    </a:moveTo>
                    <a:cubicBezTo>
                      <a:pt x="33281" y="2804"/>
                      <a:pt x="31937" y="3290"/>
                      <a:pt x="30718" y="2538"/>
                    </a:cubicBezTo>
                    <a:cubicBezTo>
                      <a:pt x="29194" y="1604"/>
                      <a:pt x="29842" y="661"/>
                      <a:pt x="27204" y="194"/>
                    </a:cubicBezTo>
                    <a:cubicBezTo>
                      <a:pt x="21736" y="-777"/>
                      <a:pt x="16536" y="2128"/>
                      <a:pt x="10763" y="3719"/>
                    </a:cubicBezTo>
                    <a:cubicBezTo>
                      <a:pt x="10763" y="3709"/>
                      <a:pt x="10763" y="3700"/>
                      <a:pt x="10763" y="3690"/>
                    </a:cubicBezTo>
                    <a:cubicBezTo>
                      <a:pt x="9735" y="4338"/>
                      <a:pt x="8601" y="4747"/>
                      <a:pt x="7496" y="4719"/>
                    </a:cubicBezTo>
                    <a:cubicBezTo>
                      <a:pt x="3953" y="13701"/>
                      <a:pt x="1076" y="23740"/>
                      <a:pt x="0" y="32989"/>
                    </a:cubicBezTo>
                    <a:cubicBezTo>
                      <a:pt x="295" y="33218"/>
                      <a:pt x="619" y="33408"/>
                      <a:pt x="857" y="33703"/>
                    </a:cubicBezTo>
                    <a:cubicBezTo>
                      <a:pt x="1029" y="33494"/>
                      <a:pt x="1181" y="33256"/>
                      <a:pt x="1381" y="33065"/>
                    </a:cubicBezTo>
                    <a:cubicBezTo>
                      <a:pt x="5610" y="37761"/>
                      <a:pt x="11259" y="38685"/>
                      <a:pt x="16650" y="37761"/>
                    </a:cubicBezTo>
                    <a:cubicBezTo>
                      <a:pt x="21012" y="37009"/>
                      <a:pt x="27851" y="29474"/>
                      <a:pt x="30737" y="26026"/>
                    </a:cubicBezTo>
                    <a:cubicBezTo>
                      <a:pt x="34604" y="21407"/>
                      <a:pt x="35214" y="20740"/>
                      <a:pt x="36614" y="15463"/>
                    </a:cubicBezTo>
                    <a:cubicBezTo>
                      <a:pt x="38253" y="9148"/>
                      <a:pt x="37890" y="7186"/>
                      <a:pt x="34242" y="3719"/>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8" id="238"/>
              <p:cNvSpPr/>
              <p:nvPr/>
            </p:nvSpPr>
            <p:spPr>
              <a:xfrm>
                <a:off x="2797138" y="1201900"/>
                <a:ext cx="34481" cy="40302"/>
              </a:xfrm>
              <a:custGeom>
                <a:avLst/>
                <a:gdLst/>
                <a:ahLst/>
                <a:cxnLst/>
                <a:rect r="r" b="b" t="t" l="l"/>
                <a:pathLst>
                  <a:path w="34481" h="40302" stroke="true" fill="norm" extrusionOk="true">
                    <a:moveTo>
                      <a:pt x="21356" y="40303"/>
                    </a:moveTo>
                    <a:cubicBezTo>
                      <a:pt x="22442" y="36169"/>
                      <a:pt x="25166" y="32969"/>
                      <a:pt x="27243" y="29082"/>
                    </a:cubicBezTo>
                    <a:cubicBezTo>
                      <a:pt x="29814" y="24272"/>
                      <a:pt x="32129" y="19338"/>
                      <a:pt x="34482" y="14433"/>
                    </a:cubicBezTo>
                    <a:cubicBezTo>
                      <a:pt x="34082" y="14052"/>
                      <a:pt x="33767" y="13633"/>
                      <a:pt x="33615" y="13138"/>
                    </a:cubicBezTo>
                    <a:cubicBezTo>
                      <a:pt x="32138" y="12909"/>
                      <a:pt x="32691" y="10309"/>
                      <a:pt x="31834" y="9613"/>
                    </a:cubicBezTo>
                    <a:cubicBezTo>
                      <a:pt x="31672" y="9470"/>
                      <a:pt x="30777" y="9794"/>
                      <a:pt x="30662" y="9613"/>
                    </a:cubicBezTo>
                    <a:cubicBezTo>
                      <a:pt x="30396" y="9185"/>
                      <a:pt x="31043" y="7575"/>
                      <a:pt x="30662" y="7270"/>
                    </a:cubicBezTo>
                    <a:cubicBezTo>
                      <a:pt x="28452" y="5460"/>
                      <a:pt x="25309" y="1898"/>
                      <a:pt x="21271" y="222"/>
                    </a:cubicBezTo>
                    <a:cubicBezTo>
                      <a:pt x="19499" y="-131"/>
                      <a:pt x="18184" y="-26"/>
                      <a:pt x="17070" y="279"/>
                    </a:cubicBezTo>
                    <a:cubicBezTo>
                      <a:pt x="12632" y="1069"/>
                      <a:pt x="1782" y="4489"/>
                      <a:pt x="154" y="19005"/>
                    </a:cubicBezTo>
                    <a:cubicBezTo>
                      <a:pt x="154" y="19005"/>
                      <a:pt x="-1847" y="31568"/>
                      <a:pt x="8593" y="37360"/>
                    </a:cubicBezTo>
                    <a:cubicBezTo>
                      <a:pt x="8717" y="37560"/>
                      <a:pt x="8879" y="37636"/>
                      <a:pt x="9069" y="37645"/>
                    </a:cubicBezTo>
                    <a:cubicBezTo>
                      <a:pt x="11584" y="38941"/>
                      <a:pt x="14803" y="39855"/>
                      <a:pt x="18880" y="40131"/>
                    </a:cubicBezTo>
                    <a:cubicBezTo>
                      <a:pt x="19651" y="39769"/>
                      <a:pt x="20594" y="39750"/>
                      <a:pt x="21356" y="40303"/>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9" id="239"/>
              <p:cNvSpPr/>
              <p:nvPr/>
            </p:nvSpPr>
            <p:spPr>
              <a:xfrm>
                <a:off x="2822381" y="1212683"/>
                <a:ext cx="44401" cy="40847"/>
              </a:xfrm>
              <a:custGeom>
                <a:avLst/>
                <a:gdLst/>
                <a:ahLst/>
                <a:cxnLst/>
                <a:rect r="r" b="b" t="t" l="l"/>
                <a:pathLst>
                  <a:path w="44401" h="40847" stroke="true" fill="norm" extrusionOk="true">
                    <a:moveTo>
                      <a:pt x="44168" y="7040"/>
                    </a:moveTo>
                    <a:cubicBezTo>
                      <a:pt x="40377" y="3011"/>
                      <a:pt x="35805" y="-75"/>
                      <a:pt x="28899" y="1"/>
                    </a:cubicBezTo>
                    <a:cubicBezTo>
                      <a:pt x="25861" y="30"/>
                      <a:pt x="24222" y="1440"/>
                      <a:pt x="21860" y="2344"/>
                    </a:cubicBezTo>
                    <a:cubicBezTo>
                      <a:pt x="19850" y="3116"/>
                      <a:pt x="17821" y="4897"/>
                      <a:pt x="16250" y="3707"/>
                    </a:cubicBezTo>
                    <a:cubicBezTo>
                      <a:pt x="15583" y="4011"/>
                      <a:pt x="14888" y="4250"/>
                      <a:pt x="14202" y="4430"/>
                    </a:cubicBezTo>
                    <a:cubicBezTo>
                      <a:pt x="12002" y="8726"/>
                      <a:pt x="9754" y="13060"/>
                      <a:pt x="7820" y="17432"/>
                    </a:cubicBezTo>
                    <a:cubicBezTo>
                      <a:pt x="5725" y="22166"/>
                      <a:pt x="953" y="26738"/>
                      <a:pt x="553" y="32034"/>
                    </a:cubicBezTo>
                    <a:cubicBezTo>
                      <a:pt x="505" y="32586"/>
                      <a:pt x="286" y="33015"/>
                      <a:pt x="0" y="33377"/>
                    </a:cubicBezTo>
                    <a:cubicBezTo>
                      <a:pt x="210" y="33606"/>
                      <a:pt x="429" y="33834"/>
                      <a:pt x="581" y="34091"/>
                    </a:cubicBezTo>
                    <a:cubicBezTo>
                      <a:pt x="629" y="34072"/>
                      <a:pt x="657" y="34044"/>
                      <a:pt x="714" y="34034"/>
                    </a:cubicBezTo>
                    <a:cubicBezTo>
                      <a:pt x="686" y="34177"/>
                      <a:pt x="714" y="34234"/>
                      <a:pt x="705" y="34329"/>
                    </a:cubicBezTo>
                    <a:cubicBezTo>
                      <a:pt x="781" y="34491"/>
                      <a:pt x="838" y="34663"/>
                      <a:pt x="896" y="34834"/>
                    </a:cubicBezTo>
                    <a:cubicBezTo>
                      <a:pt x="1143" y="34996"/>
                      <a:pt x="1543" y="34977"/>
                      <a:pt x="1886" y="35215"/>
                    </a:cubicBezTo>
                    <a:cubicBezTo>
                      <a:pt x="3639" y="36377"/>
                      <a:pt x="4296" y="38073"/>
                      <a:pt x="5401" y="38739"/>
                    </a:cubicBezTo>
                    <a:cubicBezTo>
                      <a:pt x="10611" y="41826"/>
                      <a:pt x="25594" y="41597"/>
                      <a:pt x="28890" y="37568"/>
                    </a:cubicBezTo>
                    <a:cubicBezTo>
                      <a:pt x="29204" y="37187"/>
                      <a:pt x="30823" y="37863"/>
                      <a:pt x="31242" y="37568"/>
                    </a:cubicBezTo>
                    <a:cubicBezTo>
                      <a:pt x="32080" y="36977"/>
                      <a:pt x="32518" y="35892"/>
                      <a:pt x="33595" y="35225"/>
                    </a:cubicBezTo>
                    <a:cubicBezTo>
                      <a:pt x="35814" y="33834"/>
                      <a:pt x="38767" y="32586"/>
                      <a:pt x="39462" y="31701"/>
                    </a:cubicBezTo>
                    <a:cubicBezTo>
                      <a:pt x="40291" y="30634"/>
                      <a:pt x="40996" y="26871"/>
                      <a:pt x="41815" y="24662"/>
                    </a:cubicBezTo>
                    <a:cubicBezTo>
                      <a:pt x="43853" y="19118"/>
                      <a:pt x="44901" y="14013"/>
                      <a:pt x="44168" y="704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40" id="240"/>
              <p:cNvSpPr/>
              <p:nvPr/>
            </p:nvSpPr>
            <p:spPr>
              <a:xfrm>
                <a:off x="2823028" y="1156882"/>
                <a:ext cx="34195" cy="44562"/>
              </a:xfrm>
              <a:custGeom>
                <a:avLst/>
                <a:gdLst/>
                <a:ahLst/>
                <a:cxnLst/>
                <a:rect r="r" b="b" t="t" l="l"/>
                <a:pathLst>
                  <a:path w="34195" h="44562" stroke="true" fill="norm" extrusionOk="true">
                    <a:moveTo>
                      <a:pt x="27318" y="29951"/>
                    </a:moveTo>
                    <a:cubicBezTo>
                      <a:pt x="29233" y="25789"/>
                      <a:pt x="31804" y="22131"/>
                      <a:pt x="34195" y="18302"/>
                    </a:cubicBezTo>
                    <a:cubicBezTo>
                      <a:pt x="33519" y="17817"/>
                      <a:pt x="32966" y="17216"/>
                      <a:pt x="32823" y="16369"/>
                    </a:cubicBezTo>
                    <a:cubicBezTo>
                      <a:pt x="32709" y="15731"/>
                      <a:pt x="32785" y="15169"/>
                      <a:pt x="32928" y="14654"/>
                    </a:cubicBezTo>
                    <a:cubicBezTo>
                      <a:pt x="30461" y="10682"/>
                      <a:pt x="30404" y="6491"/>
                      <a:pt x="27080" y="2967"/>
                    </a:cubicBezTo>
                    <a:cubicBezTo>
                      <a:pt x="25594" y="1376"/>
                      <a:pt x="24946" y="1062"/>
                      <a:pt x="21212" y="614"/>
                    </a:cubicBezTo>
                    <a:cubicBezTo>
                      <a:pt x="20860" y="567"/>
                      <a:pt x="19060" y="862"/>
                      <a:pt x="18860" y="614"/>
                    </a:cubicBezTo>
                    <a:cubicBezTo>
                      <a:pt x="18184" y="-214"/>
                      <a:pt x="17793" y="-195"/>
                      <a:pt x="16507" y="614"/>
                    </a:cubicBezTo>
                    <a:cubicBezTo>
                      <a:pt x="15459" y="1291"/>
                      <a:pt x="12897" y="1500"/>
                      <a:pt x="10640" y="2967"/>
                    </a:cubicBezTo>
                    <a:cubicBezTo>
                      <a:pt x="10897" y="2796"/>
                      <a:pt x="4858" y="8301"/>
                      <a:pt x="4763" y="10006"/>
                    </a:cubicBezTo>
                    <a:cubicBezTo>
                      <a:pt x="4744" y="10387"/>
                      <a:pt x="3877" y="11930"/>
                      <a:pt x="3601" y="12359"/>
                    </a:cubicBezTo>
                    <a:cubicBezTo>
                      <a:pt x="3239" y="12921"/>
                      <a:pt x="1343" y="14435"/>
                      <a:pt x="1248" y="14702"/>
                    </a:cubicBezTo>
                    <a:cubicBezTo>
                      <a:pt x="876" y="15740"/>
                      <a:pt x="1562" y="17159"/>
                      <a:pt x="1248" y="18226"/>
                    </a:cubicBezTo>
                    <a:cubicBezTo>
                      <a:pt x="962" y="19179"/>
                      <a:pt x="-324" y="20150"/>
                      <a:pt x="77" y="21750"/>
                    </a:cubicBezTo>
                    <a:cubicBezTo>
                      <a:pt x="219" y="22322"/>
                      <a:pt x="1258" y="23112"/>
                      <a:pt x="1248" y="22922"/>
                    </a:cubicBezTo>
                    <a:cubicBezTo>
                      <a:pt x="1381" y="24827"/>
                      <a:pt x="-28" y="24951"/>
                      <a:pt x="77" y="26446"/>
                    </a:cubicBezTo>
                    <a:cubicBezTo>
                      <a:pt x="191" y="28123"/>
                      <a:pt x="924" y="29761"/>
                      <a:pt x="1591" y="31313"/>
                    </a:cubicBezTo>
                    <a:cubicBezTo>
                      <a:pt x="1667" y="31380"/>
                      <a:pt x="1753" y="31399"/>
                      <a:pt x="1829" y="31485"/>
                    </a:cubicBezTo>
                    <a:cubicBezTo>
                      <a:pt x="3543" y="33295"/>
                      <a:pt x="5182" y="35152"/>
                      <a:pt x="6753" y="37076"/>
                    </a:cubicBezTo>
                    <a:cubicBezTo>
                      <a:pt x="8173" y="36086"/>
                      <a:pt x="9478" y="40229"/>
                      <a:pt x="10640" y="40524"/>
                    </a:cubicBezTo>
                    <a:cubicBezTo>
                      <a:pt x="11964" y="41524"/>
                      <a:pt x="13573" y="42258"/>
                      <a:pt x="14736" y="43420"/>
                    </a:cubicBezTo>
                    <a:cubicBezTo>
                      <a:pt x="14821" y="43477"/>
                      <a:pt x="14907" y="43477"/>
                      <a:pt x="14992" y="43534"/>
                    </a:cubicBezTo>
                    <a:cubicBezTo>
                      <a:pt x="16317" y="44477"/>
                      <a:pt x="17888" y="44448"/>
                      <a:pt x="19441" y="44563"/>
                    </a:cubicBezTo>
                    <a:cubicBezTo>
                      <a:pt x="22670" y="40000"/>
                      <a:pt x="24975" y="35028"/>
                      <a:pt x="27318" y="29951"/>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41" id="241"/>
              <p:cNvSpPr/>
              <p:nvPr/>
            </p:nvSpPr>
            <p:spPr>
              <a:xfrm>
                <a:off x="2847012" y="1173416"/>
                <a:ext cx="44433" cy="36106"/>
              </a:xfrm>
              <a:custGeom>
                <a:avLst/>
                <a:gdLst/>
                <a:ahLst/>
                <a:cxnLst/>
                <a:rect r="r" b="b" t="t" l="l"/>
                <a:pathLst>
                  <a:path w="44433" h="36106" stroke="true" fill="norm" extrusionOk="true">
                    <a:moveTo>
                      <a:pt x="41834" y="2863"/>
                    </a:moveTo>
                    <a:cubicBezTo>
                      <a:pt x="34119" y="73"/>
                      <a:pt x="26784" y="-1318"/>
                      <a:pt x="18355" y="1692"/>
                    </a:cubicBezTo>
                    <a:cubicBezTo>
                      <a:pt x="18164" y="1673"/>
                      <a:pt x="18002" y="1701"/>
                      <a:pt x="17840" y="1749"/>
                    </a:cubicBezTo>
                    <a:cubicBezTo>
                      <a:pt x="17078" y="2292"/>
                      <a:pt x="16183" y="2625"/>
                      <a:pt x="15278" y="2825"/>
                    </a:cubicBezTo>
                    <a:cubicBezTo>
                      <a:pt x="12659" y="7188"/>
                      <a:pt x="9668" y="11207"/>
                      <a:pt x="7544" y="15884"/>
                    </a:cubicBezTo>
                    <a:cubicBezTo>
                      <a:pt x="5315" y="20799"/>
                      <a:pt x="3058" y="25600"/>
                      <a:pt x="0" y="30029"/>
                    </a:cubicBezTo>
                    <a:cubicBezTo>
                      <a:pt x="48" y="30076"/>
                      <a:pt x="95" y="30095"/>
                      <a:pt x="133" y="30143"/>
                    </a:cubicBezTo>
                    <a:cubicBezTo>
                      <a:pt x="648" y="30505"/>
                      <a:pt x="914" y="31124"/>
                      <a:pt x="1162" y="31762"/>
                    </a:cubicBezTo>
                    <a:cubicBezTo>
                      <a:pt x="1172" y="31791"/>
                      <a:pt x="1200" y="31810"/>
                      <a:pt x="1200" y="31839"/>
                    </a:cubicBezTo>
                    <a:cubicBezTo>
                      <a:pt x="1210" y="31858"/>
                      <a:pt x="1200" y="31877"/>
                      <a:pt x="1210" y="31886"/>
                    </a:cubicBezTo>
                    <a:cubicBezTo>
                      <a:pt x="1648" y="32972"/>
                      <a:pt x="2162" y="33972"/>
                      <a:pt x="4248" y="33391"/>
                    </a:cubicBezTo>
                    <a:cubicBezTo>
                      <a:pt x="8735" y="35610"/>
                      <a:pt x="15126" y="36734"/>
                      <a:pt x="20679" y="35744"/>
                    </a:cubicBezTo>
                    <a:cubicBezTo>
                      <a:pt x="22841" y="35353"/>
                      <a:pt x="24232" y="33677"/>
                      <a:pt x="25384" y="33391"/>
                    </a:cubicBezTo>
                    <a:cubicBezTo>
                      <a:pt x="27861" y="32772"/>
                      <a:pt x="27604" y="32639"/>
                      <a:pt x="28908" y="31048"/>
                    </a:cubicBezTo>
                    <a:cubicBezTo>
                      <a:pt x="29223" y="30648"/>
                      <a:pt x="30842" y="31372"/>
                      <a:pt x="31252" y="31048"/>
                    </a:cubicBezTo>
                    <a:cubicBezTo>
                      <a:pt x="31366" y="30953"/>
                      <a:pt x="31499" y="30724"/>
                      <a:pt x="31623" y="30572"/>
                    </a:cubicBezTo>
                    <a:lnTo>
                      <a:pt x="31652" y="30619"/>
                    </a:lnTo>
                    <a:cubicBezTo>
                      <a:pt x="52159" y="17427"/>
                      <a:pt x="41834" y="2863"/>
                      <a:pt x="41834" y="2863"/>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42" id="242"/>
              <p:cNvSpPr/>
              <p:nvPr/>
            </p:nvSpPr>
            <p:spPr>
              <a:xfrm>
                <a:off x="2856422" y="1099813"/>
                <a:ext cx="55199" cy="68330"/>
              </a:xfrm>
              <a:custGeom>
                <a:avLst/>
                <a:gdLst/>
                <a:ahLst/>
                <a:cxnLst/>
                <a:rect r="r" b="b" t="t" l="l"/>
                <a:pathLst>
                  <a:path w="55199" h="68330" stroke="true" fill="norm" extrusionOk="true">
                    <a:moveTo>
                      <a:pt x="53560" y="13068"/>
                    </a:moveTo>
                    <a:cubicBezTo>
                      <a:pt x="52398" y="9573"/>
                      <a:pt x="49921" y="8449"/>
                      <a:pt x="47693" y="6029"/>
                    </a:cubicBezTo>
                    <a:cubicBezTo>
                      <a:pt x="47340" y="5639"/>
                      <a:pt x="48083" y="4000"/>
                      <a:pt x="47693" y="3677"/>
                    </a:cubicBezTo>
                    <a:cubicBezTo>
                      <a:pt x="46045" y="2334"/>
                      <a:pt x="44425" y="743"/>
                      <a:pt x="40644" y="152"/>
                    </a:cubicBezTo>
                    <a:cubicBezTo>
                      <a:pt x="40673" y="86"/>
                      <a:pt x="40749" y="67"/>
                      <a:pt x="40777" y="0"/>
                    </a:cubicBezTo>
                    <a:cubicBezTo>
                      <a:pt x="36463" y="95"/>
                      <a:pt x="33405" y="419"/>
                      <a:pt x="29290" y="2305"/>
                    </a:cubicBezTo>
                    <a:cubicBezTo>
                      <a:pt x="25337" y="4124"/>
                      <a:pt x="22280" y="6867"/>
                      <a:pt x="18994" y="9668"/>
                    </a:cubicBezTo>
                    <a:cubicBezTo>
                      <a:pt x="18708" y="9916"/>
                      <a:pt x="18346" y="10068"/>
                      <a:pt x="17965" y="10163"/>
                    </a:cubicBezTo>
                    <a:cubicBezTo>
                      <a:pt x="17765" y="10906"/>
                      <a:pt x="17203" y="11344"/>
                      <a:pt x="16555" y="11554"/>
                    </a:cubicBezTo>
                    <a:cubicBezTo>
                      <a:pt x="15422" y="13183"/>
                      <a:pt x="13946" y="14754"/>
                      <a:pt x="12479" y="16602"/>
                    </a:cubicBezTo>
                    <a:cubicBezTo>
                      <a:pt x="11583" y="17726"/>
                      <a:pt x="11002" y="18831"/>
                      <a:pt x="10135" y="20126"/>
                    </a:cubicBezTo>
                    <a:cubicBezTo>
                      <a:pt x="9640" y="20869"/>
                      <a:pt x="8193" y="21793"/>
                      <a:pt x="7783" y="22469"/>
                    </a:cubicBezTo>
                    <a:cubicBezTo>
                      <a:pt x="7316" y="23250"/>
                      <a:pt x="7135" y="23993"/>
                      <a:pt x="6611" y="24822"/>
                    </a:cubicBezTo>
                    <a:cubicBezTo>
                      <a:pt x="5878" y="25975"/>
                      <a:pt x="5859" y="26670"/>
                      <a:pt x="5440" y="28346"/>
                    </a:cubicBezTo>
                    <a:cubicBezTo>
                      <a:pt x="5144" y="29537"/>
                      <a:pt x="4535" y="28927"/>
                      <a:pt x="4268" y="29518"/>
                    </a:cubicBezTo>
                    <a:cubicBezTo>
                      <a:pt x="3525" y="31166"/>
                      <a:pt x="3944" y="32556"/>
                      <a:pt x="3097" y="34214"/>
                    </a:cubicBezTo>
                    <a:cubicBezTo>
                      <a:pt x="2773" y="34842"/>
                      <a:pt x="944" y="36043"/>
                      <a:pt x="744" y="36557"/>
                    </a:cubicBezTo>
                    <a:cubicBezTo>
                      <a:pt x="363" y="37557"/>
                      <a:pt x="973" y="39033"/>
                      <a:pt x="744" y="40081"/>
                    </a:cubicBezTo>
                    <a:cubicBezTo>
                      <a:pt x="-56" y="43786"/>
                      <a:pt x="-818" y="51130"/>
                      <a:pt x="1916" y="57693"/>
                    </a:cubicBezTo>
                    <a:cubicBezTo>
                      <a:pt x="1363" y="61312"/>
                      <a:pt x="4916" y="60817"/>
                      <a:pt x="5430" y="63379"/>
                    </a:cubicBezTo>
                    <a:cubicBezTo>
                      <a:pt x="7754" y="64818"/>
                      <a:pt x="9955" y="67732"/>
                      <a:pt x="12593" y="68189"/>
                    </a:cubicBezTo>
                    <a:cubicBezTo>
                      <a:pt x="16041" y="68790"/>
                      <a:pt x="19518" y="67275"/>
                      <a:pt x="22985" y="67266"/>
                    </a:cubicBezTo>
                    <a:cubicBezTo>
                      <a:pt x="23404" y="67266"/>
                      <a:pt x="23766" y="67361"/>
                      <a:pt x="24071" y="67513"/>
                    </a:cubicBezTo>
                    <a:cubicBezTo>
                      <a:pt x="24794" y="67275"/>
                      <a:pt x="25414" y="67085"/>
                      <a:pt x="25395" y="67085"/>
                    </a:cubicBezTo>
                    <a:cubicBezTo>
                      <a:pt x="26966" y="66694"/>
                      <a:pt x="27966" y="66827"/>
                      <a:pt x="28919" y="65913"/>
                    </a:cubicBezTo>
                    <a:cubicBezTo>
                      <a:pt x="29233" y="65608"/>
                      <a:pt x="31243" y="63913"/>
                      <a:pt x="31262" y="63570"/>
                    </a:cubicBezTo>
                    <a:cubicBezTo>
                      <a:pt x="31338" y="62236"/>
                      <a:pt x="31738" y="62998"/>
                      <a:pt x="32433" y="62398"/>
                    </a:cubicBezTo>
                    <a:cubicBezTo>
                      <a:pt x="35024" y="60160"/>
                      <a:pt x="37453" y="57864"/>
                      <a:pt x="39911" y="55797"/>
                    </a:cubicBezTo>
                    <a:cubicBezTo>
                      <a:pt x="39920" y="55416"/>
                      <a:pt x="39996" y="55026"/>
                      <a:pt x="40225" y="54626"/>
                    </a:cubicBezTo>
                    <a:cubicBezTo>
                      <a:pt x="42511" y="50597"/>
                      <a:pt x="47997" y="48092"/>
                      <a:pt x="49226" y="43548"/>
                    </a:cubicBezTo>
                    <a:cubicBezTo>
                      <a:pt x="49445" y="42396"/>
                      <a:pt x="49426" y="41338"/>
                      <a:pt x="50036" y="40091"/>
                    </a:cubicBezTo>
                    <a:cubicBezTo>
                      <a:pt x="51084" y="37986"/>
                      <a:pt x="51569" y="38662"/>
                      <a:pt x="52388" y="35395"/>
                    </a:cubicBezTo>
                    <a:cubicBezTo>
                      <a:pt x="52674" y="34261"/>
                      <a:pt x="54379" y="32852"/>
                      <a:pt x="54741" y="30699"/>
                    </a:cubicBezTo>
                    <a:cubicBezTo>
                      <a:pt x="55656" y="25260"/>
                      <a:pt x="55170" y="17888"/>
                      <a:pt x="53560" y="13068"/>
                    </a:cubicBezTo>
                    <a:close/>
                  </a:path>
                </a:pathLst>
              </a:custGeom>
              <a:solidFill>
                <a:srgbClr val="F8AD3F"/>
              </a:solidFill>
              <a:ln cap="flat">
                <a:noFill/>
                <a:prstDash val="solid"/>
                <a:miter lim="800000"/>
              </a:ln>
            </p:spPr>
            <p:txBody>
              <a:bodyPr vert="horz" anchor="ctr" tIns="45720" lIns="91440" bIns="45720" rIns="91440"/>
              <a:p>
                <a:pPr algn="l" marL="0"/>
              </a:p>
            </p:txBody>
          </p:sp>
        </p:grpSp>
      </p:gr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购买渠道转变</a:t>
            </a:r>
          </a:p>
        </p:txBody>
      </p:sp>
      <p:sp>
        <p:nvSpPr>
          <p:cNvPr name="AutoShape 3" id="3"/>
          <p:cNvSpPr/>
          <p:nvPr/>
        </p:nvSpPr>
        <p:spPr>
          <a:xfrm>
            <a:off x="1363746" y="1130300"/>
            <a:ext cx="5808973" cy="1510249"/>
          </a:xfrm>
          <a:prstGeom prst="roundRect">
            <a:avLst/>
          </a:prstGeom>
          <a:solidFill>
            <a:schemeClr val="accent1">
              <a:alpha val="15000"/>
            </a:schemeClr>
          </a:solidFill>
          <a:ln>
            <a:noFill/>
          </a:ln>
        </p:spPr>
        <p:txBody>
          <a:bodyPr vert="horz" anchor="ctr" tIns="432000" lIns="288000" bIns="45720" rIns="91440"/>
          <a:p>
            <a:pPr algn="l" marL="0">
              <a:lnSpc>
                <a:spcPct val="150000"/>
              </a:lnSpc>
            </a:pPr>
            <a:r>
              <a:rPr lang="zh-CN" b="false" i="false" sz="1400" baseline="0" u="none" altLang="en-US">
                <a:solidFill>
                  <a:schemeClr val="tx1"/>
                </a:solidFill>
                <a:latin typeface="微软雅黑"/>
                <a:ea typeface="微软雅黑"/>
              </a:rPr>
              <a:t>随着电商平台的快速崛起，线上购买已经成为主流。消费者更倾向于在如京东、天猫等平台进行购买，享受更便捷的购物体验和更加丰富的选择。</a:t>
            </a:r>
          </a:p>
        </p:txBody>
      </p:sp>
      <p:sp>
        <p:nvSpPr>
          <p:cNvPr name="AutoShape 4" id="4"/>
          <p:cNvSpPr/>
          <p:nvPr/>
        </p:nvSpPr>
        <p:spPr>
          <a:xfrm>
            <a:off x="1631117" y="1231236"/>
            <a:ext cx="5347081" cy="427979"/>
          </a:xfrm>
          <a:prstGeom prst="rect">
            <a:avLst/>
          </a:prstGeom>
          <a:noFill/>
          <a:ln cap="rnd">
            <a:noFill/>
            <a:prstDash val="solid"/>
          </a:ln>
          <a:effectLst/>
        </p:spPr>
        <p:txBody>
          <a:bodyPr vert="horz" rot="0" anchor="b" wrap="square" tIns="90000" lIns="90000" bIns="90000" rIns="90000">
            <a:spAutoFit/>
          </a:bodyPr>
          <a:p>
            <a:pPr algn="l" marL="0"/>
            <a:r>
              <a:rPr lang="zh-CN" b="true" i="false" sz="1600" baseline="0" u="none" altLang="en-US">
                <a:solidFill>
                  <a:schemeClr val="tx1"/>
                </a:solidFill>
                <a:latin typeface="微软雅黑"/>
                <a:ea typeface="微软雅黑"/>
              </a:rPr>
              <a:t>线上与线下</a:t>
            </a:r>
          </a:p>
        </p:txBody>
      </p:sp>
      <p:sp>
        <p:nvSpPr>
          <p:cNvPr name="TextBox 5" id="5"/>
          <p:cNvSpPr txBox="true"/>
          <p:nvPr/>
        </p:nvSpPr>
        <p:spPr>
          <a:xfrm>
            <a:off x="544395" y="1593035"/>
            <a:ext cx="639920" cy="584775"/>
          </a:xfrm>
          <a:prstGeom prst="rect">
            <a:avLst/>
          </a:prstGeom>
          <a:noFill/>
        </p:spPr>
        <p:txBody>
          <a:bodyPr anchor="ctr" rtlCol="false" vert="horz" wrap="none" tIns="45720" lIns="91440" bIns="45720" rIns="91440">
            <a:spAutoFit/>
          </a:bodyPr>
          <a:lstStyle/>
          <a:p>
            <a:pPr algn="r" marL="0">
              <a:defRPr/>
            </a:pPr>
            <a:r>
              <a:rPr lang="en-US" b="true" i="false" sz="3200" baseline="0" u="none">
                <a:solidFill>
                  <a:schemeClr val="tx1"/>
                </a:solidFill>
                <a:latin typeface="Arial"/>
                <a:ea typeface="Arial"/>
              </a:rPr>
              <a:t>01</a:t>
            </a:r>
            <a:endParaRPr lang="en-US" sz="1100"/>
          </a:p>
        </p:txBody>
      </p:sp>
      <p:sp>
        <p:nvSpPr>
          <p:cNvPr name="TextBox 6" id="6"/>
          <p:cNvSpPr txBox="true"/>
          <p:nvPr/>
        </p:nvSpPr>
        <p:spPr>
          <a:xfrm>
            <a:off x="544395" y="3339810"/>
            <a:ext cx="639920" cy="584775"/>
          </a:xfrm>
          <a:prstGeom prst="rect">
            <a:avLst/>
          </a:prstGeom>
          <a:noFill/>
        </p:spPr>
        <p:txBody>
          <a:bodyPr anchor="ctr" rtlCol="false" vert="horz" wrap="none" tIns="45720" lIns="91440" bIns="45720" rIns="91440">
            <a:spAutoFit/>
          </a:bodyPr>
          <a:lstStyle/>
          <a:p>
            <a:pPr algn="r" marL="0">
              <a:defRPr/>
            </a:pPr>
            <a:r>
              <a:rPr lang="en-US" b="true" i="false" sz="3200" baseline="0" u="none">
                <a:solidFill>
                  <a:schemeClr val="accent1"/>
                </a:solidFill>
                <a:latin typeface="Arial"/>
                <a:ea typeface="Arial"/>
              </a:rPr>
              <a:t>02</a:t>
            </a:r>
            <a:endParaRPr lang="en-US" sz="1100"/>
          </a:p>
        </p:txBody>
      </p:sp>
      <p:sp>
        <p:nvSpPr>
          <p:cNvPr name="AutoShape 7" id="7"/>
          <p:cNvSpPr/>
          <p:nvPr/>
        </p:nvSpPr>
        <p:spPr>
          <a:xfrm>
            <a:off x="1363746" y="2877075"/>
            <a:ext cx="5808973" cy="1510249"/>
          </a:xfrm>
          <a:prstGeom prst="roundRect">
            <a:avLst/>
          </a:prstGeom>
          <a:solidFill>
            <a:schemeClr val="accent1"/>
          </a:solidFill>
          <a:ln>
            <a:noFill/>
          </a:ln>
        </p:spPr>
        <p:txBody>
          <a:bodyPr vert="horz" anchor="ctr" tIns="432000" lIns="288000" bIns="45720" rIns="91440"/>
          <a:p>
            <a:pPr algn="l" marL="0">
              <a:lnSpc>
                <a:spcPct val="150000"/>
              </a:lnSpc>
            </a:pPr>
            <a:r>
              <a:rPr lang="zh-CN" b="false" i="false" sz="1400" baseline="0" u="none" altLang="en-US">
                <a:solidFill>
                  <a:schemeClr val="bg1"/>
                </a:solidFill>
                <a:latin typeface="微软雅黑"/>
                <a:ea typeface="微软雅黑"/>
              </a:rPr>
              <a:t>众多手机品牌纷纷加强与电商平台的合作，借助大数据分析，更精准地把握消费者需求，从而制定新的营销策略并提升品牌影响力。</a:t>
            </a:r>
          </a:p>
        </p:txBody>
      </p:sp>
      <p:sp>
        <p:nvSpPr>
          <p:cNvPr name="AutoShape 8" id="8"/>
          <p:cNvSpPr/>
          <p:nvPr/>
        </p:nvSpPr>
        <p:spPr>
          <a:xfrm>
            <a:off x="1631117" y="3027391"/>
            <a:ext cx="5347081" cy="427979"/>
          </a:xfrm>
          <a:prstGeom prst="rect">
            <a:avLst/>
          </a:prstGeom>
          <a:noFill/>
          <a:ln cap="rnd">
            <a:noFill/>
            <a:prstDash val="solid"/>
          </a:ln>
          <a:effectLst/>
        </p:spPr>
        <p:txBody>
          <a:bodyPr vert="horz" rot="0" anchor="b" wrap="square" tIns="90000" lIns="90000" bIns="90000" rIns="90000">
            <a:spAutoFit/>
          </a:bodyPr>
          <a:p>
            <a:pPr algn="l" marL="0"/>
            <a:r>
              <a:rPr lang="zh-CN" b="true" i="false" sz="1600" baseline="0" u="none" altLang="en-US">
                <a:solidFill>
                  <a:schemeClr val="bg1"/>
                </a:solidFill>
                <a:latin typeface="微软雅黑"/>
                <a:ea typeface="微软雅黑"/>
              </a:rPr>
              <a:t>电商的影响</a:t>
            </a:r>
          </a:p>
        </p:txBody>
      </p:sp>
      <p:sp>
        <p:nvSpPr>
          <p:cNvPr name="TextBox 9" id="9"/>
          <p:cNvSpPr txBox="true"/>
          <p:nvPr/>
        </p:nvSpPr>
        <p:spPr>
          <a:xfrm>
            <a:off x="544395" y="5086586"/>
            <a:ext cx="639920" cy="584775"/>
          </a:xfrm>
          <a:prstGeom prst="rect">
            <a:avLst/>
          </a:prstGeom>
          <a:noFill/>
        </p:spPr>
        <p:txBody>
          <a:bodyPr anchor="ctr" rtlCol="false" vert="horz" wrap="none" tIns="45720" lIns="91440" bIns="45720" rIns="91440">
            <a:spAutoFit/>
          </a:bodyPr>
          <a:lstStyle/>
          <a:p>
            <a:pPr algn="r" marL="0">
              <a:defRPr/>
            </a:pPr>
            <a:r>
              <a:rPr lang="en-US" b="true" i="false" sz="3200" baseline="0" u="none">
                <a:solidFill>
                  <a:schemeClr val="tx1"/>
                </a:solidFill>
                <a:latin typeface="Arial"/>
                <a:ea typeface="Arial"/>
              </a:rPr>
              <a:t>03</a:t>
            </a:r>
            <a:endParaRPr lang="en-US" sz="1100"/>
          </a:p>
        </p:txBody>
      </p:sp>
      <p:sp>
        <p:nvSpPr>
          <p:cNvPr name="AutoShape 10" id="10"/>
          <p:cNvSpPr/>
          <p:nvPr/>
        </p:nvSpPr>
        <p:spPr>
          <a:xfrm>
            <a:off x="1363745" y="4623851"/>
            <a:ext cx="5808973" cy="1510249"/>
          </a:xfrm>
          <a:prstGeom prst="roundRect">
            <a:avLst/>
          </a:prstGeom>
          <a:solidFill>
            <a:schemeClr val="accent1">
              <a:alpha val="15000"/>
            </a:schemeClr>
          </a:solidFill>
          <a:ln>
            <a:noFill/>
          </a:ln>
        </p:spPr>
        <p:txBody>
          <a:bodyPr vert="horz" anchor="ctr" tIns="432000" lIns="288000" bIns="45720" rIns="91440"/>
          <a:p>
            <a:pPr algn="l" marL="0">
              <a:lnSpc>
                <a:spcPct val="150000"/>
              </a:lnSpc>
            </a:pPr>
            <a:r>
              <a:rPr lang="zh-CN" b="false" i="false" sz="1400" baseline="0" u="none" altLang="en-US">
                <a:solidFill>
                  <a:schemeClr val="tx1"/>
                </a:solidFill>
                <a:latin typeface="微软雅黑"/>
                <a:ea typeface="微软雅黑"/>
              </a:rPr>
              <a:t>社交媒体在手机购买决策中扮演越来越重要的角色，尤其是短视频平台的兴起助推了许多新品牌的快速成长，用户更愿意通过直播和社交评测了解产品。</a:t>
            </a:r>
          </a:p>
        </p:txBody>
      </p:sp>
      <p:sp>
        <p:nvSpPr>
          <p:cNvPr name="AutoShape 11" id="11"/>
          <p:cNvSpPr/>
          <p:nvPr/>
        </p:nvSpPr>
        <p:spPr>
          <a:xfrm>
            <a:off x="1631117" y="4781136"/>
            <a:ext cx="5347081" cy="427979"/>
          </a:xfrm>
          <a:prstGeom prst="rect">
            <a:avLst/>
          </a:prstGeom>
          <a:noFill/>
          <a:ln cap="rnd">
            <a:noFill/>
            <a:prstDash val="solid"/>
          </a:ln>
          <a:effectLst/>
        </p:spPr>
        <p:txBody>
          <a:bodyPr vert="horz" rot="0" anchor="b" wrap="square" tIns="90000" lIns="90000" bIns="90000" rIns="90000">
            <a:spAutoFit/>
          </a:bodyPr>
          <a:p>
            <a:pPr algn="l" marL="0"/>
            <a:r>
              <a:rPr lang="zh-CN" b="true" i="false" sz="1600" baseline="0" u="none" altLang="en-US">
                <a:solidFill>
                  <a:schemeClr val="tx1"/>
                </a:solidFill>
                <a:latin typeface="微软雅黑"/>
                <a:ea typeface="微软雅黑"/>
              </a:rPr>
              <a:t>社交媒体的角色</a:t>
            </a:r>
          </a:p>
        </p:txBody>
      </p:sp>
      <p:grpSp>
        <p:nvGrpSpPr>
          <p:cNvPr name="Group 12" id="12"/>
          <p:cNvGrpSpPr/>
          <p:nvPr/>
        </p:nvGrpSpPr>
        <p:grpSpPr>
          <a:xfrm>
            <a:off x="7776976" y="1744602"/>
            <a:ext cx="3741924" cy="3996421"/>
            <a:chOff x="3555071" y="2205838"/>
            <a:chExt cx="1402843" cy="1498253"/>
          </a:xfrm>
        </p:grpSpPr>
        <p:sp>
          <p:nvSpPr>
            <p:cNvPr name="Freeform 13" id="13"/>
            <p:cNvSpPr/>
            <p:nvPr/>
          </p:nvSpPr>
          <p:spPr>
            <a:xfrm>
              <a:off x="4499879" y="3494422"/>
              <a:ext cx="336968" cy="93023"/>
            </a:xfrm>
            <a:custGeom>
              <a:avLst/>
              <a:gdLst/>
              <a:ahLst/>
              <a:cxnLst/>
              <a:rect r="r" b="b" t="t" l="l"/>
              <a:pathLst>
                <a:path w="336968" h="93023" stroke="true" fill="norm" extrusionOk="true">
                  <a:moveTo>
                    <a:pt x="15170" y="92731"/>
                  </a:moveTo>
                  <a:lnTo>
                    <a:pt x="327181" y="24465"/>
                  </a:lnTo>
                  <a:cubicBezTo>
                    <a:pt x="333886" y="22998"/>
                    <a:pt x="338153" y="16359"/>
                    <a:pt x="336677" y="9711"/>
                  </a:cubicBezTo>
                  <a:lnTo>
                    <a:pt x="336677" y="9711"/>
                  </a:lnTo>
                  <a:cubicBezTo>
                    <a:pt x="335200" y="3062"/>
                    <a:pt x="328504" y="-1177"/>
                    <a:pt x="321799" y="290"/>
                  </a:cubicBezTo>
                  <a:lnTo>
                    <a:pt x="9788" y="68556"/>
                  </a:lnTo>
                  <a:cubicBezTo>
                    <a:pt x="3083" y="70023"/>
                    <a:pt x="-1185" y="76662"/>
                    <a:pt x="292" y="83310"/>
                  </a:cubicBezTo>
                  <a:lnTo>
                    <a:pt x="292" y="83310"/>
                  </a:lnTo>
                  <a:cubicBezTo>
                    <a:pt x="1778" y="89959"/>
                    <a:pt x="8474" y="94207"/>
                    <a:pt x="15170" y="92731"/>
                  </a:cubicBezTo>
                  <a:close/>
                </a:path>
              </a:pathLst>
            </a:custGeom>
            <a:solidFill>
              <a:schemeClr val="accent2"/>
            </a:solidFill>
            <a:ln cap="flat">
              <a:noFill/>
              <a:prstDash val="solid"/>
              <a:miter lim="800000"/>
            </a:ln>
          </p:spPr>
          <p:txBody>
            <a:bodyPr vert="horz" anchor="ctr" tIns="45720" lIns="91440" bIns="45720" rIns="91440"/>
            <a:p>
              <a:pPr algn="l" marL="0"/>
            </a:p>
          </p:txBody>
        </p:sp>
        <p:sp>
          <p:nvSpPr>
            <p:cNvPr name="Freeform 14" id="14"/>
            <p:cNvSpPr/>
            <p:nvPr/>
          </p:nvSpPr>
          <p:spPr>
            <a:xfrm>
              <a:off x="3577061" y="3185236"/>
              <a:ext cx="157779" cy="395690"/>
            </a:xfrm>
            <a:custGeom>
              <a:avLst/>
              <a:gdLst/>
              <a:ahLst/>
              <a:cxnLst/>
              <a:rect r="r" b="b" t="t" l="l"/>
              <a:pathLst>
                <a:path w="157779" h="395690" stroke="true" fill="norm" extrusionOk="true">
                  <a:moveTo>
                    <a:pt x="17378" y="196053"/>
                  </a:moveTo>
                  <a:cubicBezTo>
                    <a:pt x="27037" y="145952"/>
                    <a:pt x="36705" y="95841"/>
                    <a:pt x="46363" y="45739"/>
                  </a:cubicBezTo>
                  <a:cubicBezTo>
                    <a:pt x="50078" y="26479"/>
                    <a:pt x="57727" y="3181"/>
                    <a:pt x="77243" y="0"/>
                  </a:cubicBezTo>
                  <a:lnTo>
                    <a:pt x="156444" y="73648"/>
                  </a:lnTo>
                  <a:cubicBezTo>
                    <a:pt x="163140" y="110785"/>
                    <a:pt x="143232" y="146780"/>
                    <a:pt x="128412" y="181528"/>
                  </a:cubicBezTo>
                  <a:cubicBezTo>
                    <a:pt x="103780" y="239287"/>
                    <a:pt x="92026" y="302409"/>
                    <a:pt x="94245" y="365074"/>
                  </a:cubicBezTo>
                  <a:cubicBezTo>
                    <a:pt x="94617" y="375618"/>
                    <a:pt x="94112" y="388515"/>
                    <a:pt x="84701" y="393430"/>
                  </a:cubicBezTo>
                  <a:cubicBezTo>
                    <a:pt x="81130" y="395297"/>
                    <a:pt x="76948" y="395516"/>
                    <a:pt x="72909" y="395611"/>
                  </a:cubicBezTo>
                  <a:cubicBezTo>
                    <a:pt x="54755" y="396040"/>
                    <a:pt x="36562" y="394716"/>
                    <a:pt x="18655" y="391668"/>
                  </a:cubicBezTo>
                  <a:cubicBezTo>
                    <a:pt x="15226" y="391087"/>
                    <a:pt x="11673" y="390373"/>
                    <a:pt x="8920" y="388268"/>
                  </a:cubicBezTo>
                  <a:cubicBezTo>
                    <a:pt x="4529" y="384896"/>
                    <a:pt x="3329" y="378914"/>
                    <a:pt x="2605" y="373447"/>
                  </a:cubicBezTo>
                  <a:cubicBezTo>
                    <a:pt x="-5243" y="314354"/>
                    <a:pt x="6091" y="254594"/>
                    <a:pt x="17378" y="196053"/>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15" id="15"/>
            <p:cNvSpPr/>
            <p:nvPr/>
          </p:nvSpPr>
          <p:spPr>
            <a:xfrm>
              <a:off x="3779599" y="3166700"/>
              <a:ext cx="195880" cy="378738"/>
            </a:xfrm>
            <a:custGeom>
              <a:avLst/>
              <a:gdLst/>
              <a:ahLst/>
              <a:cxnLst/>
              <a:rect r="r" b="b" t="t" l="l"/>
              <a:pathLst>
                <a:path w="195880" h="378738" stroke="true" fill="norm" extrusionOk="true">
                  <a:moveTo>
                    <a:pt x="45002" y="202187"/>
                  </a:moveTo>
                  <a:cubicBezTo>
                    <a:pt x="31448" y="152971"/>
                    <a:pt x="17903" y="103765"/>
                    <a:pt x="4349" y="54550"/>
                  </a:cubicBezTo>
                  <a:cubicBezTo>
                    <a:pt x="-861" y="35633"/>
                    <a:pt x="-4328" y="11373"/>
                    <a:pt x="11788" y="0"/>
                  </a:cubicBezTo>
                  <a:lnTo>
                    <a:pt x="115582" y="31585"/>
                  </a:lnTo>
                  <a:cubicBezTo>
                    <a:pt x="138071" y="62017"/>
                    <a:pt x="136156" y="103022"/>
                    <a:pt x="138271" y="140694"/>
                  </a:cubicBezTo>
                  <a:cubicBezTo>
                    <a:pt x="141766" y="203311"/>
                    <a:pt x="159216" y="265119"/>
                    <a:pt x="189010" y="320440"/>
                  </a:cubicBezTo>
                  <a:cubicBezTo>
                    <a:pt x="194021" y="329746"/>
                    <a:pt x="199288" y="341547"/>
                    <a:pt x="193020" y="350072"/>
                  </a:cubicBezTo>
                  <a:cubicBezTo>
                    <a:pt x="190639" y="353301"/>
                    <a:pt x="186982" y="355330"/>
                    <a:pt x="183400" y="357178"/>
                  </a:cubicBezTo>
                  <a:cubicBezTo>
                    <a:pt x="167284" y="365484"/>
                    <a:pt x="150358" y="372237"/>
                    <a:pt x="132937" y="377304"/>
                  </a:cubicBezTo>
                  <a:cubicBezTo>
                    <a:pt x="129603" y="378276"/>
                    <a:pt x="126088" y="379190"/>
                    <a:pt x="122688" y="378495"/>
                  </a:cubicBezTo>
                  <a:cubicBezTo>
                    <a:pt x="117249" y="377380"/>
                    <a:pt x="113515" y="372532"/>
                    <a:pt x="110439" y="367941"/>
                  </a:cubicBezTo>
                  <a:cubicBezTo>
                    <a:pt x="77168" y="318297"/>
                    <a:pt x="60833" y="259690"/>
                    <a:pt x="45002" y="202187"/>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16" id="16"/>
            <p:cNvSpPr/>
            <p:nvPr/>
          </p:nvSpPr>
          <p:spPr>
            <a:xfrm>
              <a:off x="3869424" y="2838396"/>
              <a:ext cx="817324" cy="722415"/>
            </a:xfrm>
            <a:custGeom>
              <a:avLst/>
              <a:gdLst/>
              <a:ahLst/>
              <a:cxnLst/>
              <a:rect r="r" b="b" t="t" l="l"/>
              <a:pathLst>
                <a:path w="817324" h="722415" stroke="true" fill="norm" extrusionOk="true">
                  <a:moveTo>
                    <a:pt x="814504" y="718686"/>
                  </a:moveTo>
                  <a:lnTo>
                    <a:pt x="814504" y="718686"/>
                  </a:lnTo>
                  <a:cubicBezTo>
                    <a:pt x="818609" y="714104"/>
                    <a:pt x="818181" y="707027"/>
                    <a:pt x="813561" y="702960"/>
                  </a:cubicBezTo>
                  <a:lnTo>
                    <a:pt x="18671" y="2796"/>
                  </a:lnTo>
                  <a:cubicBezTo>
                    <a:pt x="14051" y="-1271"/>
                    <a:pt x="6917" y="-852"/>
                    <a:pt x="2822" y="3730"/>
                  </a:cubicBezTo>
                  <a:lnTo>
                    <a:pt x="2822" y="3730"/>
                  </a:lnTo>
                  <a:cubicBezTo>
                    <a:pt x="-1284" y="8311"/>
                    <a:pt x="-855" y="15388"/>
                    <a:pt x="3755" y="19456"/>
                  </a:cubicBezTo>
                  <a:lnTo>
                    <a:pt x="798645" y="719619"/>
                  </a:lnTo>
                  <a:cubicBezTo>
                    <a:pt x="803265" y="723686"/>
                    <a:pt x="810399" y="723268"/>
                    <a:pt x="814504" y="718686"/>
                  </a:cubicBezTo>
                  <a:close/>
                </a:path>
              </a:pathLst>
            </a:custGeom>
            <a:solidFill>
              <a:schemeClr val="accent2"/>
            </a:solidFill>
            <a:ln cap="flat">
              <a:noFill/>
              <a:prstDash val="solid"/>
              <a:miter lim="800000"/>
            </a:ln>
          </p:spPr>
          <p:txBody>
            <a:bodyPr vert="horz" anchor="ctr" tIns="45720" lIns="91440" bIns="45720" rIns="91440"/>
            <a:p>
              <a:pPr algn="l" marL="0"/>
            </a:p>
          </p:txBody>
        </p:sp>
        <p:sp>
          <p:nvSpPr>
            <p:cNvPr name="Freeform 17" id="17"/>
            <p:cNvSpPr/>
            <p:nvPr/>
          </p:nvSpPr>
          <p:spPr>
            <a:xfrm>
              <a:off x="3899115" y="2920250"/>
              <a:ext cx="145475" cy="91257"/>
            </a:xfrm>
            <a:custGeom>
              <a:avLst/>
              <a:gdLst/>
              <a:ahLst/>
              <a:cxnLst/>
              <a:rect r="r" b="b" t="t" l="l"/>
              <a:pathLst>
                <a:path w="145475" h="91257" stroke="true" fill="norm" extrusionOk="true">
                  <a:moveTo>
                    <a:pt x="26175" y="11801"/>
                  </a:moveTo>
                  <a:lnTo>
                    <a:pt x="15983" y="0"/>
                  </a:lnTo>
                  <a:cubicBezTo>
                    <a:pt x="35452" y="19193"/>
                    <a:pt x="57731" y="35576"/>
                    <a:pt x="81905" y="48482"/>
                  </a:cubicBezTo>
                  <a:cubicBezTo>
                    <a:pt x="93574" y="35262"/>
                    <a:pt x="112757" y="21022"/>
                    <a:pt x="126825" y="31709"/>
                  </a:cubicBezTo>
                  <a:cubicBezTo>
                    <a:pt x="142132" y="43329"/>
                    <a:pt x="131359" y="71276"/>
                    <a:pt x="145475" y="84277"/>
                  </a:cubicBezTo>
                  <a:cubicBezTo>
                    <a:pt x="140027" y="91230"/>
                    <a:pt x="129226" y="93354"/>
                    <a:pt x="121511" y="88982"/>
                  </a:cubicBezTo>
                  <a:cubicBezTo>
                    <a:pt x="113805" y="84611"/>
                    <a:pt x="110157" y="74304"/>
                    <a:pt x="113433" y="66122"/>
                  </a:cubicBezTo>
                  <a:cubicBezTo>
                    <a:pt x="94726" y="90621"/>
                    <a:pt x="54055" y="94336"/>
                    <a:pt x="31147" y="73647"/>
                  </a:cubicBezTo>
                  <a:cubicBezTo>
                    <a:pt x="17526" y="61341"/>
                    <a:pt x="10897" y="43319"/>
                    <a:pt x="0" y="28584"/>
                  </a:cubicBezTo>
                  <a:cubicBezTo>
                    <a:pt x="6991" y="20793"/>
                    <a:pt x="16145" y="14926"/>
                    <a:pt x="26175" y="11801"/>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18" id="18"/>
            <p:cNvSpPr/>
            <p:nvPr/>
          </p:nvSpPr>
          <p:spPr>
            <a:xfrm>
              <a:off x="3705395" y="2713958"/>
              <a:ext cx="129284" cy="179308"/>
            </a:xfrm>
            <a:custGeom>
              <a:avLst/>
              <a:gdLst/>
              <a:ahLst/>
              <a:cxnLst/>
              <a:rect r="r" b="b" t="t" l="l"/>
              <a:pathLst>
                <a:path w="129284" h="179308" stroke="true" fill="norm" extrusionOk="true">
                  <a:moveTo>
                    <a:pt x="220" y="81896"/>
                  </a:moveTo>
                  <a:cubicBezTo>
                    <a:pt x="2725" y="60341"/>
                    <a:pt x="25290" y="47711"/>
                    <a:pt x="45150" y="38595"/>
                  </a:cubicBezTo>
                  <a:cubicBezTo>
                    <a:pt x="73191" y="25727"/>
                    <a:pt x="101242" y="12868"/>
                    <a:pt x="129284" y="0"/>
                  </a:cubicBezTo>
                  <a:lnTo>
                    <a:pt x="93765" y="78457"/>
                  </a:lnTo>
                  <a:cubicBezTo>
                    <a:pt x="62704" y="102089"/>
                    <a:pt x="43616" y="140484"/>
                    <a:pt x="43635" y="179308"/>
                  </a:cubicBezTo>
                  <a:cubicBezTo>
                    <a:pt x="29119" y="157810"/>
                    <a:pt x="16698" y="134912"/>
                    <a:pt x="6612" y="111052"/>
                  </a:cubicBezTo>
                  <a:cubicBezTo>
                    <a:pt x="2687" y="101765"/>
                    <a:pt x="-942" y="91888"/>
                    <a:pt x="220" y="81896"/>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19" id="19"/>
            <p:cNvGrpSpPr/>
            <p:nvPr/>
          </p:nvGrpSpPr>
          <p:grpSpPr>
            <a:xfrm>
              <a:off x="3588381" y="2997278"/>
              <a:ext cx="356183" cy="290946"/>
              <a:chOff x="3588381" y="2997278"/>
              <a:chExt cx="356183" cy="290946"/>
            </a:xfrm>
          </p:grpSpPr>
          <p:grpSp>
            <p:nvGrpSpPr>
              <p:cNvPr name="Group 20" id="20"/>
              <p:cNvGrpSpPr/>
              <p:nvPr/>
            </p:nvGrpSpPr>
            <p:grpSpPr>
              <a:xfrm>
                <a:off x="3588381" y="2997278"/>
                <a:ext cx="356183" cy="290946"/>
                <a:chOff x="3588381" y="2997278"/>
                <a:chExt cx="356183" cy="290946"/>
              </a:xfrm>
            </p:grpSpPr>
            <p:sp>
              <p:nvSpPr>
                <p:cNvPr name="Freeform 21" id="21"/>
                <p:cNvSpPr/>
                <p:nvPr/>
              </p:nvSpPr>
              <p:spPr>
                <a:xfrm>
                  <a:off x="3753034" y="3020501"/>
                  <a:ext cx="191531" cy="242679"/>
                </a:xfrm>
                <a:custGeom>
                  <a:avLst/>
                  <a:gdLst/>
                  <a:ahLst/>
                  <a:cxnLst/>
                  <a:rect r="r" b="b" t="t" l="l"/>
                  <a:pathLst>
                    <a:path w="191531" h="242679" stroke="true" fill="norm" extrusionOk="true">
                      <a:moveTo>
                        <a:pt x="1254" y="75047"/>
                      </a:moveTo>
                      <a:cubicBezTo>
                        <a:pt x="53413" y="73190"/>
                        <a:pt x="103819" y="44072"/>
                        <a:pt x="131185" y="0"/>
                      </a:cubicBezTo>
                      <a:lnTo>
                        <a:pt x="153178" y="5058"/>
                      </a:lnTo>
                      <a:cubicBezTo>
                        <a:pt x="165694" y="74152"/>
                        <a:pt x="178210" y="143246"/>
                        <a:pt x="190735" y="212341"/>
                      </a:cubicBezTo>
                      <a:cubicBezTo>
                        <a:pt x="191554" y="216846"/>
                        <a:pt x="192297" y="221799"/>
                        <a:pt x="189964" y="225762"/>
                      </a:cubicBezTo>
                      <a:cubicBezTo>
                        <a:pt x="187268" y="230343"/>
                        <a:pt x="181477" y="231924"/>
                        <a:pt x="176248" y="233020"/>
                      </a:cubicBezTo>
                      <a:cubicBezTo>
                        <a:pt x="129489" y="242773"/>
                        <a:pt x="81178" y="245164"/>
                        <a:pt x="33668" y="240087"/>
                      </a:cubicBezTo>
                      <a:cubicBezTo>
                        <a:pt x="26448" y="239316"/>
                        <a:pt x="18609" y="238058"/>
                        <a:pt x="13694" y="232743"/>
                      </a:cubicBezTo>
                      <a:cubicBezTo>
                        <a:pt x="9617" y="228333"/>
                        <a:pt x="8474" y="222066"/>
                        <a:pt x="7569" y="216160"/>
                      </a:cubicBezTo>
                      <a:cubicBezTo>
                        <a:pt x="483" y="169507"/>
                        <a:pt x="-1642" y="122129"/>
                        <a:pt x="1254" y="75047"/>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22" id="22"/>
                <p:cNvSpPr/>
                <p:nvPr/>
              </p:nvSpPr>
              <p:spPr>
                <a:xfrm>
                  <a:off x="3588381" y="2997278"/>
                  <a:ext cx="322021" cy="290946"/>
                </a:xfrm>
                <a:custGeom>
                  <a:avLst/>
                  <a:gdLst/>
                  <a:ahLst/>
                  <a:cxnLst/>
                  <a:rect r="r" b="b" t="t" l="l"/>
                  <a:pathLst>
                    <a:path w="322021" h="290946" stroke="true" fill="norm" extrusionOk="true">
                      <a:moveTo>
                        <a:pt x="46063" y="38577"/>
                      </a:moveTo>
                      <a:cubicBezTo>
                        <a:pt x="48892" y="25090"/>
                        <a:pt x="52969" y="9897"/>
                        <a:pt x="65265" y="3487"/>
                      </a:cubicBezTo>
                      <a:cubicBezTo>
                        <a:pt x="72295" y="-180"/>
                        <a:pt x="80629" y="-104"/>
                        <a:pt x="88573" y="58"/>
                      </a:cubicBezTo>
                      <a:cubicBezTo>
                        <a:pt x="164402" y="1582"/>
                        <a:pt x="240221" y="3096"/>
                        <a:pt x="316049" y="4611"/>
                      </a:cubicBezTo>
                      <a:cubicBezTo>
                        <a:pt x="301447" y="63799"/>
                        <a:pt x="261652" y="116225"/>
                        <a:pt x="209045" y="147514"/>
                      </a:cubicBezTo>
                      <a:cubicBezTo>
                        <a:pt x="208655" y="148419"/>
                        <a:pt x="208274" y="149324"/>
                        <a:pt x="207893" y="150229"/>
                      </a:cubicBezTo>
                      <a:cubicBezTo>
                        <a:pt x="208207" y="150115"/>
                        <a:pt x="208531" y="150029"/>
                        <a:pt x="208874" y="149972"/>
                      </a:cubicBezTo>
                      <a:cubicBezTo>
                        <a:pt x="247612" y="144028"/>
                        <a:pt x="283064" y="126274"/>
                        <a:pt x="310077" y="97965"/>
                      </a:cubicBezTo>
                      <a:cubicBezTo>
                        <a:pt x="312573" y="95346"/>
                        <a:pt x="316592" y="94613"/>
                        <a:pt x="319554" y="97013"/>
                      </a:cubicBezTo>
                      <a:cubicBezTo>
                        <a:pt x="322259" y="99204"/>
                        <a:pt x="322974" y="103738"/>
                        <a:pt x="320516" y="106414"/>
                      </a:cubicBezTo>
                      <a:cubicBezTo>
                        <a:pt x="306486" y="121711"/>
                        <a:pt x="289703" y="134465"/>
                        <a:pt x="271272" y="144104"/>
                      </a:cubicBezTo>
                      <a:cubicBezTo>
                        <a:pt x="252470" y="153944"/>
                        <a:pt x="231315" y="161211"/>
                        <a:pt x="210064" y="163078"/>
                      </a:cubicBezTo>
                      <a:cubicBezTo>
                        <a:pt x="207483" y="163307"/>
                        <a:pt x="205187" y="161221"/>
                        <a:pt x="204226" y="158906"/>
                      </a:cubicBezTo>
                      <a:cubicBezTo>
                        <a:pt x="186452" y="201483"/>
                        <a:pt x="171536" y="245231"/>
                        <a:pt x="159639" y="289770"/>
                      </a:cubicBezTo>
                      <a:cubicBezTo>
                        <a:pt x="104832" y="294800"/>
                        <a:pt x="48606" y="283608"/>
                        <a:pt x="0" y="257976"/>
                      </a:cubicBezTo>
                      <a:cubicBezTo>
                        <a:pt x="15345" y="184843"/>
                        <a:pt x="30699" y="111710"/>
                        <a:pt x="46063" y="38577"/>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23" id="23"/>
                <p:cNvSpPr/>
                <p:nvPr/>
              </p:nvSpPr>
              <p:spPr>
                <a:xfrm>
                  <a:off x="3822130" y="3142211"/>
                  <a:ext cx="83077" cy="39091"/>
                </a:xfrm>
                <a:custGeom>
                  <a:avLst/>
                  <a:gdLst/>
                  <a:ahLst/>
                  <a:cxnLst/>
                  <a:rect r="r" b="b" t="t" l="l"/>
                  <a:pathLst>
                    <a:path w="83077" h="39091" stroke="true" fill="norm" extrusionOk="true">
                      <a:moveTo>
                        <a:pt x="6853" y="24956"/>
                      </a:moveTo>
                      <a:cubicBezTo>
                        <a:pt x="19587" y="26518"/>
                        <a:pt x="31980" y="25451"/>
                        <a:pt x="43991" y="20832"/>
                      </a:cubicBezTo>
                      <a:cubicBezTo>
                        <a:pt x="54354" y="16850"/>
                        <a:pt x="63460" y="10554"/>
                        <a:pt x="71042" y="2525"/>
                      </a:cubicBezTo>
                      <a:cubicBezTo>
                        <a:pt x="73528" y="-104"/>
                        <a:pt x="77442" y="-990"/>
                        <a:pt x="80490" y="1372"/>
                      </a:cubicBezTo>
                      <a:cubicBezTo>
                        <a:pt x="83243" y="3496"/>
                        <a:pt x="84062" y="8020"/>
                        <a:pt x="81653" y="10745"/>
                      </a:cubicBezTo>
                      <a:cubicBezTo>
                        <a:pt x="63031" y="31852"/>
                        <a:pt x="32475" y="43063"/>
                        <a:pt x="4510" y="37805"/>
                      </a:cubicBezTo>
                      <a:cubicBezTo>
                        <a:pt x="-2834" y="36424"/>
                        <a:pt x="-605" y="24042"/>
                        <a:pt x="6853" y="24956"/>
                      </a:cubicBezTo>
                      <a:close/>
                    </a:path>
                  </a:pathLst>
                </a:custGeom>
                <a:solidFill>
                  <a:srgbClr val="FFD026"/>
                </a:solidFill>
                <a:ln cap="flat">
                  <a:noFill/>
                  <a:prstDash val="solid"/>
                  <a:miter lim="800000"/>
                </a:ln>
              </p:spPr>
              <p:txBody>
                <a:bodyPr vert="horz" anchor="ctr" tIns="45720" lIns="91440" bIns="45720" rIns="91440"/>
                <a:p>
                  <a:pPr algn="l" marL="0"/>
                </a:p>
              </p:txBody>
            </p:sp>
          </p:grpSp>
          <p:sp>
            <p:nvSpPr>
              <p:cNvPr name="Freeform 24" id="24"/>
              <p:cNvSpPr/>
              <p:nvPr/>
            </p:nvSpPr>
            <p:spPr>
              <a:xfrm>
                <a:off x="3639254" y="3035926"/>
                <a:ext cx="139866" cy="240558"/>
              </a:xfrm>
              <a:custGeom>
                <a:avLst/>
                <a:gdLst/>
                <a:ahLst/>
                <a:cxnLst/>
                <a:rect r="r" b="b" t="t" l="l"/>
                <a:pathLst>
                  <a:path w="139866" h="240558" stroke="true" fill="norm" extrusionOk="true">
                    <a:moveTo>
                      <a:pt x="20" y="237006"/>
                    </a:moveTo>
                    <a:cubicBezTo>
                      <a:pt x="3277" y="206050"/>
                      <a:pt x="8545" y="175160"/>
                      <a:pt x="14050" y="144528"/>
                    </a:cubicBezTo>
                    <a:cubicBezTo>
                      <a:pt x="17622" y="124659"/>
                      <a:pt x="21566" y="104866"/>
                      <a:pt x="25842" y="85139"/>
                    </a:cubicBezTo>
                    <a:cubicBezTo>
                      <a:pt x="23890" y="83301"/>
                      <a:pt x="24099" y="79129"/>
                      <a:pt x="27271" y="78634"/>
                    </a:cubicBezTo>
                    <a:cubicBezTo>
                      <a:pt x="29100" y="70357"/>
                      <a:pt x="30986" y="62080"/>
                      <a:pt x="32938" y="53831"/>
                    </a:cubicBezTo>
                    <a:cubicBezTo>
                      <a:pt x="37006" y="36619"/>
                      <a:pt x="41501" y="19531"/>
                      <a:pt x="45892" y="2396"/>
                    </a:cubicBezTo>
                    <a:cubicBezTo>
                      <a:pt x="47035" y="-2052"/>
                      <a:pt x="53931" y="262"/>
                      <a:pt x="52722" y="4701"/>
                    </a:cubicBezTo>
                    <a:cubicBezTo>
                      <a:pt x="46111" y="28809"/>
                      <a:pt x="40177" y="53136"/>
                      <a:pt x="34815" y="77605"/>
                    </a:cubicBezTo>
                    <a:cubicBezTo>
                      <a:pt x="41235" y="76653"/>
                      <a:pt x="47559" y="75443"/>
                      <a:pt x="53846" y="73529"/>
                    </a:cubicBezTo>
                    <a:cubicBezTo>
                      <a:pt x="62113" y="71014"/>
                      <a:pt x="70086" y="67652"/>
                      <a:pt x="77658" y="63508"/>
                    </a:cubicBezTo>
                    <a:cubicBezTo>
                      <a:pt x="92641" y="55326"/>
                      <a:pt x="106224" y="44230"/>
                      <a:pt x="116863" y="30914"/>
                    </a:cubicBezTo>
                    <a:cubicBezTo>
                      <a:pt x="123235" y="22941"/>
                      <a:pt x="128703" y="14235"/>
                      <a:pt x="132894" y="4949"/>
                    </a:cubicBezTo>
                    <a:cubicBezTo>
                      <a:pt x="134818" y="691"/>
                      <a:pt x="141438" y="3710"/>
                      <a:pt x="139523" y="7968"/>
                    </a:cubicBezTo>
                    <a:cubicBezTo>
                      <a:pt x="124226" y="41915"/>
                      <a:pt x="94356" y="68137"/>
                      <a:pt x="58865" y="79910"/>
                    </a:cubicBezTo>
                    <a:cubicBezTo>
                      <a:pt x="50550" y="82672"/>
                      <a:pt x="41844" y="84701"/>
                      <a:pt x="33081" y="85616"/>
                    </a:cubicBezTo>
                    <a:cubicBezTo>
                      <a:pt x="25995" y="118725"/>
                      <a:pt x="19946" y="152072"/>
                      <a:pt x="14736" y="185438"/>
                    </a:cubicBezTo>
                    <a:cubicBezTo>
                      <a:pt x="12012" y="202907"/>
                      <a:pt x="9973" y="220490"/>
                      <a:pt x="7211" y="237949"/>
                    </a:cubicBezTo>
                    <a:cubicBezTo>
                      <a:pt x="6573" y="241969"/>
                      <a:pt x="-418" y="241102"/>
                      <a:pt x="20" y="23700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25" id="25"/>
            <p:cNvSpPr/>
            <p:nvPr/>
          </p:nvSpPr>
          <p:spPr>
            <a:xfrm>
              <a:off x="4237834" y="2406462"/>
              <a:ext cx="171616" cy="146461"/>
            </a:xfrm>
            <a:custGeom>
              <a:avLst/>
              <a:gdLst/>
              <a:ahLst/>
              <a:cxnLst/>
              <a:rect r="r" b="b" t="t" l="l"/>
              <a:pathLst>
                <a:path w="171616" h="146461" stroke="true" fill="norm" extrusionOk="true">
                  <a:moveTo>
                    <a:pt x="10601" y="108909"/>
                  </a:moveTo>
                  <a:cubicBezTo>
                    <a:pt x="22288" y="78114"/>
                    <a:pt x="29346" y="45606"/>
                    <a:pt x="31490" y="12763"/>
                  </a:cubicBezTo>
                  <a:cubicBezTo>
                    <a:pt x="50816" y="10992"/>
                    <a:pt x="69913" y="6687"/>
                    <a:pt x="88116" y="0"/>
                  </a:cubicBezTo>
                  <a:lnTo>
                    <a:pt x="151924" y="4039"/>
                  </a:lnTo>
                  <a:cubicBezTo>
                    <a:pt x="172231" y="29918"/>
                    <a:pt x="179908" y="68951"/>
                    <a:pt x="160039" y="95155"/>
                  </a:cubicBezTo>
                  <a:cubicBezTo>
                    <a:pt x="152248" y="105423"/>
                    <a:pt x="141132" y="112700"/>
                    <a:pt x="129730" y="118805"/>
                  </a:cubicBezTo>
                  <a:cubicBezTo>
                    <a:pt x="90316" y="139922"/>
                    <a:pt x="44644" y="149380"/>
                    <a:pt x="0" y="145675"/>
                  </a:cubicBezTo>
                  <a:cubicBezTo>
                    <a:pt x="743" y="132893"/>
                    <a:pt x="6058" y="120891"/>
                    <a:pt x="10601" y="108909"/>
                  </a:cubicBezTo>
                  <a:close/>
                </a:path>
              </a:pathLst>
            </a:custGeom>
            <a:solidFill>
              <a:srgbClr val="523B2C"/>
            </a:solidFill>
            <a:ln cap="flat">
              <a:noFill/>
              <a:prstDash val="solid"/>
              <a:miter lim="800000"/>
            </a:ln>
          </p:spPr>
          <p:txBody>
            <a:bodyPr vert="horz" anchor="ctr" tIns="45720" lIns="91440" bIns="45720" rIns="91440"/>
            <a:p>
              <a:pPr algn="l" marL="0"/>
            </a:p>
          </p:txBody>
        </p:sp>
        <p:sp>
          <p:nvSpPr>
            <p:cNvPr name="Freeform 26" id="26"/>
            <p:cNvSpPr/>
            <p:nvPr/>
          </p:nvSpPr>
          <p:spPr>
            <a:xfrm>
              <a:off x="3879921" y="2238999"/>
              <a:ext cx="448250" cy="505981"/>
            </a:xfrm>
            <a:custGeom>
              <a:avLst/>
              <a:gdLst/>
              <a:ahLst/>
              <a:cxnLst/>
              <a:rect r="r" b="b" t="t" l="l"/>
              <a:pathLst>
                <a:path w="448250" h="505981" stroke="true" fill="norm" extrusionOk="true">
                  <a:moveTo>
                    <a:pt x="5869" y="145708"/>
                  </a:moveTo>
                  <a:cubicBezTo>
                    <a:pt x="27738" y="64069"/>
                    <a:pt x="113111" y="11634"/>
                    <a:pt x="197722" y="1937"/>
                  </a:cubicBezTo>
                  <a:cubicBezTo>
                    <a:pt x="247414" y="-3759"/>
                    <a:pt x="299325" y="2766"/>
                    <a:pt x="343492" y="26035"/>
                  </a:cubicBezTo>
                  <a:cubicBezTo>
                    <a:pt x="378525" y="44485"/>
                    <a:pt x="408167" y="74118"/>
                    <a:pt x="424474" y="109713"/>
                  </a:cubicBezTo>
                  <a:cubicBezTo>
                    <a:pt x="451820" y="156566"/>
                    <a:pt x="456316" y="216621"/>
                    <a:pt x="434113" y="266294"/>
                  </a:cubicBezTo>
                  <a:cubicBezTo>
                    <a:pt x="421473" y="294574"/>
                    <a:pt x="401014" y="319720"/>
                    <a:pt x="394213" y="349914"/>
                  </a:cubicBezTo>
                  <a:cubicBezTo>
                    <a:pt x="389346" y="371507"/>
                    <a:pt x="391765" y="394672"/>
                    <a:pt x="383554" y="415246"/>
                  </a:cubicBezTo>
                  <a:cubicBezTo>
                    <a:pt x="382973" y="416703"/>
                    <a:pt x="382335" y="418132"/>
                    <a:pt x="381649" y="419542"/>
                  </a:cubicBezTo>
                  <a:cubicBezTo>
                    <a:pt x="376630" y="440697"/>
                    <a:pt x="358428" y="457528"/>
                    <a:pt x="338025" y="466167"/>
                  </a:cubicBezTo>
                  <a:cubicBezTo>
                    <a:pt x="316032" y="475482"/>
                    <a:pt x="291610" y="476978"/>
                    <a:pt x="267740" y="478349"/>
                  </a:cubicBezTo>
                  <a:cubicBezTo>
                    <a:pt x="227535" y="480664"/>
                    <a:pt x="185901" y="482778"/>
                    <a:pt x="148287" y="468491"/>
                  </a:cubicBezTo>
                  <a:cubicBezTo>
                    <a:pt x="143096" y="466519"/>
                    <a:pt x="138095" y="464281"/>
                    <a:pt x="133256" y="461795"/>
                  </a:cubicBezTo>
                  <a:cubicBezTo>
                    <a:pt x="126056" y="475530"/>
                    <a:pt x="121379" y="490551"/>
                    <a:pt x="119883" y="505981"/>
                  </a:cubicBezTo>
                  <a:cubicBezTo>
                    <a:pt x="87717" y="489236"/>
                    <a:pt x="57609" y="468615"/>
                    <a:pt x="30434" y="444707"/>
                  </a:cubicBezTo>
                  <a:cubicBezTo>
                    <a:pt x="27624" y="442230"/>
                    <a:pt x="24652" y="439354"/>
                    <a:pt x="24348" y="435639"/>
                  </a:cubicBezTo>
                  <a:cubicBezTo>
                    <a:pt x="23986" y="431162"/>
                    <a:pt x="27577" y="427476"/>
                    <a:pt x="30701" y="424228"/>
                  </a:cubicBezTo>
                  <a:cubicBezTo>
                    <a:pt x="42150" y="412322"/>
                    <a:pt x="50436" y="397606"/>
                    <a:pt x="55113" y="381823"/>
                  </a:cubicBezTo>
                  <a:cubicBezTo>
                    <a:pt x="39730" y="355000"/>
                    <a:pt x="28100" y="325244"/>
                    <a:pt x="19033" y="296174"/>
                  </a:cubicBezTo>
                  <a:cubicBezTo>
                    <a:pt x="3821" y="247425"/>
                    <a:pt x="-7352" y="195028"/>
                    <a:pt x="5869" y="145708"/>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27" id="27"/>
            <p:cNvSpPr/>
            <p:nvPr/>
          </p:nvSpPr>
          <p:spPr>
            <a:xfrm>
              <a:off x="4064435" y="2556541"/>
              <a:ext cx="87813" cy="69556"/>
            </a:xfrm>
            <a:custGeom>
              <a:avLst/>
              <a:gdLst/>
              <a:ahLst/>
              <a:cxnLst/>
              <a:rect r="r" b="b" t="t" l="l"/>
              <a:pathLst>
                <a:path w="87813" h="69556" stroke="true" fill="norm" extrusionOk="true">
                  <a:moveTo>
                    <a:pt x="1425" y="20143"/>
                  </a:moveTo>
                  <a:cubicBezTo>
                    <a:pt x="-4680" y="37564"/>
                    <a:pt x="9397" y="58233"/>
                    <a:pt x="32857" y="66320"/>
                  </a:cubicBezTo>
                  <a:cubicBezTo>
                    <a:pt x="56318" y="74397"/>
                    <a:pt x="80282" y="66835"/>
                    <a:pt x="86388" y="49413"/>
                  </a:cubicBezTo>
                  <a:cubicBezTo>
                    <a:pt x="92494" y="31992"/>
                    <a:pt x="78416" y="11323"/>
                    <a:pt x="54955" y="3236"/>
                  </a:cubicBezTo>
                  <a:cubicBezTo>
                    <a:pt x="31486" y="-4841"/>
                    <a:pt x="7521" y="2722"/>
                    <a:pt x="1425" y="20143"/>
                  </a:cubicBezTo>
                  <a:close/>
                </a:path>
              </a:pathLst>
            </a:custGeom>
            <a:solidFill>
              <a:srgbClr val="FF7257"/>
            </a:solidFill>
            <a:ln cap="flat">
              <a:noFill/>
              <a:prstDash val="solid"/>
              <a:miter lim="800000"/>
            </a:ln>
          </p:spPr>
          <p:txBody>
            <a:bodyPr vert="horz" anchor="ctr" tIns="45720" lIns="91440" bIns="45720" rIns="91440"/>
            <a:p>
              <a:pPr algn="l" marL="0"/>
            </a:p>
          </p:txBody>
        </p:sp>
        <p:sp>
          <p:nvSpPr>
            <p:cNvPr name="Freeform 28" id="28"/>
            <p:cNvSpPr/>
            <p:nvPr/>
          </p:nvSpPr>
          <p:spPr>
            <a:xfrm>
              <a:off x="3860357" y="2205838"/>
              <a:ext cx="547749" cy="417870"/>
            </a:xfrm>
            <a:custGeom>
              <a:avLst/>
              <a:gdLst/>
              <a:ahLst/>
              <a:cxnLst/>
              <a:rect r="r" b="b" t="t" l="l"/>
              <a:pathLst>
                <a:path w="547749" h="417870" stroke="true" fill="norm" extrusionOk="true">
                  <a:moveTo>
                    <a:pt x="55922" y="97411"/>
                  </a:moveTo>
                  <a:cubicBezTo>
                    <a:pt x="48074" y="96345"/>
                    <a:pt x="40225" y="95278"/>
                    <a:pt x="32377" y="94211"/>
                  </a:cubicBezTo>
                  <a:cubicBezTo>
                    <a:pt x="53065" y="70236"/>
                    <a:pt x="78239" y="51634"/>
                    <a:pt x="106148" y="37994"/>
                  </a:cubicBezTo>
                  <a:cubicBezTo>
                    <a:pt x="158773" y="5619"/>
                    <a:pt x="225610" y="-4402"/>
                    <a:pt x="288180" y="1685"/>
                  </a:cubicBezTo>
                  <a:cubicBezTo>
                    <a:pt x="332938" y="6038"/>
                    <a:pt x="378020" y="18201"/>
                    <a:pt x="414186" y="44709"/>
                  </a:cubicBezTo>
                  <a:cubicBezTo>
                    <a:pt x="420835" y="49577"/>
                    <a:pt x="427140" y="54996"/>
                    <a:pt x="432998" y="60864"/>
                  </a:cubicBezTo>
                  <a:cubicBezTo>
                    <a:pt x="469136" y="86715"/>
                    <a:pt x="498121" y="122319"/>
                    <a:pt x="516304" y="162667"/>
                  </a:cubicBezTo>
                  <a:cubicBezTo>
                    <a:pt x="523028" y="175783"/>
                    <a:pt x="529124" y="189270"/>
                    <a:pt x="535001" y="202510"/>
                  </a:cubicBezTo>
                  <a:cubicBezTo>
                    <a:pt x="543117" y="220789"/>
                    <a:pt x="551403" y="240915"/>
                    <a:pt x="546050" y="260174"/>
                  </a:cubicBezTo>
                  <a:cubicBezTo>
                    <a:pt x="541716" y="275767"/>
                    <a:pt x="528715" y="288016"/>
                    <a:pt x="513751" y="294464"/>
                  </a:cubicBezTo>
                  <a:cubicBezTo>
                    <a:pt x="498797" y="300913"/>
                    <a:pt x="482052" y="302170"/>
                    <a:pt x="465764" y="301351"/>
                  </a:cubicBezTo>
                  <a:cubicBezTo>
                    <a:pt x="468117" y="293826"/>
                    <a:pt x="469955" y="286149"/>
                    <a:pt x="471288" y="278396"/>
                  </a:cubicBezTo>
                  <a:cubicBezTo>
                    <a:pt x="461335" y="283444"/>
                    <a:pt x="449953" y="286330"/>
                    <a:pt x="439199" y="286159"/>
                  </a:cubicBezTo>
                  <a:cubicBezTo>
                    <a:pt x="407614" y="285663"/>
                    <a:pt x="377086" y="271100"/>
                    <a:pt x="345587" y="273500"/>
                  </a:cubicBezTo>
                  <a:cubicBezTo>
                    <a:pt x="352045" y="264680"/>
                    <a:pt x="356655" y="254536"/>
                    <a:pt x="359027" y="243896"/>
                  </a:cubicBezTo>
                  <a:cubicBezTo>
                    <a:pt x="330385" y="252316"/>
                    <a:pt x="299838" y="244592"/>
                    <a:pt x="270054" y="242182"/>
                  </a:cubicBezTo>
                  <a:cubicBezTo>
                    <a:pt x="240279" y="239772"/>
                    <a:pt x="205636" y="245382"/>
                    <a:pt x="189996" y="270623"/>
                  </a:cubicBezTo>
                  <a:cubicBezTo>
                    <a:pt x="182128" y="247544"/>
                    <a:pt x="156297" y="231980"/>
                    <a:pt x="132018" y="235686"/>
                  </a:cubicBezTo>
                  <a:cubicBezTo>
                    <a:pt x="107738" y="239391"/>
                    <a:pt x="87831" y="261946"/>
                    <a:pt x="87336" y="286302"/>
                  </a:cubicBezTo>
                  <a:cubicBezTo>
                    <a:pt x="87060" y="299656"/>
                    <a:pt x="91917" y="312524"/>
                    <a:pt x="94432" y="325659"/>
                  </a:cubicBezTo>
                  <a:cubicBezTo>
                    <a:pt x="100576" y="357729"/>
                    <a:pt x="92032" y="392267"/>
                    <a:pt x="71620" y="417870"/>
                  </a:cubicBezTo>
                  <a:cubicBezTo>
                    <a:pt x="42111" y="366931"/>
                    <a:pt x="12079" y="314553"/>
                    <a:pt x="2639" y="256555"/>
                  </a:cubicBezTo>
                  <a:cubicBezTo>
                    <a:pt x="-6800" y="198548"/>
                    <a:pt x="8650" y="132806"/>
                    <a:pt x="55922" y="97411"/>
                  </a:cubicBezTo>
                  <a:close/>
                </a:path>
              </a:pathLst>
            </a:custGeom>
            <a:solidFill>
              <a:srgbClr val="341F02"/>
            </a:solidFill>
            <a:ln cap="flat">
              <a:noFill/>
              <a:prstDash val="solid"/>
              <a:miter lim="800000"/>
            </a:ln>
          </p:spPr>
          <p:txBody>
            <a:bodyPr vert="horz" anchor="ctr" tIns="45720" lIns="91440" bIns="45720" rIns="91440"/>
            <a:p>
              <a:pPr algn="l" marL="0"/>
            </a:p>
          </p:txBody>
        </p:sp>
        <p:grpSp>
          <p:nvGrpSpPr>
            <p:cNvPr name="Group 29" id="29"/>
            <p:cNvGrpSpPr/>
            <p:nvPr/>
          </p:nvGrpSpPr>
          <p:grpSpPr>
            <a:xfrm>
              <a:off x="4134448" y="2502717"/>
              <a:ext cx="66626" cy="70249"/>
              <a:chOff x="4134448" y="2502717"/>
              <a:chExt cx="66626" cy="70249"/>
            </a:xfrm>
          </p:grpSpPr>
          <p:sp>
            <p:nvSpPr>
              <p:cNvPr name="Freeform 30" id="30"/>
              <p:cNvSpPr/>
              <p:nvPr/>
            </p:nvSpPr>
            <p:spPr>
              <a:xfrm>
                <a:off x="4134448" y="2502717"/>
                <a:ext cx="66626" cy="70249"/>
              </a:xfrm>
              <a:custGeom>
                <a:avLst/>
                <a:gdLst/>
                <a:ahLst/>
                <a:cxnLst/>
                <a:rect r="r" b="b" t="t" l="l"/>
                <a:pathLst>
                  <a:path w="66626" h="70249" stroke="true" fill="norm" extrusionOk="true">
                    <a:moveTo>
                      <a:pt x="64876" y="20560"/>
                    </a:moveTo>
                    <a:cubicBezTo>
                      <a:pt x="70743" y="38210"/>
                      <a:pt x="61380" y="59041"/>
                      <a:pt x="43950" y="67080"/>
                    </a:cubicBezTo>
                    <a:cubicBezTo>
                      <a:pt x="26519" y="75120"/>
                      <a:pt x="7631" y="67337"/>
                      <a:pt x="1754" y="49688"/>
                    </a:cubicBezTo>
                    <a:cubicBezTo>
                      <a:pt x="-4123" y="32038"/>
                      <a:pt x="5250" y="11207"/>
                      <a:pt x="22680" y="3168"/>
                    </a:cubicBezTo>
                    <a:cubicBezTo>
                      <a:pt x="40111" y="-4872"/>
                      <a:pt x="58999" y="2920"/>
                      <a:pt x="64876" y="20560"/>
                    </a:cubicBezTo>
                    <a:close/>
                  </a:path>
                </a:pathLst>
              </a:custGeom>
              <a:solidFill>
                <a:srgbClr val="AF5D41"/>
              </a:solidFill>
              <a:ln cap="flat">
                <a:noFill/>
                <a:prstDash val="solid"/>
                <a:miter lim="800000"/>
              </a:ln>
            </p:spPr>
            <p:txBody>
              <a:bodyPr vert="horz" anchor="ctr" tIns="45720" lIns="91440" bIns="45720" rIns="91440"/>
              <a:p>
                <a:pPr algn="l" marL="0"/>
              </a:p>
            </p:txBody>
          </p:sp>
          <p:sp>
            <p:nvSpPr>
              <p:cNvPr name="Freeform 31" id="31"/>
              <p:cNvSpPr/>
              <p:nvPr/>
            </p:nvSpPr>
            <p:spPr>
              <a:xfrm>
                <a:off x="4141584" y="2509240"/>
                <a:ext cx="57615" cy="60754"/>
              </a:xfrm>
              <a:custGeom>
                <a:avLst/>
                <a:gdLst/>
                <a:ahLst/>
                <a:cxnLst/>
                <a:rect r="r" b="b" t="t" l="l"/>
                <a:pathLst>
                  <a:path w="57615" h="60754" stroke="true" fill="norm" extrusionOk="true">
                    <a:moveTo>
                      <a:pt x="56102" y="17780"/>
                    </a:moveTo>
                    <a:cubicBezTo>
                      <a:pt x="61179" y="33049"/>
                      <a:pt x="53073" y="51061"/>
                      <a:pt x="38004" y="58014"/>
                    </a:cubicBezTo>
                    <a:cubicBezTo>
                      <a:pt x="22926" y="64967"/>
                      <a:pt x="6591" y="58233"/>
                      <a:pt x="1514" y="42974"/>
                    </a:cubicBezTo>
                    <a:cubicBezTo>
                      <a:pt x="-3563" y="27706"/>
                      <a:pt x="4543" y="9694"/>
                      <a:pt x="19612" y="2741"/>
                    </a:cubicBezTo>
                    <a:cubicBezTo>
                      <a:pt x="34690" y="-4213"/>
                      <a:pt x="51025" y="2521"/>
                      <a:pt x="56102" y="1778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2" id="32"/>
              <p:cNvSpPr/>
              <p:nvPr/>
            </p:nvSpPr>
            <p:spPr>
              <a:xfrm>
                <a:off x="4143782" y="2517500"/>
                <a:ext cx="49400" cy="53359"/>
              </a:xfrm>
              <a:custGeom>
                <a:avLst/>
                <a:gdLst/>
                <a:ahLst/>
                <a:cxnLst/>
                <a:rect r="r" b="b" t="t" l="l"/>
                <a:pathLst>
                  <a:path w="49400" h="53359" stroke="true" fill="norm" extrusionOk="true">
                    <a:moveTo>
                      <a:pt x="49351" y="22351"/>
                    </a:moveTo>
                    <a:cubicBezTo>
                      <a:pt x="50208" y="36886"/>
                      <a:pt x="39864" y="50612"/>
                      <a:pt x="26253" y="53002"/>
                    </a:cubicBezTo>
                    <a:cubicBezTo>
                      <a:pt x="12642" y="55393"/>
                      <a:pt x="907" y="45544"/>
                      <a:pt x="50" y="31009"/>
                    </a:cubicBezTo>
                    <a:cubicBezTo>
                      <a:pt x="-808" y="16474"/>
                      <a:pt x="9537" y="2748"/>
                      <a:pt x="23148" y="358"/>
                    </a:cubicBezTo>
                    <a:cubicBezTo>
                      <a:pt x="36759" y="-2033"/>
                      <a:pt x="48484" y="7816"/>
                      <a:pt x="49351" y="22351"/>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33" id="33"/>
              <p:cNvSpPr/>
              <p:nvPr/>
            </p:nvSpPr>
            <p:spPr>
              <a:xfrm>
                <a:off x="4154474" y="2524925"/>
                <a:ext cx="8881" cy="12144"/>
              </a:xfrm>
              <a:custGeom>
                <a:avLst/>
                <a:gdLst/>
                <a:ahLst/>
                <a:cxnLst/>
                <a:rect r="r" b="b" t="t" l="l"/>
                <a:pathLst>
                  <a:path w="8881" h="12144" stroke="true" fill="norm" extrusionOk="true">
                    <a:moveTo>
                      <a:pt x="54" y="6106"/>
                    </a:moveTo>
                    <a:cubicBezTo>
                      <a:pt x="-326" y="9458"/>
                      <a:pt x="1331" y="12163"/>
                      <a:pt x="3750" y="12144"/>
                    </a:cubicBezTo>
                    <a:cubicBezTo>
                      <a:pt x="6169" y="12125"/>
                      <a:pt x="8446" y="9392"/>
                      <a:pt x="8827" y="6039"/>
                    </a:cubicBezTo>
                    <a:cubicBezTo>
                      <a:pt x="9208" y="2686"/>
                      <a:pt x="7551" y="-19"/>
                      <a:pt x="5131" y="0"/>
                    </a:cubicBezTo>
                    <a:cubicBezTo>
                      <a:pt x="2703" y="19"/>
                      <a:pt x="426" y="2753"/>
                      <a:pt x="54" y="6106"/>
                    </a:cubicBezTo>
                    <a:close/>
                  </a:path>
                </a:pathLst>
              </a:custGeom>
              <a:solidFill>
                <a:srgbClr val="FFFFFF"/>
              </a:solidFill>
              <a:ln cap="flat">
                <a:noFill/>
                <a:prstDash val="solid"/>
                <a:miter lim="800000"/>
              </a:ln>
            </p:spPr>
            <p:txBody>
              <a:bodyPr vert="horz" anchor="ctr" tIns="45720" lIns="91440" bIns="45720" rIns="91440"/>
              <a:p>
                <a:pPr algn="l" marL="0"/>
              </a:p>
            </p:txBody>
          </p:sp>
        </p:grpSp>
        <p:grpSp>
          <p:nvGrpSpPr>
            <p:cNvPr name="Group 34" id="34"/>
            <p:cNvGrpSpPr/>
            <p:nvPr/>
          </p:nvGrpSpPr>
          <p:grpSpPr>
            <a:xfrm>
              <a:off x="4230584" y="2539191"/>
              <a:ext cx="54570" cy="59230"/>
              <a:chOff x="4230584" y="2539191"/>
              <a:chExt cx="54570" cy="59230"/>
            </a:xfrm>
          </p:grpSpPr>
          <p:sp>
            <p:nvSpPr>
              <p:cNvPr name="Freeform 35" id="35"/>
              <p:cNvSpPr/>
              <p:nvPr/>
            </p:nvSpPr>
            <p:spPr>
              <a:xfrm>
                <a:off x="4230584" y="2539191"/>
                <a:ext cx="54570" cy="59230"/>
              </a:xfrm>
              <a:custGeom>
                <a:avLst/>
                <a:gdLst/>
                <a:ahLst/>
                <a:cxnLst/>
                <a:rect r="r" b="b" t="t" l="l"/>
                <a:pathLst>
                  <a:path w="54570" h="59230" stroke="true" fill="norm" extrusionOk="true">
                    <a:moveTo>
                      <a:pt x="51922" y="6603"/>
                    </a:moveTo>
                    <a:cubicBezTo>
                      <a:pt x="58389" y="16900"/>
                      <a:pt x="52607" y="35550"/>
                      <a:pt x="38996" y="48256"/>
                    </a:cubicBezTo>
                    <a:cubicBezTo>
                      <a:pt x="25394" y="60962"/>
                      <a:pt x="9116" y="62924"/>
                      <a:pt x="2649" y="52628"/>
                    </a:cubicBezTo>
                    <a:cubicBezTo>
                      <a:pt x="-3819" y="42331"/>
                      <a:pt x="1963" y="23681"/>
                      <a:pt x="15574" y="10975"/>
                    </a:cubicBezTo>
                    <a:cubicBezTo>
                      <a:pt x="29176" y="-1731"/>
                      <a:pt x="45445" y="-3693"/>
                      <a:pt x="51922" y="6603"/>
                    </a:cubicBezTo>
                    <a:close/>
                  </a:path>
                </a:pathLst>
              </a:custGeom>
              <a:solidFill>
                <a:srgbClr val="AF5D41"/>
              </a:solidFill>
              <a:ln cap="flat">
                <a:noFill/>
                <a:prstDash val="solid"/>
                <a:miter lim="800000"/>
              </a:ln>
            </p:spPr>
            <p:txBody>
              <a:bodyPr vert="horz" anchor="ctr" tIns="45720" lIns="91440" bIns="45720" rIns="91440"/>
              <a:p>
                <a:pPr algn="l" marL="0"/>
              </a:p>
            </p:txBody>
          </p:sp>
          <p:sp>
            <p:nvSpPr>
              <p:cNvPr name="Freeform 36" id="36"/>
              <p:cNvSpPr/>
              <p:nvPr/>
            </p:nvSpPr>
            <p:spPr>
              <a:xfrm>
                <a:off x="4236602" y="2543414"/>
                <a:ext cx="47193" cy="51240"/>
              </a:xfrm>
              <a:custGeom>
                <a:avLst/>
                <a:gdLst/>
                <a:ahLst/>
                <a:cxnLst/>
                <a:rect r="r" b="b" t="t" l="l"/>
                <a:pathLst>
                  <a:path w="47193" h="51240" stroke="true" fill="norm" extrusionOk="true">
                    <a:moveTo>
                      <a:pt x="44904" y="5714"/>
                    </a:moveTo>
                    <a:cubicBezTo>
                      <a:pt x="50495" y="14620"/>
                      <a:pt x="45495" y="30746"/>
                      <a:pt x="33732" y="41747"/>
                    </a:cubicBezTo>
                    <a:cubicBezTo>
                      <a:pt x="21968" y="52739"/>
                      <a:pt x="7890" y="54434"/>
                      <a:pt x="2290" y="45529"/>
                    </a:cubicBezTo>
                    <a:cubicBezTo>
                      <a:pt x="-3302" y="36623"/>
                      <a:pt x="1699" y="20497"/>
                      <a:pt x="13462" y="9505"/>
                    </a:cubicBezTo>
                    <a:cubicBezTo>
                      <a:pt x="25235" y="-1506"/>
                      <a:pt x="39304" y="-3192"/>
                      <a:pt x="44904" y="5714"/>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7" id="37"/>
              <p:cNvSpPr/>
              <p:nvPr/>
            </p:nvSpPr>
            <p:spPr>
              <a:xfrm>
                <a:off x="4233861" y="2553477"/>
                <a:ext cx="39922" cy="44143"/>
              </a:xfrm>
              <a:custGeom>
                <a:avLst/>
                <a:gdLst/>
                <a:ahLst/>
                <a:cxnLst/>
                <a:rect r="r" b="b" t="t" l="l"/>
                <a:pathLst>
                  <a:path w="39922" h="44143" stroke="true" fill="norm" extrusionOk="true">
                    <a:moveTo>
                      <a:pt x="37682" y="5519"/>
                    </a:moveTo>
                    <a:cubicBezTo>
                      <a:pt x="42750" y="13586"/>
                      <a:pt x="38930" y="27531"/>
                      <a:pt x="29138" y="36675"/>
                    </a:cubicBezTo>
                    <a:cubicBezTo>
                      <a:pt x="19356" y="45819"/>
                      <a:pt x="7307" y="46686"/>
                      <a:pt x="2240" y="38618"/>
                    </a:cubicBezTo>
                    <a:cubicBezTo>
                      <a:pt x="-2827" y="30550"/>
                      <a:pt x="992" y="16606"/>
                      <a:pt x="10784" y="7462"/>
                    </a:cubicBezTo>
                    <a:cubicBezTo>
                      <a:pt x="20566" y="-1673"/>
                      <a:pt x="32615" y="-2539"/>
                      <a:pt x="37682" y="5519"/>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38" id="38"/>
              <p:cNvSpPr/>
              <p:nvPr/>
            </p:nvSpPr>
            <p:spPr>
              <a:xfrm>
                <a:off x="4248482" y="2556234"/>
                <a:ext cx="9559" cy="10780"/>
              </a:xfrm>
              <a:custGeom>
                <a:avLst/>
                <a:gdLst/>
                <a:ahLst/>
                <a:cxnLst/>
                <a:rect r="r" b="b" t="t" l="l"/>
                <a:pathLst>
                  <a:path w="9559" h="10780" stroke="true" fill="norm" extrusionOk="true">
                    <a:moveTo>
                      <a:pt x="610" y="9286"/>
                    </a:moveTo>
                    <a:cubicBezTo>
                      <a:pt x="1906" y="11343"/>
                      <a:pt x="4820" y="11267"/>
                      <a:pt x="7116" y="9114"/>
                    </a:cubicBezTo>
                    <a:cubicBezTo>
                      <a:pt x="9421" y="6962"/>
                      <a:pt x="10240" y="3552"/>
                      <a:pt x="8945" y="1494"/>
                    </a:cubicBezTo>
                    <a:cubicBezTo>
                      <a:pt x="7650" y="-563"/>
                      <a:pt x="4735" y="-487"/>
                      <a:pt x="2439" y="1666"/>
                    </a:cubicBezTo>
                    <a:cubicBezTo>
                      <a:pt x="134" y="3818"/>
                      <a:pt x="-676" y="7228"/>
                      <a:pt x="610" y="9286"/>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Freeform 39" id="39"/>
            <p:cNvSpPr/>
            <p:nvPr/>
          </p:nvSpPr>
          <p:spPr>
            <a:xfrm>
              <a:off x="4191830" y="2586663"/>
              <a:ext cx="60845" cy="43899"/>
            </a:xfrm>
            <a:custGeom>
              <a:avLst/>
              <a:gdLst/>
              <a:ahLst/>
              <a:cxnLst/>
              <a:rect r="r" b="b" t="t" l="l"/>
              <a:pathLst>
                <a:path w="60845" h="43899" stroke="true" fill="norm" extrusionOk="true">
                  <a:moveTo>
                    <a:pt x="427" y="20653"/>
                  </a:moveTo>
                  <a:cubicBezTo>
                    <a:pt x="2789" y="8985"/>
                    <a:pt x="12067" y="184"/>
                    <a:pt x="22201" y="3"/>
                  </a:cubicBezTo>
                  <a:cubicBezTo>
                    <a:pt x="26964" y="-83"/>
                    <a:pt x="31726" y="1727"/>
                    <a:pt x="35812" y="4870"/>
                  </a:cubicBezTo>
                  <a:cubicBezTo>
                    <a:pt x="41623" y="5975"/>
                    <a:pt x="47414" y="7585"/>
                    <a:pt x="52329" y="11509"/>
                  </a:cubicBezTo>
                  <a:cubicBezTo>
                    <a:pt x="58406" y="16357"/>
                    <a:pt x="62663" y="25854"/>
                    <a:pt x="60073" y="33683"/>
                  </a:cubicBezTo>
                  <a:cubicBezTo>
                    <a:pt x="56729" y="43770"/>
                    <a:pt x="45261" y="44885"/>
                    <a:pt x="36079" y="43323"/>
                  </a:cubicBezTo>
                  <a:cubicBezTo>
                    <a:pt x="26145" y="41627"/>
                    <a:pt x="16324" y="38598"/>
                    <a:pt x="6847" y="34302"/>
                  </a:cubicBezTo>
                  <a:cubicBezTo>
                    <a:pt x="4837" y="33397"/>
                    <a:pt x="2742" y="32331"/>
                    <a:pt x="1427" y="30283"/>
                  </a:cubicBezTo>
                  <a:cubicBezTo>
                    <a:pt x="-306" y="27568"/>
                    <a:pt x="-221" y="23853"/>
                    <a:pt x="427" y="20653"/>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40" id="40"/>
            <p:cNvSpPr/>
            <p:nvPr/>
          </p:nvSpPr>
          <p:spPr>
            <a:xfrm>
              <a:off x="3972442" y="2469818"/>
              <a:ext cx="43596" cy="71975"/>
            </a:xfrm>
            <a:custGeom>
              <a:avLst/>
              <a:gdLst/>
              <a:ahLst/>
              <a:cxnLst/>
              <a:rect r="r" b="b" t="t" l="l"/>
              <a:pathLst>
                <a:path w="43596" h="71975" stroke="true" fill="norm" extrusionOk="true">
                  <a:moveTo>
                    <a:pt x="7" y="15892"/>
                  </a:moveTo>
                  <a:cubicBezTo>
                    <a:pt x="140" y="10101"/>
                    <a:pt x="2807" y="4004"/>
                    <a:pt x="8017" y="1376"/>
                  </a:cubicBezTo>
                  <a:cubicBezTo>
                    <a:pt x="16228" y="-2768"/>
                    <a:pt x="25886" y="3176"/>
                    <a:pt x="32477" y="9558"/>
                  </a:cubicBezTo>
                  <a:cubicBezTo>
                    <a:pt x="38992" y="15873"/>
                    <a:pt x="45184" y="24350"/>
                    <a:pt x="43231" y="33170"/>
                  </a:cubicBezTo>
                  <a:cubicBezTo>
                    <a:pt x="35773" y="31922"/>
                    <a:pt x="28667" y="28722"/>
                    <a:pt x="22762" y="24045"/>
                  </a:cubicBezTo>
                  <a:cubicBezTo>
                    <a:pt x="27096" y="39714"/>
                    <a:pt x="26381" y="56745"/>
                    <a:pt x="20647" y="71975"/>
                  </a:cubicBezTo>
                  <a:cubicBezTo>
                    <a:pt x="13227" y="59783"/>
                    <a:pt x="8455" y="46219"/>
                    <a:pt x="3740" y="32770"/>
                  </a:cubicBezTo>
                  <a:cubicBezTo>
                    <a:pt x="1816" y="27303"/>
                    <a:pt x="-127" y="21683"/>
                    <a:pt x="7" y="15892"/>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41" id="41"/>
            <p:cNvSpPr/>
            <p:nvPr/>
          </p:nvSpPr>
          <p:spPr>
            <a:xfrm>
              <a:off x="4171232" y="2479550"/>
              <a:ext cx="64167" cy="17218"/>
            </a:xfrm>
            <a:custGeom>
              <a:avLst/>
              <a:gdLst/>
              <a:ahLst/>
              <a:cxnLst/>
              <a:rect r="r" b="b" t="t" l="l"/>
              <a:pathLst>
                <a:path w="64167" h="17218" stroke="true" fill="norm" extrusionOk="true">
                  <a:moveTo>
                    <a:pt x="317" y="3779"/>
                  </a:moveTo>
                  <a:cubicBezTo>
                    <a:pt x="2318" y="2379"/>
                    <a:pt x="5175" y="1760"/>
                    <a:pt x="7556" y="1369"/>
                  </a:cubicBezTo>
                  <a:cubicBezTo>
                    <a:pt x="10252" y="941"/>
                    <a:pt x="12938" y="750"/>
                    <a:pt x="15653" y="531"/>
                  </a:cubicBezTo>
                  <a:cubicBezTo>
                    <a:pt x="21130" y="74"/>
                    <a:pt x="26606" y="-355"/>
                    <a:pt x="32083" y="455"/>
                  </a:cubicBezTo>
                  <a:cubicBezTo>
                    <a:pt x="37408" y="1245"/>
                    <a:pt x="42675" y="2636"/>
                    <a:pt x="47761" y="4360"/>
                  </a:cubicBezTo>
                  <a:cubicBezTo>
                    <a:pt x="52971" y="6122"/>
                    <a:pt x="58372" y="8246"/>
                    <a:pt x="62839" y="11475"/>
                  </a:cubicBezTo>
                  <a:cubicBezTo>
                    <a:pt x="65421" y="13351"/>
                    <a:pt x="64030" y="18238"/>
                    <a:pt x="60477" y="17028"/>
                  </a:cubicBezTo>
                  <a:cubicBezTo>
                    <a:pt x="55515" y="15342"/>
                    <a:pt x="50752" y="13190"/>
                    <a:pt x="45752" y="11609"/>
                  </a:cubicBezTo>
                  <a:cubicBezTo>
                    <a:pt x="40837" y="10056"/>
                    <a:pt x="35817" y="8960"/>
                    <a:pt x="30731" y="8151"/>
                  </a:cubicBezTo>
                  <a:cubicBezTo>
                    <a:pt x="25701" y="7351"/>
                    <a:pt x="20758" y="6065"/>
                    <a:pt x="15662" y="5694"/>
                  </a:cubicBezTo>
                  <a:cubicBezTo>
                    <a:pt x="13176" y="5512"/>
                    <a:pt x="10633" y="5579"/>
                    <a:pt x="8147" y="5589"/>
                  </a:cubicBezTo>
                  <a:cubicBezTo>
                    <a:pt x="5708" y="5608"/>
                    <a:pt x="2841" y="5722"/>
                    <a:pt x="498" y="5017"/>
                  </a:cubicBezTo>
                  <a:cubicBezTo>
                    <a:pt x="-111" y="4846"/>
                    <a:pt x="-149" y="4113"/>
                    <a:pt x="317" y="3779"/>
                  </a:cubicBezTo>
                  <a:close/>
                </a:path>
              </a:pathLst>
            </a:custGeom>
            <a:solidFill>
              <a:srgbClr val="682F13"/>
            </a:solidFill>
            <a:ln cap="flat">
              <a:noFill/>
              <a:prstDash val="solid"/>
              <a:miter lim="800000"/>
            </a:ln>
          </p:spPr>
          <p:txBody>
            <a:bodyPr vert="horz" anchor="ctr" tIns="45720" lIns="91440" bIns="45720" rIns="91440"/>
            <a:p>
              <a:pPr algn="l" marL="0"/>
            </a:p>
          </p:txBody>
        </p:sp>
        <p:sp>
          <p:nvSpPr>
            <p:cNvPr name="Freeform 42" id="42"/>
            <p:cNvSpPr/>
            <p:nvPr/>
          </p:nvSpPr>
          <p:spPr>
            <a:xfrm>
              <a:off x="4279151" y="2503981"/>
              <a:ext cx="24137" cy="19256"/>
            </a:xfrm>
            <a:custGeom>
              <a:avLst/>
              <a:gdLst/>
              <a:ahLst/>
              <a:cxnLst/>
              <a:rect r="r" b="b" t="t" l="l"/>
              <a:pathLst>
                <a:path w="24137" h="19256" stroke="true" fill="norm" extrusionOk="true">
                  <a:moveTo>
                    <a:pt x="4660" y="170"/>
                  </a:moveTo>
                  <a:cubicBezTo>
                    <a:pt x="9061" y="1474"/>
                    <a:pt x="12947" y="3684"/>
                    <a:pt x="15623" y="7428"/>
                  </a:cubicBezTo>
                  <a:cubicBezTo>
                    <a:pt x="16871" y="9171"/>
                    <a:pt x="18814" y="10466"/>
                    <a:pt x="20234" y="12085"/>
                  </a:cubicBezTo>
                  <a:cubicBezTo>
                    <a:pt x="21662" y="13714"/>
                    <a:pt x="22900" y="15467"/>
                    <a:pt x="23958" y="17362"/>
                  </a:cubicBezTo>
                  <a:cubicBezTo>
                    <a:pt x="24768" y="18810"/>
                    <a:pt x="22634" y="20029"/>
                    <a:pt x="21729" y="18657"/>
                  </a:cubicBezTo>
                  <a:cubicBezTo>
                    <a:pt x="20672" y="17048"/>
                    <a:pt x="19510" y="15524"/>
                    <a:pt x="18186" y="14124"/>
                  </a:cubicBezTo>
                  <a:cubicBezTo>
                    <a:pt x="16881" y="12742"/>
                    <a:pt x="15243" y="10876"/>
                    <a:pt x="13357" y="10361"/>
                  </a:cubicBezTo>
                  <a:cubicBezTo>
                    <a:pt x="9794" y="9371"/>
                    <a:pt x="6289" y="8171"/>
                    <a:pt x="2669" y="7342"/>
                  </a:cubicBezTo>
                  <a:cubicBezTo>
                    <a:pt x="-2026" y="6265"/>
                    <a:pt x="2" y="-1212"/>
                    <a:pt x="4660" y="170"/>
                  </a:cubicBezTo>
                  <a:close/>
                </a:path>
              </a:pathLst>
            </a:custGeom>
            <a:solidFill>
              <a:srgbClr val="682F13"/>
            </a:solidFill>
            <a:ln cap="flat">
              <a:noFill/>
              <a:prstDash val="solid"/>
              <a:miter lim="800000"/>
            </a:ln>
          </p:spPr>
          <p:txBody>
            <a:bodyPr vert="horz" anchor="ctr" tIns="45720" lIns="91440" bIns="45720" rIns="91440"/>
            <a:p>
              <a:pPr algn="l" marL="0"/>
            </a:p>
          </p:txBody>
        </p:sp>
        <p:sp>
          <p:nvSpPr>
            <p:cNvPr name="Freeform 43" id="43"/>
            <p:cNvSpPr/>
            <p:nvPr/>
          </p:nvSpPr>
          <p:spPr>
            <a:xfrm>
              <a:off x="4136631" y="2638248"/>
              <a:ext cx="87925" cy="33274"/>
            </a:xfrm>
            <a:custGeom>
              <a:avLst/>
              <a:gdLst/>
              <a:ahLst/>
              <a:cxnLst/>
              <a:rect r="r" b="b" t="t" l="l"/>
              <a:pathLst>
                <a:path w="87925" h="33274" stroke="true" fill="norm" extrusionOk="true">
                  <a:moveTo>
                    <a:pt x="38" y="1958"/>
                  </a:moveTo>
                  <a:cubicBezTo>
                    <a:pt x="190" y="776"/>
                    <a:pt x="1171" y="-329"/>
                    <a:pt x="2514" y="91"/>
                  </a:cubicBezTo>
                  <a:cubicBezTo>
                    <a:pt x="5019" y="872"/>
                    <a:pt x="7486" y="3453"/>
                    <a:pt x="9268" y="5310"/>
                  </a:cubicBezTo>
                  <a:cubicBezTo>
                    <a:pt x="11249" y="7377"/>
                    <a:pt x="13192" y="9463"/>
                    <a:pt x="15316" y="11397"/>
                  </a:cubicBezTo>
                  <a:cubicBezTo>
                    <a:pt x="19621" y="15312"/>
                    <a:pt x="24498" y="18617"/>
                    <a:pt x="29727" y="21188"/>
                  </a:cubicBezTo>
                  <a:cubicBezTo>
                    <a:pt x="40662" y="26561"/>
                    <a:pt x="53254" y="29066"/>
                    <a:pt x="65427" y="27494"/>
                  </a:cubicBezTo>
                  <a:cubicBezTo>
                    <a:pt x="72780" y="26542"/>
                    <a:pt x="80238" y="23913"/>
                    <a:pt x="86620" y="20198"/>
                  </a:cubicBezTo>
                  <a:cubicBezTo>
                    <a:pt x="87610" y="19617"/>
                    <a:pt x="88458" y="21093"/>
                    <a:pt x="87515" y="21712"/>
                  </a:cubicBezTo>
                  <a:cubicBezTo>
                    <a:pt x="76257" y="29180"/>
                    <a:pt x="62398" y="33666"/>
                    <a:pt x="48767" y="33247"/>
                  </a:cubicBezTo>
                  <a:cubicBezTo>
                    <a:pt x="42081" y="33038"/>
                    <a:pt x="35318" y="31923"/>
                    <a:pt x="29117" y="29409"/>
                  </a:cubicBezTo>
                  <a:cubicBezTo>
                    <a:pt x="23012" y="26932"/>
                    <a:pt x="17354" y="23694"/>
                    <a:pt x="12239" y="19560"/>
                  </a:cubicBezTo>
                  <a:cubicBezTo>
                    <a:pt x="9401" y="17264"/>
                    <a:pt x="6791" y="14750"/>
                    <a:pt x="4476" y="11921"/>
                  </a:cubicBezTo>
                  <a:cubicBezTo>
                    <a:pt x="3267" y="10444"/>
                    <a:pt x="2219" y="8968"/>
                    <a:pt x="1457" y="7225"/>
                  </a:cubicBezTo>
                  <a:cubicBezTo>
                    <a:pt x="742" y="5596"/>
                    <a:pt x="-200" y="3767"/>
                    <a:pt x="38" y="1958"/>
                  </a:cubicBezTo>
                  <a:close/>
                </a:path>
              </a:pathLst>
            </a:custGeom>
            <a:solidFill>
              <a:srgbClr val="9E1E0A"/>
            </a:solidFill>
            <a:ln cap="flat">
              <a:noFill/>
              <a:prstDash val="solid"/>
              <a:miter lim="800000"/>
            </a:ln>
          </p:spPr>
          <p:txBody>
            <a:bodyPr vert="horz" anchor="ctr" tIns="45720" lIns="91440" bIns="45720" rIns="91440"/>
            <a:p>
              <a:pPr algn="l" marL="0"/>
            </a:p>
          </p:txBody>
        </p:sp>
        <p:sp>
          <p:nvSpPr>
            <p:cNvPr name="Freeform 44" id="44"/>
            <p:cNvSpPr/>
            <p:nvPr/>
          </p:nvSpPr>
          <p:spPr>
            <a:xfrm>
              <a:off x="3888562" y="2211873"/>
              <a:ext cx="438778" cy="252860"/>
            </a:xfrm>
            <a:custGeom>
              <a:avLst/>
              <a:gdLst/>
              <a:ahLst/>
              <a:cxnLst/>
              <a:rect r="r" b="b" t="t" l="l"/>
              <a:pathLst>
                <a:path w="438778" h="252860" stroke="true" fill="norm" extrusionOk="true">
                  <a:moveTo>
                    <a:pt x="0" y="138525"/>
                  </a:moveTo>
                  <a:cubicBezTo>
                    <a:pt x="22012" y="111512"/>
                    <a:pt x="47720" y="87480"/>
                    <a:pt x="76200" y="67278"/>
                  </a:cubicBezTo>
                  <a:cubicBezTo>
                    <a:pt x="63827" y="67211"/>
                    <a:pt x="51454" y="67135"/>
                    <a:pt x="39081" y="67068"/>
                  </a:cubicBezTo>
                  <a:cubicBezTo>
                    <a:pt x="112195" y="15862"/>
                    <a:pt x="204502" y="-7674"/>
                    <a:pt x="293456" y="2212"/>
                  </a:cubicBezTo>
                  <a:cubicBezTo>
                    <a:pt x="266500" y="8975"/>
                    <a:pt x="239544" y="15738"/>
                    <a:pt x="212588" y="22501"/>
                  </a:cubicBezTo>
                  <a:cubicBezTo>
                    <a:pt x="253108" y="21034"/>
                    <a:pt x="293770" y="23615"/>
                    <a:pt x="333766" y="30187"/>
                  </a:cubicBezTo>
                  <a:cubicBezTo>
                    <a:pt x="297618" y="40570"/>
                    <a:pt x="263357" y="57362"/>
                    <a:pt x="233077" y="79517"/>
                  </a:cubicBezTo>
                  <a:cubicBezTo>
                    <a:pt x="271444" y="77146"/>
                    <a:pt x="310201" y="81260"/>
                    <a:pt x="347196" y="91624"/>
                  </a:cubicBezTo>
                  <a:cubicBezTo>
                    <a:pt x="364760" y="96548"/>
                    <a:pt x="382839" y="103492"/>
                    <a:pt x="394202" y="117656"/>
                  </a:cubicBezTo>
                  <a:cubicBezTo>
                    <a:pt x="378266" y="112140"/>
                    <a:pt x="360426" y="112188"/>
                    <a:pt x="344519" y="117798"/>
                  </a:cubicBezTo>
                  <a:cubicBezTo>
                    <a:pt x="374304" y="124361"/>
                    <a:pt x="402755" y="136791"/>
                    <a:pt x="427749" y="154136"/>
                  </a:cubicBezTo>
                  <a:cubicBezTo>
                    <a:pt x="414481" y="166709"/>
                    <a:pt x="405755" y="183902"/>
                    <a:pt x="403470" y="201952"/>
                  </a:cubicBezTo>
                  <a:cubicBezTo>
                    <a:pt x="415242" y="200542"/>
                    <a:pt x="427006" y="199123"/>
                    <a:pt x="438779" y="197713"/>
                  </a:cubicBezTo>
                  <a:cubicBezTo>
                    <a:pt x="426425" y="208105"/>
                    <a:pt x="415605" y="220297"/>
                    <a:pt x="406794" y="233784"/>
                  </a:cubicBezTo>
                  <a:cubicBezTo>
                    <a:pt x="412490" y="236118"/>
                    <a:pt x="418195" y="238461"/>
                    <a:pt x="423891" y="240795"/>
                  </a:cubicBezTo>
                  <a:lnTo>
                    <a:pt x="425339" y="242404"/>
                  </a:lnTo>
                  <a:cubicBezTo>
                    <a:pt x="403289" y="252882"/>
                    <a:pt x="377590" y="255615"/>
                    <a:pt x="353797" y="250015"/>
                  </a:cubicBezTo>
                  <a:cubicBezTo>
                    <a:pt x="364417" y="237366"/>
                    <a:pt x="372209" y="222383"/>
                    <a:pt x="376447" y="206467"/>
                  </a:cubicBezTo>
                  <a:cubicBezTo>
                    <a:pt x="351215" y="216020"/>
                    <a:pt x="323907" y="220125"/>
                    <a:pt x="296961" y="218401"/>
                  </a:cubicBezTo>
                  <a:cubicBezTo>
                    <a:pt x="237001" y="214582"/>
                    <a:pt x="176622" y="182730"/>
                    <a:pt x="119520" y="201266"/>
                  </a:cubicBezTo>
                  <a:cubicBezTo>
                    <a:pt x="129950" y="184626"/>
                    <a:pt x="145580" y="171243"/>
                    <a:pt x="163706" y="163433"/>
                  </a:cubicBezTo>
                  <a:cubicBezTo>
                    <a:pt x="135836" y="163014"/>
                    <a:pt x="107918" y="165662"/>
                    <a:pt x="80629" y="171291"/>
                  </a:cubicBezTo>
                  <a:cubicBezTo>
                    <a:pt x="91297" y="156946"/>
                    <a:pt x="103632" y="143830"/>
                    <a:pt x="117300" y="132267"/>
                  </a:cubicBezTo>
                  <a:cubicBezTo>
                    <a:pt x="78239" y="127476"/>
                    <a:pt x="38319" y="129600"/>
                    <a:pt x="0" y="138525"/>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45" id="45"/>
            <p:cNvSpPr/>
            <p:nvPr/>
          </p:nvSpPr>
          <p:spPr>
            <a:xfrm>
              <a:off x="3556349" y="3585695"/>
              <a:ext cx="1401565" cy="118395"/>
            </a:xfrm>
            <a:custGeom>
              <a:avLst/>
              <a:gdLst/>
              <a:ahLst/>
              <a:cxnLst/>
              <a:rect r="r" b="b" t="t" l="l"/>
              <a:pathLst>
                <a:path w="1401565" h="118395" stroke="true" fill="norm" extrusionOk="true">
                  <a:moveTo>
                    <a:pt x="0" y="59198"/>
                  </a:moveTo>
                  <a:cubicBezTo>
                    <a:pt x="0" y="91888"/>
                    <a:pt x="313754" y="118396"/>
                    <a:pt x="700783" y="118396"/>
                  </a:cubicBezTo>
                  <a:cubicBezTo>
                    <a:pt x="1087812" y="118396"/>
                    <a:pt x="1401566" y="91897"/>
                    <a:pt x="1401566" y="59198"/>
                  </a:cubicBezTo>
                  <a:cubicBezTo>
                    <a:pt x="1401566" y="26508"/>
                    <a:pt x="1087812" y="0"/>
                    <a:pt x="700783" y="0"/>
                  </a:cubicBezTo>
                  <a:cubicBezTo>
                    <a:pt x="313754" y="0"/>
                    <a:pt x="0" y="26508"/>
                    <a:pt x="0" y="59198"/>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46" id="46"/>
            <p:cNvSpPr/>
            <p:nvPr/>
          </p:nvSpPr>
          <p:spPr>
            <a:xfrm>
              <a:off x="3637093" y="2623537"/>
              <a:ext cx="383213" cy="449397"/>
            </a:xfrm>
            <a:custGeom>
              <a:avLst/>
              <a:gdLst/>
              <a:ahLst/>
              <a:cxnLst/>
              <a:rect r="r" b="b" t="t" l="l"/>
              <a:pathLst>
                <a:path w="383213" h="449397" stroke="true" fill="norm" extrusionOk="true">
                  <a:moveTo>
                    <a:pt x="961" y="384381"/>
                  </a:moveTo>
                  <a:cubicBezTo>
                    <a:pt x="8315" y="362893"/>
                    <a:pt x="15678" y="341404"/>
                    <a:pt x="23031" y="319916"/>
                  </a:cubicBezTo>
                  <a:cubicBezTo>
                    <a:pt x="33061" y="290617"/>
                    <a:pt x="43452" y="260652"/>
                    <a:pt x="63093" y="236620"/>
                  </a:cubicBezTo>
                  <a:cubicBezTo>
                    <a:pt x="63788" y="235772"/>
                    <a:pt x="64493" y="234925"/>
                    <a:pt x="65207" y="234096"/>
                  </a:cubicBezTo>
                  <a:cubicBezTo>
                    <a:pt x="81962" y="206264"/>
                    <a:pt x="103269" y="180794"/>
                    <a:pt x="125224" y="156638"/>
                  </a:cubicBezTo>
                  <a:cubicBezTo>
                    <a:pt x="177069" y="99593"/>
                    <a:pt x="234000" y="47110"/>
                    <a:pt x="295160" y="0"/>
                  </a:cubicBezTo>
                  <a:cubicBezTo>
                    <a:pt x="308228" y="37262"/>
                    <a:pt x="336546" y="68980"/>
                    <a:pt x="372141" y="86544"/>
                  </a:cubicBezTo>
                  <a:cubicBezTo>
                    <a:pt x="375370" y="87011"/>
                    <a:pt x="378647" y="87801"/>
                    <a:pt x="380799" y="90154"/>
                  </a:cubicBezTo>
                  <a:cubicBezTo>
                    <a:pt x="384019" y="93669"/>
                    <a:pt x="383380" y="99098"/>
                    <a:pt x="382495" y="103765"/>
                  </a:cubicBezTo>
                  <a:cubicBezTo>
                    <a:pt x="375123" y="142294"/>
                    <a:pt x="363540" y="180032"/>
                    <a:pt x="348014" y="216094"/>
                  </a:cubicBezTo>
                  <a:cubicBezTo>
                    <a:pt x="340766" y="232934"/>
                    <a:pt x="332527" y="250336"/>
                    <a:pt x="328393" y="268024"/>
                  </a:cubicBezTo>
                  <a:cubicBezTo>
                    <a:pt x="320173" y="286874"/>
                    <a:pt x="312467" y="305953"/>
                    <a:pt x="305256" y="325212"/>
                  </a:cubicBezTo>
                  <a:cubicBezTo>
                    <a:pt x="296122" y="363922"/>
                    <a:pt x="286988" y="402631"/>
                    <a:pt x="277863" y="441331"/>
                  </a:cubicBezTo>
                  <a:cubicBezTo>
                    <a:pt x="185537" y="461038"/>
                    <a:pt x="85810" y="444227"/>
                    <a:pt x="5229" y="395383"/>
                  </a:cubicBezTo>
                  <a:cubicBezTo>
                    <a:pt x="3133" y="394116"/>
                    <a:pt x="895" y="392621"/>
                    <a:pt x="218" y="390277"/>
                  </a:cubicBezTo>
                  <a:cubicBezTo>
                    <a:pt x="-353" y="388344"/>
                    <a:pt x="304" y="386286"/>
                    <a:pt x="961" y="38438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47" id="47"/>
            <p:cNvSpPr/>
            <p:nvPr/>
          </p:nvSpPr>
          <p:spPr>
            <a:xfrm>
              <a:off x="3885629" y="2731576"/>
              <a:ext cx="421586" cy="514903"/>
            </a:xfrm>
            <a:custGeom>
              <a:avLst/>
              <a:gdLst/>
              <a:ahLst/>
              <a:cxnLst/>
              <a:rect r="r" b="b" t="t" l="l"/>
              <a:pathLst>
                <a:path w="421586" h="514903" stroke="true" fill="norm" extrusionOk="true">
                  <a:moveTo>
                    <a:pt x="11019" y="8327"/>
                  </a:moveTo>
                  <a:cubicBezTo>
                    <a:pt x="12200" y="6241"/>
                    <a:pt x="13581" y="4232"/>
                    <a:pt x="15163" y="2317"/>
                  </a:cubicBezTo>
                  <a:cubicBezTo>
                    <a:pt x="15382" y="2260"/>
                    <a:pt x="15610" y="2203"/>
                    <a:pt x="15829" y="2146"/>
                  </a:cubicBezTo>
                  <a:cubicBezTo>
                    <a:pt x="17049" y="1908"/>
                    <a:pt x="18258" y="1669"/>
                    <a:pt x="19477" y="1469"/>
                  </a:cubicBezTo>
                  <a:cubicBezTo>
                    <a:pt x="22383" y="993"/>
                    <a:pt x="25307" y="650"/>
                    <a:pt x="28240" y="412"/>
                  </a:cubicBezTo>
                  <a:cubicBezTo>
                    <a:pt x="31365" y="155"/>
                    <a:pt x="34499" y="31"/>
                    <a:pt x="37642" y="2"/>
                  </a:cubicBezTo>
                  <a:cubicBezTo>
                    <a:pt x="39251" y="-7"/>
                    <a:pt x="40852" y="12"/>
                    <a:pt x="42461" y="41"/>
                  </a:cubicBezTo>
                  <a:cubicBezTo>
                    <a:pt x="42995" y="69"/>
                    <a:pt x="43538" y="88"/>
                    <a:pt x="44071" y="126"/>
                  </a:cubicBezTo>
                  <a:cubicBezTo>
                    <a:pt x="52186" y="593"/>
                    <a:pt x="60197" y="1717"/>
                    <a:pt x="68112" y="3374"/>
                  </a:cubicBezTo>
                  <a:cubicBezTo>
                    <a:pt x="69284" y="3965"/>
                    <a:pt x="70455" y="4546"/>
                    <a:pt x="71636" y="5127"/>
                  </a:cubicBezTo>
                  <a:cubicBezTo>
                    <a:pt x="75751" y="7146"/>
                    <a:pt x="80514" y="9556"/>
                    <a:pt x="85495" y="11366"/>
                  </a:cubicBezTo>
                  <a:cubicBezTo>
                    <a:pt x="124519" y="85766"/>
                    <a:pt x="166791" y="158499"/>
                    <a:pt x="212130" y="229288"/>
                  </a:cubicBezTo>
                  <a:cubicBezTo>
                    <a:pt x="247535" y="271827"/>
                    <a:pt x="280681" y="316261"/>
                    <a:pt x="304627" y="365096"/>
                  </a:cubicBezTo>
                  <a:cubicBezTo>
                    <a:pt x="307732" y="369382"/>
                    <a:pt x="310838" y="373668"/>
                    <a:pt x="313962" y="377936"/>
                  </a:cubicBezTo>
                  <a:cubicBezTo>
                    <a:pt x="320820" y="387308"/>
                    <a:pt x="328088" y="396947"/>
                    <a:pt x="338403" y="402367"/>
                  </a:cubicBezTo>
                  <a:cubicBezTo>
                    <a:pt x="348662" y="407749"/>
                    <a:pt x="360711" y="408320"/>
                    <a:pt x="371883" y="411435"/>
                  </a:cubicBezTo>
                  <a:cubicBezTo>
                    <a:pt x="381370" y="414083"/>
                    <a:pt x="391153" y="419779"/>
                    <a:pt x="394905" y="428408"/>
                  </a:cubicBezTo>
                  <a:cubicBezTo>
                    <a:pt x="398030" y="431780"/>
                    <a:pt x="399877" y="435924"/>
                    <a:pt x="401344" y="440258"/>
                  </a:cubicBezTo>
                  <a:cubicBezTo>
                    <a:pt x="407069" y="445992"/>
                    <a:pt x="412212" y="452288"/>
                    <a:pt x="416651" y="459022"/>
                  </a:cubicBezTo>
                  <a:cubicBezTo>
                    <a:pt x="421242" y="465985"/>
                    <a:pt x="411031" y="473024"/>
                    <a:pt x="405907" y="467051"/>
                  </a:cubicBezTo>
                  <a:cubicBezTo>
                    <a:pt x="405335" y="467004"/>
                    <a:pt x="404754" y="466889"/>
                    <a:pt x="404135" y="466680"/>
                  </a:cubicBezTo>
                  <a:cubicBezTo>
                    <a:pt x="401687" y="465832"/>
                    <a:pt x="399582" y="464556"/>
                    <a:pt x="397791" y="462936"/>
                  </a:cubicBezTo>
                  <a:cubicBezTo>
                    <a:pt x="397601" y="462832"/>
                    <a:pt x="397401" y="462718"/>
                    <a:pt x="397210" y="462584"/>
                  </a:cubicBezTo>
                  <a:cubicBezTo>
                    <a:pt x="390105" y="457736"/>
                    <a:pt x="382809" y="453211"/>
                    <a:pt x="374941" y="449659"/>
                  </a:cubicBezTo>
                  <a:cubicBezTo>
                    <a:pt x="374884" y="449630"/>
                    <a:pt x="374817" y="449611"/>
                    <a:pt x="374760" y="449583"/>
                  </a:cubicBezTo>
                  <a:cubicBezTo>
                    <a:pt x="376027" y="455707"/>
                    <a:pt x="377217" y="461984"/>
                    <a:pt x="377789" y="468232"/>
                  </a:cubicBezTo>
                  <a:cubicBezTo>
                    <a:pt x="389505" y="479053"/>
                    <a:pt x="401783" y="489273"/>
                    <a:pt x="414556" y="498846"/>
                  </a:cubicBezTo>
                  <a:cubicBezTo>
                    <a:pt x="418327" y="501675"/>
                    <a:pt x="422614" y="505666"/>
                    <a:pt x="421366" y="510190"/>
                  </a:cubicBezTo>
                  <a:cubicBezTo>
                    <a:pt x="420185" y="514476"/>
                    <a:pt x="414327" y="515943"/>
                    <a:pt x="410222" y="514162"/>
                  </a:cubicBezTo>
                  <a:cubicBezTo>
                    <a:pt x="406116" y="512381"/>
                    <a:pt x="403411" y="508495"/>
                    <a:pt x="400935" y="504799"/>
                  </a:cubicBezTo>
                  <a:cubicBezTo>
                    <a:pt x="398792" y="509037"/>
                    <a:pt x="393115" y="510495"/>
                    <a:pt x="388476" y="509323"/>
                  </a:cubicBezTo>
                  <a:cubicBezTo>
                    <a:pt x="387743" y="509142"/>
                    <a:pt x="387038" y="508904"/>
                    <a:pt x="386352" y="508628"/>
                  </a:cubicBezTo>
                  <a:cubicBezTo>
                    <a:pt x="386409" y="508933"/>
                    <a:pt x="386466" y="509238"/>
                    <a:pt x="386514" y="509542"/>
                  </a:cubicBezTo>
                  <a:cubicBezTo>
                    <a:pt x="385933" y="509009"/>
                    <a:pt x="385352" y="508466"/>
                    <a:pt x="384771" y="507923"/>
                  </a:cubicBezTo>
                  <a:cubicBezTo>
                    <a:pt x="381713" y="506409"/>
                    <a:pt x="378989" y="504161"/>
                    <a:pt x="376341" y="501961"/>
                  </a:cubicBezTo>
                  <a:cubicBezTo>
                    <a:pt x="371798" y="498179"/>
                    <a:pt x="367254" y="494388"/>
                    <a:pt x="362711" y="490607"/>
                  </a:cubicBezTo>
                  <a:cubicBezTo>
                    <a:pt x="362578" y="490530"/>
                    <a:pt x="362454" y="490445"/>
                    <a:pt x="362330" y="490369"/>
                  </a:cubicBezTo>
                  <a:cubicBezTo>
                    <a:pt x="359634" y="488740"/>
                    <a:pt x="356463" y="488626"/>
                    <a:pt x="353510" y="489483"/>
                  </a:cubicBezTo>
                  <a:cubicBezTo>
                    <a:pt x="349557" y="486930"/>
                    <a:pt x="345614" y="484377"/>
                    <a:pt x="341680" y="481806"/>
                  </a:cubicBezTo>
                  <a:cubicBezTo>
                    <a:pt x="333965" y="476767"/>
                    <a:pt x="325954" y="471881"/>
                    <a:pt x="318696" y="466213"/>
                  </a:cubicBezTo>
                  <a:cubicBezTo>
                    <a:pt x="315095" y="463403"/>
                    <a:pt x="311705" y="460336"/>
                    <a:pt x="308485" y="457088"/>
                  </a:cubicBezTo>
                  <a:cubicBezTo>
                    <a:pt x="307323" y="455917"/>
                    <a:pt x="306094" y="454745"/>
                    <a:pt x="305027" y="453478"/>
                  </a:cubicBezTo>
                  <a:cubicBezTo>
                    <a:pt x="304837" y="453250"/>
                    <a:pt x="304665" y="453050"/>
                    <a:pt x="304580" y="452945"/>
                  </a:cubicBezTo>
                  <a:cubicBezTo>
                    <a:pt x="303913" y="452192"/>
                    <a:pt x="303256" y="451430"/>
                    <a:pt x="302599" y="450668"/>
                  </a:cubicBezTo>
                  <a:cubicBezTo>
                    <a:pt x="297646" y="444906"/>
                    <a:pt x="292969" y="438934"/>
                    <a:pt x="287959" y="433228"/>
                  </a:cubicBezTo>
                  <a:cubicBezTo>
                    <a:pt x="282653" y="427189"/>
                    <a:pt x="276938" y="421808"/>
                    <a:pt x="271185" y="416236"/>
                  </a:cubicBezTo>
                  <a:cubicBezTo>
                    <a:pt x="267966" y="413121"/>
                    <a:pt x="264661" y="410035"/>
                    <a:pt x="261260" y="407063"/>
                  </a:cubicBezTo>
                  <a:cubicBezTo>
                    <a:pt x="259507" y="405148"/>
                    <a:pt x="257717" y="403262"/>
                    <a:pt x="255955" y="401386"/>
                  </a:cubicBezTo>
                  <a:cubicBezTo>
                    <a:pt x="243963" y="388689"/>
                    <a:pt x="232257" y="375754"/>
                    <a:pt x="220798" y="362610"/>
                  </a:cubicBezTo>
                  <a:cubicBezTo>
                    <a:pt x="194947" y="340674"/>
                    <a:pt x="171259" y="316642"/>
                    <a:pt x="152542" y="288543"/>
                  </a:cubicBezTo>
                  <a:cubicBezTo>
                    <a:pt x="143122" y="274389"/>
                    <a:pt x="135063" y="259349"/>
                    <a:pt x="125376" y="245385"/>
                  </a:cubicBezTo>
                  <a:cubicBezTo>
                    <a:pt x="125472" y="245967"/>
                    <a:pt x="125576" y="246538"/>
                    <a:pt x="125672" y="247119"/>
                  </a:cubicBezTo>
                  <a:cubicBezTo>
                    <a:pt x="124900" y="245595"/>
                    <a:pt x="124129" y="244062"/>
                    <a:pt x="123357" y="242538"/>
                  </a:cubicBezTo>
                  <a:cubicBezTo>
                    <a:pt x="122776" y="241728"/>
                    <a:pt x="122195" y="240928"/>
                    <a:pt x="121605" y="240128"/>
                  </a:cubicBezTo>
                  <a:cubicBezTo>
                    <a:pt x="108260" y="222164"/>
                    <a:pt x="91687" y="206847"/>
                    <a:pt x="76818" y="190103"/>
                  </a:cubicBezTo>
                  <a:cubicBezTo>
                    <a:pt x="41137" y="149926"/>
                    <a:pt x="15325" y="101196"/>
                    <a:pt x="2190" y="49266"/>
                  </a:cubicBezTo>
                  <a:cubicBezTo>
                    <a:pt x="-1516" y="34683"/>
                    <a:pt x="-1677" y="15043"/>
                    <a:pt x="11019" y="8327"/>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48" id="48"/>
            <p:cNvSpPr/>
            <p:nvPr/>
          </p:nvSpPr>
          <p:spPr>
            <a:xfrm>
              <a:off x="3877542" y="2720999"/>
              <a:ext cx="195033" cy="198027"/>
            </a:xfrm>
            <a:custGeom>
              <a:avLst/>
              <a:gdLst/>
              <a:ahLst/>
              <a:cxnLst/>
              <a:rect r="r" b="b" t="t" l="l"/>
              <a:pathLst>
                <a:path w="195033" h="198027" stroke="true" fill="norm" extrusionOk="true">
                  <a:moveTo>
                    <a:pt x="16316" y="11781"/>
                  </a:moveTo>
                  <a:cubicBezTo>
                    <a:pt x="33804" y="-1574"/>
                    <a:pt x="60702" y="-3364"/>
                    <a:pt x="81895" y="5342"/>
                  </a:cubicBezTo>
                  <a:cubicBezTo>
                    <a:pt x="109061" y="16495"/>
                    <a:pt x="128692" y="40165"/>
                    <a:pt x="146170" y="63616"/>
                  </a:cubicBezTo>
                  <a:cubicBezTo>
                    <a:pt x="163401" y="86733"/>
                    <a:pt x="179698" y="110526"/>
                    <a:pt x="195033" y="134920"/>
                  </a:cubicBezTo>
                  <a:cubicBezTo>
                    <a:pt x="156629" y="156846"/>
                    <a:pt x="117252" y="177096"/>
                    <a:pt x="77047" y="195603"/>
                  </a:cubicBezTo>
                  <a:cubicBezTo>
                    <a:pt x="74228" y="196899"/>
                    <a:pt x="71256" y="198223"/>
                    <a:pt x="68160" y="198004"/>
                  </a:cubicBezTo>
                  <a:cubicBezTo>
                    <a:pt x="62302" y="197604"/>
                    <a:pt x="58331" y="192127"/>
                    <a:pt x="55225" y="187193"/>
                  </a:cubicBezTo>
                  <a:cubicBezTo>
                    <a:pt x="38766" y="161037"/>
                    <a:pt x="22183" y="134653"/>
                    <a:pt x="11429" y="105726"/>
                  </a:cubicBezTo>
                  <a:cubicBezTo>
                    <a:pt x="4152" y="86142"/>
                    <a:pt x="-324" y="65149"/>
                    <a:pt x="18" y="44385"/>
                  </a:cubicBezTo>
                  <a:cubicBezTo>
                    <a:pt x="4962" y="33298"/>
                    <a:pt x="10706" y="22601"/>
                    <a:pt x="16316" y="11781"/>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9" id="49"/>
            <p:cNvSpPr/>
            <p:nvPr/>
          </p:nvSpPr>
          <p:spPr>
            <a:xfrm>
              <a:off x="4463596" y="3503334"/>
              <a:ext cx="456017" cy="169371"/>
            </a:xfrm>
            <a:custGeom>
              <a:avLst/>
              <a:gdLst/>
              <a:ahLst/>
              <a:cxnLst/>
              <a:rect r="r" b="b" t="t" l="l"/>
              <a:pathLst>
                <a:path w="456017" h="169371" stroke="true" fill="norm" extrusionOk="true">
                  <a:moveTo>
                    <a:pt x="34289" y="81323"/>
                  </a:moveTo>
                  <a:lnTo>
                    <a:pt x="402412" y="1009"/>
                  </a:lnTo>
                  <a:cubicBezTo>
                    <a:pt x="425872" y="-4106"/>
                    <a:pt x="449294" y="10743"/>
                    <a:pt x="454466" y="34013"/>
                  </a:cubicBezTo>
                  <a:lnTo>
                    <a:pt x="454999" y="36432"/>
                  </a:lnTo>
                  <a:cubicBezTo>
                    <a:pt x="460162" y="59702"/>
                    <a:pt x="445188" y="82933"/>
                    <a:pt x="421719" y="88048"/>
                  </a:cubicBezTo>
                  <a:lnTo>
                    <a:pt x="53597" y="168363"/>
                  </a:lnTo>
                  <a:cubicBezTo>
                    <a:pt x="30127" y="173478"/>
                    <a:pt x="6715" y="158628"/>
                    <a:pt x="1552" y="135359"/>
                  </a:cubicBezTo>
                  <a:lnTo>
                    <a:pt x="1019" y="132939"/>
                  </a:lnTo>
                  <a:cubicBezTo>
                    <a:pt x="-4144" y="109670"/>
                    <a:pt x="10830" y="86438"/>
                    <a:pt x="34289" y="81323"/>
                  </a:cubicBezTo>
                  <a:close/>
                </a:path>
              </a:pathLst>
            </a:custGeom>
            <a:solidFill>
              <a:schemeClr val="accent2">
                <a:lumMod val="40000"/>
                <a:lumOff val="60000"/>
              </a:schemeClr>
            </a:solidFill>
            <a:ln cap="flat">
              <a:noFill/>
              <a:prstDash val="solid"/>
              <a:miter lim="800000"/>
            </a:ln>
          </p:spPr>
          <p:txBody>
            <a:bodyPr vert="horz" anchor="ctr" tIns="45720" lIns="91440" bIns="45720" rIns="91440"/>
            <a:p>
              <a:pPr algn="l" marL="0"/>
            </a:p>
          </p:txBody>
        </p:sp>
        <p:sp>
          <p:nvSpPr>
            <p:cNvPr name="Freeform 50" id="50"/>
            <p:cNvSpPr/>
            <p:nvPr/>
          </p:nvSpPr>
          <p:spPr>
            <a:xfrm>
              <a:off x="4469444" y="3597925"/>
              <a:ext cx="64903" cy="69313"/>
            </a:xfrm>
            <a:custGeom>
              <a:avLst/>
              <a:gdLst/>
              <a:ahLst/>
              <a:cxnLst/>
              <a:rect r="r" b="b" t="t" l="l"/>
              <a:pathLst>
                <a:path w="64903" h="69313" stroke="true" fill="norm" extrusionOk="true">
                  <a:moveTo>
                    <a:pt x="0" y="34652"/>
                  </a:moveTo>
                  <a:cubicBezTo>
                    <a:pt x="0" y="53797"/>
                    <a:pt x="14526" y="69314"/>
                    <a:pt x="32452" y="69314"/>
                  </a:cubicBezTo>
                  <a:cubicBezTo>
                    <a:pt x="50378" y="69314"/>
                    <a:pt x="64903" y="53797"/>
                    <a:pt x="64903" y="34652"/>
                  </a:cubicBezTo>
                  <a:cubicBezTo>
                    <a:pt x="64903" y="15516"/>
                    <a:pt x="50378" y="0"/>
                    <a:pt x="32452" y="0"/>
                  </a:cubicBezTo>
                  <a:cubicBezTo>
                    <a:pt x="14526" y="-9"/>
                    <a:pt x="0" y="15507"/>
                    <a:pt x="0" y="34652"/>
                  </a:cubicBezTo>
                  <a:close/>
                </a:path>
              </a:pathLst>
            </a:custGeom>
            <a:solidFill>
              <a:schemeClr val="accent2">
                <a:lumMod val="20000"/>
                <a:lumOff val="80000"/>
              </a:schemeClr>
            </a:solidFill>
            <a:ln cap="flat">
              <a:noFill/>
              <a:prstDash val="solid"/>
              <a:miter lim="800000"/>
            </a:ln>
          </p:spPr>
          <p:txBody>
            <a:bodyPr vert="horz" anchor="ctr" tIns="45720" lIns="91440" bIns="45720" rIns="91440"/>
            <a:p>
              <a:pPr algn="l" marL="0"/>
            </a:p>
          </p:txBody>
        </p:sp>
        <p:sp>
          <p:nvSpPr>
            <p:cNvPr name="Freeform 51" id="51"/>
            <p:cNvSpPr/>
            <p:nvPr/>
          </p:nvSpPr>
          <p:spPr>
            <a:xfrm>
              <a:off x="3882719" y="3482463"/>
              <a:ext cx="245989" cy="125495"/>
            </a:xfrm>
            <a:custGeom>
              <a:avLst/>
              <a:gdLst/>
              <a:ahLst/>
              <a:cxnLst/>
              <a:rect r="r" b="b" t="t" l="l"/>
              <a:pathLst>
                <a:path w="245989" h="125495" stroke="true" fill="norm" extrusionOk="true">
                  <a:moveTo>
                    <a:pt x="1814" y="63160"/>
                  </a:moveTo>
                  <a:cubicBezTo>
                    <a:pt x="4148" y="48606"/>
                    <a:pt x="6481" y="34052"/>
                    <a:pt x="8815" y="19488"/>
                  </a:cubicBezTo>
                  <a:lnTo>
                    <a:pt x="79071" y="0"/>
                  </a:lnTo>
                  <a:cubicBezTo>
                    <a:pt x="117152" y="35290"/>
                    <a:pt x="159224" y="72447"/>
                    <a:pt x="211097" y="77476"/>
                  </a:cubicBezTo>
                  <a:cubicBezTo>
                    <a:pt x="223899" y="78715"/>
                    <a:pt x="239815" y="79753"/>
                    <a:pt x="244797" y="91507"/>
                  </a:cubicBezTo>
                  <a:cubicBezTo>
                    <a:pt x="248492" y="100241"/>
                    <a:pt x="243139" y="110690"/>
                    <a:pt x="235129" y="115872"/>
                  </a:cubicBezTo>
                  <a:cubicBezTo>
                    <a:pt x="227128" y="121053"/>
                    <a:pt x="217212" y="122196"/>
                    <a:pt x="207697" y="122996"/>
                  </a:cubicBezTo>
                  <a:cubicBezTo>
                    <a:pt x="151461" y="127692"/>
                    <a:pt x="94892" y="124844"/>
                    <a:pt x="38533" y="121987"/>
                  </a:cubicBezTo>
                  <a:cubicBezTo>
                    <a:pt x="30274" y="121568"/>
                    <a:pt x="21626" y="121034"/>
                    <a:pt x="14568" y="116776"/>
                  </a:cubicBezTo>
                  <a:cubicBezTo>
                    <a:pt x="-2282" y="106613"/>
                    <a:pt x="-1282" y="82467"/>
                    <a:pt x="1814" y="63160"/>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52" id="52"/>
            <p:cNvSpPr/>
            <p:nvPr/>
          </p:nvSpPr>
          <p:spPr>
            <a:xfrm>
              <a:off x="3568265" y="3515877"/>
              <a:ext cx="245985" cy="125495"/>
            </a:xfrm>
            <a:custGeom>
              <a:avLst/>
              <a:gdLst/>
              <a:ahLst/>
              <a:cxnLst/>
              <a:rect r="r" b="b" t="t" l="l"/>
              <a:pathLst>
                <a:path w="245985" h="125495" stroke="true" fill="norm" extrusionOk="true">
                  <a:moveTo>
                    <a:pt x="1810" y="63160"/>
                  </a:moveTo>
                  <a:cubicBezTo>
                    <a:pt x="4143" y="48606"/>
                    <a:pt x="6477" y="34052"/>
                    <a:pt x="8810" y="19488"/>
                  </a:cubicBezTo>
                  <a:lnTo>
                    <a:pt x="79067" y="0"/>
                  </a:lnTo>
                  <a:cubicBezTo>
                    <a:pt x="117148" y="35290"/>
                    <a:pt x="159220" y="72447"/>
                    <a:pt x="211093" y="77476"/>
                  </a:cubicBezTo>
                  <a:cubicBezTo>
                    <a:pt x="223895" y="78715"/>
                    <a:pt x="239811" y="79753"/>
                    <a:pt x="244793" y="91507"/>
                  </a:cubicBezTo>
                  <a:cubicBezTo>
                    <a:pt x="248488" y="100241"/>
                    <a:pt x="243135" y="110690"/>
                    <a:pt x="235125" y="115872"/>
                  </a:cubicBezTo>
                  <a:cubicBezTo>
                    <a:pt x="227124" y="121053"/>
                    <a:pt x="217208" y="122196"/>
                    <a:pt x="207692" y="122996"/>
                  </a:cubicBezTo>
                  <a:cubicBezTo>
                    <a:pt x="151457" y="127692"/>
                    <a:pt x="94888" y="124844"/>
                    <a:pt x="38528" y="121987"/>
                  </a:cubicBezTo>
                  <a:cubicBezTo>
                    <a:pt x="30270" y="121568"/>
                    <a:pt x="21622" y="121034"/>
                    <a:pt x="14564" y="116777"/>
                  </a:cubicBezTo>
                  <a:cubicBezTo>
                    <a:pt x="-2286" y="106613"/>
                    <a:pt x="-1276" y="82467"/>
                    <a:pt x="1810" y="63160"/>
                  </a:cubicBezTo>
                  <a:close/>
                </a:path>
              </a:pathLst>
            </a:custGeom>
            <a:solidFill>
              <a:srgbClr val="FF9561"/>
            </a:solidFill>
            <a:ln cap="flat">
              <a:noFill/>
              <a:prstDash val="solid"/>
              <a:miter lim="800000"/>
            </a:ln>
          </p:spPr>
          <p:txBody>
            <a:bodyPr vert="horz" anchor="ctr" tIns="45720" lIns="91440" bIns="45720" rIns="91440"/>
            <a:p>
              <a:pPr algn="l" marL="0"/>
            </a:p>
          </p:txBody>
        </p:sp>
        <p:grpSp>
          <p:nvGrpSpPr>
            <p:cNvPr name="Group 53" id="53"/>
            <p:cNvGrpSpPr/>
            <p:nvPr/>
          </p:nvGrpSpPr>
          <p:grpSpPr>
            <a:xfrm>
              <a:off x="3879577" y="3519501"/>
              <a:ext cx="271244" cy="116570"/>
              <a:chOff x="3879577" y="3519501"/>
              <a:chExt cx="271244" cy="116570"/>
            </a:xfrm>
          </p:grpSpPr>
          <p:sp>
            <p:nvSpPr>
              <p:cNvPr name="Freeform 54" id="54"/>
              <p:cNvSpPr/>
              <p:nvPr/>
            </p:nvSpPr>
            <p:spPr>
              <a:xfrm>
                <a:off x="3879577" y="3584695"/>
                <a:ext cx="271244" cy="51377"/>
              </a:xfrm>
              <a:custGeom>
                <a:avLst/>
                <a:gdLst/>
                <a:ahLst/>
                <a:cxnLst/>
                <a:rect r="r" b="b" t="t" l="l"/>
                <a:pathLst>
                  <a:path w="271244" h="51377" stroke="true" fill="norm" extrusionOk="true">
                    <a:moveTo>
                      <a:pt x="7966" y="13773"/>
                    </a:moveTo>
                    <a:cubicBezTo>
                      <a:pt x="13881" y="12316"/>
                      <a:pt x="19958" y="14792"/>
                      <a:pt x="25720" y="16773"/>
                    </a:cubicBezTo>
                    <a:cubicBezTo>
                      <a:pt x="80280" y="35623"/>
                      <a:pt x="140192" y="12887"/>
                      <a:pt x="197828" y="16840"/>
                    </a:cubicBezTo>
                    <a:cubicBezTo>
                      <a:pt x="207629" y="17507"/>
                      <a:pt x="217554" y="18955"/>
                      <a:pt x="227203" y="17126"/>
                    </a:cubicBezTo>
                    <a:cubicBezTo>
                      <a:pt x="236851" y="15297"/>
                      <a:pt x="246453" y="9334"/>
                      <a:pt x="249253" y="0"/>
                    </a:cubicBezTo>
                    <a:lnTo>
                      <a:pt x="265293" y="7106"/>
                    </a:lnTo>
                    <a:cubicBezTo>
                      <a:pt x="272885" y="12030"/>
                      <a:pt x="272818" y="23908"/>
                      <a:pt x="267332" y="31070"/>
                    </a:cubicBezTo>
                    <a:cubicBezTo>
                      <a:pt x="261845" y="38233"/>
                      <a:pt x="252787" y="41662"/>
                      <a:pt x="244043" y="44072"/>
                    </a:cubicBezTo>
                    <a:cubicBezTo>
                      <a:pt x="197361" y="56931"/>
                      <a:pt x="147745" y="50254"/>
                      <a:pt x="99777" y="43482"/>
                    </a:cubicBezTo>
                    <a:cubicBezTo>
                      <a:pt x="69859" y="39262"/>
                      <a:pt x="39941" y="35033"/>
                      <a:pt x="10023" y="30813"/>
                    </a:cubicBezTo>
                    <a:cubicBezTo>
                      <a:pt x="6937" y="30375"/>
                      <a:pt x="3575" y="29804"/>
                      <a:pt x="1527" y="27470"/>
                    </a:cubicBezTo>
                    <a:cubicBezTo>
                      <a:pt x="-2493" y="22917"/>
                      <a:pt x="2041" y="15221"/>
                      <a:pt x="7966" y="13773"/>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55" id="55"/>
              <p:cNvSpPr/>
              <p:nvPr/>
            </p:nvSpPr>
            <p:spPr>
              <a:xfrm>
                <a:off x="3880224" y="3519501"/>
                <a:ext cx="267521" cy="109101"/>
              </a:xfrm>
              <a:custGeom>
                <a:avLst/>
                <a:gdLst/>
                <a:ahLst/>
                <a:cxnLst/>
                <a:rect r="r" b="b" t="t" l="l"/>
                <a:pathLst>
                  <a:path w="267521" h="109101" stroke="true" fill="norm" extrusionOk="true">
                    <a:moveTo>
                      <a:pt x="6356" y="77224"/>
                    </a:moveTo>
                    <a:cubicBezTo>
                      <a:pt x="6861" y="77310"/>
                      <a:pt x="7366" y="77405"/>
                      <a:pt x="7871" y="77490"/>
                    </a:cubicBezTo>
                    <a:cubicBezTo>
                      <a:pt x="8480" y="76147"/>
                      <a:pt x="9814" y="75214"/>
                      <a:pt x="11776" y="75586"/>
                    </a:cubicBezTo>
                    <a:cubicBezTo>
                      <a:pt x="25825" y="78205"/>
                      <a:pt x="39922" y="80558"/>
                      <a:pt x="54067" y="82644"/>
                    </a:cubicBezTo>
                    <a:cubicBezTo>
                      <a:pt x="87138" y="71909"/>
                      <a:pt x="116084" y="49258"/>
                      <a:pt x="134667" y="20102"/>
                    </a:cubicBezTo>
                    <a:cubicBezTo>
                      <a:pt x="135201" y="14616"/>
                      <a:pt x="136058" y="9168"/>
                      <a:pt x="137211" y="3757"/>
                    </a:cubicBezTo>
                    <a:cubicBezTo>
                      <a:pt x="137830" y="852"/>
                      <a:pt x="141030" y="-396"/>
                      <a:pt x="143688" y="109"/>
                    </a:cubicBezTo>
                    <a:cubicBezTo>
                      <a:pt x="164528" y="4110"/>
                      <a:pt x="184969" y="9949"/>
                      <a:pt x="204724" y="17645"/>
                    </a:cubicBezTo>
                    <a:cubicBezTo>
                      <a:pt x="214601" y="21493"/>
                      <a:pt x="224421" y="25655"/>
                      <a:pt x="233851" y="30504"/>
                    </a:cubicBezTo>
                    <a:cubicBezTo>
                      <a:pt x="241395" y="34380"/>
                      <a:pt x="248891" y="39086"/>
                      <a:pt x="254759" y="45248"/>
                    </a:cubicBezTo>
                    <a:cubicBezTo>
                      <a:pt x="257340" y="47963"/>
                      <a:pt x="259598" y="50963"/>
                      <a:pt x="261255" y="54183"/>
                    </a:cubicBezTo>
                    <a:cubicBezTo>
                      <a:pt x="263464" y="57317"/>
                      <a:pt x="264922" y="61003"/>
                      <a:pt x="265522" y="64908"/>
                    </a:cubicBezTo>
                    <a:cubicBezTo>
                      <a:pt x="265589" y="65327"/>
                      <a:pt x="265627" y="65737"/>
                      <a:pt x="265674" y="66146"/>
                    </a:cubicBezTo>
                    <a:cubicBezTo>
                      <a:pt x="270494" y="75328"/>
                      <a:pt x="265198" y="87901"/>
                      <a:pt x="257683" y="94035"/>
                    </a:cubicBezTo>
                    <a:cubicBezTo>
                      <a:pt x="247577" y="102294"/>
                      <a:pt x="233880" y="104294"/>
                      <a:pt x="221326" y="106132"/>
                    </a:cubicBezTo>
                    <a:cubicBezTo>
                      <a:pt x="192456" y="110361"/>
                      <a:pt x="162947" y="110037"/>
                      <a:pt x="134144" y="105389"/>
                    </a:cubicBezTo>
                    <a:cubicBezTo>
                      <a:pt x="131200" y="104913"/>
                      <a:pt x="128276" y="104379"/>
                      <a:pt x="125352" y="103818"/>
                    </a:cubicBezTo>
                    <a:cubicBezTo>
                      <a:pt x="115094" y="103084"/>
                      <a:pt x="104854" y="102036"/>
                      <a:pt x="94653" y="100674"/>
                    </a:cubicBezTo>
                    <a:cubicBezTo>
                      <a:pt x="88062" y="99788"/>
                      <a:pt x="81499" y="98760"/>
                      <a:pt x="74955" y="97579"/>
                    </a:cubicBezTo>
                    <a:cubicBezTo>
                      <a:pt x="66811" y="96760"/>
                      <a:pt x="58677" y="95817"/>
                      <a:pt x="50562" y="94740"/>
                    </a:cubicBezTo>
                    <a:cubicBezTo>
                      <a:pt x="47009" y="94273"/>
                      <a:pt x="43446" y="93769"/>
                      <a:pt x="39894" y="93254"/>
                    </a:cubicBezTo>
                    <a:cubicBezTo>
                      <a:pt x="27645" y="92273"/>
                      <a:pt x="15491" y="90140"/>
                      <a:pt x="3632" y="86949"/>
                    </a:cubicBezTo>
                    <a:cubicBezTo>
                      <a:pt x="-2759" y="85234"/>
                      <a:pt x="3" y="76090"/>
                      <a:pt x="6356" y="77224"/>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nvGrpSpPr>
            <p:cNvPr name="Group 56" id="56"/>
            <p:cNvGrpSpPr/>
            <p:nvPr/>
          </p:nvGrpSpPr>
          <p:grpSpPr>
            <a:xfrm>
              <a:off x="3555071" y="3544256"/>
              <a:ext cx="271243" cy="116571"/>
              <a:chOff x="3555071" y="3544256"/>
              <a:chExt cx="271243" cy="116571"/>
            </a:xfrm>
          </p:grpSpPr>
          <p:sp>
            <p:nvSpPr>
              <p:cNvPr name="Freeform 57" id="57"/>
              <p:cNvSpPr/>
              <p:nvPr/>
            </p:nvSpPr>
            <p:spPr>
              <a:xfrm>
                <a:off x="3555071" y="3609451"/>
                <a:ext cx="271243" cy="51377"/>
              </a:xfrm>
              <a:custGeom>
                <a:avLst/>
                <a:gdLst/>
                <a:ahLst/>
                <a:cxnLst/>
                <a:rect r="r" b="b" t="t" l="l"/>
                <a:pathLst>
                  <a:path w="271243" h="51377" stroke="true" fill="norm" extrusionOk="true">
                    <a:moveTo>
                      <a:pt x="7964" y="13773"/>
                    </a:moveTo>
                    <a:cubicBezTo>
                      <a:pt x="13879" y="12316"/>
                      <a:pt x="19956" y="14792"/>
                      <a:pt x="25719" y="16773"/>
                    </a:cubicBezTo>
                    <a:cubicBezTo>
                      <a:pt x="80278" y="35623"/>
                      <a:pt x="140190" y="12887"/>
                      <a:pt x="197826" y="16840"/>
                    </a:cubicBezTo>
                    <a:cubicBezTo>
                      <a:pt x="207627" y="17507"/>
                      <a:pt x="217552" y="18955"/>
                      <a:pt x="227192" y="17126"/>
                    </a:cubicBezTo>
                    <a:cubicBezTo>
                      <a:pt x="236841" y="15297"/>
                      <a:pt x="246451" y="9334"/>
                      <a:pt x="249242" y="0"/>
                    </a:cubicBezTo>
                    <a:lnTo>
                      <a:pt x="265292" y="7106"/>
                    </a:lnTo>
                    <a:cubicBezTo>
                      <a:pt x="272883" y="12030"/>
                      <a:pt x="272816" y="23908"/>
                      <a:pt x="267330" y="31070"/>
                    </a:cubicBezTo>
                    <a:cubicBezTo>
                      <a:pt x="261844" y="38233"/>
                      <a:pt x="252785" y="41662"/>
                      <a:pt x="244041" y="44072"/>
                    </a:cubicBezTo>
                    <a:cubicBezTo>
                      <a:pt x="197350" y="56931"/>
                      <a:pt x="147744" y="50254"/>
                      <a:pt x="99776" y="43482"/>
                    </a:cubicBezTo>
                    <a:cubicBezTo>
                      <a:pt x="69858" y="39262"/>
                      <a:pt x="39940" y="35033"/>
                      <a:pt x="10022" y="30813"/>
                    </a:cubicBezTo>
                    <a:cubicBezTo>
                      <a:pt x="6936" y="30375"/>
                      <a:pt x="3573" y="29804"/>
                      <a:pt x="1525" y="27470"/>
                    </a:cubicBezTo>
                    <a:cubicBezTo>
                      <a:pt x="-2494" y="22917"/>
                      <a:pt x="2049" y="15221"/>
                      <a:pt x="7964" y="13773"/>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58" id="58"/>
              <p:cNvSpPr/>
              <p:nvPr/>
            </p:nvSpPr>
            <p:spPr>
              <a:xfrm>
                <a:off x="3555718" y="3544256"/>
                <a:ext cx="267521" cy="109092"/>
              </a:xfrm>
              <a:custGeom>
                <a:avLst/>
                <a:gdLst/>
                <a:ahLst/>
                <a:cxnLst/>
                <a:rect r="r" b="b" t="t" l="l"/>
                <a:pathLst>
                  <a:path w="267521" h="109092" stroke="true" fill="norm" extrusionOk="true">
                    <a:moveTo>
                      <a:pt x="6365" y="77224"/>
                    </a:moveTo>
                    <a:cubicBezTo>
                      <a:pt x="6870" y="77310"/>
                      <a:pt x="7375" y="77405"/>
                      <a:pt x="7880" y="77491"/>
                    </a:cubicBezTo>
                    <a:cubicBezTo>
                      <a:pt x="8489" y="76148"/>
                      <a:pt x="9813" y="75215"/>
                      <a:pt x="11785" y="75586"/>
                    </a:cubicBezTo>
                    <a:cubicBezTo>
                      <a:pt x="25834" y="78205"/>
                      <a:pt x="39931" y="80558"/>
                      <a:pt x="54076" y="82644"/>
                    </a:cubicBezTo>
                    <a:cubicBezTo>
                      <a:pt x="87147" y="71909"/>
                      <a:pt x="116093" y="49259"/>
                      <a:pt x="134676" y="20103"/>
                    </a:cubicBezTo>
                    <a:cubicBezTo>
                      <a:pt x="135210" y="14617"/>
                      <a:pt x="136067" y="9168"/>
                      <a:pt x="137220" y="3758"/>
                    </a:cubicBezTo>
                    <a:cubicBezTo>
                      <a:pt x="137839" y="843"/>
                      <a:pt x="141039" y="-395"/>
                      <a:pt x="143697" y="110"/>
                    </a:cubicBezTo>
                    <a:cubicBezTo>
                      <a:pt x="164537" y="4111"/>
                      <a:pt x="184978" y="9949"/>
                      <a:pt x="204733" y="17645"/>
                    </a:cubicBezTo>
                    <a:cubicBezTo>
                      <a:pt x="214610" y="21493"/>
                      <a:pt x="224430" y="25656"/>
                      <a:pt x="233860" y="30495"/>
                    </a:cubicBezTo>
                    <a:cubicBezTo>
                      <a:pt x="241404" y="34371"/>
                      <a:pt x="248910" y="39077"/>
                      <a:pt x="254768" y="45239"/>
                    </a:cubicBezTo>
                    <a:cubicBezTo>
                      <a:pt x="257349" y="47954"/>
                      <a:pt x="259606" y="50954"/>
                      <a:pt x="261264" y="54174"/>
                    </a:cubicBezTo>
                    <a:cubicBezTo>
                      <a:pt x="263473" y="57308"/>
                      <a:pt x="264931" y="60994"/>
                      <a:pt x="265531" y="64899"/>
                    </a:cubicBezTo>
                    <a:cubicBezTo>
                      <a:pt x="265597" y="65309"/>
                      <a:pt x="265636" y="65728"/>
                      <a:pt x="265674" y="66137"/>
                    </a:cubicBezTo>
                    <a:cubicBezTo>
                      <a:pt x="270493" y="75319"/>
                      <a:pt x="265197" y="87892"/>
                      <a:pt x="257682" y="94026"/>
                    </a:cubicBezTo>
                    <a:cubicBezTo>
                      <a:pt x="247576" y="102284"/>
                      <a:pt x="233879" y="104285"/>
                      <a:pt x="221325" y="106123"/>
                    </a:cubicBezTo>
                    <a:cubicBezTo>
                      <a:pt x="192455" y="110352"/>
                      <a:pt x="162947" y="110028"/>
                      <a:pt x="134143" y="105380"/>
                    </a:cubicBezTo>
                    <a:cubicBezTo>
                      <a:pt x="131200" y="104904"/>
                      <a:pt x="128276" y="104371"/>
                      <a:pt x="125351" y="103809"/>
                    </a:cubicBezTo>
                    <a:cubicBezTo>
                      <a:pt x="115093" y="103075"/>
                      <a:pt x="104854" y="102028"/>
                      <a:pt x="94652" y="100665"/>
                    </a:cubicBezTo>
                    <a:cubicBezTo>
                      <a:pt x="88061" y="99789"/>
                      <a:pt x="81498" y="98751"/>
                      <a:pt x="74955" y="97570"/>
                    </a:cubicBezTo>
                    <a:cubicBezTo>
                      <a:pt x="66811" y="96751"/>
                      <a:pt x="58676" y="95808"/>
                      <a:pt x="50561" y="94731"/>
                    </a:cubicBezTo>
                    <a:cubicBezTo>
                      <a:pt x="47008" y="94265"/>
                      <a:pt x="43446" y="93760"/>
                      <a:pt x="39893" y="93245"/>
                    </a:cubicBezTo>
                    <a:cubicBezTo>
                      <a:pt x="27644" y="92264"/>
                      <a:pt x="15490" y="90131"/>
                      <a:pt x="3631" y="86940"/>
                    </a:cubicBezTo>
                    <a:cubicBezTo>
                      <a:pt x="-2760" y="85235"/>
                      <a:pt x="2" y="76091"/>
                      <a:pt x="6365" y="77224"/>
                    </a:cubicBezTo>
                    <a:close/>
                  </a:path>
                </a:pathLst>
              </a:custGeom>
              <a:solidFill>
                <a:schemeClr val="accent1"/>
              </a:solidFill>
              <a:ln cap="flat">
                <a:noFill/>
                <a:prstDash val="solid"/>
                <a:miter lim="800000"/>
              </a:ln>
            </p:spPr>
            <p:txBody>
              <a:bodyPr vert="horz" anchor="ctr" tIns="45720" lIns="91440" bIns="45720" rIns="91440"/>
              <a:p>
                <a:pPr algn="l" marL="0"/>
              </a:p>
            </p:txBody>
          </p:sp>
        </p:grpSp>
        <p:sp>
          <p:nvSpPr>
            <p:cNvPr name="Freeform 59" id="59"/>
            <p:cNvSpPr/>
            <p:nvPr/>
          </p:nvSpPr>
          <p:spPr>
            <a:xfrm>
              <a:off x="3770192" y="3151689"/>
              <a:ext cx="119636" cy="37652"/>
            </a:xfrm>
            <a:custGeom>
              <a:avLst/>
              <a:gdLst/>
              <a:ahLst/>
              <a:cxnLst/>
              <a:rect r="r" b="b" t="t" l="l"/>
              <a:pathLst>
                <a:path w="119636" h="37652" stroke="true" fill="norm" extrusionOk="true">
                  <a:moveTo>
                    <a:pt x="5537" y="0"/>
                  </a:moveTo>
                  <a:cubicBezTo>
                    <a:pt x="40170" y="18336"/>
                    <a:pt x="82661" y="21441"/>
                    <a:pt x="119637" y="8344"/>
                  </a:cubicBezTo>
                  <a:lnTo>
                    <a:pt x="109683" y="21555"/>
                  </a:lnTo>
                  <a:cubicBezTo>
                    <a:pt x="109026" y="19860"/>
                    <a:pt x="108369" y="18174"/>
                    <a:pt x="107702" y="16478"/>
                  </a:cubicBezTo>
                  <a:cubicBezTo>
                    <a:pt x="98501" y="29251"/>
                    <a:pt x="80975" y="32376"/>
                    <a:pt x="65230" y="33966"/>
                  </a:cubicBezTo>
                  <a:cubicBezTo>
                    <a:pt x="43561" y="36157"/>
                    <a:pt x="21786" y="37386"/>
                    <a:pt x="3" y="37652"/>
                  </a:cubicBezTo>
                  <a:cubicBezTo>
                    <a:pt x="-83" y="24927"/>
                    <a:pt x="1793" y="12183"/>
                    <a:pt x="553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a:prstGeom prst="rect">
            <a:avLst/>
          </a:prstGeo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主要品牌竞争策略</a:t>
            </a:r>
          </a:p>
        </p:txBody>
      </p:sp>
      <p:sp>
        <p:nvSpPr>
          <p:cNvPr name="AutoShape 3" id="3"/>
          <p:cNvSpPr/>
          <p:nvPr>
            <p:ph type="body" sz="quarter" idx="1"/>
          </p:nvPr>
        </p:nvSpPr>
        <p:spPr>
          <a:xfrm>
            <a:off x="660400" y="1270409"/>
            <a:ext cx="1098645" cy="1016847"/>
          </a:xfrm>
          <a:prstGeom prst="rect">
            <a:avLst/>
          </a:prstGeo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04</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苹果公司的策略</a:t>
            </a:r>
          </a:p>
        </p:txBody>
      </p:sp>
      <p:sp>
        <p:nvSpPr>
          <p:cNvPr name="AutoShape 3" id="3"/>
          <p:cNvSpPr/>
          <p:nvPr/>
        </p:nvSpPr>
        <p:spPr>
          <a:xfrm>
            <a:off x="457200" y="4519867"/>
            <a:ext cx="9431698" cy="1674554"/>
          </a:xfrm>
          <a:prstGeom prst="roundRect">
            <a:avLst/>
          </a:prstGeom>
          <a:gradFill rotWithShape="true" flip="none">
            <a:gsLst>
              <a:gs pos="0">
                <a:schemeClr val="accent2">
                  <a:lumMod val="60000"/>
                  <a:lumOff val="40000"/>
                </a:schemeClr>
              </a:gs>
              <a:gs pos="50000">
                <a:schemeClr val="accent2"/>
              </a:gs>
            </a:gsLst>
            <a:lin ang="2700000"/>
            <a:tileRect/>
          </a:gradFill>
          <a:ln>
            <a:noFill/>
          </a:ln>
          <a:effectLst>
            <a:outerShdw algn="ctr" blurRad="50800" dir="5400000" dist="50800" rotWithShape="false">
              <a:schemeClr val="accent2">
                <a:alpha val="15000"/>
              </a:schemeClr>
            </a:outerShdw>
          </a:effectLst>
        </p:spPr>
        <p:txBody>
          <a:bodyPr vert="horz" anchor="ctr" wrap="none" tIns="45720" lIns="91440" bIns="45720" rIns="91440">
            <a:normAutofit/>
          </a:bodyPr>
          <a:p>
            <a:pPr algn="ctr" marL="0">
              <a:lnSpc>
                <a:spcPct val="110000"/>
              </a:lnSpc>
            </a:pPr>
          </a:p>
        </p:txBody>
      </p:sp>
      <p:grpSp>
        <p:nvGrpSpPr>
          <p:cNvPr name="Group 4" id="4"/>
          <p:cNvGrpSpPr/>
          <p:nvPr/>
        </p:nvGrpSpPr>
        <p:grpSpPr>
          <a:xfrm>
            <a:off x="660400" y="1372575"/>
            <a:ext cx="6359832" cy="4561989"/>
            <a:chOff x="1379866" y="1372575"/>
            <a:chExt cx="6359832" cy="4561989"/>
          </a:xfrm>
        </p:grpSpPr>
        <p:grpSp>
          <p:nvGrpSpPr>
            <p:cNvPr name="Group 5" id="5"/>
            <p:cNvGrpSpPr/>
            <p:nvPr/>
          </p:nvGrpSpPr>
          <p:grpSpPr>
            <a:xfrm>
              <a:off x="1379866" y="1372575"/>
              <a:ext cx="6359832" cy="1039131"/>
              <a:chOff x="1379866" y="1372575"/>
              <a:chExt cx="6359832" cy="1039131"/>
            </a:xfrm>
          </p:grpSpPr>
          <p:sp>
            <p:nvSpPr>
              <p:cNvPr name="TextBox 6" id="6"/>
              <p:cNvSpPr txBox="true"/>
              <p:nvPr/>
            </p:nvSpPr>
            <p:spPr>
              <a:xfrm flipH="true">
                <a:off x="1379866" y="1711130"/>
                <a:ext cx="6359828" cy="700576"/>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400" baseline="0" u="none" altLang="en-US">
                    <a:solidFill>
                      <a:schemeClr val="tx1"/>
                    </a:solidFill>
                    <a:latin typeface="微软雅黑"/>
                    <a:ea typeface="微软雅黑"/>
                  </a:rPr>
                  <a:t>苹果始终保持高端市场定位，通过定价和品牌影响力建立竞争优势。其产品的独特设计和无缝生态系统使得用户忠诚度高，用户愿意为品牌溢价。</a:t>
                </a:r>
                <a:endParaRPr lang="en-US" sz="1100"/>
              </a:p>
            </p:txBody>
          </p:sp>
          <p:sp>
            <p:nvSpPr>
              <p:cNvPr name="TextBox 7" id="7"/>
              <p:cNvSpPr txBox="true"/>
              <p:nvPr/>
            </p:nvSpPr>
            <p:spPr>
              <a:xfrm flipH="true">
                <a:off x="1379870" y="1372575"/>
                <a:ext cx="6359828" cy="338554"/>
              </a:xfrm>
              <a:prstGeom prst="rect">
                <a:avLst/>
              </a:prstGeom>
              <a:noFill/>
            </p:spPr>
            <p:txBody>
              <a:bodyPr anchor="b"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市场定位</a:t>
                </a:r>
                <a:endParaRPr lang="en-US" sz="1100"/>
              </a:p>
            </p:txBody>
          </p:sp>
        </p:grpSp>
        <p:grpSp>
          <p:nvGrpSpPr>
            <p:cNvPr name="Group 8" id="8"/>
            <p:cNvGrpSpPr/>
            <p:nvPr/>
          </p:nvGrpSpPr>
          <p:grpSpPr>
            <a:xfrm>
              <a:off x="1379866" y="3134004"/>
              <a:ext cx="6359832" cy="1039131"/>
              <a:chOff x="1379866" y="2175817"/>
              <a:chExt cx="6359832" cy="1039131"/>
            </a:xfrm>
          </p:grpSpPr>
          <p:sp>
            <p:nvSpPr>
              <p:cNvPr name="TextBox 9" id="9"/>
              <p:cNvSpPr txBox="true"/>
              <p:nvPr/>
            </p:nvSpPr>
            <p:spPr>
              <a:xfrm flipH="true">
                <a:off x="1379866" y="2514372"/>
                <a:ext cx="6359828" cy="700576"/>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400" baseline="0" u="none" altLang="en-US">
                    <a:solidFill>
                      <a:schemeClr val="tx1"/>
                    </a:solidFill>
                    <a:latin typeface="微软雅黑"/>
                    <a:ea typeface="微软雅黑"/>
                  </a:rPr>
                  <a:t>定期推出新产品和技术，如iPhone的摄像头升级和高性能芯片，也使得苹果始终在技术前沿，进一步巩固市场领导地位，吸引追求最新科技的消费者。</a:t>
                </a:r>
                <a:endParaRPr lang="en-US" sz="1100"/>
              </a:p>
            </p:txBody>
          </p:sp>
          <p:sp>
            <p:nvSpPr>
              <p:cNvPr name="TextBox 10" id="10"/>
              <p:cNvSpPr txBox="true"/>
              <p:nvPr/>
            </p:nvSpPr>
            <p:spPr>
              <a:xfrm flipH="true">
                <a:off x="1379870" y="2175817"/>
                <a:ext cx="6359828" cy="338554"/>
              </a:xfrm>
              <a:prstGeom prst="rect">
                <a:avLst/>
              </a:prstGeom>
              <a:noFill/>
            </p:spPr>
            <p:txBody>
              <a:bodyPr anchor="b"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产品创新</a:t>
                </a:r>
                <a:endParaRPr lang="en-US" sz="1100"/>
              </a:p>
            </p:txBody>
          </p:sp>
        </p:grpSp>
        <p:grpSp>
          <p:nvGrpSpPr>
            <p:cNvPr name="Group 11" id="11"/>
            <p:cNvGrpSpPr/>
            <p:nvPr/>
          </p:nvGrpSpPr>
          <p:grpSpPr>
            <a:xfrm>
              <a:off x="1379866" y="4895433"/>
              <a:ext cx="6359832" cy="1039131"/>
              <a:chOff x="1379866" y="2979059"/>
              <a:chExt cx="6359832" cy="1039131"/>
            </a:xfrm>
          </p:grpSpPr>
          <p:sp>
            <p:nvSpPr>
              <p:cNvPr name="TextBox 12" id="12"/>
              <p:cNvSpPr txBox="true"/>
              <p:nvPr/>
            </p:nvSpPr>
            <p:spPr>
              <a:xfrm flipH="true">
                <a:off x="1379866" y="3317614"/>
                <a:ext cx="6359828" cy="700576"/>
              </a:xfrm>
              <a:prstGeom prst="rect">
                <a:avLst/>
              </a:prstGeom>
              <a:noFill/>
            </p:spPr>
            <p:txBody>
              <a:bodyPr anchor="t" rtlCol="false" vert="horz" wrap="square" tIns="45720" lIns="91440" bIns="45720" rIns="91440">
                <a:spAutoFit/>
              </a:bodyPr>
              <a:lstStyle/>
              <a:p>
                <a:pPr algn="l" marL="0">
                  <a:lnSpc>
                    <a:spcPct val="150000"/>
                  </a:lnSpc>
                  <a:defRPr/>
                </a:pPr>
                <a:r>
                  <a:rPr lang="zh-CN" b="false" i="false" sz="1400" baseline="0" u="none" altLang="en-US">
                    <a:solidFill>
                      <a:schemeClr val="bg1"/>
                    </a:solidFill>
                    <a:latin typeface="微软雅黑"/>
                    <a:ea typeface="微软雅黑"/>
                  </a:rPr>
                  <a:t>苹果以其独特的品牌故事和强大的市场营销策略，营造无与伦比的购买体验。产品发布会的盛况也吸引大量媒体关注，为其销量和品牌形象提供了良好的支持。</a:t>
                </a:r>
                <a:endParaRPr lang="en-US" sz="1100"/>
              </a:p>
            </p:txBody>
          </p:sp>
          <p:sp>
            <p:nvSpPr>
              <p:cNvPr name="TextBox 13" id="13"/>
              <p:cNvSpPr txBox="true"/>
              <p:nvPr/>
            </p:nvSpPr>
            <p:spPr>
              <a:xfrm flipH="true">
                <a:off x="1379870" y="2979059"/>
                <a:ext cx="6359828" cy="338554"/>
              </a:xfrm>
              <a:prstGeom prst="rect">
                <a:avLst/>
              </a:prstGeom>
              <a:noFill/>
            </p:spPr>
            <p:txBody>
              <a:bodyPr anchor="b" rtlCol="false" vert="horz" wrap="square" tIns="45720" lIns="91440" bIns="45720" rIns="91440">
                <a:spAutoFit/>
              </a:bodyPr>
              <a:lstStyle/>
              <a:p>
                <a:pPr algn="l" marL="0">
                  <a:defRPr/>
                </a:pPr>
                <a:r>
                  <a:rPr lang="zh-CN" b="true" i="false" sz="1600" baseline="0" u="none" altLang="en-US">
                    <a:solidFill>
                      <a:schemeClr val="bg1"/>
                    </a:solidFill>
                    <a:latin typeface="微软雅黑"/>
                    <a:ea typeface="微软雅黑"/>
                  </a:rPr>
                  <a:t>营销策略</a:t>
                </a:r>
                <a:endParaRPr lang="en-US" sz="1100"/>
              </a:p>
            </p:txBody>
          </p:sp>
        </p:grpSp>
      </p:grpSp>
      <p:grpSp>
        <p:nvGrpSpPr>
          <p:cNvPr name="Group 14" id="14"/>
          <p:cNvGrpSpPr/>
          <p:nvPr/>
        </p:nvGrpSpPr>
        <p:grpSpPr>
          <a:xfrm>
            <a:off x="6872511" y="1912644"/>
            <a:ext cx="4557489" cy="4631975"/>
            <a:chOff x="6462578" y="1904699"/>
            <a:chExt cx="2602907" cy="2645448"/>
          </a:xfrm>
        </p:grpSpPr>
        <p:sp>
          <p:nvSpPr>
            <p:cNvPr name="Freeform 15" id="15"/>
            <p:cNvSpPr/>
            <p:nvPr/>
          </p:nvSpPr>
          <p:spPr>
            <a:xfrm>
              <a:off x="6462578" y="3674114"/>
              <a:ext cx="2602907" cy="796617"/>
            </a:xfrm>
            <a:custGeom>
              <a:avLst/>
              <a:gdLst/>
              <a:ahLst/>
              <a:cxnLst/>
              <a:rect r="r" b="b" t="t" l="l"/>
              <a:pathLst>
                <a:path w="899428" h="275269" stroke="true" fill="norm" extrusionOk="true">
                  <a:moveTo>
                    <a:pt x="893507" y="177566"/>
                  </a:moveTo>
                  <a:cubicBezTo>
                    <a:pt x="891164" y="175080"/>
                    <a:pt x="889440" y="171004"/>
                    <a:pt x="885287" y="170527"/>
                  </a:cubicBezTo>
                  <a:cubicBezTo>
                    <a:pt x="883535" y="165127"/>
                    <a:pt x="878467" y="162279"/>
                    <a:pt x="874724" y="158783"/>
                  </a:cubicBezTo>
                  <a:cubicBezTo>
                    <a:pt x="873886" y="157992"/>
                    <a:pt x="873314" y="157221"/>
                    <a:pt x="872381" y="156430"/>
                  </a:cubicBezTo>
                  <a:cubicBezTo>
                    <a:pt x="871705" y="155859"/>
                    <a:pt x="870685" y="155802"/>
                    <a:pt x="870028" y="155259"/>
                  </a:cubicBezTo>
                  <a:cubicBezTo>
                    <a:pt x="869628" y="154935"/>
                    <a:pt x="870400" y="153268"/>
                    <a:pt x="870028" y="152906"/>
                  </a:cubicBezTo>
                  <a:cubicBezTo>
                    <a:pt x="869657" y="152544"/>
                    <a:pt x="868171" y="153135"/>
                    <a:pt x="867675" y="152906"/>
                  </a:cubicBezTo>
                  <a:cubicBezTo>
                    <a:pt x="867437" y="152801"/>
                    <a:pt x="866733" y="150820"/>
                    <a:pt x="866504" y="150563"/>
                  </a:cubicBezTo>
                  <a:cubicBezTo>
                    <a:pt x="865618" y="149572"/>
                    <a:pt x="864589" y="148496"/>
                    <a:pt x="864151" y="147039"/>
                  </a:cubicBezTo>
                  <a:cubicBezTo>
                    <a:pt x="860665" y="147372"/>
                    <a:pt x="859360" y="143152"/>
                    <a:pt x="858284" y="142343"/>
                  </a:cubicBezTo>
                  <a:cubicBezTo>
                    <a:pt x="857188" y="141524"/>
                    <a:pt x="855703" y="142038"/>
                    <a:pt x="854760" y="141181"/>
                  </a:cubicBezTo>
                  <a:cubicBezTo>
                    <a:pt x="853855" y="140343"/>
                    <a:pt x="854388" y="138666"/>
                    <a:pt x="853579" y="137657"/>
                  </a:cubicBezTo>
                  <a:cubicBezTo>
                    <a:pt x="852912" y="136809"/>
                    <a:pt x="851312" y="138076"/>
                    <a:pt x="851235" y="136485"/>
                  </a:cubicBezTo>
                  <a:cubicBezTo>
                    <a:pt x="851159" y="135123"/>
                    <a:pt x="850645" y="135971"/>
                    <a:pt x="850064" y="135313"/>
                  </a:cubicBezTo>
                  <a:cubicBezTo>
                    <a:pt x="848340" y="133399"/>
                    <a:pt x="846330" y="131732"/>
                    <a:pt x="845368" y="129446"/>
                  </a:cubicBezTo>
                  <a:cubicBezTo>
                    <a:pt x="843339" y="127970"/>
                    <a:pt x="841720" y="128103"/>
                    <a:pt x="839501" y="127093"/>
                  </a:cubicBezTo>
                  <a:cubicBezTo>
                    <a:pt x="839139" y="126931"/>
                    <a:pt x="838739" y="125036"/>
                    <a:pt x="838329" y="124741"/>
                  </a:cubicBezTo>
                  <a:cubicBezTo>
                    <a:pt x="834500" y="121988"/>
                    <a:pt x="829652" y="120664"/>
                    <a:pt x="830109" y="115349"/>
                  </a:cubicBezTo>
                  <a:cubicBezTo>
                    <a:pt x="828604" y="113720"/>
                    <a:pt x="824356" y="114844"/>
                    <a:pt x="824232" y="111834"/>
                  </a:cubicBezTo>
                  <a:cubicBezTo>
                    <a:pt x="824765" y="108767"/>
                    <a:pt x="834214" y="108596"/>
                    <a:pt x="830109" y="104786"/>
                  </a:cubicBezTo>
                  <a:cubicBezTo>
                    <a:pt x="830099" y="105462"/>
                    <a:pt x="829871" y="105767"/>
                    <a:pt x="829509" y="105862"/>
                  </a:cubicBezTo>
                  <a:lnTo>
                    <a:pt x="830109" y="104786"/>
                  </a:lnTo>
                  <a:lnTo>
                    <a:pt x="816012" y="95394"/>
                  </a:lnTo>
                  <a:cubicBezTo>
                    <a:pt x="819479" y="97090"/>
                    <a:pt x="828347" y="95642"/>
                    <a:pt x="831280" y="93041"/>
                  </a:cubicBezTo>
                  <a:cubicBezTo>
                    <a:pt x="831328" y="87641"/>
                    <a:pt x="826280" y="86041"/>
                    <a:pt x="828928" y="81307"/>
                  </a:cubicBezTo>
                  <a:lnTo>
                    <a:pt x="820679" y="74287"/>
                  </a:lnTo>
                  <a:cubicBezTo>
                    <a:pt x="822756" y="73649"/>
                    <a:pt x="824870" y="72648"/>
                    <a:pt x="826575" y="71915"/>
                  </a:cubicBezTo>
                  <a:cubicBezTo>
                    <a:pt x="830633" y="70172"/>
                    <a:pt x="836805" y="69438"/>
                    <a:pt x="835967" y="63685"/>
                  </a:cubicBezTo>
                  <a:lnTo>
                    <a:pt x="828928" y="58999"/>
                  </a:lnTo>
                  <a:cubicBezTo>
                    <a:pt x="819317" y="53351"/>
                    <a:pt x="812078" y="45312"/>
                    <a:pt x="800753" y="41387"/>
                  </a:cubicBezTo>
                  <a:lnTo>
                    <a:pt x="791885" y="38158"/>
                  </a:lnTo>
                  <a:cubicBezTo>
                    <a:pt x="794276" y="37244"/>
                    <a:pt x="796619" y="36263"/>
                    <a:pt x="797229" y="35510"/>
                  </a:cubicBezTo>
                  <a:cubicBezTo>
                    <a:pt x="797543" y="35129"/>
                    <a:pt x="799162" y="35806"/>
                    <a:pt x="799581" y="35510"/>
                  </a:cubicBezTo>
                  <a:cubicBezTo>
                    <a:pt x="800562" y="34825"/>
                    <a:pt x="800467" y="33653"/>
                    <a:pt x="801934" y="33167"/>
                  </a:cubicBezTo>
                  <a:cubicBezTo>
                    <a:pt x="805191" y="32062"/>
                    <a:pt x="806439" y="32863"/>
                    <a:pt x="807801" y="31996"/>
                  </a:cubicBezTo>
                  <a:cubicBezTo>
                    <a:pt x="809830" y="30700"/>
                    <a:pt x="811259" y="30929"/>
                    <a:pt x="813678" y="30824"/>
                  </a:cubicBezTo>
                  <a:cubicBezTo>
                    <a:pt x="818326" y="30624"/>
                    <a:pt x="820908" y="29319"/>
                    <a:pt x="825413" y="28472"/>
                  </a:cubicBezTo>
                  <a:cubicBezTo>
                    <a:pt x="826918" y="28186"/>
                    <a:pt x="827089" y="27548"/>
                    <a:pt x="828937" y="27300"/>
                  </a:cubicBezTo>
                  <a:cubicBezTo>
                    <a:pt x="833700" y="26671"/>
                    <a:pt x="839596" y="29376"/>
                    <a:pt x="839501" y="23785"/>
                  </a:cubicBezTo>
                  <a:cubicBezTo>
                    <a:pt x="838253" y="20394"/>
                    <a:pt x="835938" y="19889"/>
                    <a:pt x="832462" y="21433"/>
                  </a:cubicBezTo>
                  <a:cubicBezTo>
                    <a:pt x="829337" y="20851"/>
                    <a:pt x="826061" y="18661"/>
                    <a:pt x="823070" y="17908"/>
                  </a:cubicBezTo>
                  <a:cubicBezTo>
                    <a:pt x="817869" y="16613"/>
                    <a:pt x="811688" y="16346"/>
                    <a:pt x="805449" y="15556"/>
                  </a:cubicBezTo>
                  <a:cubicBezTo>
                    <a:pt x="799629" y="14832"/>
                    <a:pt x="796429" y="14698"/>
                    <a:pt x="792542" y="14384"/>
                  </a:cubicBezTo>
                  <a:cubicBezTo>
                    <a:pt x="791504" y="14308"/>
                    <a:pt x="791647" y="13289"/>
                    <a:pt x="791371" y="13222"/>
                  </a:cubicBezTo>
                  <a:cubicBezTo>
                    <a:pt x="790237" y="12917"/>
                    <a:pt x="789913" y="14527"/>
                    <a:pt x="789018" y="14384"/>
                  </a:cubicBezTo>
                  <a:cubicBezTo>
                    <a:pt x="786608" y="14022"/>
                    <a:pt x="784532" y="12479"/>
                    <a:pt x="781979" y="12041"/>
                  </a:cubicBezTo>
                  <a:cubicBezTo>
                    <a:pt x="780474" y="11784"/>
                    <a:pt x="778807" y="12146"/>
                    <a:pt x="777274" y="12041"/>
                  </a:cubicBezTo>
                  <a:cubicBezTo>
                    <a:pt x="775150" y="11889"/>
                    <a:pt x="773807" y="11031"/>
                    <a:pt x="772578" y="10869"/>
                  </a:cubicBezTo>
                  <a:cubicBezTo>
                    <a:pt x="762815" y="9602"/>
                    <a:pt x="754795" y="10136"/>
                    <a:pt x="745574" y="10869"/>
                  </a:cubicBezTo>
                  <a:cubicBezTo>
                    <a:pt x="744774" y="10936"/>
                    <a:pt x="745679" y="9307"/>
                    <a:pt x="744403" y="10869"/>
                  </a:cubicBezTo>
                  <a:cubicBezTo>
                    <a:pt x="744213" y="11098"/>
                    <a:pt x="742384" y="10841"/>
                    <a:pt x="742050" y="10869"/>
                  </a:cubicBezTo>
                  <a:cubicBezTo>
                    <a:pt x="733764" y="11488"/>
                    <a:pt x="726363" y="12736"/>
                    <a:pt x="720914" y="13222"/>
                  </a:cubicBezTo>
                  <a:cubicBezTo>
                    <a:pt x="718971" y="13393"/>
                    <a:pt x="716990" y="13031"/>
                    <a:pt x="715047" y="13222"/>
                  </a:cubicBezTo>
                  <a:cubicBezTo>
                    <a:pt x="701693" y="14489"/>
                    <a:pt x="688710" y="17518"/>
                    <a:pt x="675128" y="19089"/>
                  </a:cubicBezTo>
                  <a:cubicBezTo>
                    <a:pt x="675128" y="19070"/>
                    <a:pt x="675128" y="19051"/>
                    <a:pt x="675137" y="19032"/>
                  </a:cubicBezTo>
                  <a:cubicBezTo>
                    <a:pt x="674051" y="19461"/>
                    <a:pt x="672899" y="19737"/>
                    <a:pt x="671699" y="19870"/>
                  </a:cubicBezTo>
                  <a:cubicBezTo>
                    <a:pt x="671661" y="20004"/>
                    <a:pt x="671661" y="20118"/>
                    <a:pt x="671603" y="20261"/>
                  </a:cubicBezTo>
                  <a:cubicBezTo>
                    <a:pt x="643362" y="23157"/>
                    <a:pt x="620626" y="31567"/>
                    <a:pt x="592003" y="34072"/>
                  </a:cubicBezTo>
                  <a:cubicBezTo>
                    <a:pt x="589745" y="35758"/>
                    <a:pt x="587145" y="36149"/>
                    <a:pt x="584488" y="37054"/>
                  </a:cubicBezTo>
                  <a:cubicBezTo>
                    <a:pt x="583783" y="37292"/>
                    <a:pt x="583192" y="37196"/>
                    <a:pt x="582707" y="36930"/>
                  </a:cubicBezTo>
                  <a:cubicBezTo>
                    <a:pt x="578735" y="38225"/>
                    <a:pt x="574563" y="38016"/>
                    <a:pt x="570629" y="39044"/>
                  </a:cubicBezTo>
                  <a:cubicBezTo>
                    <a:pt x="568848" y="39501"/>
                    <a:pt x="567457" y="40883"/>
                    <a:pt x="565933" y="41397"/>
                  </a:cubicBezTo>
                  <a:cubicBezTo>
                    <a:pt x="563761" y="42130"/>
                    <a:pt x="562123" y="41949"/>
                    <a:pt x="560056" y="42568"/>
                  </a:cubicBezTo>
                  <a:cubicBezTo>
                    <a:pt x="560189" y="42530"/>
                    <a:pt x="555437" y="43654"/>
                    <a:pt x="555370" y="43730"/>
                  </a:cubicBezTo>
                  <a:lnTo>
                    <a:pt x="542416" y="43730"/>
                  </a:lnTo>
                  <a:lnTo>
                    <a:pt x="489895" y="51531"/>
                  </a:lnTo>
                  <a:lnTo>
                    <a:pt x="455357" y="45283"/>
                  </a:lnTo>
                  <a:lnTo>
                    <a:pt x="455357" y="45283"/>
                  </a:lnTo>
                  <a:cubicBezTo>
                    <a:pt x="453224" y="44140"/>
                    <a:pt x="450881" y="43378"/>
                    <a:pt x="448537" y="42568"/>
                  </a:cubicBezTo>
                  <a:cubicBezTo>
                    <a:pt x="445508" y="41521"/>
                    <a:pt x="442175" y="41254"/>
                    <a:pt x="439146" y="40216"/>
                  </a:cubicBezTo>
                  <a:cubicBezTo>
                    <a:pt x="436603" y="39349"/>
                    <a:pt x="434259" y="38349"/>
                    <a:pt x="432107" y="37263"/>
                  </a:cubicBezTo>
                  <a:cubicBezTo>
                    <a:pt x="431650" y="37339"/>
                    <a:pt x="431164" y="37339"/>
                    <a:pt x="430640" y="37120"/>
                  </a:cubicBezTo>
                  <a:cubicBezTo>
                    <a:pt x="428725" y="36301"/>
                    <a:pt x="426639" y="35568"/>
                    <a:pt x="424706" y="34577"/>
                  </a:cubicBezTo>
                  <a:cubicBezTo>
                    <a:pt x="422782" y="35910"/>
                    <a:pt x="421039" y="34691"/>
                    <a:pt x="419181" y="34339"/>
                  </a:cubicBezTo>
                  <a:cubicBezTo>
                    <a:pt x="417619" y="34044"/>
                    <a:pt x="414609" y="33491"/>
                    <a:pt x="413304" y="33177"/>
                  </a:cubicBezTo>
                  <a:cubicBezTo>
                    <a:pt x="412781" y="33043"/>
                    <a:pt x="411952" y="31977"/>
                    <a:pt x="412133" y="32005"/>
                  </a:cubicBezTo>
                  <a:cubicBezTo>
                    <a:pt x="407361" y="31215"/>
                    <a:pt x="396274" y="31796"/>
                    <a:pt x="394521" y="29653"/>
                  </a:cubicBezTo>
                  <a:cubicBezTo>
                    <a:pt x="394321" y="29405"/>
                    <a:pt x="392530" y="29700"/>
                    <a:pt x="392178" y="29653"/>
                  </a:cubicBezTo>
                  <a:cubicBezTo>
                    <a:pt x="388682" y="29157"/>
                    <a:pt x="387596" y="28805"/>
                    <a:pt x="386301" y="28481"/>
                  </a:cubicBezTo>
                  <a:cubicBezTo>
                    <a:pt x="384796" y="28109"/>
                    <a:pt x="383815" y="27567"/>
                    <a:pt x="382777" y="27309"/>
                  </a:cubicBezTo>
                  <a:cubicBezTo>
                    <a:pt x="382043" y="27128"/>
                    <a:pt x="381177" y="27452"/>
                    <a:pt x="380434" y="27309"/>
                  </a:cubicBezTo>
                  <a:cubicBezTo>
                    <a:pt x="374890" y="26271"/>
                    <a:pt x="369299" y="25319"/>
                    <a:pt x="363994" y="24957"/>
                  </a:cubicBezTo>
                  <a:cubicBezTo>
                    <a:pt x="363994" y="24957"/>
                    <a:pt x="245436" y="2411"/>
                    <a:pt x="220757" y="1478"/>
                  </a:cubicBezTo>
                  <a:cubicBezTo>
                    <a:pt x="205069" y="1763"/>
                    <a:pt x="187209" y="-875"/>
                    <a:pt x="172627" y="306"/>
                  </a:cubicBezTo>
                  <a:cubicBezTo>
                    <a:pt x="171693" y="382"/>
                    <a:pt x="171598" y="1449"/>
                    <a:pt x="171455" y="1478"/>
                  </a:cubicBezTo>
                  <a:cubicBezTo>
                    <a:pt x="170750" y="1621"/>
                    <a:pt x="169922" y="373"/>
                    <a:pt x="170284" y="306"/>
                  </a:cubicBezTo>
                  <a:cubicBezTo>
                    <a:pt x="168760" y="573"/>
                    <a:pt x="168674" y="1459"/>
                    <a:pt x="166759" y="1478"/>
                  </a:cubicBezTo>
                  <a:cubicBezTo>
                    <a:pt x="164588" y="1497"/>
                    <a:pt x="164111" y="554"/>
                    <a:pt x="162063" y="306"/>
                  </a:cubicBezTo>
                  <a:cubicBezTo>
                    <a:pt x="158063" y="-180"/>
                    <a:pt x="153767" y="106"/>
                    <a:pt x="152672" y="1478"/>
                  </a:cubicBezTo>
                  <a:cubicBezTo>
                    <a:pt x="152110" y="2173"/>
                    <a:pt x="151119" y="344"/>
                    <a:pt x="151500" y="306"/>
                  </a:cubicBezTo>
                  <a:cubicBezTo>
                    <a:pt x="145071" y="906"/>
                    <a:pt x="137622" y="1097"/>
                    <a:pt x="130364" y="1478"/>
                  </a:cubicBezTo>
                  <a:cubicBezTo>
                    <a:pt x="129764" y="1506"/>
                    <a:pt x="129755" y="2925"/>
                    <a:pt x="128021" y="2649"/>
                  </a:cubicBezTo>
                  <a:cubicBezTo>
                    <a:pt x="127945" y="2630"/>
                    <a:pt x="128088" y="1554"/>
                    <a:pt x="128021" y="1478"/>
                  </a:cubicBezTo>
                  <a:cubicBezTo>
                    <a:pt x="127354" y="668"/>
                    <a:pt x="125745" y="2554"/>
                    <a:pt x="125668" y="2649"/>
                  </a:cubicBezTo>
                  <a:cubicBezTo>
                    <a:pt x="125468" y="2897"/>
                    <a:pt x="123678" y="2592"/>
                    <a:pt x="123325" y="2649"/>
                  </a:cubicBezTo>
                  <a:cubicBezTo>
                    <a:pt x="116477" y="3621"/>
                    <a:pt x="109514" y="1992"/>
                    <a:pt x="103361" y="2649"/>
                  </a:cubicBezTo>
                  <a:cubicBezTo>
                    <a:pt x="102170" y="2773"/>
                    <a:pt x="101999" y="3602"/>
                    <a:pt x="101008" y="3821"/>
                  </a:cubicBezTo>
                  <a:cubicBezTo>
                    <a:pt x="99894" y="4059"/>
                    <a:pt x="98608" y="3583"/>
                    <a:pt x="97484" y="3821"/>
                  </a:cubicBezTo>
                  <a:cubicBezTo>
                    <a:pt x="91302" y="5078"/>
                    <a:pt x="86168" y="7907"/>
                    <a:pt x="79958" y="7335"/>
                  </a:cubicBezTo>
                  <a:cubicBezTo>
                    <a:pt x="78786" y="7736"/>
                    <a:pt x="77653" y="8221"/>
                    <a:pt x="76615" y="8983"/>
                  </a:cubicBezTo>
                  <a:cubicBezTo>
                    <a:pt x="76110" y="9345"/>
                    <a:pt x="75634" y="9422"/>
                    <a:pt x="75186" y="9383"/>
                  </a:cubicBezTo>
                  <a:cubicBezTo>
                    <a:pt x="75186" y="9479"/>
                    <a:pt x="75186" y="9583"/>
                    <a:pt x="75186" y="9679"/>
                  </a:cubicBezTo>
                  <a:cubicBezTo>
                    <a:pt x="70538" y="9736"/>
                    <a:pt x="68376" y="12269"/>
                    <a:pt x="64623" y="13203"/>
                  </a:cubicBezTo>
                  <a:cubicBezTo>
                    <a:pt x="64623" y="13203"/>
                    <a:pt x="46249" y="23052"/>
                    <a:pt x="45839" y="29633"/>
                  </a:cubicBezTo>
                  <a:cubicBezTo>
                    <a:pt x="47335" y="29700"/>
                    <a:pt x="47459" y="31138"/>
                    <a:pt x="49364" y="30805"/>
                  </a:cubicBezTo>
                  <a:cubicBezTo>
                    <a:pt x="80529" y="28795"/>
                    <a:pt x="111162" y="35901"/>
                    <a:pt x="140937" y="39025"/>
                  </a:cubicBezTo>
                  <a:lnTo>
                    <a:pt x="129193" y="43721"/>
                  </a:lnTo>
                  <a:cubicBezTo>
                    <a:pt x="125735" y="43654"/>
                    <a:pt x="122840" y="44569"/>
                    <a:pt x="119801" y="44883"/>
                  </a:cubicBezTo>
                  <a:cubicBezTo>
                    <a:pt x="113819" y="45521"/>
                    <a:pt x="106933" y="46178"/>
                    <a:pt x="101018" y="47236"/>
                  </a:cubicBezTo>
                  <a:cubicBezTo>
                    <a:pt x="100951" y="47245"/>
                    <a:pt x="100608" y="48217"/>
                    <a:pt x="99846" y="48407"/>
                  </a:cubicBezTo>
                  <a:cubicBezTo>
                    <a:pt x="98084" y="48845"/>
                    <a:pt x="95808" y="48312"/>
                    <a:pt x="93979" y="48407"/>
                  </a:cubicBezTo>
                  <a:cubicBezTo>
                    <a:pt x="93045" y="48455"/>
                    <a:pt x="92922" y="49560"/>
                    <a:pt x="92807" y="49579"/>
                  </a:cubicBezTo>
                  <a:cubicBezTo>
                    <a:pt x="83073" y="51255"/>
                    <a:pt x="73367" y="50360"/>
                    <a:pt x="66975" y="55446"/>
                  </a:cubicBezTo>
                  <a:cubicBezTo>
                    <a:pt x="64851" y="53465"/>
                    <a:pt x="61051" y="56418"/>
                    <a:pt x="57584" y="56618"/>
                  </a:cubicBezTo>
                  <a:cubicBezTo>
                    <a:pt x="57546" y="57418"/>
                    <a:pt x="57127" y="57837"/>
                    <a:pt x="56793" y="58342"/>
                  </a:cubicBezTo>
                  <a:lnTo>
                    <a:pt x="56784" y="58342"/>
                  </a:lnTo>
                  <a:lnTo>
                    <a:pt x="56784" y="58370"/>
                  </a:lnTo>
                  <a:cubicBezTo>
                    <a:pt x="56498" y="58799"/>
                    <a:pt x="56269" y="59275"/>
                    <a:pt x="56422" y="60142"/>
                  </a:cubicBezTo>
                  <a:cubicBezTo>
                    <a:pt x="56565" y="60123"/>
                    <a:pt x="56727" y="60123"/>
                    <a:pt x="56879" y="60113"/>
                  </a:cubicBezTo>
                  <a:lnTo>
                    <a:pt x="57565" y="73268"/>
                  </a:lnTo>
                  <a:lnTo>
                    <a:pt x="52469" y="87203"/>
                  </a:lnTo>
                  <a:cubicBezTo>
                    <a:pt x="52469" y="87203"/>
                    <a:pt x="45439" y="96128"/>
                    <a:pt x="45849" y="97756"/>
                  </a:cubicBezTo>
                  <a:cubicBezTo>
                    <a:pt x="46259" y="99404"/>
                    <a:pt x="52155" y="105491"/>
                    <a:pt x="52155" y="105491"/>
                  </a:cubicBezTo>
                  <a:lnTo>
                    <a:pt x="57555" y="115073"/>
                  </a:lnTo>
                  <a:lnTo>
                    <a:pt x="56355" y="130580"/>
                  </a:lnTo>
                  <a:lnTo>
                    <a:pt x="47049" y="138609"/>
                  </a:lnTo>
                  <a:lnTo>
                    <a:pt x="51535" y="142762"/>
                  </a:lnTo>
                  <a:lnTo>
                    <a:pt x="40439" y="155468"/>
                  </a:lnTo>
                  <a:lnTo>
                    <a:pt x="45897" y="154430"/>
                  </a:lnTo>
                  <a:lnTo>
                    <a:pt x="36010" y="162374"/>
                  </a:lnTo>
                  <a:cubicBezTo>
                    <a:pt x="34762" y="162164"/>
                    <a:pt x="33466" y="161917"/>
                    <a:pt x="32924" y="162279"/>
                  </a:cubicBezTo>
                  <a:cubicBezTo>
                    <a:pt x="32857" y="163774"/>
                    <a:pt x="31419" y="163907"/>
                    <a:pt x="31752" y="165803"/>
                  </a:cubicBezTo>
                  <a:cubicBezTo>
                    <a:pt x="33428" y="166260"/>
                    <a:pt x="33733" y="167213"/>
                    <a:pt x="35276" y="165803"/>
                  </a:cubicBezTo>
                  <a:cubicBezTo>
                    <a:pt x="54269" y="166870"/>
                    <a:pt x="70919" y="163526"/>
                    <a:pt x="87930" y="165660"/>
                  </a:cubicBezTo>
                  <a:cubicBezTo>
                    <a:pt x="88873" y="166108"/>
                    <a:pt x="99389" y="171404"/>
                    <a:pt x="85463" y="177290"/>
                  </a:cubicBezTo>
                  <a:cubicBezTo>
                    <a:pt x="82425" y="174128"/>
                    <a:pt x="77567" y="178957"/>
                    <a:pt x="76367" y="178719"/>
                  </a:cubicBezTo>
                  <a:cubicBezTo>
                    <a:pt x="75891" y="178624"/>
                    <a:pt x="76586" y="177176"/>
                    <a:pt x="75195" y="177547"/>
                  </a:cubicBezTo>
                  <a:cubicBezTo>
                    <a:pt x="75557" y="177452"/>
                    <a:pt x="74119" y="178652"/>
                    <a:pt x="74024" y="178719"/>
                  </a:cubicBezTo>
                  <a:cubicBezTo>
                    <a:pt x="73338" y="179147"/>
                    <a:pt x="72348" y="179652"/>
                    <a:pt x="71671" y="179890"/>
                  </a:cubicBezTo>
                  <a:cubicBezTo>
                    <a:pt x="67290" y="181424"/>
                    <a:pt x="65251" y="183186"/>
                    <a:pt x="61099" y="183405"/>
                  </a:cubicBezTo>
                  <a:cubicBezTo>
                    <a:pt x="59946" y="183472"/>
                    <a:pt x="60327" y="184443"/>
                    <a:pt x="59927" y="184577"/>
                  </a:cubicBezTo>
                  <a:cubicBezTo>
                    <a:pt x="58022" y="185196"/>
                    <a:pt x="57022" y="185034"/>
                    <a:pt x="55231" y="185748"/>
                  </a:cubicBezTo>
                  <a:cubicBezTo>
                    <a:pt x="52574" y="186806"/>
                    <a:pt x="51878" y="187968"/>
                    <a:pt x="49364" y="188101"/>
                  </a:cubicBezTo>
                  <a:cubicBezTo>
                    <a:pt x="48106" y="188168"/>
                    <a:pt x="48716" y="189044"/>
                    <a:pt x="48192" y="189272"/>
                  </a:cubicBezTo>
                  <a:cubicBezTo>
                    <a:pt x="46840" y="189844"/>
                    <a:pt x="46287" y="189882"/>
                    <a:pt x="44668" y="190444"/>
                  </a:cubicBezTo>
                  <a:cubicBezTo>
                    <a:pt x="43277" y="190920"/>
                    <a:pt x="41772" y="190844"/>
                    <a:pt x="39972" y="191606"/>
                  </a:cubicBezTo>
                  <a:cubicBezTo>
                    <a:pt x="39410" y="191844"/>
                    <a:pt x="38296" y="193616"/>
                    <a:pt x="37619" y="193959"/>
                  </a:cubicBezTo>
                  <a:cubicBezTo>
                    <a:pt x="35962" y="194807"/>
                    <a:pt x="34581" y="194387"/>
                    <a:pt x="32924" y="195130"/>
                  </a:cubicBezTo>
                  <a:cubicBezTo>
                    <a:pt x="32524" y="195311"/>
                    <a:pt x="32609" y="195959"/>
                    <a:pt x="31752" y="196302"/>
                  </a:cubicBezTo>
                  <a:cubicBezTo>
                    <a:pt x="29285" y="197283"/>
                    <a:pt x="24180" y="199207"/>
                    <a:pt x="23532" y="199826"/>
                  </a:cubicBezTo>
                  <a:cubicBezTo>
                    <a:pt x="23218" y="200121"/>
                    <a:pt x="21198" y="201826"/>
                    <a:pt x="21179" y="202169"/>
                  </a:cubicBezTo>
                  <a:cubicBezTo>
                    <a:pt x="21113" y="203598"/>
                    <a:pt x="18541" y="203817"/>
                    <a:pt x="17664" y="204522"/>
                  </a:cubicBezTo>
                  <a:cubicBezTo>
                    <a:pt x="12311" y="208770"/>
                    <a:pt x="10197" y="211132"/>
                    <a:pt x="8263" y="216266"/>
                  </a:cubicBezTo>
                  <a:lnTo>
                    <a:pt x="1615" y="227658"/>
                  </a:lnTo>
                  <a:cubicBezTo>
                    <a:pt x="1482" y="227763"/>
                    <a:pt x="1339" y="227858"/>
                    <a:pt x="1215" y="228011"/>
                  </a:cubicBezTo>
                  <a:cubicBezTo>
                    <a:pt x="300" y="228268"/>
                    <a:pt x="-147" y="228992"/>
                    <a:pt x="43" y="230354"/>
                  </a:cubicBezTo>
                  <a:cubicBezTo>
                    <a:pt x="1434" y="230525"/>
                    <a:pt x="2701" y="232449"/>
                    <a:pt x="3568" y="230354"/>
                  </a:cubicBezTo>
                  <a:cubicBezTo>
                    <a:pt x="10521" y="230316"/>
                    <a:pt x="17674" y="227401"/>
                    <a:pt x="23532" y="226839"/>
                  </a:cubicBezTo>
                  <a:cubicBezTo>
                    <a:pt x="24723" y="226725"/>
                    <a:pt x="24913" y="228011"/>
                    <a:pt x="25885" y="228011"/>
                  </a:cubicBezTo>
                  <a:cubicBezTo>
                    <a:pt x="25542" y="228011"/>
                    <a:pt x="26589" y="226953"/>
                    <a:pt x="27056" y="226839"/>
                  </a:cubicBezTo>
                  <a:cubicBezTo>
                    <a:pt x="30819" y="225896"/>
                    <a:pt x="32362" y="227687"/>
                    <a:pt x="35276" y="228011"/>
                  </a:cubicBezTo>
                  <a:cubicBezTo>
                    <a:pt x="37638" y="228268"/>
                    <a:pt x="39953" y="227744"/>
                    <a:pt x="42315" y="228011"/>
                  </a:cubicBezTo>
                  <a:cubicBezTo>
                    <a:pt x="43506" y="228144"/>
                    <a:pt x="43687" y="228963"/>
                    <a:pt x="44668" y="229182"/>
                  </a:cubicBezTo>
                  <a:cubicBezTo>
                    <a:pt x="47830" y="229868"/>
                    <a:pt x="50564" y="229058"/>
                    <a:pt x="52888" y="229182"/>
                  </a:cubicBezTo>
                  <a:cubicBezTo>
                    <a:pt x="53707" y="229220"/>
                    <a:pt x="54088" y="230354"/>
                    <a:pt x="54059" y="230344"/>
                  </a:cubicBezTo>
                  <a:cubicBezTo>
                    <a:pt x="56422" y="230611"/>
                    <a:pt x="58736" y="230192"/>
                    <a:pt x="61099" y="230344"/>
                  </a:cubicBezTo>
                  <a:cubicBezTo>
                    <a:pt x="68099" y="230801"/>
                    <a:pt x="73224" y="231792"/>
                    <a:pt x="79882" y="232697"/>
                  </a:cubicBezTo>
                  <a:cubicBezTo>
                    <a:pt x="84454" y="233316"/>
                    <a:pt x="91578" y="233545"/>
                    <a:pt x="92798" y="235050"/>
                  </a:cubicBezTo>
                  <a:cubicBezTo>
                    <a:pt x="93036" y="235335"/>
                    <a:pt x="94750" y="234945"/>
                    <a:pt x="95150" y="235050"/>
                  </a:cubicBezTo>
                  <a:cubicBezTo>
                    <a:pt x="97865" y="235793"/>
                    <a:pt x="100761" y="236726"/>
                    <a:pt x="103370" y="237402"/>
                  </a:cubicBezTo>
                  <a:cubicBezTo>
                    <a:pt x="105342" y="237907"/>
                    <a:pt x="107123" y="237898"/>
                    <a:pt x="109238" y="238574"/>
                  </a:cubicBezTo>
                  <a:cubicBezTo>
                    <a:pt x="110295" y="238907"/>
                    <a:pt x="112200" y="239707"/>
                    <a:pt x="112762" y="239736"/>
                  </a:cubicBezTo>
                  <a:cubicBezTo>
                    <a:pt x="113781" y="239793"/>
                    <a:pt x="113705" y="240860"/>
                    <a:pt x="113934" y="240908"/>
                  </a:cubicBezTo>
                  <a:cubicBezTo>
                    <a:pt x="115048" y="241165"/>
                    <a:pt x="116334" y="240669"/>
                    <a:pt x="117458" y="240908"/>
                  </a:cubicBezTo>
                  <a:cubicBezTo>
                    <a:pt x="118506" y="241136"/>
                    <a:pt x="119782" y="241679"/>
                    <a:pt x="120992" y="241946"/>
                  </a:cubicBezTo>
                  <a:lnTo>
                    <a:pt x="120982" y="241965"/>
                  </a:lnTo>
                  <a:lnTo>
                    <a:pt x="123192" y="244051"/>
                  </a:lnTo>
                  <a:cubicBezTo>
                    <a:pt x="121401" y="245070"/>
                    <a:pt x="119753" y="245699"/>
                    <a:pt x="117458" y="246784"/>
                  </a:cubicBezTo>
                  <a:cubicBezTo>
                    <a:pt x="108085" y="251214"/>
                    <a:pt x="97532" y="255100"/>
                    <a:pt x="91626" y="260872"/>
                  </a:cubicBezTo>
                  <a:cubicBezTo>
                    <a:pt x="91626" y="262044"/>
                    <a:pt x="91626" y="263225"/>
                    <a:pt x="91626" y="264396"/>
                  </a:cubicBezTo>
                  <a:lnTo>
                    <a:pt x="100075" y="267216"/>
                  </a:lnTo>
                  <a:cubicBezTo>
                    <a:pt x="100446" y="267778"/>
                    <a:pt x="101170" y="268235"/>
                    <a:pt x="102199" y="267920"/>
                  </a:cubicBezTo>
                  <a:cubicBezTo>
                    <a:pt x="111019" y="265177"/>
                    <a:pt x="122144" y="265206"/>
                    <a:pt x="132727" y="263225"/>
                  </a:cubicBezTo>
                  <a:cubicBezTo>
                    <a:pt x="135784" y="262653"/>
                    <a:pt x="140289" y="262510"/>
                    <a:pt x="142118" y="262053"/>
                  </a:cubicBezTo>
                  <a:cubicBezTo>
                    <a:pt x="143061" y="261824"/>
                    <a:pt x="142947" y="261024"/>
                    <a:pt x="143290" y="260881"/>
                  </a:cubicBezTo>
                  <a:cubicBezTo>
                    <a:pt x="147004" y="259415"/>
                    <a:pt x="146938" y="260748"/>
                    <a:pt x="149157" y="260881"/>
                  </a:cubicBezTo>
                  <a:cubicBezTo>
                    <a:pt x="150376" y="260958"/>
                    <a:pt x="151110" y="259958"/>
                    <a:pt x="152681" y="259710"/>
                  </a:cubicBezTo>
                  <a:cubicBezTo>
                    <a:pt x="160863" y="258443"/>
                    <a:pt x="173722" y="257595"/>
                    <a:pt x="179685" y="256195"/>
                  </a:cubicBezTo>
                  <a:cubicBezTo>
                    <a:pt x="183457" y="255309"/>
                    <a:pt x="189391" y="256700"/>
                    <a:pt x="191429" y="256195"/>
                  </a:cubicBezTo>
                  <a:cubicBezTo>
                    <a:pt x="191791" y="256100"/>
                    <a:pt x="193020" y="254995"/>
                    <a:pt x="192610" y="255024"/>
                  </a:cubicBezTo>
                  <a:cubicBezTo>
                    <a:pt x="193801" y="254938"/>
                    <a:pt x="193991" y="256195"/>
                    <a:pt x="194953" y="256195"/>
                  </a:cubicBezTo>
                  <a:cubicBezTo>
                    <a:pt x="194610" y="256195"/>
                    <a:pt x="195668" y="255138"/>
                    <a:pt x="196125" y="255024"/>
                  </a:cubicBezTo>
                  <a:cubicBezTo>
                    <a:pt x="196820" y="254852"/>
                    <a:pt x="197754" y="255052"/>
                    <a:pt x="198468" y="255024"/>
                  </a:cubicBezTo>
                  <a:cubicBezTo>
                    <a:pt x="203754" y="254833"/>
                    <a:pt x="208165" y="254328"/>
                    <a:pt x="210203" y="253852"/>
                  </a:cubicBezTo>
                  <a:cubicBezTo>
                    <a:pt x="212870" y="253223"/>
                    <a:pt x="215946" y="254176"/>
                    <a:pt x="217242" y="253852"/>
                  </a:cubicBezTo>
                  <a:cubicBezTo>
                    <a:pt x="217537" y="253776"/>
                    <a:pt x="218947" y="252671"/>
                    <a:pt x="218413" y="252680"/>
                  </a:cubicBezTo>
                  <a:cubicBezTo>
                    <a:pt x="220357" y="252633"/>
                    <a:pt x="220347" y="254681"/>
                    <a:pt x="221938" y="252680"/>
                  </a:cubicBezTo>
                  <a:cubicBezTo>
                    <a:pt x="222481" y="251995"/>
                    <a:pt x="223509" y="253804"/>
                    <a:pt x="223109" y="253852"/>
                  </a:cubicBezTo>
                  <a:cubicBezTo>
                    <a:pt x="224643" y="253662"/>
                    <a:pt x="224709" y="252642"/>
                    <a:pt x="226624" y="252680"/>
                  </a:cubicBezTo>
                  <a:cubicBezTo>
                    <a:pt x="226329" y="252671"/>
                    <a:pt x="227300" y="253728"/>
                    <a:pt x="227795" y="253852"/>
                  </a:cubicBezTo>
                  <a:cubicBezTo>
                    <a:pt x="228462" y="254014"/>
                    <a:pt x="229453" y="253871"/>
                    <a:pt x="230148" y="253852"/>
                  </a:cubicBezTo>
                  <a:cubicBezTo>
                    <a:pt x="231167" y="253833"/>
                    <a:pt x="231120" y="252719"/>
                    <a:pt x="231320" y="252680"/>
                  </a:cubicBezTo>
                  <a:cubicBezTo>
                    <a:pt x="232215" y="252499"/>
                    <a:pt x="232606" y="253842"/>
                    <a:pt x="232491" y="253852"/>
                  </a:cubicBezTo>
                  <a:cubicBezTo>
                    <a:pt x="234730" y="253747"/>
                    <a:pt x="237406" y="252928"/>
                    <a:pt x="239530" y="252680"/>
                  </a:cubicBezTo>
                  <a:cubicBezTo>
                    <a:pt x="242235" y="252376"/>
                    <a:pt x="245302" y="251490"/>
                    <a:pt x="245407" y="251509"/>
                  </a:cubicBezTo>
                  <a:cubicBezTo>
                    <a:pt x="245883" y="251604"/>
                    <a:pt x="245217" y="252776"/>
                    <a:pt x="246569" y="252680"/>
                  </a:cubicBezTo>
                  <a:cubicBezTo>
                    <a:pt x="251970" y="252328"/>
                    <a:pt x="257637" y="251890"/>
                    <a:pt x="263009" y="251509"/>
                  </a:cubicBezTo>
                  <a:cubicBezTo>
                    <a:pt x="268505" y="251128"/>
                    <a:pt x="274220" y="250918"/>
                    <a:pt x="279440" y="250337"/>
                  </a:cubicBezTo>
                  <a:cubicBezTo>
                    <a:pt x="279507" y="250337"/>
                    <a:pt x="279383" y="249242"/>
                    <a:pt x="279440" y="249175"/>
                  </a:cubicBezTo>
                  <a:cubicBezTo>
                    <a:pt x="280193" y="248251"/>
                    <a:pt x="285831" y="249242"/>
                    <a:pt x="286479" y="249175"/>
                  </a:cubicBezTo>
                  <a:cubicBezTo>
                    <a:pt x="295290" y="248204"/>
                    <a:pt x="301910" y="247575"/>
                    <a:pt x="308787" y="246823"/>
                  </a:cubicBezTo>
                  <a:cubicBezTo>
                    <a:pt x="311073" y="246565"/>
                    <a:pt x="313454" y="245994"/>
                    <a:pt x="315826" y="245651"/>
                  </a:cubicBezTo>
                  <a:cubicBezTo>
                    <a:pt x="318407" y="245279"/>
                    <a:pt x="321703" y="244479"/>
                    <a:pt x="321703" y="244479"/>
                  </a:cubicBezTo>
                  <a:cubicBezTo>
                    <a:pt x="322188" y="244575"/>
                    <a:pt x="321512" y="245746"/>
                    <a:pt x="322874" y="245651"/>
                  </a:cubicBezTo>
                  <a:cubicBezTo>
                    <a:pt x="334133" y="244880"/>
                    <a:pt x="343658" y="244727"/>
                    <a:pt x="353392" y="245651"/>
                  </a:cubicBezTo>
                  <a:cubicBezTo>
                    <a:pt x="367146" y="246956"/>
                    <a:pt x="380472" y="248604"/>
                    <a:pt x="393311" y="249166"/>
                  </a:cubicBezTo>
                  <a:cubicBezTo>
                    <a:pt x="400712" y="249499"/>
                    <a:pt x="408580" y="248975"/>
                    <a:pt x="414447" y="249166"/>
                  </a:cubicBezTo>
                  <a:cubicBezTo>
                    <a:pt x="416229" y="249232"/>
                    <a:pt x="415676" y="250547"/>
                    <a:pt x="416800" y="249166"/>
                  </a:cubicBezTo>
                  <a:cubicBezTo>
                    <a:pt x="417495" y="248328"/>
                    <a:pt x="420477" y="250499"/>
                    <a:pt x="421505" y="250337"/>
                  </a:cubicBezTo>
                  <a:cubicBezTo>
                    <a:pt x="421572" y="250328"/>
                    <a:pt x="421439" y="249251"/>
                    <a:pt x="421505" y="249166"/>
                  </a:cubicBezTo>
                  <a:cubicBezTo>
                    <a:pt x="421686" y="248947"/>
                    <a:pt x="423515" y="249194"/>
                    <a:pt x="423849" y="249166"/>
                  </a:cubicBezTo>
                  <a:cubicBezTo>
                    <a:pt x="428154" y="248842"/>
                    <a:pt x="431707" y="248337"/>
                    <a:pt x="433240" y="248004"/>
                  </a:cubicBezTo>
                  <a:cubicBezTo>
                    <a:pt x="435907" y="247423"/>
                    <a:pt x="438717" y="248032"/>
                    <a:pt x="440260" y="247184"/>
                  </a:cubicBezTo>
                  <a:lnTo>
                    <a:pt x="440289" y="247213"/>
                  </a:lnTo>
                  <a:lnTo>
                    <a:pt x="447890" y="244118"/>
                  </a:lnTo>
                  <a:lnTo>
                    <a:pt x="507211" y="256986"/>
                  </a:lnTo>
                  <a:cubicBezTo>
                    <a:pt x="515336" y="256824"/>
                    <a:pt x="525385" y="259176"/>
                    <a:pt x="535377" y="259738"/>
                  </a:cubicBezTo>
                  <a:cubicBezTo>
                    <a:pt x="546007" y="260348"/>
                    <a:pt x="562209" y="259129"/>
                    <a:pt x="570600" y="258576"/>
                  </a:cubicBezTo>
                  <a:cubicBezTo>
                    <a:pt x="571724" y="258500"/>
                    <a:pt x="571515" y="259691"/>
                    <a:pt x="571772" y="259738"/>
                  </a:cubicBezTo>
                  <a:cubicBezTo>
                    <a:pt x="572820" y="259948"/>
                    <a:pt x="572848" y="258576"/>
                    <a:pt x="572943" y="258576"/>
                  </a:cubicBezTo>
                  <a:cubicBezTo>
                    <a:pt x="578239" y="258205"/>
                    <a:pt x="582459" y="258691"/>
                    <a:pt x="587040" y="258576"/>
                  </a:cubicBezTo>
                  <a:cubicBezTo>
                    <a:pt x="588583" y="258529"/>
                    <a:pt x="588622" y="257252"/>
                    <a:pt x="590555" y="257395"/>
                  </a:cubicBezTo>
                  <a:cubicBezTo>
                    <a:pt x="590365" y="257376"/>
                    <a:pt x="591155" y="258424"/>
                    <a:pt x="591727" y="258576"/>
                  </a:cubicBezTo>
                  <a:cubicBezTo>
                    <a:pt x="595222" y="259443"/>
                    <a:pt x="599937" y="257395"/>
                    <a:pt x="599947" y="257395"/>
                  </a:cubicBezTo>
                  <a:cubicBezTo>
                    <a:pt x="600414" y="257481"/>
                    <a:pt x="599794" y="258615"/>
                    <a:pt x="601118" y="258576"/>
                  </a:cubicBezTo>
                  <a:cubicBezTo>
                    <a:pt x="602652" y="258529"/>
                    <a:pt x="604300" y="258776"/>
                    <a:pt x="605814" y="258576"/>
                  </a:cubicBezTo>
                  <a:cubicBezTo>
                    <a:pt x="609881" y="258034"/>
                    <a:pt x="607881" y="257919"/>
                    <a:pt x="610510" y="258576"/>
                  </a:cubicBezTo>
                  <a:cubicBezTo>
                    <a:pt x="616025" y="259948"/>
                    <a:pt x="616511" y="259062"/>
                    <a:pt x="619902" y="258576"/>
                  </a:cubicBezTo>
                  <a:cubicBezTo>
                    <a:pt x="621711" y="258310"/>
                    <a:pt x="623950" y="258462"/>
                    <a:pt x="625779" y="258576"/>
                  </a:cubicBezTo>
                  <a:cubicBezTo>
                    <a:pt x="628512" y="258738"/>
                    <a:pt x="631494" y="259415"/>
                    <a:pt x="633999" y="259738"/>
                  </a:cubicBezTo>
                  <a:cubicBezTo>
                    <a:pt x="641762" y="260748"/>
                    <a:pt x="651810" y="260138"/>
                    <a:pt x="659821" y="260910"/>
                  </a:cubicBezTo>
                  <a:cubicBezTo>
                    <a:pt x="662145" y="261139"/>
                    <a:pt x="664669" y="262853"/>
                    <a:pt x="666869" y="263263"/>
                  </a:cubicBezTo>
                  <a:cubicBezTo>
                    <a:pt x="668365" y="263539"/>
                    <a:pt x="670041" y="263158"/>
                    <a:pt x="671565" y="263263"/>
                  </a:cubicBezTo>
                  <a:cubicBezTo>
                    <a:pt x="677261" y="263672"/>
                    <a:pt x="683462" y="264815"/>
                    <a:pt x="687996" y="265615"/>
                  </a:cubicBezTo>
                  <a:cubicBezTo>
                    <a:pt x="689520" y="265882"/>
                    <a:pt x="689615" y="266701"/>
                    <a:pt x="691520" y="266787"/>
                  </a:cubicBezTo>
                  <a:cubicBezTo>
                    <a:pt x="693663" y="266882"/>
                    <a:pt x="694206" y="265873"/>
                    <a:pt x="696216" y="265615"/>
                  </a:cubicBezTo>
                  <a:cubicBezTo>
                    <a:pt x="698150" y="265368"/>
                    <a:pt x="701188" y="265587"/>
                    <a:pt x="703255" y="265615"/>
                  </a:cubicBezTo>
                  <a:cubicBezTo>
                    <a:pt x="707227" y="265663"/>
                    <a:pt x="711923" y="266387"/>
                    <a:pt x="716171" y="266787"/>
                  </a:cubicBezTo>
                  <a:cubicBezTo>
                    <a:pt x="726048" y="267711"/>
                    <a:pt x="739888" y="268835"/>
                    <a:pt x="746689" y="270302"/>
                  </a:cubicBezTo>
                  <a:cubicBezTo>
                    <a:pt x="750937" y="271226"/>
                    <a:pt x="754738" y="269959"/>
                    <a:pt x="758433" y="270302"/>
                  </a:cubicBezTo>
                  <a:cubicBezTo>
                    <a:pt x="769882" y="271378"/>
                    <a:pt x="781503" y="273159"/>
                    <a:pt x="792485" y="273826"/>
                  </a:cubicBezTo>
                  <a:cubicBezTo>
                    <a:pt x="799076" y="274226"/>
                    <a:pt x="807982" y="275921"/>
                    <a:pt x="814783" y="274997"/>
                  </a:cubicBezTo>
                  <a:cubicBezTo>
                    <a:pt x="816812" y="274721"/>
                    <a:pt x="817841" y="273150"/>
                    <a:pt x="819479" y="272645"/>
                  </a:cubicBezTo>
                  <a:cubicBezTo>
                    <a:pt x="822232" y="271797"/>
                    <a:pt x="824727" y="273578"/>
                    <a:pt x="826518" y="271473"/>
                  </a:cubicBezTo>
                  <a:cubicBezTo>
                    <a:pt x="828861" y="271854"/>
                    <a:pt x="838100" y="275264"/>
                    <a:pt x="838262" y="270302"/>
                  </a:cubicBezTo>
                  <a:cubicBezTo>
                    <a:pt x="839672" y="270054"/>
                    <a:pt x="838986" y="269006"/>
                    <a:pt x="838262" y="267958"/>
                  </a:cubicBezTo>
                  <a:lnTo>
                    <a:pt x="831319" y="263329"/>
                  </a:lnTo>
                  <a:cubicBezTo>
                    <a:pt x="834843" y="263339"/>
                    <a:pt x="838148" y="263139"/>
                    <a:pt x="840615" y="262091"/>
                  </a:cubicBezTo>
                  <a:cubicBezTo>
                    <a:pt x="843558" y="261129"/>
                    <a:pt x="850721" y="264377"/>
                    <a:pt x="850007" y="259738"/>
                  </a:cubicBezTo>
                  <a:cubicBezTo>
                    <a:pt x="851292" y="254147"/>
                    <a:pt x="843015" y="258119"/>
                    <a:pt x="842968" y="253871"/>
                  </a:cubicBezTo>
                  <a:cubicBezTo>
                    <a:pt x="847016" y="252423"/>
                    <a:pt x="851874" y="253214"/>
                    <a:pt x="857055" y="252700"/>
                  </a:cubicBezTo>
                  <a:cubicBezTo>
                    <a:pt x="859227" y="252490"/>
                    <a:pt x="859684" y="251680"/>
                    <a:pt x="861751" y="251528"/>
                  </a:cubicBezTo>
                  <a:cubicBezTo>
                    <a:pt x="865894" y="251223"/>
                    <a:pt x="871524" y="251985"/>
                    <a:pt x="873705" y="250090"/>
                  </a:cubicBezTo>
                  <a:lnTo>
                    <a:pt x="873771" y="250109"/>
                  </a:lnTo>
                  <a:lnTo>
                    <a:pt x="873848" y="249937"/>
                  </a:lnTo>
                  <a:cubicBezTo>
                    <a:pt x="874229" y="249556"/>
                    <a:pt x="874476" y="249070"/>
                    <a:pt x="874553" y="248461"/>
                  </a:cubicBezTo>
                  <a:lnTo>
                    <a:pt x="877010" y="243317"/>
                  </a:lnTo>
                  <a:cubicBezTo>
                    <a:pt x="877724" y="239907"/>
                    <a:pt x="874057" y="239917"/>
                    <a:pt x="872324" y="238631"/>
                  </a:cubicBezTo>
                  <a:cubicBezTo>
                    <a:pt x="871400" y="237945"/>
                    <a:pt x="871162" y="236955"/>
                    <a:pt x="869971" y="236278"/>
                  </a:cubicBezTo>
                  <a:cubicBezTo>
                    <a:pt x="867409" y="234792"/>
                    <a:pt x="865694" y="234059"/>
                    <a:pt x="864094" y="232754"/>
                  </a:cubicBezTo>
                  <a:cubicBezTo>
                    <a:pt x="861379" y="230535"/>
                    <a:pt x="858741" y="230525"/>
                    <a:pt x="855874" y="229239"/>
                  </a:cubicBezTo>
                  <a:cubicBezTo>
                    <a:pt x="855436" y="229039"/>
                    <a:pt x="855283" y="227058"/>
                    <a:pt x="854702" y="226887"/>
                  </a:cubicBezTo>
                  <a:lnTo>
                    <a:pt x="862932" y="217495"/>
                  </a:lnTo>
                  <a:cubicBezTo>
                    <a:pt x="865294" y="218314"/>
                    <a:pt x="865485" y="215571"/>
                    <a:pt x="866447" y="215142"/>
                  </a:cubicBezTo>
                  <a:cubicBezTo>
                    <a:pt x="868580" y="214190"/>
                    <a:pt x="872457" y="214704"/>
                    <a:pt x="873486" y="213971"/>
                  </a:cubicBezTo>
                  <a:cubicBezTo>
                    <a:pt x="874095" y="213542"/>
                    <a:pt x="873248" y="211266"/>
                    <a:pt x="874657" y="211618"/>
                  </a:cubicBezTo>
                  <a:cubicBezTo>
                    <a:pt x="876391" y="214733"/>
                    <a:pt x="879687" y="211904"/>
                    <a:pt x="882877" y="211618"/>
                  </a:cubicBezTo>
                  <a:cubicBezTo>
                    <a:pt x="886649" y="211285"/>
                    <a:pt x="891783" y="212028"/>
                    <a:pt x="894622" y="210447"/>
                  </a:cubicBezTo>
                  <a:cubicBezTo>
                    <a:pt x="893012" y="206741"/>
                    <a:pt x="894374" y="206532"/>
                    <a:pt x="894622" y="202226"/>
                  </a:cubicBezTo>
                  <a:cubicBezTo>
                    <a:pt x="892498" y="201465"/>
                    <a:pt x="891126" y="200179"/>
                    <a:pt x="889935" y="199883"/>
                  </a:cubicBezTo>
                  <a:cubicBezTo>
                    <a:pt x="889392" y="199741"/>
                    <a:pt x="888021" y="200207"/>
                    <a:pt x="887583" y="199883"/>
                  </a:cubicBezTo>
                  <a:cubicBezTo>
                    <a:pt x="887173" y="199569"/>
                    <a:pt x="886697" y="196473"/>
                    <a:pt x="886411" y="196359"/>
                  </a:cubicBezTo>
                  <a:lnTo>
                    <a:pt x="883830" y="190358"/>
                  </a:lnTo>
                  <a:cubicBezTo>
                    <a:pt x="890078" y="189911"/>
                    <a:pt x="894850" y="187996"/>
                    <a:pt x="899327" y="185786"/>
                  </a:cubicBezTo>
                  <a:cubicBezTo>
                    <a:pt x="900165" y="181157"/>
                    <a:pt x="895584" y="179757"/>
                    <a:pt x="893507" y="177566"/>
                  </a:cubicBezTo>
                  <a:close/>
                </a:path>
              </a:pathLst>
            </a:custGeom>
            <a:solidFill>
              <a:srgbClr val="FCE654"/>
            </a:solidFill>
            <a:ln cap="flat">
              <a:noFill/>
              <a:prstDash val="solid"/>
              <a:miter lim="800000"/>
            </a:ln>
          </p:spPr>
          <p:txBody>
            <a:bodyPr vert="horz" anchor="ctr" tIns="45720" lIns="91440" bIns="45720" rIns="91440"/>
            <a:p>
              <a:pPr algn="l" marL="0"/>
            </a:p>
          </p:txBody>
        </p:sp>
        <p:sp>
          <p:nvSpPr>
            <p:cNvPr name="Freeform 16" id="16"/>
            <p:cNvSpPr/>
            <p:nvPr/>
          </p:nvSpPr>
          <p:spPr>
            <a:xfrm>
              <a:off x="7742935" y="3790165"/>
              <a:ext cx="225402" cy="658827"/>
            </a:xfrm>
            <a:custGeom>
              <a:avLst/>
              <a:gdLst/>
              <a:ahLst/>
              <a:cxnLst/>
              <a:rect r="r" b="b" t="t" l="l"/>
              <a:pathLst>
                <a:path w="77887" h="227656" stroke="true" fill="norm" extrusionOk="true">
                  <a:moveTo>
                    <a:pt x="76561" y="103413"/>
                  </a:moveTo>
                  <a:cubicBezTo>
                    <a:pt x="76751" y="101879"/>
                    <a:pt x="77723" y="101822"/>
                    <a:pt x="77732" y="99898"/>
                  </a:cubicBezTo>
                  <a:cubicBezTo>
                    <a:pt x="77742" y="97727"/>
                    <a:pt x="76818" y="97241"/>
                    <a:pt x="76561" y="95202"/>
                  </a:cubicBezTo>
                  <a:cubicBezTo>
                    <a:pt x="75275" y="85258"/>
                    <a:pt x="77484" y="74085"/>
                    <a:pt x="77732" y="67027"/>
                  </a:cubicBezTo>
                  <a:cubicBezTo>
                    <a:pt x="77951" y="60789"/>
                    <a:pt x="76703" y="54502"/>
                    <a:pt x="77732" y="48244"/>
                  </a:cubicBezTo>
                  <a:cubicBezTo>
                    <a:pt x="77770" y="47797"/>
                    <a:pt x="77713" y="47454"/>
                    <a:pt x="77656" y="47092"/>
                  </a:cubicBezTo>
                  <a:lnTo>
                    <a:pt x="77885" y="47130"/>
                  </a:lnTo>
                  <a:lnTo>
                    <a:pt x="76284" y="19669"/>
                  </a:lnTo>
                  <a:lnTo>
                    <a:pt x="54244" y="0"/>
                  </a:lnTo>
                  <a:lnTo>
                    <a:pt x="17582" y="2553"/>
                  </a:lnTo>
                  <a:cubicBezTo>
                    <a:pt x="17582" y="2553"/>
                    <a:pt x="21306" y="28156"/>
                    <a:pt x="20697" y="35852"/>
                  </a:cubicBezTo>
                  <a:cubicBezTo>
                    <a:pt x="20687" y="36052"/>
                    <a:pt x="20668" y="36214"/>
                    <a:pt x="20658" y="36395"/>
                  </a:cubicBezTo>
                  <a:cubicBezTo>
                    <a:pt x="20620" y="36681"/>
                    <a:pt x="20592" y="36957"/>
                    <a:pt x="20563" y="37262"/>
                  </a:cubicBezTo>
                  <a:lnTo>
                    <a:pt x="20544" y="37262"/>
                  </a:lnTo>
                  <a:cubicBezTo>
                    <a:pt x="20544" y="37262"/>
                    <a:pt x="20535" y="37405"/>
                    <a:pt x="20525" y="37614"/>
                  </a:cubicBezTo>
                  <a:cubicBezTo>
                    <a:pt x="19782" y="45549"/>
                    <a:pt x="19706" y="57093"/>
                    <a:pt x="19020" y="63503"/>
                  </a:cubicBezTo>
                  <a:cubicBezTo>
                    <a:pt x="18572" y="67647"/>
                    <a:pt x="18010" y="68571"/>
                    <a:pt x="19020" y="69380"/>
                  </a:cubicBezTo>
                  <a:cubicBezTo>
                    <a:pt x="19782" y="69990"/>
                    <a:pt x="17829" y="70818"/>
                    <a:pt x="17848" y="70552"/>
                  </a:cubicBezTo>
                  <a:cubicBezTo>
                    <a:pt x="17734" y="72200"/>
                    <a:pt x="19039" y="73114"/>
                    <a:pt x="19020" y="74066"/>
                  </a:cubicBezTo>
                  <a:cubicBezTo>
                    <a:pt x="19030" y="73781"/>
                    <a:pt x="17972" y="74743"/>
                    <a:pt x="17848" y="75238"/>
                  </a:cubicBezTo>
                  <a:cubicBezTo>
                    <a:pt x="17667" y="75924"/>
                    <a:pt x="17858" y="76876"/>
                    <a:pt x="17848" y="77591"/>
                  </a:cubicBezTo>
                  <a:cubicBezTo>
                    <a:pt x="17734" y="82410"/>
                    <a:pt x="17087" y="87678"/>
                    <a:pt x="16667" y="89335"/>
                  </a:cubicBezTo>
                  <a:cubicBezTo>
                    <a:pt x="15162" y="95374"/>
                    <a:pt x="16124" y="101165"/>
                    <a:pt x="15496" y="105766"/>
                  </a:cubicBezTo>
                  <a:cubicBezTo>
                    <a:pt x="15134" y="108414"/>
                    <a:pt x="14867" y="111271"/>
                    <a:pt x="14324" y="113986"/>
                  </a:cubicBezTo>
                  <a:cubicBezTo>
                    <a:pt x="13762" y="116777"/>
                    <a:pt x="12448" y="119291"/>
                    <a:pt x="11972" y="122206"/>
                  </a:cubicBezTo>
                  <a:cubicBezTo>
                    <a:pt x="11295" y="126416"/>
                    <a:pt x="10981" y="132874"/>
                    <a:pt x="10800" y="136303"/>
                  </a:cubicBezTo>
                  <a:cubicBezTo>
                    <a:pt x="10752" y="137255"/>
                    <a:pt x="9647" y="137331"/>
                    <a:pt x="9628" y="137474"/>
                  </a:cubicBezTo>
                  <a:cubicBezTo>
                    <a:pt x="9362" y="138894"/>
                    <a:pt x="10133" y="140599"/>
                    <a:pt x="9705" y="141942"/>
                  </a:cubicBezTo>
                  <a:cubicBezTo>
                    <a:pt x="10028" y="142427"/>
                    <a:pt x="10133" y="143066"/>
                    <a:pt x="9857" y="143837"/>
                  </a:cubicBezTo>
                  <a:cubicBezTo>
                    <a:pt x="9638" y="144418"/>
                    <a:pt x="9476" y="145018"/>
                    <a:pt x="9324" y="145628"/>
                  </a:cubicBezTo>
                  <a:cubicBezTo>
                    <a:pt x="9438" y="145647"/>
                    <a:pt x="9533" y="145666"/>
                    <a:pt x="9638" y="145694"/>
                  </a:cubicBezTo>
                  <a:cubicBezTo>
                    <a:pt x="7247" y="156362"/>
                    <a:pt x="9028" y="167211"/>
                    <a:pt x="7295" y="177394"/>
                  </a:cubicBezTo>
                  <a:cubicBezTo>
                    <a:pt x="7028" y="178927"/>
                    <a:pt x="6218" y="179003"/>
                    <a:pt x="6123" y="180908"/>
                  </a:cubicBezTo>
                  <a:cubicBezTo>
                    <a:pt x="6066" y="182042"/>
                    <a:pt x="5066" y="181708"/>
                    <a:pt x="4952" y="182080"/>
                  </a:cubicBezTo>
                  <a:cubicBezTo>
                    <a:pt x="4304" y="184194"/>
                    <a:pt x="4437" y="186928"/>
                    <a:pt x="3780" y="189128"/>
                  </a:cubicBezTo>
                  <a:cubicBezTo>
                    <a:pt x="2770" y="192519"/>
                    <a:pt x="2847" y="193834"/>
                    <a:pt x="1427" y="194996"/>
                  </a:cubicBezTo>
                  <a:cubicBezTo>
                    <a:pt x="1094" y="195272"/>
                    <a:pt x="1627" y="196920"/>
                    <a:pt x="1427" y="197349"/>
                  </a:cubicBezTo>
                  <a:cubicBezTo>
                    <a:pt x="1113" y="198025"/>
                    <a:pt x="-649" y="198834"/>
                    <a:pt x="256" y="200863"/>
                  </a:cubicBezTo>
                  <a:cubicBezTo>
                    <a:pt x="1837" y="204388"/>
                    <a:pt x="3437" y="207102"/>
                    <a:pt x="4952" y="209083"/>
                  </a:cubicBezTo>
                  <a:cubicBezTo>
                    <a:pt x="6628" y="211274"/>
                    <a:pt x="8562" y="212360"/>
                    <a:pt x="9647" y="213779"/>
                  </a:cubicBezTo>
                  <a:cubicBezTo>
                    <a:pt x="10333" y="214675"/>
                    <a:pt x="10047" y="216418"/>
                    <a:pt x="10819" y="217303"/>
                  </a:cubicBezTo>
                  <a:cubicBezTo>
                    <a:pt x="12153" y="218827"/>
                    <a:pt x="14800" y="218942"/>
                    <a:pt x="15515" y="219646"/>
                  </a:cubicBezTo>
                  <a:cubicBezTo>
                    <a:pt x="15867" y="220009"/>
                    <a:pt x="15124" y="221704"/>
                    <a:pt x="15515" y="221999"/>
                  </a:cubicBezTo>
                  <a:cubicBezTo>
                    <a:pt x="16239" y="222552"/>
                    <a:pt x="18410" y="222885"/>
                    <a:pt x="19039" y="223171"/>
                  </a:cubicBezTo>
                  <a:cubicBezTo>
                    <a:pt x="19687" y="223466"/>
                    <a:pt x="20839" y="224314"/>
                    <a:pt x="21382" y="224342"/>
                  </a:cubicBezTo>
                  <a:cubicBezTo>
                    <a:pt x="22659" y="224409"/>
                    <a:pt x="22001" y="225257"/>
                    <a:pt x="22554" y="225514"/>
                  </a:cubicBezTo>
                  <a:cubicBezTo>
                    <a:pt x="29936" y="228914"/>
                    <a:pt x="36841" y="227771"/>
                    <a:pt x="42509" y="225514"/>
                  </a:cubicBezTo>
                  <a:cubicBezTo>
                    <a:pt x="43957" y="224942"/>
                    <a:pt x="45357" y="225133"/>
                    <a:pt x="47214" y="224342"/>
                  </a:cubicBezTo>
                  <a:cubicBezTo>
                    <a:pt x="47767" y="224104"/>
                    <a:pt x="48890" y="222342"/>
                    <a:pt x="49557" y="221990"/>
                  </a:cubicBezTo>
                  <a:cubicBezTo>
                    <a:pt x="50805" y="221323"/>
                    <a:pt x="52072" y="221380"/>
                    <a:pt x="53081" y="220818"/>
                  </a:cubicBezTo>
                  <a:cubicBezTo>
                    <a:pt x="54444" y="220066"/>
                    <a:pt x="55625" y="219247"/>
                    <a:pt x="56853" y="218561"/>
                  </a:cubicBezTo>
                  <a:cubicBezTo>
                    <a:pt x="56949" y="218437"/>
                    <a:pt x="57006" y="218304"/>
                    <a:pt x="57139" y="218189"/>
                  </a:cubicBezTo>
                  <a:cubicBezTo>
                    <a:pt x="60244" y="215465"/>
                    <a:pt x="62397" y="211874"/>
                    <a:pt x="65559" y="209293"/>
                  </a:cubicBezTo>
                  <a:cubicBezTo>
                    <a:pt x="65207" y="209140"/>
                    <a:pt x="64826" y="209064"/>
                    <a:pt x="64826" y="209074"/>
                  </a:cubicBezTo>
                  <a:cubicBezTo>
                    <a:pt x="64664" y="208293"/>
                    <a:pt x="65969" y="207645"/>
                    <a:pt x="65997" y="207912"/>
                  </a:cubicBezTo>
                  <a:cubicBezTo>
                    <a:pt x="65864" y="206778"/>
                    <a:pt x="64988" y="207178"/>
                    <a:pt x="64826" y="206740"/>
                  </a:cubicBezTo>
                  <a:cubicBezTo>
                    <a:pt x="64397" y="205626"/>
                    <a:pt x="65997" y="204568"/>
                    <a:pt x="65997" y="204388"/>
                  </a:cubicBezTo>
                  <a:cubicBezTo>
                    <a:pt x="65883" y="200406"/>
                    <a:pt x="64616" y="197558"/>
                    <a:pt x="64826" y="193815"/>
                  </a:cubicBezTo>
                  <a:cubicBezTo>
                    <a:pt x="64892" y="192624"/>
                    <a:pt x="65788" y="192453"/>
                    <a:pt x="65997" y="191462"/>
                  </a:cubicBezTo>
                  <a:cubicBezTo>
                    <a:pt x="66235" y="190357"/>
                    <a:pt x="65845" y="189071"/>
                    <a:pt x="65997" y="187947"/>
                  </a:cubicBezTo>
                  <a:cubicBezTo>
                    <a:pt x="66778" y="182204"/>
                    <a:pt x="68074" y="176622"/>
                    <a:pt x="68341" y="171507"/>
                  </a:cubicBezTo>
                  <a:cubicBezTo>
                    <a:pt x="68398" y="170517"/>
                    <a:pt x="69474" y="170545"/>
                    <a:pt x="69512" y="170336"/>
                  </a:cubicBezTo>
                  <a:cubicBezTo>
                    <a:pt x="71103" y="162935"/>
                    <a:pt x="72236" y="155781"/>
                    <a:pt x="73036" y="148038"/>
                  </a:cubicBezTo>
                  <a:cubicBezTo>
                    <a:pt x="73894" y="139675"/>
                    <a:pt x="74570" y="130864"/>
                    <a:pt x="75389" y="122206"/>
                  </a:cubicBezTo>
                  <a:cubicBezTo>
                    <a:pt x="75732" y="118510"/>
                    <a:pt x="76237" y="115214"/>
                    <a:pt x="76561" y="111643"/>
                  </a:cubicBezTo>
                  <a:cubicBezTo>
                    <a:pt x="76913" y="107633"/>
                    <a:pt x="76342" y="105718"/>
                    <a:pt x="77732" y="104604"/>
                  </a:cubicBezTo>
                  <a:cubicBezTo>
                    <a:pt x="78418" y="104042"/>
                    <a:pt x="76608" y="103022"/>
                    <a:pt x="76561" y="103413"/>
                  </a:cubicBezTo>
                  <a:close/>
                </a:path>
              </a:pathLst>
            </a:custGeom>
            <a:solidFill>
              <a:srgbClr val="F5F5F5"/>
            </a:solidFill>
            <a:ln cap="flat">
              <a:noFill/>
              <a:prstDash val="solid"/>
              <a:miter lim="800000"/>
            </a:ln>
          </p:spPr>
          <p:txBody>
            <a:bodyPr vert="horz" anchor="ctr" tIns="45720" lIns="91440" bIns="45720" rIns="91440"/>
            <a:p>
              <a:pPr algn="l" marL="0"/>
            </a:p>
          </p:txBody>
        </p:sp>
        <p:sp>
          <p:nvSpPr>
            <p:cNvPr name="Freeform 17" id="17"/>
            <p:cNvSpPr/>
            <p:nvPr/>
          </p:nvSpPr>
          <p:spPr>
            <a:xfrm>
              <a:off x="7495646" y="3693081"/>
              <a:ext cx="215033" cy="97029"/>
            </a:xfrm>
            <a:custGeom>
              <a:avLst/>
              <a:gdLst/>
              <a:ahLst/>
              <a:cxnLst/>
              <a:rect r="r" b="b" t="t" l="l"/>
              <a:pathLst>
                <a:path w="74304" h="33528" stroke="true" fill="norm" extrusionOk="true">
                  <a:moveTo>
                    <a:pt x="74304" y="18374"/>
                  </a:moveTo>
                  <a:lnTo>
                    <a:pt x="8868" y="0"/>
                  </a:lnTo>
                  <a:lnTo>
                    <a:pt x="0" y="16516"/>
                  </a:lnTo>
                  <a:lnTo>
                    <a:pt x="7029" y="24251"/>
                  </a:lnTo>
                  <a:lnTo>
                    <a:pt x="74304" y="33528"/>
                  </a:lnTo>
                  <a:close/>
                </a:path>
              </a:pathLst>
            </a:custGeom>
            <a:solidFill>
              <a:srgbClr val="5E4A22"/>
            </a:solidFill>
            <a:ln cap="flat">
              <a:noFill/>
              <a:prstDash val="solid"/>
              <a:miter lim="800000"/>
            </a:ln>
          </p:spPr>
          <p:txBody>
            <a:bodyPr vert="horz" anchor="ctr" tIns="45720" lIns="91440" bIns="45720" rIns="91440"/>
            <a:p>
              <a:pPr algn="l" marL="0"/>
            </a:p>
          </p:txBody>
        </p:sp>
        <p:sp>
          <p:nvSpPr>
            <p:cNvPr name="Freeform 18" id="18"/>
            <p:cNvSpPr/>
            <p:nvPr/>
          </p:nvSpPr>
          <p:spPr>
            <a:xfrm>
              <a:off x="7280805" y="2480600"/>
              <a:ext cx="1097056" cy="1289470"/>
            </a:xfrm>
            <a:custGeom>
              <a:avLst/>
              <a:gdLst/>
              <a:ahLst/>
              <a:cxnLst/>
              <a:rect r="r" b="b" t="t" l="l"/>
              <a:pathLst>
                <a:path w="379085" h="445573" stroke="true" fill="norm" extrusionOk="true">
                  <a:moveTo>
                    <a:pt x="378304" y="351638"/>
                  </a:moveTo>
                  <a:cubicBezTo>
                    <a:pt x="378123" y="349562"/>
                    <a:pt x="377276" y="348133"/>
                    <a:pt x="377133" y="346942"/>
                  </a:cubicBezTo>
                  <a:cubicBezTo>
                    <a:pt x="375399" y="332512"/>
                    <a:pt x="374475" y="314262"/>
                    <a:pt x="373618" y="301146"/>
                  </a:cubicBezTo>
                  <a:cubicBezTo>
                    <a:pt x="373094" y="293288"/>
                    <a:pt x="372818" y="286678"/>
                    <a:pt x="372447" y="281182"/>
                  </a:cubicBezTo>
                  <a:cubicBezTo>
                    <a:pt x="372256" y="278353"/>
                    <a:pt x="372770" y="274533"/>
                    <a:pt x="372447" y="271790"/>
                  </a:cubicBezTo>
                  <a:cubicBezTo>
                    <a:pt x="372456" y="271866"/>
                    <a:pt x="371437" y="271276"/>
                    <a:pt x="371275" y="270619"/>
                  </a:cubicBezTo>
                  <a:cubicBezTo>
                    <a:pt x="371094" y="269914"/>
                    <a:pt x="371323" y="268999"/>
                    <a:pt x="371275" y="268275"/>
                  </a:cubicBezTo>
                  <a:cubicBezTo>
                    <a:pt x="370865" y="262570"/>
                    <a:pt x="369570" y="260322"/>
                    <a:pt x="368922" y="256531"/>
                  </a:cubicBezTo>
                  <a:cubicBezTo>
                    <a:pt x="368665" y="255007"/>
                    <a:pt x="369122" y="253369"/>
                    <a:pt x="368922" y="251835"/>
                  </a:cubicBezTo>
                  <a:cubicBezTo>
                    <a:pt x="368370" y="247644"/>
                    <a:pt x="367408" y="244196"/>
                    <a:pt x="366570" y="240101"/>
                  </a:cubicBezTo>
                  <a:cubicBezTo>
                    <a:pt x="366122" y="237843"/>
                    <a:pt x="364703" y="235576"/>
                    <a:pt x="364226" y="233052"/>
                  </a:cubicBezTo>
                  <a:cubicBezTo>
                    <a:pt x="363712" y="230376"/>
                    <a:pt x="365103" y="227032"/>
                    <a:pt x="363055" y="224832"/>
                  </a:cubicBezTo>
                  <a:cubicBezTo>
                    <a:pt x="364874" y="219879"/>
                    <a:pt x="356530" y="225089"/>
                    <a:pt x="358359" y="220136"/>
                  </a:cubicBezTo>
                  <a:cubicBezTo>
                    <a:pt x="359788" y="215050"/>
                    <a:pt x="358712" y="209830"/>
                    <a:pt x="359531" y="204868"/>
                  </a:cubicBezTo>
                  <a:cubicBezTo>
                    <a:pt x="359883" y="202715"/>
                    <a:pt x="361598" y="201305"/>
                    <a:pt x="361883" y="200172"/>
                  </a:cubicBezTo>
                  <a:cubicBezTo>
                    <a:pt x="362064" y="199429"/>
                    <a:pt x="361712" y="198562"/>
                    <a:pt x="361883" y="197819"/>
                  </a:cubicBezTo>
                  <a:cubicBezTo>
                    <a:pt x="363141" y="192171"/>
                    <a:pt x="364007" y="184084"/>
                    <a:pt x="360712" y="181388"/>
                  </a:cubicBezTo>
                  <a:cubicBezTo>
                    <a:pt x="358816" y="179836"/>
                    <a:pt x="361502" y="175950"/>
                    <a:pt x="359540" y="174340"/>
                  </a:cubicBezTo>
                  <a:cubicBezTo>
                    <a:pt x="359178" y="174045"/>
                    <a:pt x="359778" y="172425"/>
                    <a:pt x="359540" y="171997"/>
                  </a:cubicBezTo>
                  <a:cubicBezTo>
                    <a:pt x="359169" y="171320"/>
                    <a:pt x="357578" y="170425"/>
                    <a:pt x="357188" y="169644"/>
                  </a:cubicBezTo>
                  <a:cubicBezTo>
                    <a:pt x="356730" y="168692"/>
                    <a:pt x="357587" y="167101"/>
                    <a:pt x="357188" y="166120"/>
                  </a:cubicBezTo>
                  <a:cubicBezTo>
                    <a:pt x="356921" y="165444"/>
                    <a:pt x="355273" y="164863"/>
                    <a:pt x="354844" y="163767"/>
                  </a:cubicBezTo>
                  <a:cubicBezTo>
                    <a:pt x="354197" y="162129"/>
                    <a:pt x="352977" y="159595"/>
                    <a:pt x="352492" y="157900"/>
                  </a:cubicBezTo>
                  <a:cubicBezTo>
                    <a:pt x="351711" y="155166"/>
                    <a:pt x="352206" y="152099"/>
                    <a:pt x="351320" y="149680"/>
                  </a:cubicBezTo>
                  <a:cubicBezTo>
                    <a:pt x="351368" y="149804"/>
                    <a:pt x="350301" y="148746"/>
                    <a:pt x="350149" y="148508"/>
                  </a:cubicBezTo>
                  <a:cubicBezTo>
                    <a:pt x="349625" y="147679"/>
                    <a:pt x="349453" y="146936"/>
                    <a:pt x="348977" y="146155"/>
                  </a:cubicBezTo>
                  <a:cubicBezTo>
                    <a:pt x="348206" y="144908"/>
                    <a:pt x="347139" y="143965"/>
                    <a:pt x="346624" y="142641"/>
                  </a:cubicBezTo>
                  <a:cubicBezTo>
                    <a:pt x="346034" y="141117"/>
                    <a:pt x="345710" y="138907"/>
                    <a:pt x="345462" y="137945"/>
                  </a:cubicBezTo>
                  <a:cubicBezTo>
                    <a:pt x="343995" y="132382"/>
                    <a:pt x="343310" y="128468"/>
                    <a:pt x="341938" y="123848"/>
                  </a:cubicBezTo>
                  <a:cubicBezTo>
                    <a:pt x="341195" y="121352"/>
                    <a:pt x="340843" y="119428"/>
                    <a:pt x="340766" y="117981"/>
                  </a:cubicBezTo>
                  <a:cubicBezTo>
                    <a:pt x="340681" y="116399"/>
                    <a:pt x="338890" y="115856"/>
                    <a:pt x="338414" y="114456"/>
                  </a:cubicBezTo>
                  <a:cubicBezTo>
                    <a:pt x="337395" y="111408"/>
                    <a:pt x="336995" y="108027"/>
                    <a:pt x="336061" y="105065"/>
                  </a:cubicBezTo>
                  <a:cubicBezTo>
                    <a:pt x="336033" y="104950"/>
                    <a:pt x="334994" y="105169"/>
                    <a:pt x="334899" y="105065"/>
                  </a:cubicBezTo>
                  <a:cubicBezTo>
                    <a:pt x="333727" y="103903"/>
                    <a:pt x="335070" y="101483"/>
                    <a:pt x="333727" y="100369"/>
                  </a:cubicBezTo>
                  <a:cubicBezTo>
                    <a:pt x="333423" y="100121"/>
                    <a:pt x="333747" y="97292"/>
                    <a:pt x="333727" y="96845"/>
                  </a:cubicBezTo>
                  <a:cubicBezTo>
                    <a:pt x="333661" y="95702"/>
                    <a:pt x="332680" y="96073"/>
                    <a:pt x="332556" y="95673"/>
                  </a:cubicBezTo>
                  <a:cubicBezTo>
                    <a:pt x="331232" y="91568"/>
                    <a:pt x="330184" y="86919"/>
                    <a:pt x="329032" y="85110"/>
                  </a:cubicBezTo>
                  <a:cubicBezTo>
                    <a:pt x="328232" y="83852"/>
                    <a:pt x="328193" y="83443"/>
                    <a:pt x="329032" y="82767"/>
                  </a:cubicBezTo>
                  <a:cubicBezTo>
                    <a:pt x="329584" y="82328"/>
                    <a:pt x="326660" y="79652"/>
                    <a:pt x="327860" y="78071"/>
                  </a:cubicBezTo>
                  <a:cubicBezTo>
                    <a:pt x="326774" y="77671"/>
                    <a:pt x="326174" y="76528"/>
                    <a:pt x="325507" y="75718"/>
                  </a:cubicBezTo>
                  <a:cubicBezTo>
                    <a:pt x="324602" y="74642"/>
                    <a:pt x="323917" y="73556"/>
                    <a:pt x="323164" y="72203"/>
                  </a:cubicBezTo>
                  <a:cubicBezTo>
                    <a:pt x="322821" y="71603"/>
                    <a:pt x="323440" y="70479"/>
                    <a:pt x="323164" y="69851"/>
                  </a:cubicBezTo>
                  <a:cubicBezTo>
                    <a:pt x="322964" y="69422"/>
                    <a:pt x="321069" y="69203"/>
                    <a:pt x="320812" y="68679"/>
                  </a:cubicBezTo>
                  <a:cubicBezTo>
                    <a:pt x="319897" y="66803"/>
                    <a:pt x="320735" y="65355"/>
                    <a:pt x="319640" y="63983"/>
                  </a:cubicBezTo>
                  <a:cubicBezTo>
                    <a:pt x="318621" y="62697"/>
                    <a:pt x="316211" y="61450"/>
                    <a:pt x="314954" y="60459"/>
                  </a:cubicBezTo>
                  <a:cubicBezTo>
                    <a:pt x="314192" y="59868"/>
                    <a:pt x="313458" y="58640"/>
                    <a:pt x="312601" y="58106"/>
                  </a:cubicBezTo>
                  <a:cubicBezTo>
                    <a:pt x="311582" y="57478"/>
                    <a:pt x="310125" y="57697"/>
                    <a:pt x="309077" y="56935"/>
                  </a:cubicBezTo>
                  <a:cubicBezTo>
                    <a:pt x="307229" y="55601"/>
                    <a:pt x="306353" y="53706"/>
                    <a:pt x="304381" y="52239"/>
                  </a:cubicBezTo>
                  <a:cubicBezTo>
                    <a:pt x="302619" y="50925"/>
                    <a:pt x="300009" y="50172"/>
                    <a:pt x="298504" y="48715"/>
                  </a:cubicBezTo>
                  <a:cubicBezTo>
                    <a:pt x="299228" y="45610"/>
                    <a:pt x="296580" y="47286"/>
                    <a:pt x="294989" y="46362"/>
                  </a:cubicBezTo>
                  <a:cubicBezTo>
                    <a:pt x="293370" y="45448"/>
                    <a:pt x="292846" y="42476"/>
                    <a:pt x="290284" y="44019"/>
                  </a:cubicBezTo>
                  <a:cubicBezTo>
                    <a:pt x="289750" y="41114"/>
                    <a:pt x="288941" y="39371"/>
                    <a:pt x="287931" y="38142"/>
                  </a:cubicBezTo>
                  <a:cubicBezTo>
                    <a:pt x="287607" y="37751"/>
                    <a:pt x="285969" y="38504"/>
                    <a:pt x="285588" y="38142"/>
                  </a:cubicBezTo>
                  <a:cubicBezTo>
                    <a:pt x="284636" y="37256"/>
                    <a:pt x="284102" y="36808"/>
                    <a:pt x="283235" y="35789"/>
                  </a:cubicBezTo>
                  <a:cubicBezTo>
                    <a:pt x="282302" y="34703"/>
                    <a:pt x="282064" y="33103"/>
                    <a:pt x="279711" y="33446"/>
                  </a:cubicBezTo>
                  <a:lnTo>
                    <a:pt x="276168" y="31665"/>
                  </a:lnTo>
                  <a:cubicBezTo>
                    <a:pt x="276063" y="31389"/>
                    <a:pt x="275768" y="31370"/>
                    <a:pt x="275482" y="31322"/>
                  </a:cubicBezTo>
                  <a:lnTo>
                    <a:pt x="275025" y="31093"/>
                  </a:lnTo>
                  <a:cubicBezTo>
                    <a:pt x="273148" y="28436"/>
                    <a:pt x="269053" y="26817"/>
                    <a:pt x="266795" y="25226"/>
                  </a:cubicBezTo>
                  <a:cubicBezTo>
                    <a:pt x="266062" y="24702"/>
                    <a:pt x="265281" y="23388"/>
                    <a:pt x="264452" y="22873"/>
                  </a:cubicBezTo>
                  <a:cubicBezTo>
                    <a:pt x="263338" y="22178"/>
                    <a:pt x="262147" y="22454"/>
                    <a:pt x="260928" y="21702"/>
                  </a:cubicBezTo>
                  <a:cubicBezTo>
                    <a:pt x="260233" y="21264"/>
                    <a:pt x="259337" y="19854"/>
                    <a:pt x="258575" y="19349"/>
                  </a:cubicBezTo>
                  <a:cubicBezTo>
                    <a:pt x="258166" y="19073"/>
                    <a:pt x="256584" y="18197"/>
                    <a:pt x="256232" y="18178"/>
                  </a:cubicBezTo>
                  <a:cubicBezTo>
                    <a:pt x="254527" y="18092"/>
                    <a:pt x="252555" y="16415"/>
                    <a:pt x="251527" y="15825"/>
                  </a:cubicBezTo>
                  <a:cubicBezTo>
                    <a:pt x="250498" y="15234"/>
                    <a:pt x="249955" y="13891"/>
                    <a:pt x="249174" y="13482"/>
                  </a:cubicBezTo>
                  <a:cubicBezTo>
                    <a:pt x="246736" y="12186"/>
                    <a:pt x="245145" y="13129"/>
                    <a:pt x="243307" y="12310"/>
                  </a:cubicBezTo>
                  <a:cubicBezTo>
                    <a:pt x="242888" y="12120"/>
                    <a:pt x="242630" y="10234"/>
                    <a:pt x="242135" y="9957"/>
                  </a:cubicBezTo>
                  <a:cubicBezTo>
                    <a:pt x="240954" y="9300"/>
                    <a:pt x="239944" y="9510"/>
                    <a:pt x="238611" y="8786"/>
                  </a:cubicBezTo>
                  <a:cubicBezTo>
                    <a:pt x="237954" y="8433"/>
                    <a:pt x="237039" y="6824"/>
                    <a:pt x="236268" y="6433"/>
                  </a:cubicBezTo>
                  <a:cubicBezTo>
                    <a:pt x="235048" y="5824"/>
                    <a:pt x="233696" y="5709"/>
                    <a:pt x="232743" y="5271"/>
                  </a:cubicBezTo>
                  <a:cubicBezTo>
                    <a:pt x="232105" y="4966"/>
                    <a:pt x="230934" y="4128"/>
                    <a:pt x="230391" y="4100"/>
                  </a:cubicBezTo>
                  <a:cubicBezTo>
                    <a:pt x="229229" y="4033"/>
                    <a:pt x="229638" y="3071"/>
                    <a:pt x="229219" y="2928"/>
                  </a:cubicBezTo>
                  <a:cubicBezTo>
                    <a:pt x="224419" y="1290"/>
                    <a:pt x="218913" y="1595"/>
                    <a:pt x="213960" y="575"/>
                  </a:cubicBezTo>
                  <a:cubicBezTo>
                    <a:pt x="213122" y="-187"/>
                    <a:pt x="211226" y="-101"/>
                    <a:pt x="209264" y="309"/>
                  </a:cubicBezTo>
                  <a:lnTo>
                    <a:pt x="144637" y="17320"/>
                  </a:lnTo>
                  <a:lnTo>
                    <a:pt x="99936" y="22702"/>
                  </a:lnTo>
                  <a:lnTo>
                    <a:pt x="87258" y="28712"/>
                  </a:lnTo>
                  <a:cubicBezTo>
                    <a:pt x="87230" y="28722"/>
                    <a:pt x="87201" y="28731"/>
                    <a:pt x="87173" y="28741"/>
                  </a:cubicBezTo>
                  <a:lnTo>
                    <a:pt x="87173" y="28750"/>
                  </a:lnTo>
                  <a:cubicBezTo>
                    <a:pt x="87030" y="29074"/>
                    <a:pt x="85106" y="29579"/>
                    <a:pt x="84820" y="29922"/>
                  </a:cubicBezTo>
                  <a:cubicBezTo>
                    <a:pt x="81753" y="33599"/>
                    <a:pt x="77962" y="36161"/>
                    <a:pt x="76600" y="40485"/>
                  </a:cubicBezTo>
                  <a:cubicBezTo>
                    <a:pt x="73809" y="40828"/>
                    <a:pt x="71361" y="43447"/>
                    <a:pt x="69561" y="45181"/>
                  </a:cubicBezTo>
                  <a:cubicBezTo>
                    <a:pt x="65094" y="49458"/>
                    <a:pt x="59693" y="55430"/>
                    <a:pt x="56645" y="59278"/>
                  </a:cubicBezTo>
                  <a:cubicBezTo>
                    <a:pt x="56455" y="59516"/>
                    <a:pt x="56836" y="60211"/>
                    <a:pt x="56645" y="60450"/>
                  </a:cubicBezTo>
                  <a:cubicBezTo>
                    <a:pt x="56321" y="60840"/>
                    <a:pt x="54664" y="60078"/>
                    <a:pt x="54292" y="60450"/>
                  </a:cubicBezTo>
                  <a:cubicBezTo>
                    <a:pt x="53407" y="61335"/>
                    <a:pt x="53292" y="64402"/>
                    <a:pt x="51578" y="64240"/>
                  </a:cubicBezTo>
                  <a:cubicBezTo>
                    <a:pt x="51273" y="64802"/>
                    <a:pt x="50921" y="65336"/>
                    <a:pt x="50530" y="65831"/>
                  </a:cubicBezTo>
                  <a:cubicBezTo>
                    <a:pt x="50606" y="65974"/>
                    <a:pt x="50683" y="66098"/>
                    <a:pt x="50778" y="66317"/>
                  </a:cubicBezTo>
                  <a:cubicBezTo>
                    <a:pt x="47749" y="70336"/>
                    <a:pt x="44263" y="73899"/>
                    <a:pt x="42548" y="79233"/>
                  </a:cubicBezTo>
                  <a:cubicBezTo>
                    <a:pt x="40472" y="79500"/>
                    <a:pt x="36671" y="78052"/>
                    <a:pt x="37852" y="81585"/>
                  </a:cubicBezTo>
                  <a:cubicBezTo>
                    <a:pt x="34538" y="83081"/>
                    <a:pt x="34480" y="87148"/>
                    <a:pt x="33157" y="89806"/>
                  </a:cubicBezTo>
                  <a:cubicBezTo>
                    <a:pt x="32356" y="91434"/>
                    <a:pt x="30880" y="93187"/>
                    <a:pt x="30813" y="94501"/>
                  </a:cubicBezTo>
                  <a:cubicBezTo>
                    <a:pt x="30642" y="97730"/>
                    <a:pt x="27346" y="95730"/>
                    <a:pt x="29642" y="98026"/>
                  </a:cubicBezTo>
                  <a:cubicBezTo>
                    <a:pt x="30413" y="98807"/>
                    <a:pt x="28594" y="99092"/>
                    <a:pt x="28470" y="99197"/>
                  </a:cubicBezTo>
                  <a:cubicBezTo>
                    <a:pt x="28146" y="99464"/>
                    <a:pt x="28642" y="101131"/>
                    <a:pt x="28470" y="101550"/>
                  </a:cubicBezTo>
                  <a:cubicBezTo>
                    <a:pt x="28413" y="101683"/>
                    <a:pt x="27422" y="101445"/>
                    <a:pt x="27299" y="101550"/>
                  </a:cubicBezTo>
                  <a:cubicBezTo>
                    <a:pt x="26956" y="101826"/>
                    <a:pt x="27499" y="103474"/>
                    <a:pt x="27299" y="103893"/>
                  </a:cubicBezTo>
                  <a:cubicBezTo>
                    <a:pt x="27232" y="104045"/>
                    <a:pt x="26260" y="103788"/>
                    <a:pt x="26127" y="103893"/>
                  </a:cubicBezTo>
                  <a:cubicBezTo>
                    <a:pt x="25813" y="104160"/>
                    <a:pt x="26289" y="105836"/>
                    <a:pt x="26127" y="106246"/>
                  </a:cubicBezTo>
                  <a:cubicBezTo>
                    <a:pt x="25451" y="108036"/>
                    <a:pt x="24298" y="109408"/>
                    <a:pt x="23774" y="110951"/>
                  </a:cubicBezTo>
                  <a:cubicBezTo>
                    <a:pt x="23098" y="112951"/>
                    <a:pt x="23155" y="115056"/>
                    <a:pt x="22603" y="116818"/>
                  </a:cubicBezTo>
                  <a:cubicBezTo>
                    <a:pt x="22565" y="116942"/>
                    <a:pt x="21536" y="116714"/>
                    <a:pt x="21441" y="116818"/>
                  </a:cubicBezTo>
                  <a:cubicBezTo>
                    <a:pt x="20812" y="117447"/>
                    <a:pt x="21688" y="120600"/>
                    <a:pt x="21441" y="121524"/>
                  </a:cubicBezTo>
                  <a:cubicBezTo>
                    <a:pt x="20545" y="124762"/>
                    <a:pt x="19250" y="125658"/>
                    <a:pt x="19088" y="128563"/>
                  </a:cubicBezTo>
                  <a:cubicBezTo>
                    <a:pt x="18926" y="131458"/>
                    <a:pt x="17459" y="134049"/>
                    <a:pt x="16735" y="136783"/>
                  </a:cubicBezTo>
                  <a:cubicBezTo>
                    <a:pt x="14564" y="144984"/>
                    <a:pt x="13916" y="151832"/>
                    <a:pt x="9697" y="156747"/>
                  </a:cubicBezTo>
                  <a:cubicBezTo>
                    <a:pt x="11668" y="160633"/>
                    <a:pt x="8820" y="164253"/>
                    <a:pt x="8525" y="168492"/>
                  </a:cubicBezTo>
                  <a:cubicBezTo>
                    <a:pt x="8249" y="172406"/>
                    <a:pt x="8011" y="179341"/>
                    <a:pt x="8525" y="181407"/>
                  </a:cubicBezTo>
                  <a:cubicBezTo>
                    <a:pt x="9239" y="184293"/>
                    <a:pt x="8534" y="183265"/>
                    <a:pt x="8525" y="187275"/>
                  </a:cubicBezTo>
                  <a:cubicBezTo>
                    <a:pt x="8496" y="195866"/>
                    <a:pt x="8020" y="208782"/>
                    <a:pt x="7353" y="214278"/>
                  </a:cubicBezTo>
                  <a:cubicBezTo>
                    <a:pt x="6534" y="220984"/>
                    <a:pt x="7087" y="226870"/>
                    <a:pt x="6182" y="231890"/>
                  </a:cubicBezTo>
                  <a:cubicBezTo>
                    <a:pt x="5667" y="234738"/>
                    <a:pt x="4096" y="237319"/>
                    <a:pt x="3829" y="240120"/>
                  </a:cubicBezTo>
                  <a:cubicBezTo>
                    <a:pt x="3315" y="245635"/>
                    <a:pt x="4029" y="252731"/>
                    <a:pt x="3829" y="256550"/>
                  </a:cubicBezTo>
                  <a:cubicBezTo>
                    <a:pt x="3800" y="257207"/>
                    <a:pt x="2658" y="257960"/>
                    <a:pt x="2658" y="257722"/>
                  </a:cubicBezTo>
                  <a:cubicBezTo>
                    <a:pt x="2638" y="258893"/>
                    <a:pt x="3629" y="259112"/>
                    <a:pt x="3829" y="260074"/>
                  </a:cubicBezTo>
                  <a:cubicBezTo>
                    <a:pt x="4601" y="263608"/>
                    <a:pt x="2972" y="264599"/>
                    <a:pt x="2658" y="265942"/>
                  </a:cubicBezTo>
                  <a:cubicBezTo>
                    <a:pt x="2010" y="268733"/>
                    <a:pt x="1896" y="270771"/>
                    <a:pt x="2010" y="272514"/>
                  </a:cubicBezTo>
                  <a:lnTo>
                    <a:pt x="0" y="280801"/>
                  </a:lnTo>
                  <a:cubicBezTo>
                    <a:pt x="0" y="280801"/>
                    <a:pt x="5810" y="296984"/>
                    <a:pt x="6420" y="297908"/>
                  </a:cubicBezTo>
                  <a:cubicBezTo>
                    <a:pt x="7030" y="298822"/>
                    <a:pt x="40053" y="308604"/>
                    <a:pt x="41272" y="308604"/>
                  </a:cubicBezTo>
                  <a:cubicBezTo>
                    <a:pt x="42491" y="308604"/>
                    <a:pt x="81934" y="307614"/>
                    <a:pt x="82848" y="307042"/>
                  </a:cubicBezTo>
                  <a:cubicBezTo>
                    <a:pt x="83763" y="306471"/>
                    <a:pt x="76124" y="369174"/>
                    <a:pt x="76124" y="369174"/>
                  </a:cubicBezTo>
                  <a:lnTo>
                    <a:pt x="86011" y="424447"/>
                  </a:lnTo>
                  <a:cubicBezTo>
                    <a:pt x="86906" y="424400"/>
                    <a:pt x="87782" y="424447"/>
                    <a:pt x="88621" y="424524"/>
                  </a:cubicBezTo>
                  <a:cubicBezTo>
                    <a:pt x="90478" y="424676"/>
                    <a:pt x="92135" y="424962"/>
                    <a:pt x="93564" y="424905"/>
                  </a:cubicBezTo>
                  <a:lnTo>
                    <a:pt x="99946" y="427438"/>
                  </a:lnTo>
                  <a:cubicBezTo>
                    <a:pt x="100260" y="427714"/>
                    <a:pt x="100641" y="427829"/>
                    <a:pt x="101051" y="427876"/>
                  </a:cubicBezTo>
                  <a:lnTo>
                    <a:pt x="101146" y="427915"/>
                  </a:lnTo>
                  <a:lnTo>
                    <a:pt x="101165" y="427876"/>
                  </a:lnTo>
                  <a:cubicBezTo>
                    <a:pt x="102784" y="427972"/>
                    <a:pt x="104851" y="426762"/>
                    <a:pt x="105975" y="426800"/>
                  </a:cubicBezTo>
                  <a:cubicBezTo>
                    <a:pt x="107480" y="426848"/>
                    <a:pt x="107604" y="428305"/>
                    <a:pt x="109499" y="427962"/>
                  </a:cubicBezTo>
                  <a:cubicBezTo>
                    <a:pt x="112309" y="430543"/>
                    <a:pt x="115633" y="431734"/>
                    <a:pt x="118891" y="433839"/>
                  </a:cubicBezTo>
                  <a:cubicBezTo>
                    <a:pt x="121701" y="435658"/>
                    <a:pt x="124463" y="439078"/>
                    <a:pt x="128283" y="439706"/>
                  </a:cubicBezTo>
                  <a:cubicBezTo>
                    <a:pt x="128997" y="439773"/>
                    <a:pt x="129664" y="439887"/>
                    <a:pt x="129445" y="440878"/>
                  </a:cubicBezTo>
                  <a:cubicBezTo>
                    <a:pt x="131245" y="440421"/>
                    <a:pt x="134236" y="441145"/>
                    <a:pt x="136379" y="441030"/>
                  </a:cubicBezTo>
                  <a:lnTo>
                    <a:pt x="162030" y="445574"/>
                  </a:lnTo>
                  <a:lnTo>
                    <a:pt x="211255" y="445574"/>
                  </a:lnTo>
                  <a:lnTo>
                    <a:pt x="265071" y="437344"/>
                  </a:lnTo>
                  <a:lnTo>
                    <a:pt x="316440" y="418970"/>
                  </a:lnTo>
                  <a:lnTo>
                    <a:pt x="359855" y="388091"/>
                  </a:lnTo>
                  <a:lnTo>
                    <a:pt x="379085" y="357887"/>
                  </a:lnTo>
                  <a:cubicBezTo>
                    <a:pt x="378800" y="355906"/>
                    <a:pt x="378533" y="354096"/>
                    <a:pt x="378304" y="351638"/>
                  </a:cubicBezTo>
                  <a:close/>
                </a:path>
              </a:pathLst>
            </a:custGeom>
            <a:solidFill>
              <a:srgbClr val="87C2E9"/>
            </a:solidFill>
            <a:ln cap="flat">
              <a:noFill/>
              <a:prstDash val="solid"/>
              <a:miter lim="800000"/>
            </a:ln>
          </p:spPr>
          <p:txBody>
            <a:bodyPr vert="horz" anchor="ctr" tIns="45720" lIns="91440" bIns="45720" rIns="91440"/>
            <a:p>
              <a:pPr algn="l" marL="0"/>
            </a:p>
          </p:txBody>
        </p:sp>
        <p:sp>
          <p:nvSpPr>
            <p:cNvPr name="Freeform 19" id="19"/>
            <p:cNvSpPr/>
            <p:nvPr/>
          </p:nvSpPr>
          <p:spPr>
            <a:xfrm>
              <a:off x="7546661" y="2507429"/>
              <a:ext cx="140120" cy="274634"/>
            </a:xfrm>
            <a:custGeom>
              <a:avLst/>
              <a:gdLst/>
              <a:ahLst/>
              <a:cxnLst/>
              <a:rect r="r" b="b" t="t" l="l"/>
              <a:pathLst>
                <a:path w="48418" h="94899" stroke="true" fill="norm" extrusionOk="true">
                  <a:moveTo>
                    <a:pt x="48418" y="45253"/>
                  </a:moveTo>
                  <a:lnTo>
                    <a:pt x="35426" y="21850"/>
                  </a:lnTo>
                  <a:lnTo>
                    <a:pt x="24320" y="8887"/>
                  </a:lnTo>
                  <a:lnTo>
                    <a:pt x="6832" y="0"/>
                  </a:lnTo>
                  <a:cubicBezTo>
                    <a:pt x="4537" y="2600"/>
                    <a:pt x="1136" y="11287"/>
                    <a:pt x="1136" y="11287"/>
                  </a:cubicBezTo>
                  <a:cubicBezTo>
                    <a:pt x="1108" y="11325"/>
                    <a:pt x="1060" y="11354"/>
                    <a:pt x="1031" y="11392"/>
                  </a:cubicBezTo>
                  <a:cubicBezTo>
                    <a:pt x="460" y="16345"/>
                    <a:pt x="-502" y="21298"/>
                    <a:pt x="317" y="26260"/>
                  </a:cubicBezTo>
                  <a:cubicBezTo>
                    <a:pt x="412" y="26794"/>
                    <a:pt x="298" y="27251"/>
                    <a:pt x="117" y="27661"/>
                  </a:cubicBezTo>
                  <a:cubicBezTo>
                    <a:pt x="1660" y="49063"/>
                    <a:pt x="2070" y="75257"/>
                    <a:pt x="10518" y="94640"/>
                  </a:cubicBezTo>
                  <a:cubicBezTo>
                    <a:pt x="16967" y="95726"/>
                    <a:pt x="19110" y="93174"/>
                    <a:pt x="21081" y="91126"/>
                  </a:cubicBezTo>
                  <a:cubicBezTo>
                    <a:pt x="21605" y="90583"/>
                    <a:pt x="22863" y="90421"/>
                    <a:pt x="23434" y="89954"/>
                  </a:cubicBezTo>
                  <a:cubicBezTo>
                    <a:pt x="23834" y="89630"/>
                    <a:pt x="23082" y="87992"/>
                    <a:pt x="23434" y="87601"/>
                  </a:cubicBezTo>
                  <a:cubicBezTo>
                    <a:pt x="24234" y="86725"/>
                    <a:pt x="24996" y="86287"/>
                    <a:pt x="25787" y="85249"/>
                  </a:cubicBezTo>
                  <a:cubicBezTo>
                    <a:pt x="27368" y="83182"/>
                    <a:pt x="27616" y="82620"/>
                    <a:pt x="28130" y="80553"/>
                  </a:cubicBezTo>
                  <a:cubicBezTo>
                    <a:pt x="28416" y="79410"/>
                    <a:pt x="28987" y="79962"/>
                    <a:pt x="29301" y="79381"/>
                  </a:cubicBezTo>
                  <a:cubicBezTo>
                    <a:pt x="32416" y="73781"/>
                    <a:pt x="36150" y="69313"/>
                    <a:pt x="39865" y="64122"/>
                  </a:cubicBezTo>
                  <a:cubicBezTo>
                    <a:pt x="41274" y="62141"/>
                    <a:pt x="43275" y="60608"/>
                    <a:pt x="44570" y="58245"/>
                  </a:cubicBezTo>
                  <a:cubicBezTo>
                    <a:pt x="45837" y="55921"/>
                    <a:pt x="47580" y="53197"/>
                    <a:pt x="46923" y="50025"/>
                  </a:cubicBezTo>
                  <a:lnTo>
                    <a:pt x="48418" y="45253"/>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0" id="20"/>
            <p:cNvSpPr/>
            <p:nvPr/>
          </p:nvSpPr>
          <p:spPr>
            <a:xfrm>
              <a:off x="7712389" y="2460984"/>
              <a:ext cx="184134" cy="290255"/>
            </a:xfrm>
            <a:custGeom>
              <a:avLst/>
              <a:gdLst/>
              <a:ahLst/>
              <a:cxnLst/>
              <a:rect r="r" b="b" t="t" l="l"/>
              <a:pathLst>
                <a:path w="63627" h="100297" stroke="true" fill="norm" extrusionOk="true">
                  <a:moveTo>
                    <a:pt x="62455" y="47292"/>
                  </a:moveTo>
                  <a:cubicBezTo>
                    <a:pt x="62703" y="44815"/>
                    <a:pt x="63646" y="42481"/>
                    <a:pt x="63627" y="40253"/>
                  </a:cubicBezTo>
                  <a:cubicBezTo>
                    <a:pt x="63617" y="38024"/>
                    <a:pt x="62694" y="35662"/>
                    <a:pt x="62455" y="33204"/>
                  </a:cubicBezTo>
                  <a:cubicBezTo>
                    <a:pt x="62170" y="30270"/>
                    <a:pt x="62913" y="27261"/>
                    <a:pt x="62455" y="24984"/>
                  </a:cubicBezTo>
                  <a:cubicBezTo>
                    <a:pt x="61560" y="20488"/>
                    <a:pt x="58826" y="16745"/>
                    <a:pt x="57912" y="12611"/>
                  </a:cubicBezTo>
                  <a:cubicBezTo>
                    <a:pt x="56893" y="11401"/>
                    <a:pt x="56217" y="9963"/>
                    <a:pt x="55569" y="8487"/>
                  </a:cubicBezTo>
                  <a:cubicBezTo>
                    <a:pt x="55521" y="8506"/>
                    <a:pt x="55455" y="8534"/>
                    <a:pt x="55407" y="8553"/>
                  </a:cubicBezTo>
                  <a:cubicBezTo>
                    <a:pt x="55397" y="7048"/>
                    <a:pt x="54092" y="6848"/>
                    <a:pt x="53378" y="6067"/>
                  </a:cubicBezTo>
                  <a:lnTo>
                    <a:pt x="52978" y="4401"/>
                  </a:lnTo>
                  <a:cubicBezTo>
                    <a:pt x="53007" y="4220"/>
                    <a:pt x="52997" y="4067"/>
                    <a:pt x="53054" y="3848"/>
                  </a:cubicBezTo>
                  <a:cubicBezTo>
                    <a:pt x="52997" y="3677"/>
                    <a:pt x="52864" y="3572"/>
                    <a:pt x="52749" y="3448"/>
                  </a:cubicBezTo>
                  <a:lnTo>
                    <a:pt x="44034" y="0"/>
                  </a:lnTo>
                  <a:lnTo>
                    <a:pt x="35100" y="6801"/>
                  </a:lnTo>
                  <a:lnTo>
                    <a:pt x="19726" y="18650"/>
                  </a:lnTo>
                  <a:cubicBezTo>
                    <a:pt x="19726" y="18650"/>
                    <a:pt x="4439" y="52587"/>
                    <a:pt x="4439" y="53045"/>
                  </a:cubicBezTo>
                  <a:cubicBezTo>
                    <a:pt x="4439" y="53502"/>
                    <a:pt x="0" y="64513"/>
                    <a:pt x="0" y="64513"/>
                  </a:cubicBezTo>
                  <a:lnTo>
                    <a:pt x="6582" y="70704"/>
                  </a:lnTo>
                  <a:cubicBezTo>
                    <a:pt x="9115" y="71161"/>
                    <a:pt x="10192" y="73076"/>
                    <a:pt x="13135" y="73123"/>
                  </a:cubicBezTo>
                  <a:cubicBezTo>
                    <a:pt x="13888" y="75533"/>
                    <a:pt x="16574" y="76210"/>
                    <a:pt x="16659" y="77819"/>
                  </a:cubicBezTo>
                  <a:cubicBezTo>
                    <a:pt x="16821" y="80829"/>
                    <a:pt x="20060" y="79067"/>
                    <a:pt x="20184" y="81334"/>
                  </a:cubicBezTo>
                  <a:cubicBezTo>
                    <a:pt x="20260" y="82677"/>
                    <a:pt x="20660" y="81905"/>
                    <a:pt x="21355" y="82506"/>
                  </a:cubicBezTo>
                  <a:cubicBezTo>
                    <a:pt x="24079" y="84868"/>
                    <a:pt x="26832" y="87744"/>
                    <a:pt x="28403" y="89554"/>
                  </a:cubicBezTo>
                  <a:cubicBezTo>
                    <a:pt x="28775" y="89973"/>
                    <a:pt x="30728" y="91459"/>
                    <a:pt x="30747" y="91897"/>
                  </a:cubicBezTo>
                  <a:cubicBezTo>
                    <a:pt x="30842" y="93574"/>
                    <a:pt x="32156" y="92307"/>
                    <a:pt x="33090" y="93069"/>
                  </a:cubicBezTo>
                  <a:cubicBezTo>
                    <a:pt x="33480" y="93393"/>
                    <a:pt x="32709" y="95098"/>
                    <a:pt x="33090" y="95421"/>
                  </a:cubicBezTo>
                  <a:cubicBezTo>
                    <a:pt x="34452" y="96593"/>
                    <a:pt x="36128" y="96841"/>
                    <a:pt x="37786" y="97774"/>
                  </a:cubicBezTo>
                  <a:cubicBezTo>
                    <a:pt x="37948" y="97860"/>
                    <a:pt x="37652" y="98793"/>
                    <a:pt x="37786" y="98946"/>
                  </a:cubicBezTo>
                  <a:cubicBezTo>
                    <a:pt x="37862" y="99041"/>
                    <a:pt x="41348" y="100127"/>
                    <a:pt x="41300" y="100117"/>
                  </a:cubicBezTo>
                  <a:cubicBezTo>
                    <a:pt x="45120" y="101060"/>
                    <a:pt x="44815" y="97955"/>
                    <a:pt x="48349" y="98946"/>
                  </a:cubicBezTo>
                  <a:cubicBezTo>
                    <a:pt x="52092" y="95240"/>
                    <a:pt x="52226" y="89573"/>
                    <a:pt x="54216" y="84849"/>
                  </a:cubicBezTo>
                  <a:cubicBezTo>
                    <a:pt x="54273" y="84715"/>
                    <a:pt x="55264" y="84953"/>
                    <a:pt x="55388" y="84849"/>
                  </a:cubicBezTo>
                  <a:cubicBezTo>
                    <a:pt x="55731" y="84572"/>
                    <a:pt x="55188" y="82925"/>
                    <a:pt x="55388" y="82496"/>
                  </a:cubicBezTo>
                  <a:cubicBezTo>
                    <a:pt x="55455" y="82353"/>
                    <a:pt x="56417" y="82610"/>
                    <a:pt x="56559" y="82496"/>
                  </a:cubicBezTo>
                  <a:cubicBezTo>
                    <a:pt x="56864" y="82248"/>
                    <a:pt x="56426" y="80553"/>
                    <a:pt x="56559" y="80153"/>
                  </a:cubicBezTo>
                  <a:cubicBezTo>
                    <a:pt x="57617" y="76914"/>
                    <a:pt x="58112" y="74924"/>
                    <a:pt x="58903" y="74276"/>
                  </a:cubicBezTo>
                  <a:cubicBezTo>
                    <a:pt x="59141" y="74085"/>
                    <a:pt x="58855" y="72276"/>
                    <a:pt x="58903" y="71923"/>
                  </a:cubicBezTo>
                  <a:cubicBezTo>
                    <a:pt x="59141" y="69999"/>
                    <a:pt x="58931" y="69342"/>
                    <a:pt x="60074" y="68409"/>
                  </a:cubicBezTo>
                  <a:cubicBezTo>
                    <a:pt x="60417" y="68123"/>
                    <a:pt x="59865" y="66484"/>
                    <a:pt x="60074" y="66056"/>
                  </a:cubicBezTo>
                  <a:cubicBezTo>
                    <a:pt x="60141" y="65913"/>
                    <a:pt x="61112" y="66170"/>
                    <a:pt x="61246" y="66056"/>
                  </a:cubicBezTo>
                  <a:cubicBezTo>
                    <a:pt x="61532" y="65827"/>
                    <a:pt x="61141" y="64094"/>
                    <a:pt x="61246" y="63703"/>
                  </a:cubicBezTo>
                  <a:cubicBezTo>
                    <a:pt x="62836" y="58017"/>
                    <a:pt x="61798" y="53807"/>
                    <a:pt x="62455" y="47292"/>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1" id="21"/>
            <p:cNvSpPr/>
            <p:nvPr/>
          </p:nvSpPr>
          <p:spPr>
            <a:xfrm>
              <a:off x="7581180" y="3059915"/>
              <a:ext cx="837118" cy="756961"/>
            </a:xfrm>
            <a:custGeom>
              <a:avLst/>
              <a:gdLst/>
              <a:ahLst/>
              <a:cxnLst/>
              <a:rect r="r" b="b" t="t" l="l"/>
              <a:pathLst>
                <a:path w="289264" h="261566" stroke="true" fill="norm" extrusionOk="true">
                  <a:moveTo>
                    <a:pt x="288607" y="221904"/>
                  </a:moveTo>
                  <a:cubicBezTo>
                    <a:pt x="286760" y="214522"/>
                    <a:pt x="287198" y="205245"/>
                    <a:pt x="286255" y="197244"/>
                  </a:cubicBezTo>
                  <a:cubicBezTo>
                    <a:pt x="286007" y="195091"/>
                    <a:pt x="287436" y="192929"/>
                    <a:pt x="285093" y="191376"/>
                  </a:cubicBezTo>
                  <a:cubicBezTo>
                    <a:pt x="285588" y="189138"/>
                    <a:pt x="287617" y="188424"/>
                    <a:pt x="287436" y="185509"/>
                  </a:cubicBezTo>
                  <a:cubicBezTo>
                    <a:pt x="286321" y="185261"/>
                    <a:pt x="286340" y="184509"/>
                    <a:pt x="286264" y="183156"/>
                  </a:cubicBezTo>
                  <a:cubicBezTo>
                    <a:pt x="286150" y="180927"/>
                    <a:pt x="282102" y="179804"/>
                    <a:pt x="283921" y="176117"/>
                  </a:cubicBezTo>
                  <a:cubicBezTo>
                    <a:pt x="281302" y="172688"/>
                    <a:pt x="277187" y="170755"/>
                    <a:pt x="275701" y="166726"/>
                  </a:cubicBezTo>
                  <a:cubicBezTo>
                    <a:pt x="275472" y="166107"/>
                    <a:pt x="275491" y="165287"/>
                    <a:pt x="275558" y="164440"/>
                  </a:cubicBezTo>
                  <a:cubicBezTo>
                    <a:pt x="272586" y="161935"/>
                    <a:pt x="269776" y="159258"/>
                    <a:pt x="267033" y="156505"/>
                  </a:cubicBezTo>
                  <a:cubicBezTo>
                    <a:pt x="266595" y="156077"/>
                    <a:pt x="266433" y="155601"/>
                    <a:pt x="266376" y="155124"/>
                  </a:cubicBezTo>
                  <a:cubicBezTo>
                    <a:pt x="265119" y="153934"/>
                    <a:pt x="263880" y="152714"/>
                    <a:pt x="262785" y="151457"/>
                  </a:cubicBezTo>
                  <a:cubicBezTo>
                    <a:pt x="262118" y="150705"/>
                    <a:pt x="259337" y="148133"/>
                    <a:pt x="259261" y="146761"/>
                  </a:cubicBezTo>
                  <a:cubicBezTo>
                    <a:pt x="259175" y="145171"/>
                    <a:pt x="257613" y="146409"/>
                    <a:pt x="256908" y="145590"/>
                  </a:cubicBezTo>
                  <a:cubicBezTo>
                    <a:pt x="256575" y="145190"/>
                    <a:pt x="257308" y="143561"/>
                    <a:pt x="256908" y="143237"/>
                  </a:cubicBezTo>
                  <a:cubicBezTo>
                    <a:pt x="254127" y="140961"/>
                    <a:pt x="249574" y="136303"/>
                    <a:pt x="247516" y="131493"/>
                  </a:cubicBezTo>
                  <a:cubicBezTo>
                    <a:pt x="246250" y="131169"/>
                    <a:pt x="245154" y="130674"/>
                    <a:pt x="244106" y="130102"/>
                  </a:cubicBezTo>
                  <a:lnTo>
                    <a:pt x="144837" y="53997"/>
                  </a:lnTo>
                  <a:lnTo>
                    <a:pt x="139293" y="43767"/>
                  </a:lnTo>
                  <a:lnTo>
                    <a:pt x="140741" y="36138"/>
                  </a:lnTo>
                  <a:lnTo>
                    <a:pt x="131254" y="19107"/>
                  </a:lnTo>
                  <a:lnTo>
                    <a:pt x="127759" y="17602"/>
                  </a:lnTo>
                  <a:cubicBezTo>
                    <a:pt x="127854" y="14107"/>
                    <a:pt x="123577" y="14726"/>
                    <a:pt x="121882" y="14078"/>
                  </a:cubicBezTo>
                  <a:cubicBezTo>
                    <a:pt x="121396" y="13897"/>
                    <a:pt x="121805" y="13183"/>
                    <a:pt x="120710" y="12906"/>
                  </a:cubicBezTo>
                  <a:cubicBezTo>
                    <a:pt x="117224" y="12040"/>
                    <a:pt x="116510" y="12611"/>
                    <a:pt x="113671" y="11735"/>
                  </a:cubicBezTo>
                  <a:cubicBezTo>
                    <a:pt x="113223" y="11601"/>
                    <a:pt x="111947" y="9582"/>
                    <a:pt x="111318" y="9392"/>
                  </a:cubicBezTo>
                  <a:cubicBezTo>
                    <a:pt x="109890" y="8954"/>
                    <a:pt x="108080" y="9763"/>
                    <a:pt x="106623" y="9392"/>
                  </a:cubicBezTo>
                  <a:cubicBezTo>
                    <a:pt x="104003" y="8715"/>
                    <a:pt x="101146" y="7439"/>
                    <a:pt x="98403" y="7039"/>
                  </a:cubicBezTo>
                  <a:cubicBezTo>
                    <a:pt x="96526" y="6763"/>
                    <a:pt x="94364" y="7496"/>
                    <a:pt x="92526" y="7039"/>
                  </a:cubicBezTo>
                  <a:cubicBezTo>
                    <a:pt x="92202" y="6953"/>
                    <a:pt x="90878" y="5848"/>
                    <a:pt x="91354" y="5868"/>
                  </a:cubicBezTo>
                  <a:cubicBezTo>
                    <a:pt x="90259" y="5820"/>
                    <a:pt x="90440" y="6991"/>
                    <a:pt x="90183" y="7039"/>
                  </a:cubicBezTo>
                  <a:cubicBezTo>
                    <a:pt x="89468" y="7182"/>
                    <a:pt x="88649" y="5934"/>
                    <a:pt x="89011" y="5868"/>
                  </a:cubicBezTo>
                  <a:cubicBezTo>
                    <a:pt x="87554" y="6125"/>
                    <a:pt x="87354" y="7239"/>
                    <a:pt x="85487" y="7039"/>
                  </a:cubicBezTo>
                  <a:cubicBezTo>
                    <a:pt x="85582" y="7049"/>
                    <a:pt x="84953" y="6029"/>
                    <a:pt x="84315" y="5868"/>
                  </a:cubicBezTo>
                  <a:cubicBezTo>
                    <a:pt x="83610" y="5686"/>
                    <a:pt x="82705" y="5925"/>
                    <a:pt x="81962" y="5868"/>
                  </a:cubicBezTo>
                  <a:cubicBezTo>
                    <a:pt x="78314" y="5610"/>
                    <a:pt x="77467" y="5039"/>
                    <a:pt x="76095" y="4696"/>
                  </a:cubicBezTo>
                  <a:cubicBezTo>
                    <a:pt x="75362" y="4515"/>
                    <a:pt x="74485" y="4867"/>
                    <a:pt x="73742" y="4696"/>
                  </a:cubicBezTo>
                  <a:cubicBezTo>
                    <a:pt x="62341" y="2134"/>
                    <a:pt x="49901" y="943"/>
                    <a:pt x="36176" y="0"/>
                  </a:cubicBezTo>
                  <a:cubicBezTo>
                    <a:pt x="34671" y="67"/>
                    <a:pt x="34585" y="1534"/>
                    <a:pt x="33823" y="2343"/>
                  </a:cubicBezTo>
                  <a:cubicBezTo>
                    <a:pt x="33042" y="3181"/>
                    <a:pt x="32356" y="3972"/>
                    <a:pt x="31480" y="4696"/>
                  </a:cubicBezTo>
                  <a:cubicBezTo>
                    <a:pt x="28156" y="4896"/>
                    <a:pt x="26584" y="6849"/>
                    <a:pt x="23260" y="7049"/>
                  </a:cubicBezTo>
                  <a:cubicBezTo>
                    <a:pt x="21650" y="8887"/>
                    <a:pt x="22746" y="11287"/>
                    <a:pt x="20917" y="11744"/>
                  </a:cubicBezTo>
                  <a:cubicBezTo>
                    <a:pt x="17107" y="12697"/>
                    <a:pt x="18726" y="13726"/>
                    <a:pt x="17393" y="16440"/>
                  </a:cubicBezTo>
                  <a:cubicBezTo>
                    <a:pt x="17335" y="16555"/>
                    <a:pt x="16478" y="17202"/>
                    <a:pt x="16221" y="17612"/>
                  </a:cubicBezTo>
                  <a:cubicBezTo>
                    <a:pt x="15383" y="18926"/>
                    <a:pt x="14687" y="19850"/>
                    <a:pt x="13868" y="21126"/>
                  </a:cubicBezTo>
                  <a:cubicBezTo>
                    <a:pt x="12278" y="23632"/>
                    <a:pt x="10925" y="27918"/>
                    <a:pt x="10353" y="29356"/>
                  </a:cubicBezTo>
                  <a:cubicBezTo>
                    <a:pt x="9410" y="31699"/>
                    <a:pt x="8582" y="34643"/>
                    <a:pt x="8001" y="36395"/>
                  </a:cubicBezTo>
                  <a:cubicBezTo>
                    <a:pt x="7382" y="38272"/>
                    <a:pt x="7286" y="39824"/>
                    <a:pt x="6829" y="41081"/>
                  </a:cubicBezTo>
                  <a:cubicBezTo>
                    <a:pt x="5743" y="44091"/>
                    <a:pt x="4810" y="46139"/>
                    <a:pt x="4477" y="49311"/>
                  </a:cubicBezTo>
                  <a:cubicBezTo>
                    <a:pt x="3924" y="54626"/>
                    <a:pt x="2734" y="61179"/>
                    <a:pt x="2133" y="65742"/>
                  </a:cubicBezTo>
                  <a:cubicBezTo>
                    <a:pt x="1914" y="67380"/>
                    <a:pt x="1143" y="68199"/>
                    <a:pt x="962" y="69266"/>
                  </a:cubicBezTo>
                  <a:cubicBezTo>
                    <a:pt x="-238" y="76114"/>
                    <a:pt x="-400" y="84706"/>
                    <a:pt x="962" y="89230"/>
                  </a:cubicBezTo>
                  <a:cubicBezTo>
                    <a:pt x="1257" y="90202"/>
                    <a:pt x="914" y="91726"/>
                    <a:pt x="962" y="92745"/>
                  </a:cubicBezTo>
                  <a:cubicBezTo>
                    <a:pt x="1629" y="106594"/>
                    <a:pt x="6439" y="114624"/>
                    <a:pt x="10363" y="124444"/>
                  </a:cubicBezTo>
                  <a:cubicBezTo>
                    <a:pt x="10677" y="126863"/>
                    <a:pt x="15564" y="124720"/>
                    <a:pt x="15059" y="127969"/>
                  </a:cubicBezTo>
                  <a:cubicBezTo>
                    <a:pt x="14926" y="131093"/>
                    <a:pt x="17516" y="132683"/>
                    <a:pt x="18583" y="135007"/>
                  </a:cubicBezTo>
                  <a:cubicBezTo>
                    <a:pt x="19945" y="137989"/>
                    <a:pt x="21803" y="143218"/>
                    <a:pt x="22107" y="144399"/>
                  </a:cubicBezTo>
                  <a:cubicBezTo>
                    <a:pt x="22993" y="147942"/>
                    <a:pt x="22717" y="148438"/>
                    <a:pt x="23279" y="151438"/>
                  </a:cubicBezTo>
                  <a:cubicBezTo>
                    <a:pt x="23860" y="154534"/>
                    <a:pt x="23965" y="157439"/>
                    <a:pt x="24451" y="160830"/>
                  </a:cubicBezTo>
                  <a:cubicBezTo>
                    <a:pt x="25355" y="167069"/>
                    <a:pt x="26536" y="172164"/>
                    <a:pt x="26803" y="177270"/>
                  </a:cubicBezTo>
                  <a:cubicBezTo>
                    <a:pt x="26851" y="178241"/>
                    <a:pt x="27937" y="178260"/>
                    <a:pt x="27975" y="178432"/>
                  </a:cubicBezTo>
                  <a:cubicBezTo>
                    <a:pt x="28908" y="183080"/>
                    <a:pt x="29908" y="188519"/>
                    <a:pt x="30318" y="191348"/>
                  </a:cubicBezTo>
                  <a:cubicBezTo>
                    <a:pt x="30604" y="193262"/>
                    <a:pt x="29975" y="195320"/>
                    <a:pt x="30318" y="197215"/>
                  </a:cubicBezTo>
                  <a:cubicBezTo>
                    <a:pt x="30785" y="199787"/>
                    <a:pt x="32118" y="202825"/>
                    <a:pt x="32661" y="205445"/>
                  </a:cubicBezTo>
                  <a:cubicBezTo>
                    <a:pt x="33575" y="209769"/>
                    <a:pt x="34604" y="215522"/>
                    <a:pt x="35014" y="217180"/>
                  </a:cubicBezTo>
                  <a:cubicBezTo>
                    <a:pt x="35852" y="220532"/>
                    <a:pt x="37033" y="229114"/>
                    <a:pt x="35900" y="233067"/>
                  </a:cubicBezTo>
                  <a:cubicBezTo>
                    <a:pt x="36261" y="233448"/>
                    <a:pt x="36519" y="233963"/>
                    <a:pt x="36500" y="234668"/>
                  </a:cubicBezTo>
                  <a:cubicBezTo>
                    <a:pt x="36490" y="235468"/>
                    <a:pt x="36528" y="236315"/>
                    <a:pt x="36623" y="237144"/>
                  </a:cubicBezTo>
                  <a:lnTo>
                    <a:pt x="36595" y="237144"/>
                  </a:lnTo>
                  <a:lnTo>
                    <a:pt x="36671" y="237487"/>
                  </a:lnTo>
                  <a:cubicBezTo>
                    <a:pt x="36738" y="237963"/>
                    <a:pt x="36842" y="238420"/>
                    <a:pt x="36995" y="238859"/>
                  </a:cubicBezTo>
                  <a:lnTo>
                    <a:pt x="39862" y="251241"/>
                  </a:lnTo>
                  <a:lnTo>
                    <a:pt x="72590" y="258270"/>
                  </a:lnTo>
                  <a:lnTo>
                    <a:pt x="140456" y="261566"/>
                  </a:lnTo>
                  <a:lnTo>
                    <a:pt x="167802" y="257185"/>
                  </a:lnTo>
                  <a:lnTo>
                    <a:pt x="213512" y="247698"/>
                  </a:lnTo>
                  <a:lnTo>
                    <a:pt x="269462" y="238668"/>
                  </a:lnTo>
                  <a:lnTo>
                    <a:pt x="289265" y="233553"/>
                  </a:lnTo>
                  <a:lnTo>
                    <a:pt x="289265" y="225114"/>
                  </a:lnTo>
                  <a:cubicBezTo>
                    <a:pt x="289093" y="223771"/>
                    <a:pt x="288788" y="222609"/>
                    <a:pt x="288607" y="221904"/>
                  </a:cubicBezTo>
                  <a:close/>
                </a:path>
              </a:pathLst>
            </a:custGeom>
            <a:solidFill>
              <a:srgbClr val="806932"/>
            </a:solidFill>
            <a:ln cap="flat">
              <a:noFill/>
              <a:prstDash val="solid"/>
              <a:miter lim="800000"/>
            </a:ln>
          </p:spPr>
          <p:txBody>
            <a:bodyPr vert="horz" anchor="ctr" tIns="45720" lIns="91440" bIns="45720" rIns="91440"/>
            <a:p>
              <a:pPr algn="l" marL="0"/>
            </a:p>
          </p:txBody>
        </p:sp>
        <p:sp>
          <p:nvSpPr>
            <p:cNvPr name="Freeform 22" id="22"/>
            <p:cNvSpPr/>
            <p:nvPr/>
          </p:nvSpPr>
          <p:spPr>
            <a:xfrm>
              <a:off x="8139838" y="3663890"/>
              <a:ext cx="27921" cy="121946"/>
            </a:xfrm>
            <a:custGeom>
              <a:avLst/>
              <a:gdLst/>
              <a:ahLst/>
              <a:cxnLst/>
              <a:rect r="r" b="b" t="t" l="l"/>
              <a:pathLst>
                <a:path w="9648" h="42138" stroke="true" fill="norm" extrusionOk="true">
                  <a:moveTo>
                    <a:pt x="9649" y="38605"/>
                  </a:moveTo>
                  <a:cubicBezTo>
                    <a:pt x="9154" y="24489"/>
                    <a:pt x="7153" y="12697"/>
                    <a:pt x="5725" y="0"/>
                  </a:cubicBezTo>
                  <a:cubicBezTo>
                    <a:pt x="3972" y="1733"/>
                    <a:pt x="2029" y="2943"/>
                    <a:pt x="28" y="4086"/>
                  </a:cubicBezTo>
                  <a:cubicBezTo>
                    <a:pt x="19" y="4086"/>
                    <a:pt x="9" y="4086"/>
                    <a:pt x="0" y="4086"/>
                  </a:cubicBezTo>
                  <a:cubicBezTo>
                    <a:pt x="143" y="5686"/>
                    <a:pt x="267" y="7306"/>
                    <a:pt x="467" y="8934"/>
                  </a:cubicBezTo>
                  <a:cubicBezTo>
                    <a:pt x="1553" y="17936"/>
                    <a:pt x="2400" y="30556"/>
                    <a:pt x="3391" y="42139"/>
                  </a:cubicBezTo>
                  <a:cubicBezTo>
                    <a:pt x="3477" y="42081"/>
                    <a:pt x="3524" y="41986"/>
                    <a:pt x="3620" y="41939"/>
                  </a:cubicBezTo>
                  <a:cubicBezTo>
                    <a:pt x="5534" y="40938"/>
                    <a:pt x="7992" y="40786"/>
                    <a:pt x="9573" y="38681"/>
                  </a:cubicBezTo>
                  <a:cubicBezTo>
                    <a:pt x="9592" y="38643"/>
                    <a:pt x="9620" y="38643"/>
                    <a:pt x="9649" y="38605"/>
                  </a:cubicBezTo>
                  <a:close/>
                </a:path>
              </a:pathLst>
            </a:custGeom>
            <a:solidFill>
              <a:srgbClr val="9A7F45"/>
            </a:solidFill>
            <a:ln cap="flat">
              <a:noFill/>
              <a:prstDash val="solid"/>
              <a:miter lim="800000"/>
            </a:ln>
          </p:spPr>
          <p:txBody>
            <a:bodyPr vert="horz" anchor="ctr" tIns="45720" lIns="91440" bIns="45720" rIns="91440"/>
            <a:p>
              <a:pPr algn="l" marL="0"/>
            </a:p>
          </p:txBody>
        </p:sp>
        <p:sp>
          <p:nvSpPr>
            <p:cNvPr name="Freeform 23" id="23"/>
            <p:cNvSpPr/>
            <p:nvPr/>
          </p:nvSpPr>
          <p:spPr>
            <a:xfrm>
              <a:off x="7770285" y="3596327"/>
              <a:ext cx="303588" cy="323620"/>
            </a:xfrm>
            <a:custGeom>
              <a:avLst/>
              <a:gdLst/>
              <a:ahLst/>
              <a:cxnLst/>
              <a:rect r="r" b="b" t="t" l="l"/>
              <a:pathLst>
                <a:path w="104904" h="111826" stroke="true" fill="norm" extrusionOk="true">
                  <a:moveTo>
                    <a:pt x="95075" y="28242"/>
                  </a:moveTo>
                  <a:lnTo>
                    <a:pt x="76730" y="13868"/>
                  </a:lnTo>
                  <a:lnTo>
                    <a:pt x="67462" y="8458"/>
                  </a:lnTo>
                  <a:lnTo>
                    <a:pt x="57271" y="6925"/>
                  </a:lnTo>
                  <a:lnTo>
                    <a:pt x="49460" y="3772"/>
                  </a:lnTo>
                  <a:lnTo>
                    <a:pt x="35353" y="0"/>
                  </a:lnTo>
                  <a:lnTo>
                    <a:pt x="33029" y="1162"/>
                  </a:lnTo>
                  <a:lnTo>
                    <a:pt x="29648" y="5315"/>
                  </a:lnTo>
                  <a:cubicBezTo>
                    <a:pt x="27695" y="7487"/>
                    <a:pt x="25733" y="9630"/>
                    <a:pt x="24028" y="12049"/>
                  </a:cubicBezTo>
                  <a:lnTo>
                    <a:pt x="23942" y="12144"/>
                  </a:lnTo>
                  <a:lnTo>
                    <a:pt x="23962" y="12154"/>
                  </a:lnTo>
                  <a:cubicBezTo>
                    <a:pt x="22352" y="14468"/>
                    <a:pt x="20980" y="17021"/>
                    <a:pt x="20142" y="20107"/>
                  </a:cubicBezTo>
                  <a:cubicBezTo>
                    <a:pt x="17466" y="20145"/>
                    <a:pt x="16599" y="23289"/>
                    <a:pt x="14275" y="25975"/>
                  </a:cubicBezTo>
                  <a:cubicBezTo>
                    <a:pt x="9569" y="31385"/>
                    <a:pt x="-1575" y="39776"/>
                    <a:pt x="187" y="47111"/>
                  </a:cubicBezTo>
                  <a:cubicBezTo>
                    <a:pt x="187" y="47111"/>
                    <a:pt x="1044" y="53759"/>
                    <a:pt x="7779" y="53692"/>
                  </a:cubicBezTo>
                  <a:cubicBezTo>
                    <a:pt x="8941" y="53978"/>
                    <a:pt x="10284" y="54073"/>
                    <a:pt x="11922" y="54150"/>
                  </a:cubicBezTo>
                  <a:cubicBezTo>
                    <a:pt x="14265" y="54264"/>
                    <a:pt x="17466" y="51540"/>
                    <a:pt x="20142" y="54150"/>
                  </a:cubicBezTo>
                  <a:cubicBezTo>
                    <a:pt x="19761" y="60008"/>
                    <a:pt x="14246" y="63637"/>
                    <a:pt x="13094" y="70580"/>
                  </a:cubicBezTo>
                  <a:cubicBezTo>
                    <a:pt x="12046" y="76991"/>
                    <a:pt x="13846" y="84068"/>
                    <a:pt x="14265" y="91716"/>
                  </a:cubicBezTo>
                  <a:cubicBezTo>
                    <a:pt x="14751" y="92516"/>
                    <a:pt x="14532" y="92983"/>
                    <a:pt x="14084" y="93288"/>
                  </a:cubicBezTo>
                  <a:cubicBezTo>
                    <a:pt x="14570" y="93697"/>
                    <a:pt x="15027" y="94136"/>
                    <a:pt x="15389" y="94717"/>
                  </a:cubicBezTo>
                  <a:cubicBezTo>
                    <a:pt x="15818" y="95383"/>
                    <a:pt x="16180" y="96107"/>
                    <a:pt x="16580" y="96793"/>
                  </a:cubicBezTo>
                  <a:cubicBezTo>
                    <a:pt x="16589" y="96669"/>
                    <a:pt x="16589" y="96545"/>
                    <a:pt x="16608" y="96422"/>
                  </a:cubicBezTo>
                  <a:cubicBezTo>
                    <a:pt x="19523" y="97460"/>
                    <a:pt x="19828" y="101375"/>
                    <a:pt x="21304" y="103461"/>
                  </a:cubicBezTo>
                  <a:cubicBezTo>
                    <a:pt x="21599" y="103880"/>
                    <a:pt x="23238" y="104289"/>
                    <a:pt x="23657" y="104632"/>
                  </a:cubicBezTo>
                  <a:cubicBezTo>
                    <a:pt x="24047" y="104956"/>
                    <a:pt x="23333" y="106575"/>
                    <a:pt x="23657" y="106985"/>
                  </a:cubicBezTo>
                  <a:cubicBezTo>
                    <a:pt x="24286" y="107785"/>
                    <a:pt x="27238" y="108633"/>
                    <a:pt x="27181" y="110500"/>
                  </a:cubicBezTo>
                  <a:cubicBezTo>
                    <a:pt x="34239" y="110652"/>
                    <a:pt x="40021" y="112338"/>
                    <a:pt x="45964" y="111671"/>
                  </a:cubicBezTo>
                  <a:cubicBezTo>
                    <a:pt x="47717" y="111481"/>
                    <a:pt x="51213" y="110080"/>
                    <a:pt x="51832" y="109328"/>
                  </a:cubicBezTo>
                  <a:cubicBezTo>
                    <a:pt x="52717" y="108252"/>
                    <a:pt x="56861" y="108556"/>
                    <a:pt x="57709" y="108156"/>
                  </a:cubicBezTo>
                  <a:cubicBezTo>
                    <a:pt x="60376" y="106861"/>
                    <a:pt x="61909" y="104480"/>
                    <a:pt x="63576" y="103461"/>
                  </a:cubicBezTo>
                  <a:cubicBezTo>
                    <a:pt x="65671" y="102184"/>
                    <a:pt x="67567" y="100041"/>
                    <a:pt x="69444" y="99936"/>
                  </a:cubicBezTo>
                  <a:cubicBezTo>
                    <a:pt x="70615" y="99879"/>
                    <a:pt x="72110" y="98241"/>
                    <a:pt x="72968" y="97593"/>
                  </a:cubicBezTo>
                  <a:cubicBezTo>
                    <a:pt x="73949" y="96841"/>
                    <a:pt x="74368" y="95964"/>
                    <a:pt x="75320" y="95240"/>
                  </a:cubicBezTo>
                  <a:cubicBezTo>
                    <a:pt x="81464" y="90507"/>
                    <a:pt x="87027" y="84954"/>
                    <a:pt x="91389" y="80353"/>
                  </a:cubicBezTo>
                  <a:cubicBezTo>
                    <a:pt x="91456" y="79696"/>
                    <a:pt x="91770" y="79048"/>
                    <a:pt x="92503" y="78591"/>
                  </a:cubicBezTo>
                  <a:cubicBezTo>
                    <a:pt x="94809" y="77153"/>
                    <a:pt x="95913" y="74752"/>
                    <a:pt x="96933" y="72314"/>
                  </a:cubicBezTo>
                  <a:cubicBezTo>
                    <a:pt x="95818" y="70104"/>
                    <a:pt x="98057" y="63036"/>
                    <a:pt x="98800" y="61179"/>
                  </a:cubicBezTo>
                  <a:cubicBezTo>
                    <a:pt x="99266" y="60017"/>
                    <a:pt x="99562" y="59303"/>
                    <a:pt x="99971" y="57664"/>
                  </a:cubicBezTo>
                  <a:cubicBezTo>
                    <a:pt x="100190" y="56788"/>
                    <a:pt x="101876" y="53931"/>
                    <a:pt x="102324" y="51787"/>
                  </a:cubicBezTo>
                  <a:cubicBezTo>
                    <a:pt x="102552" y="50702"/>
                    <a:pt x="102000" y="49340"/>
                    <a:pt x="102324" y="48273"/>
                  </a:cubicBezTo>
                  <a:cubicBezTo>
                    <a:pt x="102486" y="47730"/>
                    <a:pt x="104981" y="46149"/>
                    <a:pt x="104896" y="43605"/>
                  </a:cubicBezTo>
                  <a:lnTo>
                    <a:pt x="104905" y="43605"/>
                  </a:lnTo>
                  <a:lnTo>
                    <a:pt x="104905" y="43567"/>
                  </a:lnTo>
                  <a:cubicBezTo>
                    <a:pt x="104905" y="43558"/>
                    <a:pt x="104905" y="43558"/>
                    <a:pt x="104905" y="43548"/>
                  </a:cubicBezTo>
                  <a:lnTo>
                    <a:pt x="104905" y="37081"/>
                  </a:lnTo>
                  <a:lnTo>
                    <a:pt x="95075" y="28242"/>
                  </a:ln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24" id="24"/>
            <p:cNvSpPr/>
            <p:nvPr/>
          </p:nvSpPr>
          <p:spPr>
            <a:xfrm>
              <a:off x="7121920" y="3887112"/>
              <a:ext cx="271685" cy="290796"/>
            </a:xfrm>
            <a:custGeom>
              <a:avLst/>
              <a:gdLst/>
              <a:ahLst/>
              <a:cxnLst/>
              <a:rect r="r" b="b" t="t" l="l"/>
              <a:pathLst>
                <a:path w="93880" h="100484" stroke="true" fill="norm" extrusionOk="true">
                  <a:moveTo>
                    <a:pt x="89212" y="65218"/>
                  </a:moveTo>
                  <a:cubicBezTo>
                    <a:pt x="89840" y="64456"/>
                    <a:pt x="91031" y="63751"/>
                    <a:pt x="91564" y="62865"/>
                  </a:cubicBezTo>
                  <a:cubicBezTo>
                    <a:pt x="95031" y="57112"/>
                    <a:pt x="94250" y="52816"/>
                    <a:pt x="91564" y="47606"/>
                  </a:cubicBezTo>
                  <a:cubicBezTo>
                    <a:pt x="91231" y="46958"/>
                    <a:pt x="89602" y="45996"/>
                    <a:pt x="89212" y="45253"/>
                  </a:cubicBezTo>
                  <a:cubicBezTo>
                    <a:pt x="88364" y="43596"/>
                    <a:pt x="88783" y="42215"/>
                    <a:pt x="88040" y="40558"/>
                  </a:cubicBezTo>
                  <a:cubicBezTo>
                    <a:pt x="87773" y="39967"/>
                    <a:pt x="86011" y="38929"/>
                    <a:pt x="85697" y="38214"/>
                  </a:cubicBezTo>
                  <a:cubicBezTo>
                    <a:pt x="84563" y="35614"/>
                    <a:pt x="84906" y="32690"/>
                    <a:pt x="84525" y="31166"/>
                  </a:cubicBezTo>
                  <a:cubicBezTo>
                    <a:pt x="84306" y="30299"/>
                    <a:pt x="83449" y="30261"/>
                    <a:pt x="83354" y="29994"/>
                  </a:cubicBezTo>
                  <a:cubicBezTo>
                    <a:pt x="81915" y="25927"/>
                    <a:pt x="82630" y="21412"/>
                    <a:pt x="82182" y="17088"/>
                  </a:cubicBezTo>
                  <a:cubicBezTo>
                    <a:pt x="81906" y="14459"/>
                    <a:pt x="81068" y="12440"/>
                    <a:pt x="80458" y="10411"/>
                  </a:cubicBezTo>
                  <a:lnTo>
                    <a:pt x="79858" y="3743"/>
                  </a:lnTo>
                  <a:lnTo>
                    <a:pt x="61208" y="0"/>
                  </a:lnTo>
                  <a:lnTo>
                    <a:pt x="37129" y="381"/>
                  </a:lnTo>
                  <a:lnTo>
                    <a:pt x="13974" y="0"/>
                  </a:lnTo>
                  <a:lnTo>
                    <a:pt x="6173" y="2905"/>
                  </a:lnTo>
                  <a:lnTo>
                    <a:pt x="3515" y="4172"/>
                  </a:lnTo>
                  <a:lnTo>
                    <a:pt x="2296" y="9011"/>
                  </a:lnTo>
                  <a:cubicBezTo>
                    <a:pt x="1620" y="10096"/>
                    <a:pt x="962" y="11078"/>
                    <a:pt x="1172" y="12392"/>
                  </a:cubicBezTo>
                  <a:cubicBezTo>
                    <a:pt x="1296" y="13154"/>
                    <a:pt x="2601" y="12897"/>
                    <a:pt x="2343" y="14745"/>
                  </a:cubicBezTo>
                  <a:cubicBezTo>
                    <a:pt x="2334" y="14811"/>
                    <a:pt x="1248" y="14678"/>
                    <a:pt x="1172" y="14745"/>
                  </a:cubicBezTo>
                  <a:cubicBezTo>
                    <a:pt x="934" y="14945"/>
                    <a:pt x="1220" y="16745"/>
                    <a:pt x="1172" y="17097"/>
                  </a:cubicBezTo>
                  <a:cubicBezTo>
                    <a:pt x="781" y="20403"/>
                    <a:pt x="86" y="21755"/>
                    <a:pt x="0" y="22965"/>
                  </a:cubicBezTo>
                  <a:cubicBezTo>
                    <a:pt x="0" y="22879"/>
                    <a:pt x="1172" y="23260"/>
                    <a:pt x="1172" y="24136"/>
                  </a:cubicBezTo>
                  <a:cubicBezTo>
                    <a:pt x="1172" y="24879"/>
                    <a:pt x="0" y="25489"/>
                    <a:pt x="0" y="25308"/>
                  </a:cubicBezTo>
                  <a:cubicBezTo>
                    <a:pt x="-19" y="27080"/>
                    <a:pt x="972" y="27689"/>
                    <a:pt x="1172" y="28832"/>
                  </a:cubicBezTo>
                  <a:cubicBezTo>
                    <a:pt x="2067" y="33871"/>
                    <a:pt x="1048" y="38519"/>
                    <a:pt x="1172" y="42920"/>
                  </a:cubicBezTo>
                  <a:cubicBezTo>
                    <a:pt x="1248" y="45368"/>
                    <a:pt x="1362" y="47806"/>
                    <a:pt x="1458" y="50244"/>
                  </a:cubicBezTo>
                  <a:lnTo>
                    <a:pt x="1477" y="50244"/>
                  </a:lnTo>
                  <a:cubicBezTo>
                    <a:pt x="1477" y="50244"/>
                    <a:pt x="1943" y="60789"/>
                    <a:pt x="5963" y="65818"/>
                  </a:cubicBezTo>
                  <a:cubicBezTo>
                    <a:pt x="5963" y="65818"/>
                    <a:pt x="5934" y="65846"/>
                    <a:pt x="5925" y="65856"/>
                  </a:cubicBezTo>
                  <a:cubicBezTo>
                    <a:pt x="7296" y="67504"/>
                    <a:pt x="8668" y="69152"/>
                    <a:pt x="9973" y="70857"/>
                  </a:cubicBezTo>
                  <a:cubicBezTo>
                    <a:pt x="13335" y="75210"/>
                    <a:pt x="16526" y="79705"/>
                    <a:pt x="19955" y="84011"/>
                  </a:cubicBezTo>
                  <a:cubicBezTo>
                    <a:pt x="21355" y="86525"/>
                    <a:pt x="21222" y="90564"/>
                    <a:pt x="23480" y="92231"/>
                  </a:cubicBezTo>
                  <a:cubicBezTo>
                    <a:pt x="25337" y="92993"/>
                    <a:pt x="26661" y="94679"/>
                    <a:pt x="28585" y="95307"/>
                  </a:cubicBezTo>
                  <a:cubicBezTo>
                    <a:pt x="30728" y="96022"/>
                    <a:pt x="32338" y="97269"/>
                    <a:pt x="34576" y="97812"/>
                  </a:cubicBezTo>
                  <a:cubicBezTo>
                    <a:pt x="37491" y="98517"/>
                    <a:pt x="40501" y="98717"/>
                    <a:pt x="43444" y="99270"/>
                  </a:cubicBezTo>
                  <a:cubicBezTo>
                    <a:pt x="46663" y="99879"/>
                    <a:pt x="48864" y="100679"/>
                    <a:pt x="51664" y="100441"/>
                  </a:cubicBezTo>
                  <a:cubicBezTo>
                    <a:pt x="57627" y="99946"/>
                    <a:pt x="61913" y="96117"/>
                    <a:pt x="66923" y="94574"/>
                  </a:cubicBezTo>
                  <a:cubicBezTo>
                    <a:pt x="71181" y="92764"/>
                    <a:pt x="70447" y="88697"/>
                    <a:pt x="70447" y="88697"/>
                  </a:cubicBezTo>
                  <a:cubicBezTo>
                    <a:pt x="69571" y="84496"/>
                    <a:pt x="70819" y="78686"/>
                    <a:pt x="70447" y="72266"/>
                  </a:cubicBezTo>
                  <a:cubicBezTo>
                    <a:pt x="70228" y="68418"/>
                    <a:pt x="68428" y="64180"/>
                    <a:pt x="69276" y="60522"/>
                  </a:cubicBezTo>
                  <a:cubicBezTo>
                    <a:pt x="71676" y="61570"/>
                    <a:pt x="73905" y="63589"/>
                    <a:pt x="76343" y="65284"/>
                  </a:cubicBezTo>
                  <a:cubicBezTo>
                    <a:pt x="78601" y="66656"/>
                    <a:pt x="83220" y="68428"/>
                    <a:pt x="89212" y="65218"/>
                  </a:cubicBez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25" id="25"/>
            <p:cNvSpPr/>
            <p:nvPr/>
          </p:nvSpPr>
          <p:spPr>
            <a:xfrm>
              <a:off x="7417746" y="1904699"/>
              <a:ext cx="451677" cy="189033"/>
            </a:xfrm>
            <a:custGeom>
              <a:avLst/>
              <a:gdLst/>
              <a:ahLst/>
              <a:cxnLst/>
              <a:rect r="r" b="b" t="t" l="l"/>
              <a:pathLst>
                <a:path w="156076" h="65320" stroke="true" fill="norm" extrusionOk="true">
                  <a:moveTo>
                    <a:pt x="2200" y="63406"/>
                  </a:moveTo>
                  <a:cubicBezTo>
                    <a:pt x="4496" y="62044"/>
                    <a:pt x="6972" y="61177"/>
                    <a:pt x="9696" y="61101"/>
                  </a:cubicBezTo>
                  <a:cubicBezTo>
                    <a:pt x="10401" y="61082"/>
                    <a:pt x="10925" y="60796"/>
                    <a:pt x="11325" y="60406"/>
                  </a:cubicBezTo>
                  <a:cubicBezTo>
                    <a:pt x="15269" y="59310"/>
                    <a:pt x="19050" y="57158"/>
                    <a:pt x="21041" y="56367"/>
                  </a:cubicBezTo>
                  <a:cubicBezTo>
                    <a:pt x="22831" y="55653"/>
                    <a:pt x="23917" y="55643"/>
                    <a:pt x="25727" y="55196"/>
                  </a:cubicBezTo>
                  <a:cubicBezTo>
                    <a:pt x="27718" y="54700"/>
                    <a:pt x="30128" y="53291"/>
                    <a:pt x="31604" y="52843"/>
                  </a:cubicBezTo>
                  <a:cubicBezTo>
                    <a:pt x="41072" y="49995"/>
                    <a:pt x="48806" y="48633"/>
                    <a:pt x="57426" y="45804"/>
                  </a:cubicBezTo>
                  <a:cubicBezTo>
                    <a:pt x="62655" y="44090"/>
                    <a:pt x="68361" y="41232"/>
                    <a:pt x="73866" y="39927"/>
                  </a:cubicBezTo>
                  <a:cubicBezTo>
                    <a:pt x="75943" y="39441"/>
                    <a:pt x="78991" y="40260"/>
                    <a:pt x="80915" y="39927"/>
                  </a:cubicBezTo>
                  <a:cubicBezTo>
                    <a:pt x="82944" y="39584"/>
                    <a:pt x="84772" y="38108"/>
                    <a:pt x="86782" y="37584"/>
                  </a:cubicBezTo>
                  <a:cubicBezTo>
                    <a:pt x="89135" y="36965"/>
                    <a:pt x="91611" y="36774"/>
                    <a:pt x="93821" y="36412"/>
                  </a:cubicBezTo>
                  <a:cubicBezTo>
                    <a:pt x="96736" y="35927"/>
                    <a:pt x="99793" y="35688"/>
                    <a:pt x="103222" y="35241"/>
                  </a:cubicBezTo>
                  <a:cubicBezTo>
                    <a:pt x="108642" y="34526"/>
                    <a:pt x="114405" y="34107"/>
                    <a:pt x="119748" y="34107"/>
                  </a:cubicBezTo>
                  <a:cubicBezTo>
                    <a:pt x="120044" y="34241"/>
                    <a:pt x="120386" y="34317"/>
                    <a:pt x="120787" y="34317"/>
                  </a:cubicBezTo>
                  <a:cubicBezTo>
                    <a:pt x="122387" y="34307"/>
                    <a:pt x="123958" y="34222"/>
                    <a:pt x="125539" y="34012"/>
                  </a:cubicBezTo>
                  <a:cubicBezTo>
                    <a:pt x="125530" y="34031"/>
                    <a:pt x="125539" y="34050"/>
                    <a:pt x="125530" y="34069"/>
                  </a:cubicBezTo>
                  <a:cubicBezTo>
                    <a:pt x="131407" y="32907"/>
                    <a:pt x="141780" y="34231"/>
                    <a:pt x="147837" y="35241"/>
                  </a:cubicBezTo>
                  <a:cubicBezTo>
                    <a:pt x="147837" y="35174"/>
                    <a:pt x="147799" y="35107"/>
                    <a:pt x="147799" y="35050"/>
                  </a:cubicBezTo>
                  <a:cubicBezTo>
                    <a:pt x="150581" y="35060"/>
                    <a:pt x="153343" y="35126"/>
                    <a:pt x="156077" y="35736"/>
                  </a:cubicBezTo>
                  <a:lnTo>
                    <a:pt x="155477" y="34507"/>
                  </a:lnTo>
                  <a:lnTo>
                    <a:pt x="153476" y="30421"/>
                  </a:lnTo>
                  <a:cubicBezTo>
                    <a:pt x="152800" y="29259"/>
                    <a:pt x="152152" y="28068"/>
                    <a:pt x="151352" y="27030"/>
                  </a:cubicBezTo>
                  <a:cubicBezTo>
                    <a:pt x="148219" y="28564"/>
                    <a:pt x="148819" y="24487"/>
                    <a:pt x="147828" y="23506"/>
                  </a:cubicBezTo>
                  <a:cubicBezTo>
                    <a:pt x="146847" y="22525"/>
                    <a:pt x="142761" y="23125"/>
                    <a:pt x="144304" y="19982"/>
                  </a:cubicBezTo>
                  <a:cubicBezTo>
                    <a:pt x="142256" y="20325"/>
                    <a:pt x="141208" y="18782"/>
                    <a:pt x="139618" y="17639"/>
                  </a:cubicBezTo>
                  <a:cubicBezTo>
                    <a:pt x="139036" y="17219"/>
                    <a:pt x="137779" y="16981"/>
                    <a:pt x="137265" y="16467"/>
                  </a:cubicBezTo>
                  <a:cubicBezTo>
                    <a:pt x="136874" y="16076"/>
                    <a:pt x="136512" y="14371"/>
                    <a:pt x="136093" y="14114"/>
                  </a:cubicBezTo>
                  <a:cubicBezTo>
                    <a:pt x="134588" y="13190"/>
                    <a:pt x="133036" y="13743"/>
                    <a:pt x="131397" y="12943"/>
                  </a:cubicBezTo>
                  <a:cubicBezTo>
                    <a:pt x="130816" y="12666"/>
                    <a:pt x="131512" y="11838"/>
                    <a:pt x="130226" y="11771"/>
                  </a:cubicBezTo>
                  <a:cubicBezTo>
                    <a:pt x="129197" y="11714"/>
                    <a:pt x="127102" y="10438"/>
                    <a:pt x="125520" y="9428"/>
                  </a:cubicBezTo>
                  <a:cubicBezTo>
                    <a:pt x="124377" y="8695"/>
                    <a:pt x="123673" y="8676"/>
                    <a:pt x="121996" y="8256"/>
                  </a:cubicBezTo>
                  <a:cubicBezTo>
                    <a:pt x="120520" y="7894"/>
                    <a:pt x="115481" y="5970"/>
                    <a:pt x="112604" y="4732"/>
                  </a:cubicBezTo>
                  <a:cubicBezTo>
                    <a:pt x="112071" y="4504"/>
                    <a:pt x="112681" y="3627"/>
                    <a:pt x="111433" y="3561"/>
                  </a:cubicBezTo>
                  <a:cubicBezTo>
                    <a:pt x="108795" y="3427"/>
                    <a:pt x="108375" y="1970"/>
                    <a:pt x="105566" y="1208"/>
                  </a:cubicBezTo>
                  <a:cubicBezTo>
                    <a:pt x="104099" y="817"/>
                    <a:pt x="102346" y="1560"/>
                    <a:pt x="100870" y="1208"/>
                  </a:cubicBezTo>
                  <a:cubicBezTo>
                    <a:pt x="99889" y="979"/>
                    <a:pt x="99717" y="132"/>
                    <a:pt x="98517" y="36"/>
                  </a:cubicBezTo>
                  <a:cubicBezTo>
                    <a:pt x="95402" y="-211"/>
                    <a:pt x="91697" y="875"/>
                    <a:pt x="87954" y="1208"/>
                  </a:cubicBezTo>
                  <a:cubicBezTo>
                    <a:pt x="87058" y="1294"/>
                    <a:pt x="80562" y="198"/>
                    <a:pt x="79734" y="1208"/>
                  </a:cubicBezTo>
                  <a:cubicBezTo>
                    <a:pt x="79677" y="1275"/>
                    <a:pt x="79781" y="2379"/>
                    <a:pt x="79734" y="2379"/>
                  </a:cubicBezTo>
                  <a:cubicBezTo>
                    <a:pt x="78953" y="2418"/>
                    <a:pt x="78286" y="1265"/>
                    <a:pt x="78562" y="1208"/>
                  </a:cubicBezTo>
                  <a:cubicBezTo>
                    <a:pt x="77067" y="1513"/>
                    <a:pt x="74667" y="3065"/>
                    <a:pt x="72695" y="3561"/>
                  </a:cubicBezTo>
                  <a:cubicBezTo>
                    <a:pt x="71999" y="3732"/>
                    <a:pt x="71009" y="3284"/>
                    <a:pt x="70352" y="3561"/>
                  </a:cubicBezTo>
                  <a:cubicBezTo>
                    <a:pt x="69799" y="3789"/>
                    <a:pt x="69618" y="5713"/>
                    <a:pt x="69180" y="5913"/>
                  </a:cubicBezTo>
                  <a:cubicBezTo>
                    <a:pt x="67599" y="6618"/>
                    <a:pt x="65751" y="6218"/>
                    <a:pt x="63303" y="7085"/>
                  </a:cubicBezTo>
                  <a:cubicBezTo>
                    <a:pt x="59017" y="8599"/>
                    <a:pt x="54531" y="10066"/>
                    <a:pt x="49978" y="11238"/>
                  </a:cubicBezTo>
                  <a:cubicBezTo>
                    <a:pt x="49863" y="11314"/>
                    <a:pt x="49797" y="11409"/>
                    <a:pt x="49663" y="11476"/>
                  </a:cubicBezTo>
                  <a:cubicBezTo>
                    <a:pt x="47054" y="12695"/>
                    <a:pt x="43396" y="13095"/>
                    <a:pt x="40996" y="14781"/>
                  </a:cubicBezTo>
                  <a:cubicBezTo>
                    <a:pt x="41015" y="14943"/>
                    <a:pt x="41034" y="15095"/>
                    <a:pt x="40996" y="15305"/>
                  </a:cubicBezTo>
                  <a:cubicBezTo>
                    <a:pt x="38776" y="15429"/>
                    <a:pt x="40176" y="19182"/>
                    <a:pt x="37471" y="18829"/>
                  </a:cubicBezTo>
                  <a:cubicBezTo>
                    <a:pt x="34557" y="18648"/>
                    <a:pt x="33842" y="20677"/>
                    <a:pt x="31604" y="21172"/>
                  </a:cubicBezTo>
                  <a:cubicBezTo>
                    <a:pt x="29994" y="21506"/>
                    <a:pt x="28042" y="24639"/>
                    <a:pt x="26908" y="24697"/>
                  </a:cubicBezTo>
                  <a:cubicBezTo>
                    <a:pt x="25022" y="24792"/>
                    <a:pt x="24117" y="28392"/>
                    <a:pt x="23508" y="26268"/>
                  </a:cubicBezTo>
                  <a:cubicBezTo>
                    <a:pt x="22917" y="26725"/>
                    <a:pt x="22317" y="27173"/>
                    <a:pt x="21755" y="27697"/>
                  </a:cubicBezTo>
                  <a:cubicBezTo>
                    <a:pt x="21908" y="27868"/>
                    <a:pt x="22108" y="28002"/>
                    <a:pt x="22212" y="28221"/>
                  </a:cubicBezTo>
                  <a:cubicBezTo>
                    <a:pt x="18317" y="28621"/>
                    <a:pt x="16478" y="32488"/>
                    <a:pt x="15164" y="34098"/>
                  </a:cubicBezTo>
                  <a:cubicBezTo>
                    <a:pt x="14535" y="34860"/>
                    <a:pt x="13373" y="35565"/>
                    <a:pt x="12821" y="36450"/>
                  </a:cubicBezTo>
                  <a:cubicBezTo>
                    <a:pt x="11763" y="38098"/>
                    <a:pt x="12535" y="40213"/>
                    <a:pt x="11649" y="42318"/>
                  </a:cubicBezTo>
                  <a:cubicBezTo>
                    <a:pt x="11478" y="42727"/>
                    <a:pt x="9534" y="42985"/>
                    <a:pt x="9296" y="43489"/>
                  </a:cubicBezTo>
                  <a:cubicBezTo>
                    <a:pt x="8849" y="44442"/>
                    <a:pt x="9773" y="46071"/>
                    <a:pt x="9296" y="47014"/>
                  </a:cubicBezTo>
                  <a:cubicBezTo>
                    <a:pt x="8849" y="47890"/>
                    <a:pt x="7029" y="47842"/>
                    <a:pt x="6944" y="49357"/>
                  </a:cubicBezTo>
                  <a:cubicBezTo>
                    <a:pt x="6839" y="51338"/>
                    <a:pt x="4334" y="54415"/>
                    <a:pt x="3419" y="55224"/>
                  </a:cubicBezTo>
                  <a:cubicBezTo>
                    <a:pt x="3200" y="56062"/>
                    <a:pt x="2981" y="56891"/>
                    <a:pt x="2772" y="57729"/>
                  </a:cubicBezTo>
                  <a:lnTo>
                    <a:pt x="0" y="65321"/>
                  </a:lnTo>
                  <a:cubicBezTo>
                    <a:pt x="752" y="65102"/>
                    <a:pt x="1476" y="64806"/>
                    <a:pt x="2257" y="64616"/>
                  </a:cubicBezTo>
                  <a:cubicBezTo>
                    <a:pt x="2200" y="64149"/>
                    <a:pt x="2219" y="63797"/>
                    <a:pt x="2200" y="63406"/>
                  </a:cubicBezTo>
                  <a:close/>
                </a:path>
              </a:pathLst>
            </a:custGeom>
            <a:solidFill>
              <a:srgbClr val="FCF172"/>
            </a:solidFill>
            <a:ln cap="flat">
              <a:noFill/>
              <a:prstDash val="solid"/>
              <a:miter lim="800000"/>
            </a:ln>
          </p:spPr>
          <p:txBody>
            <a:bodyPr vert="horz" anchor="ctr" tIns="45720" lIns="91440" bIns="45720" rIns="91440"/>
            <a:p>
              <a:pPr algn="l" marL="0"/>
            </a:p>
          </p:txBody>
        </p:sp>
        <p:sp>
          <p:nvSpPr>
            <p:cNvPr name="Freeform 26" id="26"/>
            <p:cNvSpPr/>
            <p:nvPr/>
          </p:nvSpPr>
          <p:spPr>
            <a:xfrm>
              <a:off x="7144861" y="2001974"/>
              <a:ext cx="1004649" cy="473509"/>
            </a:xfrm>
            <a:custGeom>
              <a:avLst/>
              <a:gdLst/>
              <a:ahLst/>
              <a:cxnLst/>
              <a:rect r="r" b="b" t="t" l="l"/>
              <a:pathLst>
                <a:path w="347154" h="163620" stroke="true" fill="norm" extrusionOk="true">
                  <a:moveTo>
                    <a:pt x="346622" y="48577"/>
                  </a:moveTo>
                  <a:cubicBezTo>
                    <a:pt x="346384" y="47463"/>
                    <a:pt x="346898" y="46158"/>
                    <a:pt x="346622" y="45053"/>
                  </a:cubicBezTo>
                  <a:cubicBezTo>
                    <a:pt x="345079" y="38976"/>
                    <a:pt x="341221" y="34204"/>
                    <a:pt x="339583" y="27441"/>
                  </a:cubicBezTo>
                  <a:cubicBezTo>
                    <a:pt x="337859" y="25298"/>
                    <a:pt x="334887" y="25127"/>
                    <a:pt x="332544" y="23917"/>
                  </a:cubicBezTo>
                  <a:cubicBezTo>
                    <a:pt x="331096" y="23174"/>
                    <a:pt x="330372" y="22345"/>
                    <a:pt x="329020" y="21574"/>
                  </a:cubicBezTo>
                  <a:cubicBezTo>
                    <a:pt x="327819" y="20888"/>
                    <a:pt x="326391" y="21098"/>
                    <a:pt x="325800" y="20126"/>
                  </a:cubicBezTo>
                  <a:cubicBezTo>
                    <a:pt x="323486" y="19555"/>
                    <a:pt x="321209" y="18850"/>
                    <a:pt x="318971" y="18002"/>
                  </a:cubicBezTo>
                  <a:cubicBezTo>
                    <a:pt x="318590" y="18202"/>
                    <a:pt x="318066" y="18250"/>
                    <a:pt x="317275" y="18050"/>
                  </a:cubicBezTo>
                  <a:cubicBezTo>
                    <a:pt x="311208" y="12573"/>
                    <a:pt x="301750" y="12106"/>
                    <a:pt x="294968" y="11011"/>
                  </a:cubicBezTo>
                  <a:cubicBezTo>
                    <a:pt x="294882" y="10992"/>
                    <a:pt x="294711" y="9887"/>
                    <a:pt x="293796" y="9839"/>
                  </a:cubicBezTo>
                  <a:cubicBezTo>
                    <a:pt x="291834" y="9734"/>
                    <a:pt x="288738" y="10411"/>
                    <a:pt x="285576" y="9839"/>
                  </a:cubicBezTo>
                  <a:cubicBezTo>
                    <a:pt x="285443" y="9811"/>
                    <a:pt x="285347" y="8715"/>
                    <a:pt x="284404" y="8668"/>
                  </a:cubicBezTo>
                  <a:cubicBezTo>
                    <a:pt x="284100" y="8658"/>
                    <a:pt x="283528" y="8782"/>
                    <a:pt x="283242" y="8668"/>
                  </a:cubicBezTo>
                  <a:cubicBezTo>
                    <a:pt x="280642" y="7629"/>
                    <a:pt x="272660" y="7239"/>
                    <a:pt x="267974" y="6315"/>
                  </a:cubicBezTo>
                  <a:cubicBezTo>
                    <a:pt x="262440" y="5239"/>
                    <a:pt x="257249" y="2057"/>
                    <a:pt x="251543" y="2800"/>
                  </a:cubicBezTo>
                  <a:cubicBezTo>
                    <a:pt x="251391" y="2600"/>
                    <a:pt x="251286" y="2362"/>
                    <a:pt x="251143" y="2153"/>
                  </a:cubicBezTo>
                  <a:cubicBezTo>
                    <a:pt x="250943" y="2162"/>
                    <a:pt x="250753" y="2191"/>
                    <a:pt x="250534" y="2143"/>
                  </a:cubicBezTo>
                  <a:cubicBezTo>
                    <a:pt x="250486" y="2134"/>
                    <a:pt x="250438" y="2134"/>
                    <a:pt x="250391" y="2124"/>
                  </a:cubicBezTo>
                  <a:cubicBezTo>
                    <a:pt x="247657" y="1514"/>
                    <a:pt x="244895" y="1448"/>
                    <a:pt x="242113" y="1438"/>
                  </a:cubicBezTo>
                  <a:cubicBezTo>
                    <a:pt x="242113" y="1495"/>
                    <a:pt x="242152" y="1562"/>
                    <a:pt x="242152" y="1629"/>
                  </a:cubicBezTo>
                  <a:cubicBezTo>
                    <a:pt x="236084" y="619"/>
                    <a:pt x="225721" y="-715"/>
                    <a:pt x="219844" y="457"/>
                  </a:cubicBezTo>
                  <a:cubicBezTo>
                    <a:pt x="219853" y="438"/>
                    <a:pt x="219844" y="419"/>
                    <a:pt x="219853" y="400"/>
                  </a:cubicBezTo>
                  <a:cubicBezTo>
                    <a:pt x="218263" y="609"/>
                    <a:pt x="216701" y="695"/>
                    <a:pt x="215101" y="705"/>
                  </a:cubicBezTo>
                  <a:cubicBezTo>
                    <a:pt x="214700" y="705"/>
                    <a:pt x="214358" y="629"/>
                    <a:pt x="214062" y="495"/>
                  </a:cubicBezTo>
                  <a:cubicBezTo>
                    <a:pt x="208719" y="495"/>
                    <a:pt x="202956" y="924"/>
                    <a:pt x="197537" y="1629"/>
                  </a:cubicBezTo>
                  <a:cubicBezTo>
                    <a:pt x="194117" y="2076"/>
                    <a:pt x="191059" y="2314"/>
                    <a:pt x="188145" y="2800"/>
                  </a:cubicBezTo>
                  <a:cubicBezTo>
                    <a:pt x="185925" y="3162"/>
                    <a:pt x="183458" y="3353"/>
                    <a:pt x="181106" y="3972"/>
                  </a:cubicBezTo>
                  <a:cubicBezTo>
                    <a:pt x="179096" y="4496"/>
                    <a:pt x="177267" y="5972"/>
                    <a:pt x="175238" y="6315"/>
                  </a:cubicBezTo>
                  <a:cubicBezTo>
                    <a:pt x="173305" y="6648"/>
                    <a:pt x="170266" y="5829"/>
                    <a:pt x="168190" y="6315"/>
                  </a:cubicBezTo>
                  <a:cubicBezTo>
                    <a:pt x="162684" y="7610"/>
                    <a:pt x="156979" y="10477"/>
                    <a:pt x="151759" y="12192"/>
                  </a:cubicBezTo>
                  <a:cubicBezTo>
                    <a:pt x="143130" y="15021"/>
                    <a:pt x="135395" y="16383"/>
                    <a:pt x="125937" y="19231"/>
                  </a:cubicBezTo>
                  <a:cubicBezTo>
                    <a:pt x="124461" y="19679"/>
                    <a:pt x="122051" y="21088"/>
                    <a:pt x="120060" y="21584"/>
                  </a:cubicBezTo>
                  <a:cubicBezTo>
                    <a:pt x="118250" y="22031"/>
                    <a:pt x="117155" y="22041"/>
                    <a:pt x="115374" y="22755"/>
                  </a:cubicBezTo>
                  <a:cubicBezTo>
                    <a:pt x="113373" y="23546"/>
                    <a:pt x="109602" y="25698"/>
                    <a:pt x="105658" y="26794"/>
                  </a:cubicBezTo>
                  <a:cubicBezTo>
                    <a:pt x="105268" y="27184"/>
                    <a:pt x="104744" y="27470"/>
                    <a:pt x="104030" y="27489"/>
                  </a:cubicBezTo>
                  <a:cubicBezTo>
                    <a:pt x="101305" y="27565"/>
                    <a:pt x="98829" y="28422"/>
                    <a:pt x="96533" y="29794"/>
                  </a:cubicBezTo>
                  <a:cubicBezTo>
                    <a:pt x="96552" y="30194"/>
                    <a:pt x="96533" y="30537"/>
                    <a:pt x="96591" y="30966"/>
                  </a:cubicBezTo>
                  <a:cubicBezTo>
                    <a:pt x="95809" y="31156"/>
                    <a:pt x="95086" y="31451"/>
                    <a:pt x="94333" y="31671"/>
                  </a:cubicBezTo>
                  <a:cubicBezTo>
                    <a:pt x="85923" y="34118"/>
                    <a:pt x="78512" y="38319"/>
                    <a:pt x="71930" y="42710"/>
                  </a:cubicBezTo>
                  <a:cubicBezTo>
                    <a:pt x="70816" y="43453"/>
                    <a:pt x="70511" y="44358"/>
                    <a:pt x="69587" y="45053"/>
                  </a:cubicBezTo>
                  <a:cubicBezTo>
                    <a:pt x="68587" y="45825"/>
                    <a:pt x="67158" y="45434"/>
                    <a:pt x="66063" y="46225"/>
                  </a:cubicBezTo>
                  <a:cubicBezTo>
                    <a:pt x="64310" y="47492"/>
                    <a:pt x="63158" y="49587"/>
                    <a:pt x="61367" y="50920"/>
                  </a:cubicBezTo>
                  <a:cubicBezTo>
                    <a:pt x="60348" y="51683"/>
                    <a:pt x="58757" y="51397"/>
                    <a:pt x="57852" y="52092"/>
                  </a:cubicBezTo>
                  <a:cubicBezTo>
                    <a:pt x="57128" y="52635"/>
                    <a:pt x="56290" y="53778"/>
                    <a:pt x="55500" y="54435"/>
                  </a:cubicBezTo>
                  <a:cubicBezTo>
                    <a:pt x="53347" y="56255"/>
                    <a:pt x="52004" y="57512"/>
                    <a:pt x="50804" y="59131"/>
                  </a:cubicBezTo>
                  <a:cubicBezTo>
                    <a:pt x="47832" y="60750"/>
                    <a:pt x="44651" y="62541"/>
                    <a:pt x="42584" y="63827"/>
                  </a:cubicBezTo>
                  <a:cubicBezTo>
                    <a:pt x="41879" y="64265"/>
                    <a:pt x="41031" y="65703"/>
                    <a:pt x="40241" y="66180"/>
                  </a:cubicBezTo>
                  <a:cubicBezTo>
                    <a:pt x="39393" y="66694"/>
                    <a:pt x="37650" y="65808"/>
                    <a:pt x="36716" y="66180"/>
                  </a:cubicBezTo>
                  <a:cubicBezTo>
                    <a:pt x="36345" y="66332"/>
                    <a:pt x="35011" y="68123"/>
                    <a:pt x="34364" y="68532"/>
                  </a:cubicBezTo>
                  <a:cubicBezTo>
                    <a:pt x="33649" y="68980"/>
                    <a:pt x="32811" y="70390"/>
                    <a:pt x="32011" y="70885"/>
                  </a:cubicBezTo>
                  <a:cubicBezTo>
                    <a:pt x="31058" y="71475"/>
                    <a:pt x="29439" y="71304"/>
                    <a:pt x="28496" y="72056"/>
                  </a:cubicBezTo>
                  <a:cubicBezTo>
                    <a:pt x="26134" y="73923"/>
                    <a:pt x="24191" y="77533"/>
                    <a:pt x="21448" y="80277"/>
                  </a:cubicBezTo>
                  <a:cubicBezTo>
                    <a:pt x="18800" y="82925"/>
                    <a:pt x="14876" y="84944"/>
                    <a:pt x="13228" y="87316"/>
                  </a:cubicBezTo>
                  <a:cubicBezTo>
                    <a:pt x="12742" y="88020"/>
                    <a:pt x="13485" y="89992"/>
                    <a:pt x="13228" y="90840"/>
                  </a:cubicBezTo>
                  <a:cubicBezTo>
                    <a:pt x="13113" y="91240"/>
                    <a:pt x="11161" y="92650"/>
                    <a:pt x="10885" y="93183"/>
                  </a:cubicBezTo>
                  <a:cubicBezTo>
                    <a:pt x="9884" y="95117"/>
                    <a:pt x="9151" y="96955"/>
                    <a:pt x="8541" y="97879"/>
                  </a:cubicBezTo>
                  <a:cubicBezTo>
                    <a:pt x="7322" y="99708"/>
                    <a:pt x="6970" y="102298"/>
                    <a:pt x="6189" y="104918"/>
                  </a:cubicBezTo>
                  <a:cubicBezTo>
                    <a:pt x="5169" y="108347"/>
                    <a:pt x="2693" y="116853"/>
                    <a:pt x="1493" y="117834"/>
                  </a:cubicBezTo>
                  <a:cubicBezTo>
                    <a:pt x="1398" y="117910"/>
                    <a:pt x="312" y="121396"/>
                    <a:pt x="321" y="121348"/>
                  </a:cubicBezTo>
                  <a:cubicBezTo>
                    <a:pt x="-641" y="125216"/>
                    <a:pt x="798" y="126444"/>
                    <a:pt x="1493" y="129578"/>
                  </a:cubicBezTo>
                  <a:cubicBezTo>
                    <a:pt x="2722" y="135036"/>
                    <a:pt x="2760" y="135950"/>
                    <a:pt x="5017" y="137798"/>
                  </a:cubicBezTo>
                  <a:cubicBezTo>
                    <a:pt x="5398" y="138112"/>
                    <a:pt x="4731" y="139722"/>
                    <a:pt x="5017" y="140151"/>
                  </a:cubicBezTo>
                  <a:cubicBezTo>
                    <a:pt x="5636" y="141056"/>
                    <a:pt x="11266" y="146218"/>
                    <a:pt x="12066" y="147190"/>
                  </a:cubicBezTo>
                  <a:cubicBezTo>
                    <a:pt x="12390" y="147580"/>
                    <a:pt x="13999" y="146866"/>
                    <a:pt x="14409" y="147190"/>
                  </a:cubicBezTo>
                  <a:cubicBezTo>
                    <a:pt x="16638" y="148980"/>
                    <a:pt x="17562" y="151752"/>
                    <a:pt x="20276" y="151886"/>
                  </a:cubicBezTo>
                  <a:cubicBezTo>
                    <a:pt x="22438" y="152000"/>
                    <a:pt x="23286" y="154152"/>
                    <a:pt x="24972" y="154238"/>
                  </a:cubicBezTo>
                  <a:cubicBezTo>
                    <a:pt x="26248" y="154305"/>
                    <a:pt x="25582" y="155153"/>
                    <a:pt x="26144" y="155410"/>
                  </a:cubicBezTo>
                  <a:cubicBezTo>
                    <a:pt x="27106" y="155857"/>
                    <a:pt x="28706" y="154962"/>
                    <a:pt x="29668" y="155410"/>
                  </a:cubicBezTo>
                  <a:cubicBezTo>
                    <a:pt x="30125" y="155629"/>
                    <a:pt x="30287" y="157515"/>
                    <a:pt x="30839" y="157762"/>
                  </a:cubicBezTo>
                  <a:cubicBezTo>
                    <a:pt x="32744" y="158601"/>
                    <a:pt x="34135" y="158001"/>
                    <a:pt x="35535" y="158934"/>
                  </a:cubicBezTo>
                  <a:cubicBezTo>
                    <a:pt x="38707" y="161049"/>
                    <a:pt x="44965" y="160820"/>
                    <a:pt x="48451" y="161287"/>
                  </a:cubicBezTo>
                  <a:cubicBezTo>
                    <a:pt x="49985" y="161487"/>
                    <a:pt x="51013" y="162354"/>
                    <a:pt x="51966" y="162449"/>
                  </a:cubicBezTo>
                  <a:cubicBezTo>
                    <a:pt x="54147" y="162677"/>
                    <a:pt x="55519" y="161287"/>
                    <a:pt x="56671" y="161287"/>
                  </a:cubicBezTo>
                  <a:cubicBezTo>
                    <a:pt x="57490" y="161287"/>
                    <a:pt x="57919" y="162458"/>
                    <a:pt x="57843" y="162449"/>
                  </a:cubicBezTo>
                  <a:cubicBezTo>
                    <a:pt x="61091" y="162639"/>
                    <a:pt x="63405" y="161715"/>
                    <a:pt x="66063" y="163620"/>
                  </a:cubicBezTo>
                  <a:cubicBezTo>
                    <a:pt x="67349" y="160458"/>
                    <a:pt x="71968" y="161772"/>
                    <a:pt x="74283" y="161277"/>
                  </a:cubicBezTo>
                  <a:cubicBezTo>
                    <a:pt x="75931" y="160915"/>
                    <a:pt x="75674" y="160096"/>
                    <a:pt x="76636" y="161277"/>
                  </a:cubicBezTo>
                  <a:cubicBezTo>
                    <a:pt x="76836" y="161515"/>
                    <a:pt x="78626" y="161220"/>
                    <a:pt x="78979" y="161277"/>
                  </a:cubicBezTo>
                  <a:cubicBezTo>
                    <a:pt x="90352" y="162906"/>
                    <a:pt x="107897" y="161439"/>
                    <a:pt x="115374" y="160106"/>
                  </a:cubicBezTo>
                  <a:cubicBezTo>
                    <a:pt x="116231" y="159953"/>
                    <a:pt x="116383" y="158972"/>
                    <a:pt x="116545" y="158934"/>
                  </a:cubicBezTo>
                  <a:cubicBezTo>
                    <a:pt x="117669" y="158639"/>
                    <a:pt x="117984" y="160210"/>
                    <a:pt x="118889" y="160106"/>
                  </a:cubicBezTo>
                  <a:cubicBezTo>
                    <a:pt x="118717" y="160125"/>
                    <a:pt x="119536" y="159096"/>
                    <a:pt x="120060" y="158934"/>
                  </a:cubicBezTo>
                  <a:cubicBezTo>
                    <a:pt x="121651" y="158448"/>
                    <a:pt x="123156" y="158601"/>
                    <a:pt x="124613" y="158801"/>
                  </a:cubicBezTo>
                  <a:lnTo>
                    <a:pt x="258135" y="134236"/>
                  </a:lnTo>
                  <a:cubicBezTo>
                    <a:pt x="260459" y="133674"/>
                    <a:pt x="262907" y="133245"/>
                    <a:pt x="265640" y="133102"/>
                  </a:cubicBezTo>
                  <a:cubicBezTo>
                    <a:pt x="265869" y="131035"/>
                    <a:pt x="267507" y="131483"/>
                    <a:pt x="269164" y="130759"/>
                  </a:cubicBezTo>
                  <a:cubicBezTo>
                    <a:pt x="272641" y="129235"/>
                    <a:pt x="277042" y="127902"/>
                    <a:pt x="278556" y="126063"/>
                  </a:cubicBezTo>
                  <a:cubicBezTo>
                    <a:pt x="278832" y="125720"/>
                    <a:pt x="280480" y="126263"/>
                    <a:pt x="280909" y="126063"/>
                  </a:cubicBezTo>
                  <a:cubicBezTo>
                    <a:pt x="281052" y="125997"/>
                    <a:pt x="280795" y="125035"/>
                    <a:pt x="280909" y="124892"/>
                  </a:cubicBezTo>
                  <a:cubicBezTo>
                    <a:pt x="281195" y="124539"/>
                    <a:pt x="282833" y="125111"/>
                    <a:pt x="283262" y="124892"/>
                  </a:cubicBezTo>
                  <a:cubicBezTo>
                    <a:pt x="285986" y="123482"/>
                    <a:pt x="287786" y="121825"/>
                    <a:pt x="289129" y="120196"/>
                  </a:cubicBezTo>
                  <a:cubicBezTo>
                    <a:pt x="289443" y="119805"/>
                    <a:pt x="292253" y="119272"/>
                    <a:pt x="292653" y="119024"/>
                  </a:cubicBezTo>
                  <a:cubicBezTo>
                    <a:pt x="293958" y="118186"/>
                    <a:pt x="294053" y="117824"/>
                    <a:pt x="294996" y="116672"/>
                  </a:cubicBezTo>
                  <a:cubicBezTo>
                    <a:pt x="295282" y="116329"/>
                    <a:pt x="296920" y="116872"/>
                    <a:pt x="297349" y="116672"/>
                  </a:cubicBezTo>
                  <a:cubicBezTo>
                    <a:pt x="297492" y="116605"/>
                    <a:pt x="297235" y="115633"/>
                    <a:pt x="297349" y="115500"/>
                  </a:cubicBezTo>
                  <a:cubicBezTo>
                    <a:pt x="297654" y="115129"/>
                    <a:pt x="299273" y="115776"/>
                    <a:pt x="299702" y="115500"/>
                  </a:cubicBezTo>
                  <a:cubicBezTo>
                    <a:pt x="300083" y="115252"/>
                    <a:pt x="300559" y="113538"/>
                    <a:pt x="300873" y="113147"/>
                  </a:cubicBezTo>
                  <a:cubicBezTo>
                    <a:pt x="301187" y="112757"/>
                    <a:pt x="302807" y="113471"/>
                    <a:pt x="303226" y="113147"/>
                  </a:cubicBezTo>
                  <a:cubicBezTo>
                    <a:pt x="304378" y="112252"/>
                    <a:pt x="305226" y="110766"/>
                    <a:pt x="306741" y="109633"/>
                  </a:cubicBezTo>
                  <a:cubicBezTo>
                    <a:pt x="307941" y="108728"/>
                    <a:pt x="309103" y="108204"/>
                    <a:pt x="310265" y="107280"/>
                  </a:cubicBezTo>
                  <a:cubicBezTo>
                    <a:pt x="311455" y="106327"/>
                    <a:pt x="312427" y="104775"/>
                    <a:pt x="313780" y="103756"/>
                  </a:cubicBezTo>
                  <a:cubicBezTo>
                    <a:pt x="314275" y="103394"/>
                    <a:pt x="315561" y="104013"/>
                    <a:pt x="316132" y="103756"/>
                  </a:cubicBezTo>
                  <a:cubicBezTo>
                    <a:pt x="316475" y="103603"/>
                    <a:pt x="316923" y="101698"/>
                    <a:pt x="317304" y="101413"/>
                  </a:cubicBezTo>
                  <a:cubicBezTo>
                    <a:pt x="318475" y="100517"/>
                    <a:pt x="318723" y="100193"/>
                    <a:pt x="319657" y="99060"/>
                  </a:cubicBezTo>
                  <a:cubicBezTo>
                    <a:pt x="319971" y="98669"/>
                    <a:pt x="321600" y="99384"/>
                    <a:pt x="322009" y="99060"/>
                  </a:cubicBezTo>
                  <a:cubicBezTo>
                    <a:pt x="322990" y="98279"/>
                    <a:pt x="323371" y="96374"/>
                    <a:pt x="324352" y="95536"/>
                  </a:cubicBezTo>
                  <a:cubicBezTo>
                    <a:pt x="325953" y="94183"/>
                    <a:pt x="328277" y="94031"/>
                    <a:pt x="329058" y="93183"/>
                  </a:cubicBezTo>
                  <a:cubicBezTo>
                    <a:pt x="329610" y="92583"/>
                    <a:pt x="329867" y="90268"/>
                    <a:pt x="330229" y="89668"/>
                  </a:cubicBezTo>
                  <a:cubicBezTo>
                    <a:pt x="330401" y="89363"/>
                    <a:pt x="331048" y="89049"/>
                    <a:pt x="331401" y="88497"/>
                  </a:cubicBezTo>
                  <a:cubicBezTo>
                    <a:pt x="332191" y="87258"/>
                    <a:pt x="332763" y="86001"/>
                    <a:pt x="333744" y="84972"/>
                  </a:cubicBezTo>
                  <a:cubicBezTo>
                    <a:pt x="334744" y="83934"/>
                    <a:pt x="335154" y="82629"/>
                    <a:pt x="336097" y="81458"/>
                  </a:cubicBezTo>
                  <a:cubicBezTo>
                    <a:pt x="336287" y="81220"/>
                    <a:pt x="335906" y="80515"/>
                    <a:pt x="336097" y="80277"/>
                  </a:cubicBezTo>
                  <a:cubicBezTo>
                    <a:pt x="336373" y="79943"/>
                    <a:pt x="338240" y="80639"/>
                    <a:pt x="338449" y="80277"/>
                  </a:cubicBezTo>
                  <a:cubicBezTo>
                    <a:pt x="339164" y="79029"/>
                    <a:pt x="339249" y="76495"/>
                    <a:pt x="339621" y="75581"/>
                  </a:cubicBezTo>
                  <a:cubicBezTo>
                    <a:pt x="340526" y="73361"/>
                    <a:pt x="341888" y="71304"/>
                    <a:pt x="341974" y="69713"/>
                  </a:cubicBezTo>
                  <a:cubicBezTo>
                    <a:pt x="342040" y="68361"/>
                    <a:pt x="342716" y="69190"/>
                    <a:pt x="343136" y="68542"/>
                  </a:cubicBezTo>
                  <a:cubicBezTo>
                    <a:pt x="344136" y="67008"/>
                    <a:pt x="345441" y="63646"/>
                    <a:pt x="345488" y="62665"/>
                  </a:cubicBezTo>
                  <a:cubicBezTo>
                    <a:pt x="345622" y="60112"/>
                    <a:pt x="347946" y="59941"/>
                    <a:pt x="345488" y="57969"/>
                  </a:cubicBezTo>
                  <a:cubicBezTo>
                    <a:pt x="344698" y="57340"/>
                    <a:pt x="346698" y="56588"/>
                    <a:pt x="346660" y="56797"/>
                  </a:cubicBezTo>
                  <a:cubicBezTo>
                    <a:pt x="347451" y="51844"/>
                    <a:pt x="347184" y="51178"/>
                    <a:pt x="346622" y="48577"/>
                  </a:cubicBezTo>
                  <a:close/>
                </a:path>
              </a:pathLst>
            </a:custGeom>
            <a:solidFill>
              <a:srgbClr val="E8B836"/>
            </a:solidFill>
            <a:ln cap="flat">
              <a:noFill/>
              <a:prstDash val="solid"/>
              <a:miter lim="800000"/>
            </a:ln>
          </p:spPr>
          <p:txBody>
            <a:bodyPr vert="horz" anchor="ctr" tIns="45720" lIns="91440" bIns="45720" rIns="91440"/>
            <a:p>
              <a:pPr algn="l" marL="0"/>
            </a:p>
          </p:txBody>
        </p:sp>
        <p:sp>
          <p:nvSpPr>
            <p:cNvPr name="Freeform 27" id="27"/>
            <p:cNvSpPr/>
            <p:nvPr/>
          </p:nvSpPr>
          <p:spPr>
            <a:xfrm>
              <a:off x="7617071" y="2534693"/>
              <a:ext cx="164452" cy="121043"/>
            </a:xfrm>
            <a:custGeom>
              <a:avLst/>
              <a:gdLst/>
              <a:ahLst/>
              <a:cxnLst/>
              <a:rect r="r" b="b" t="t" l="l"/>
              <a:pathLst>
                <a:path w="56826" h="41826" stroke="true" fill="norm" extrusionOk="true">
                  <a:moveTo>
                    <a:pt x="53207" y="1114"/>
                  </a:moveTo>
                  <a:cubicBezTo>
                    <a:pt x="52702" y="1143"/>
                    <a:pt x="52187" y="1286"/>
                    <a:pt x="51721" y="1686"/>
                  </a:cubicBezTo>
                  <a:cubicBezTo>
                    <a:pt x="50149" y="3000"/>
                    <a:pt x="48682" y="4420"/>
                    <a:pt x="46682" y="5029"/>
                  </a:cubicBezTo>
                  <a:cubicBezTo>
                    <a:pt x="46263" y="5153"/>
                    <a:pt x="45939" y="5372"/>
                    <a:pt x="45682" y="5620"/>
                  </a:cubicBezTo>
                  <a:cubicBezTo>
                    <a:pt x="40329" y="6610"/>
                    <a:pt x="36004" y="10297"/>
                    <a:pt x="32013" y="11249"/>
                  </a:cubicBezTo>
                  <a:cubicBezTo>
                    <a:pt x="30023" y="11716"/>
                    <a:pt x="27537" y="10878"/>
                    <a:pt x="24965" y="11249"/>
                  </a:cubicBezTo>
                  <a:cubicBezTo>
                    <a:pt x="23212" y="11506"/>
                    <a:pt x="22860" y="12449"/>
                    <a:pt x="20279" y="12421"/>
                  </a:cubicBezTo>
                  <a:cubicBezTo>
                    <a:pt x="18383" y="12402"/>
                    <a:pt x="16764" y="12011"/>
                    <a:pt x="15088" y="11678"/>
                  </a:cubicBezTo>
                  <a:cubicBezTo>
                    <a:pt x="14564" y="11259"/>
                    <a:pt x="13887" y="11011"/>
                    <a:pt x="13059" y="11144"/>
                  </a:cubicBezTo>
                  <a:cubicBezTo>
                    <a:pt x="9496" y="11725"/>
                    <a:pt x="5972" y="9363"/>
                    <a:pt x="2391" y="9220"/>
                  </a:cubicBezTo>
                  <a:cubicBezTo>
                    <a:pt x="2191" y="9211"/>
                    <a:pt x="2048" y="9268"/>
                    <a:pt x="1876" y="9296"/>
                  </a:cubicBezTo>
                  <a:cubicBezTo>
                    <a:pt x="1333" y="8753"/>
                    <a:pt x="686" y="8306"/>
                    <a:pt x="0" y="7906"/>
                  </a:cubicBezTo>
                  <a:lnTo>
                    <a:pt x="4715" y="14535"/>
                  </a:lnTo>
                  <a:lnTo>
                    <a:pt x="5001" y="14773"/>
                  </a:lnTo>
                  <a:cubicBezTo>
                    <a:pt x="5334" y="15059"/>
                    <a:pt x="4791" y="16697"/>
                    <a:pt x="4991" y="17116"/>
                  </a:cubicBezTo>
                  <a:cubicBezTo>
                    <a:pt x="5067" y="17269"/>
                    <a:pt x="6029" y="17012"/>
                    <a:pt x="6163" y="17116"/>
                  </a:cubicBezTo>
                  <a:cubicBezTo>
                    <a:pt x="6534" y="17421"/>
                    <a:pt x="5915" y="19040"/>
                    <a:pt x="6163" y="19469"/>
                  </a:cubicBezTo>
                  <a:cubicBezTo>
                    <a:pt x="6353" y="19793"/>
                    <a:pt x="8182" y="20374"/>
                    <a:pt x="8515" y="20641"/>
                  </a:cubicBezTo>
                  <a:cubicBezTo>
                    <a:pt x="8906" y="20955"/>
                    <a:pt x="8211" y="22574"/>
                    <a:pt x="8515" y="22993"/>
                  </a:cubicBezTo>
                  <a:cubicBezTo>
                    <a:pt x="9468" y="24279"/>
                    <a:pt x="11868" y="25175"/>
                    <a:pt x="13211" y="26508"/>
                  </a:cubicBezTo>
                  <a:cubicBezTo>
                    <a:pt x="15602" y="28899"/>
                    <a:pt x="17335" y="31042"/>
                    <a:pt x="19078" y="32385"/>
                  </a:cubicBezTo>
                  <a:cubicBezTo>
                    <a:pt x="20945" y="33814"/>
                    <a:pt x="21707" y="35919"/>
                    <a:pt x="22603" y="37081"/>
                  </a:cubicBezTo>
                  <a:cubicBezTo>
                    <a:pt x="23355" y="38062"/>
                    <a:pt x="24089" y="38595"/>
                    <a:pt x="24946" y="39433"/>
                  </a:cubicBezTo>
                  <a:cubicBezTo>
                    <a:pt x="28270" y="40043"/>
                    <a:pt x="32309" y="43234"/>
                    <a:pt x="35900" y="41100"/>
                  </a:cubicBezTo>
                  <a:cubicBezTo>
                    <a:pt x="36576" y="39862"/>
                    <a:pt x="37471" y="38748"/>
                    <a:pt x="38557" y="37776"/>
                  </a:cubicBezTo>
                  <a:cubicBezTo>
                    <a:pt x="38710" y="37633"/>
                    <a:pt x="38871" y="37586"/>
                    <a:pt x="39033" y="37490"/>
                  </a:cubicBezTo>
                  <a:lnTo>
                    <a:pt x="39033" y="37090"/>
                  </a:lnTo>
                  <a:cubicBezTo>
                    <a:pt x="42396" y="35881"/>
                    <a:pt x="42434" y="31433"/>
                    <a:pt x="43729" y="28870"/>
                  </a:cubicBezTo>
                  <a:cubicBezTo>
                    <a:pt x="44034" y="28280"/>
                    <a:pt x="44834" y="29004"/>
                    <a:pt x="44901" y="27699"/>
                  </a:cubicBezTo>
                  <a:cubicBezTo>
                    <a:pt x="45015" y="25508"/>
                    <a:pt x="47396" y="23136"/>
                    <a:pt x="48425" y="20660"/>
                  </a:cubicBezTo>
                  <a:cubicBezTo>
                    <a:pt x="48596" y="20241"/>
                    <a:pt x="48101" y="18574"/>
                    <a:pt x="48425" y="18307"/>
                  </a:cubicBezTo>
                  <a:cubicBezTo>
                    <a:pt x="48558" y="18202"/>
                    <a:pt x="49530" y="18459"/>
                    <a:pt x="49597" y="18307"/>
                  </a:cubicBezTo>
                  <a:cubicBezTo>
                    <a:pt x="49797" y="17888"/>
                    <a:pt x="49254" y="16240"/>
                    <a:pt x="49597" y="15964"/>
                  </a:cubicBezTo>
                  <a:cubicBezTo>
                    <a:pt x="50949" y="14859"/>
                    <a:pt x="49597" y="12430"/>
                    <a:pt x="50768" y="11259"/>
                  </a:cubicBezTo>
                  <a:cubicBezTo>
                    <a:pt x="51406" y="10620"/>
                    <a:pt x="52340" y="9020"/>
                    <a:pt x="52930" y="6972"/>
                  </a:cubicBezTo>
                  <a:lnTo>
                    <a:pt x="56826" y="0"/>
                  </a:lnTo>
                  <a:cubicBezTo>
                    <a:pt x="55635" y="267"/>
                    <a:pt x="53854" y="143"/>
                    <a:pt x="53121" y="695"/>
                  </a:cubicBezTo>
                  <a:cubicBezTo>
                    <a:pt x="53169" y="829"/>
                    <a:pt x="53169" y="972"/>
                    <a:pt x="53207" y="1114"/>
                  </a:cubicBezTo>
                  <a:close/>
                </a:path>
              </a:pathLst>
            </a:custGeom>
            <a:solidFill>
              <a:srgbClr val="DE8D48"/>
            </a:solidFill>
            <a:ln cap="flat">
              <a:noFill/>
              <a:prstDash val="solid"/>
              <a:miter lim="800000"/>
            </a:ln>
          </p:spPr>
          <p:txBody>
            <a:bodyPr vert="horz" anchor="ctr" tIns="45720" lIns="91440" bIns="45720" rIns="91440"/>
            <a:p>
              <a:pPr algn="l" marL="0"/>
            </a:p>
          </p:txBody>
        </p:sp>
        <p:sp>
          <p:nvSpPr>
            <p:cNvPr name="Freeform 28" id="28"/>
            <p:cNvSpPr/>
            <p:nvPr/>
          </p:nvSpPr>
          <p:spPr>
            <a:xfrm>
              <a:off x="7487265" y="2215930"/>
              <a:ext cx="450465" cy="354733"/>
            </a:xfrm>
            <a:custGeom>
              <a:avLst/>
              <a:gdLst/>
              <a:ahLst/>
              <a:cxnLst/>
              <a:rect r="r" b="b" t="t" l="l"/>
              <a:pathLst>
                <a:path w="155657" h="122577" stroke="true" fill="norm" extrusionOk="true">
                  <a:moveTo>
                    <a:pt x="153162" y="12211"/>
                  </a:moveTo>
                  <a:cubicBezTo>
                    <a:pt x="153019" y="11868"/>
                    <a:pt x="152219" y="11982"/>
                    <a:pt x="151990" y="11040"/>
                  </a:cubicBezTo>
                  <a:cubicBezTo>
                    <a:pt x="151305" y="8306"/>
                    <a:pt x="148523" y="4896"/>
                    <a:pt x="144447" y="4001"/>
                  </a:cubicBezTo>
                  <a:lnTo>
                    <a:pt x="139094" y="0"/>
                  </a:lnTo>
                  <a:lnTo>
                    <a:pt x="139075" y="0"/>
                  </a:lnTo>
                  <a:cubicBezTo>
                    <a:pt x="139294" y="686"/>
                    <a:pt x="139541" y="1362"/>
                    <a:pt x="139732" y="2096"/>
                  </a:cubicBezTo>
                  <a:cubicBezTo>
                    <a:pt x="139598" y="4467"/>
                    <a:pt x="139027" y="6791"/>
                    <a:pt x="138732" y="9144"/>
                  </a:cubicBezTo>
                  <a:cubicBezTo>
                    <a:pt x="134750" y="10792"/>
                    <a:pt x="133807" y="16755"/>
                    <a:pt x="130854" y="16916"/>
                  </a:cubicBezTo>
                  <a:cubicBezTo>
                    <a:pt x="129502" y="16983"/>
                    <a:pt x="130331" y="17659"/>
                    <a:pt x="129683" y="18078"/>
                  </a:cubicBezTo>
                  <a:cubicBezTo>
                    <a:pt x="127378" y="19583"/>
                    <a:pt x="123444" y="21498"/>
                    <a:pt x="121463" y="21603"/>
                  </a:cubicBezTo>
                  <a:cubicBezTo>
                    <a:pt x="120139" y="21669"/>
                    <a:pt x="120910" y="22431"/>
                    <a:pt x="120291" y="22774"/>
                  </a:cubicBezTo>
                  <a:cubicBezTo>
                    <a:pt x="114795" y="25832"/>
                    <a:pt x="102499" y="26308"/>
                    <a:pt x="93288" y="25127"/>
                  </a:cubicBezTo>
                  <a:cubicBezTo>
                    <a:pt x="91764" y="24927"/>
                    <a:pt x="91659" y="24051"/>
                    <a:pt x="89764" y="23955"/>
                  </a:cubicBezTo>
                  <a:cubicBezTo>
                    <a:pt x="88697" y="23898"/>
                    <a:pt x="88897" y="22860"/>
                    <a:pt x="88592" y="22784"/>
                  </a:cubicBezTo>
                  <a:cubicBezTo>
                    <a:pt x="87201" y="22422"/>
                    <a:pt x="85344" y="22860"/>
                    <a:pt x="83896" y="22784"/>
                  </a:cubicBezTo>
                  <a:cubicBezTo>
                    <a:pt x="82772" y="22727"/>
                    <a:pt x="83087" y="21727"/>
                    <a:pt x="82725" y="21612"/>
                  </a:cubicBezTo>
                  <a:cubicBezTo>
                    <a:pt x="80515" y="20946"/>
                    <a:pt x="78734" y="21126"/>
                    <a:pt x="76857" y="20441"/>
                  </a:cubicBezTo>
                  <a:cubicBezTo>
                    <a:pt x="71476" y="18459"/>
                    <a:pt x="63017" y="14230"/>
                    <a:pt x="60417" y="11049"/>
                  </a:cubicBezTo>
                  <a:cubicBezTo>
                    <a:pt x="60103" y="10668"/>
                    <a:pt x="58493" y="11354"/>
                    <a:pt x="58074" y="11049"/>
                  </a:cubicBezTo>
                  <a:cubicBezTo>
                    <a:pt x="57550" y="10668"/>
                    <a:pt x="57417" y="9163"/>
                    <a:pt x="56902" y="8696"/>
                  </a:cubicBezTo>
                  <a:cubicBezTo>
                    <a:pt x="56474" y="8325"/>
                    <a:pt x="54950" y="9096"/>
                    <a:pt x="54550" y="8696"/>
                  </a:cubicBezTo>
                  <a:cubicBezTo>
                    <a:pt x="54235" y="8392"/>
                    <a:pt x="54912" y="6563"/>
                    <a:pt x="54550" y="6353"/>
                  </a:cubicBezTo>
                  <a:cubicBezTo>
                    <a:pt x="53283" y="5610"/>
                    <a:pt x="50549" y="5963"/>
                    <a:pt x="48682" y="5182"/>
                  </a:cubicBezTo>
                  <a:cubicBezTo>
                    <a:pt x="48549" y="5124"/>
                    <a:pt x="48787" y="4134"/>
                    <a:pt x="48682" y="4010"/>
                  </a:cubicBezTo>
                  <a:cubicBezTo>
                    <a:pt x="48396" y="3667"/>
                    <a:pt x="46758" y="4210"/>
                    <a:pt x="46339" y="4010"/>
                  </a:cubicBezTo>
                  <a:cubicBezTo>
                    <a:pt x="46187" y="3943"/>
                    <a:pt x="46453" y="2972"/>
                    <a:pt x="46339" y="2838"/>
                  </a:cubicBezTo>
                  <a:cubicBezTo>
                    <a:pt x="45596" y="1934"/>
                    <a:pt x="37738" y="4048"/>
                    <a:pt x="36947" y="4010"/>
                  </a:cubicBezTo>
                  <a:cubicBezTo>
                    <a:pt x="36157" y="3972"/>
                    <a:pt x="35709" y="2829"/>
                    <a:pt x="35776" y="2838"/>
                  </a:cubicBezTo>
                  <a:cubicBezTo>
                    <a:pt x="33737" y="2648"/>
                    <a:pt x="30537" y="5848"/>
                    <a:pt x="29908" y="6363"/>
                  </a:cubicBezTo>
                  <a:cubicBezTo>
                    <a:pt x="28842" y="7230"/>
                    <a:pt x="28470" y="7725"/>
                    <a:pt x="27565" y="8706"/>
                  </a:cubicBezTo>
                  <a:cubicBezTo>
                    <a:pt x="24365" y="12163"/>
                    <a:pt x="21250" y="15659"/>
                    <a:pt x="19345" y="19269"/>
                  </a:cubicBezTo>
                  <a:cubicBezTo>
                    <a:pt x="18345" y="21174"/>
                    <a:pt x="17259" y="22908"/>
                    <a:pt x="17002" y="23965"/>
                  </a:cubicBezTo>
                  <a:cubicBezTo>
                    <a:pt x="16621" y="25479"/>
                    <a:pt x="16088" y="26451"/>
                    <a:pt x="15830" y="27489"/>
                  </a:cubicBezTo>
                  <a:cubicBezTo>
                    <a:pt x="15449" y="28994"/>
                    <a:pt x="14916" y="29975"/>
                    <a:pt x="14659" y="31004"/>
                  </a:cubicBezTo>
                  <a:cubicBezTo>
                    <a:pt x="14278" y="32518"/>
                    <a:pt x="13745" y="33490"/>
                    <a:pt x="13487" y="34528"/>
                  </a:cubicBezTo>
                  <a:cubicBezTo>
                    <a:pt x="13116" y="36043"/>
                    <a:pt x="12573" y="37014"/>
                    <a:pt x="12316" y="38043"/>
                  </a:cubicBezTo>
                  <a:cubicBezTo>
                    <a:pt x="11944" y="39557"/>
                    <a:pt x="11401" y="40538"/>
                    <a:pt x="11144" y="41567"/>
                  </a:cubicBezTo>
                  <a:cubicBezTo>
                    <a:pt x="10325" y="44825"/>
                    <a:pt x="9858" y="44177"/>
                    <a:pt x="8801" y="46263"/>
                  </a:cubicBezTo>
                  <a:cubicBezTo>
                    <a:pt x="8496" y="46854"/>
                    <a:pt x="8963" y="47958"/>
                    <a:pt x="8801" y="48606"/>
                  </a:cubicBezTo>
                  <a:cubicBezTo>
                    <a:pt x="8696" y="49035"/>
                    <a:pt x="8506" y="49406"/>
                    <a:pt x="8306" y="49768"/>
                  </a:cubicBezTo>
                  <a:lnTo>
                    <a:pt x="8296" y="49787"/>
                  </a:lnTo>
                  <a:cubicBezTo>
                    <a:pt x="8239" y="49882"/>
                    <a:pt x="8220" y="49987"/>
                    <a:pt x="8163" y="50073"/>
                  </a:cubicBezTo>
                  <a:lnTo>
                    <a:pt x="4105" y="58626"/>
                  </a:lnTo>
                  <a:cubicBezTo>
                    <a:pt x="4200" y="58665"/>
                    <a:pt x="4286" y="58703"/>
                    <a:pt x="4381" y="58741"/>
                  </a:cubicBezTo>
                  <a:cubicBezTo>
                    <a:pt x="3086" y="60779"/>
                    <a:pt x="1695" y="62808"/>
                    <a:pt x="0" y="64551"/>
                  </a:cubicBezTo>
                  <a:lnTo>
                    <a:pt x="2705" y="68656"/>
                  </a:lnTo>
                  <a:cubicBezTo>
                    <a:pt x="4124" y="70618"/>
                    <a:pt x="5763" y="73428"/>
                    <a:pt x="6239" y="76724"/>
                  </a:cubicBezTo>
                  <a:cubicBezTo>
                    <a:pt x="6515" y="76867"/>
                    <a:pt x="6782" y="77076"/>
                    <a:pt x="7020" y="77381"/>
                  </a:cubicBezTo>
                  <a:cubicBezTo>
                    <a:pt x="8791" y="79629"/>
                    <a:pt x="10401" y="81953"/>
                    <a:pt x="11887" y="84401"/>
                  </a:cubicBezTo>
                  <a:cubicBezTo>
                    <a:pt x="12411" y="85258"/>
                    <a:pt x="12306" y="86068"/>
                    <a:pt x="11906" y="86725"/>
                  </a:cubicBezTo>
                  <a:cubicBezTo>
                    <a:pt x="13040" y="89154"/>
                    <a:pt x="14316" y="90792"/>
                    <a:pt x="15850" y="92050"/>
                  </a:cubicBezTo>
                  <a:cubicBezTo>
                    <a:pt x="16240" y="92374"/>
                    <a:pt x="15535" y="93983"/>
                    <a:pt x="15850" y="94402"/>
                  </a:cubicBezTo>
                  <a:cubicBezTo>
                    <a:pt x="17793" y="96936"/>
                    <a:pt x="22346" y="99974"/>
                    <a:pt x="24070" y="101441"/>
                  </a:cubicBezTo>
                  <a:cubicBezTo>
                    <a:pt x="24974" y="102213"/>
                    <a:pt x="26165" y="102575"/>
                    <a:pt x="26375" y="104004"/>
                  </a:cubicBezTo>
                  <a:cubicBezTo>
                    <a:pt x="26508" y="104127"/>
                    <a:pt x="26660" y="104213"/>
                    <a:pt x="26775" y="104375"/>
                  </a:cubicBezTo>
                  <a:cubicBezTo>
                    <a:pt x="28356" y="106575"/>
                    <a:pt x="30671" y="107909"/>
                    <a:pt x="32928" y="109318"/>
                  </a:cubicBezTo>
                  <a:cubicBezTo>
                    <a:pt x="33128" y="109452"/>
                    <a:pt x="33252" y="109623"/>
                    <a:pt x="33395" y="109785"/>
                  </a:cubicBezTo>
                  <a:cubicBezTo>
                    <a:pt x="34595" y="110128"/>
                    <a:pt x="34985" y="111262"/>
                    <a:pt x="35814" y="112014"/>
                  </a:cubicBezTo>
                  <a:cubicBezTo>
                    <a:pt x="37033" y="113138"/>
                    <a:pt x="38167" y="114357"/>
                    <a:pt x="39338" y="115538"/>
                  </a:cubicBezTo>
                  <a:cubicBezTo>
                    <a:pt x="41215" y="116348"/>
                    <a:pt x="43215" y="117053"/>
                    <a:pt x="44901" y="118062"/>
                  </a:cubicBezTo>
                  <a:cubicBezTo>
                    <a:pt x="45587" y="118462"/>
                    <a:pt x="46225" y="118910"/>
                    <a:pt x="46777" y="119453"/>
                  </a:cubicBezTo>
                  <a:cubicBezTo>
                    <a:pt x="46949" y="119424"/>
                    <a:pt x="47092" y="119367"/>
                    <a:pt x="47292" y="119377"/>
                  </a:cubicBezTo>
                  <a:cubicBezTo>
                    <a:pt x="50873" y="119520"/>
                    <a:pt x="54388" y="121882"/>
                    <a:pt x="57960" y="121301"/>
                  </a:cubicBezTo>
                  <a:cubicBezTo>
                    <a:pt x="58779" y="121168"/>
                    <a:pt x="59465" y="121415"/>
                    <a:pt x="59988" y="121834"/>
                  </a:cubicBezTo>
                  <a:cubicBezTo>
                    <a:pt x="61665" y="122168"/>
                    <a:pt x="63284" y="122558"/>
                    <a:pt x="65179" y="122577"/>
                  </a:cubicBezTo>
                  <a:cubicBezTo>
                    <a:pt x="67770" y="122606"/>
                    <a:pt x="68113" y="121663"/>
                    <a:pt x="69866" y="121406"/>
                  </a:cubicBezTo>
                  <a:cubicBezTo>
                    <a:pt x="72438" y="121034"/>
                    <a:pt x="74933" y="121872"/>
                    <a:pt x="76914" y="121406"/>
                  </a:cubicBezTo>
                  <a:cubicBezTo>
                    <a:pt x="80915" y="120453"/>
                    <a:pt x="85230" y="116767"/>
                    <a:pt x="90583" y="115776"/>
                  </a:cubicBezTo>
                  <a:cubicBezTo>
                    <a:pt x="90849" y="115529"/>
                    <a:pt x="91164" y="115310"/>
                    <a:pt x="91583" y="115186"/>
                  </a:cubicBezTo>
                  <a:cubicBezTo>
                    <a:pt x="93583" y="114576"/>
                    <a:pt x="95050" y="113157"/>
                    <a:pt x="96622" y="111843"/>
                  </a:cubicBezTo>
                  <a:cubicBezTo>
                    <a:pt x="97088" y="111443"/>
                    <a:pt x="97603" y="111300"/>
                    <a:pt x="98107" y="111271"/>
                  </a:cubicBezTo>
                  <a:cubicBezTo>
                    <a:pt x="98079" y="111128"/>
                    <a:pt x="98069" y="110985"/>
                    <a:pt x="98031" y="110842"/>
                  </a:cubicBezTo>
                  <a:cubicBezTo>
                    <a:pt x="98765" y="110290"/>
                    <a:pt x="100546" y="110414"/>
                    <a:pt x="101737" y="110147"/>
                  </a:cubicBezTo>
                  <a:cubicBezTo>
                    <a:pt x="102165" y="110061"/>
                    <a:pt x="102527" y="109919"/>
                    <a:pt x="102727" y="109671"/>
                  </a:cubicBezTo>
                  <a:cubicBezTo>
                    <a:pt x="102860" y="109518"/>
                    <a:pt x="102556" y="108604"/>
                    <a:pt x="102727" y="108499"/>
                  </a:cubicBezTo>
                  <a:cubicBezTo>
                    <a:pt x="104099" y="107699"/>
                    <a:pt x="106261" y="106994"/>
                    <a:pt x="107423" y="106156"/>
                  </a:cubicBezTo>
                  <a:cubicBezTo>
                    <a:pt x="108814" y="105146"/>
                    <a:pt x="109757" y="103613"/>
                    <a:pt x="110947" y="102632"/>
                  </a:cubicBezTo>
                  <a:cubicBezTo>
                    <a:pt x="112033" y="101737"/>
                    <a:pt x="113424" y="101251"/>
                    <a:pt x="114471" y="100279"/>
                  </a:cubicBezTo>
                  <a:cubicBezTo>
                    <a:pt x="116043" y="98851"/>
                    <a:pt x="117824" y="97184"/>
                    <a:pt x="119167" y="95583"/>
                  </a:cubicBezTo>
                  <a:cubicBezTo>
                    <a:pt x="120234" y="94307"/>
                    <a:pt x="120910" y="91669"/>
                    <a:pt x="122768" y="91030"/>
                  </a:cubicBezTo>
                  <a:cubicBezTo>
                    <a:pt x="123273" y="89373"/>
                    <a:pt x="124320" y="88163"/>
                    <a:pt x="125397" y="86935"/>
                  </a:cubicBezTo>
                  <a:cubicBezTo>
                    <a:pt x="125206" y="86754"/>
                    <a:pt x="125073" y="86516"/>
                    <a:pt x="125035" y="86192"/>
                  </a:cubicBezTo>
                  <a:cubicBezTo>
                    <a:pt x="127387" y="82286"/>
                    <a:pt x="130312" y="78296"/>
                    <a:pt x="132074" y="73276"/>
                  </a:cubicBezTo>
                  <a:cubicBezTo>
                    <a:pt x="133217" y="70028"/>
                    <a:pt x="132921" y="66037"/>
                    <a:pt x="134636" y="62932"/>
                  </a:cubicBezTo>
                  <a:cubicBezTo>
                    <a:pt x="135103" y="60074"/>
                    <a:pt x="134941" y="57169"/>
                    <a:pt x="134922" y="54264"/>
                  </a:cubicBezTo>
                  <a:cubicBezTo>
                    <a:pt x="134922" y="54216"/>
                    <a:pt x="134941" y="54188"/>
                    <a:pt x="134950" y="54150"/>
                  </a:cubicBezTo>
                  <a:cubicBezTo>
                    <a:pt x="134684" y="53969"/>
                    <a:pt x="134483" y="53711"/>
                    <a:pt x="134426" y="53321"/>
                  </a:cubicBezTo>
                  <a:cubicBezTo>
                    <a:pt x="133969" y="50892"/>
                    <a:pt x="134588" y="49597"/>
                    <a:pt x="135598" y="48625"/>
                  </a:cubicBezTo>
                  <a:cubicBezTo>
                    <a:pt x="135779" y="48444"/>
                    <a:pt x="138408" y="46739"/>
                    <a:pt x="139113" y="47454"/>
                  </a:cubicBezTo>
                  <a:cubicBezTo>
                    <a:pt x="139151" y="47492"/>
                    <a:pt x="139132" y="48625"/>
                    <a:pt x="139113" y="48625"/>
                  </a:cubicBezTo>
                  <a:cubicBezTo>
                    <a:pt x="141227" y="47673"/>
                    <a:pt x="143837" y="46901"/>
                    <a:pt x="146161" y="45110"/>
                  </a:cubicBezTo>
                  <a:cubicBezTo>
                    <a:pt x="146609" y="44768"/>
                    <a:pt x="148190" y="44358"/>
                    <a:pt x="148504" y="43939"/>
                  </a:cubicBezTo>
                  <a:cubicBezTo>
                    <a:pt x="148819" y="43520"/>
                    <a:pt x="148114" y="41900"/>
                    <a:pt x="148504" y="41586"/>
                  </a:cubicBezTo>
                  <a:cubicBezTo>
                    <a:pt x="149657" y="40643"/>
                    <a:pt x="150009" y="40557"/>
                    <a:pt x="150857" y="39234"/>
                  </a:cubicBezTo>
                  <a:cubicBezTo>
                    <a:pt x="151228" y="38653"/>
                    <a:pt x="154286" y="34071"/>
                    <a:pt x="154381" y="32195"/>
                  </a:cubicBezTo>
                  <a:cubicBezTo>
                    <a:pt x="154429" y="31318"/>
                    <a:pt x="155381" y="30918"/>
                    <a:pt x="155553" y="29842"/>
                  </a:cubicBezTo>
                  <a:cubicBezTo>
                    <a:pt x="156029" y="26603"/>
                    <a:pt x="154819" y="16393"/>
                    <a:pt x="153162" y="12211"/>
                  </a:cubicBez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29" id="29"/>
            <p:cNvSpPr/>
            <p:nvPr/>
          </p:nvSpPr>
          <p:spPr>
            <a:xfrm>
              <a:off x="7179640" y="4476062"/>
              <a:ext cx="387342" cy="38278"/>
            </a:xfrm>
            <a:custGeom>
              <a:avLst/>
              <a:gdLst/>
              <a:ahLst/>
              <a:cxnLst/>
              <a:rect r="r" b="b" t="t" l="l"/>
              <a:pathLst>
                <a:path w="133845" h="13227" stroke="true" fill="norm" extrusionOk="true">
                  <a:moveTo>
                    <a:pt x="129140" y="2592"/>
                  </a:moveTo>
                  <a:cubicBezTo>
                    <a:pt x="129092" y="2058"/>
                    <a:pt x="132883" y="2887"/>
                    <a:pt x="130312" y="1420"/>
                  </a:cubicBezTo>
                  <a:cubicBezTo>
                    <a:pt x="129511" y="972"/>
                    <a:pt x="127911" y="1544"/>
                    <a:pt x="127959" y="258"/>
                  </a:cubicBezTo>
                  <a:cubicBezTo>
                    <a:pt x="126444" y="496"/>
                    <a:pt x="126349" y="1525"/>
                    <a:pt x="124444" y="1420"/>
                  </a:cubicBezTo>
                  <a:cubicBezTo>
                    <a:pt x="123720" y="1392"/>
                    <a:pt x="123111" y="248"/>
                    <a:pt x="123273" y="258"/>
                  </a:cubicBezTo>
                  <a:cubicBezTo>
                    <a:pt x="114005" y="-237"/>
                    <a:pt x="102098" y="106"/>
                    <a:pt x="93917" y="258"/>
                  </a:cubicBezTo>
                  <a:cubicBezTo>
                    <a:pt x="91450" y="296"/>
                    <a:pt x="91497" y="1354"/>
                    <a:pt x="90392" y="258"/>
                  </a:cubicBezTo>
                  <a:cubicBezTo>
                    <a:pt x="89945" y="-190"/>
                    <a:pt x="83858" y="125"/>
                    <a:pt x="83353" y="258"/>
                  </a:cubicBezTo>
                  <a:cubicBezTo>
                    <a:pt x="82991" y="344"/>
                    <a:pt x="81763" y="1458"/>
                    <a:pt x="82182" y="1420"/>
                  </a:cubicBezTo>
                  <a:cubicBezTo>
                    <a:pt x="80572" y="1534"/>
                    <a:pt x="79553" y="191"/>
                    <a:pt x="78657" y="258"/>
                  </a:cubicBezTo>
                  <a:cubicBezTo>
                    <a:pt x="75133" y="515"/>
                    <a:pt x="72438" y="1334"/>
                    <a:pt x="69266" y="1420"/>
                  </a:cubicBezTo>
                  <a:cubicBezTo>
                    <a:pt x="59169" y="1715"/>
                    <a:pt x="48111" y="2135"/>
                    <a:pt x="41091" y="2592"/>
                  </a:cubicBezTo>
                  <a:cubicBezTo>
                    <a:pt x="35881" y="2935"/>
                    <a:pt x="29356" y="2411"/>
                    <a:pt x="25832" y="2592"/>
                  </a:cubicBezTo>
                  <a:cubicBezTo>
                    <a:pt x="25146" y="2630"/>
                    <a:pt x="24451" y="3773"/>
                    <a:pt x="24660" y="3763"/>
                  </a:cubicBezTo>
                  <a:cubicBezTo>
                    <a:pt x="22469" y="3849"/>
                    <a:pt x="22022" y="2344"/>
                    <a:pt x="19955" y="2592"/>
                  </a:cubicBezTo>
                  <a:cubicBezTo>
                    <a:pt x="20126" y="2573"/>
                    <a:pt x="19317" y="3601"/>
                    <a:pt x="18783" y="3763"/>
                  </a:cubicBezTo>
                  <a:cubicBezTo>
                    <a:pt x="17707" y="4087"/>
                    <a:pt x="16354" y="3525"/>
                    <a:pt x="15259" y="3763"/>
                  </a:cubicBezTo>
                  <a:cubicBezTo>
                    <a:pt x="15164" y="3792"/>
                    <a:pt x="15345" y="4849"/>
                    <a:pt x="15259" y="4935"/>
                  </a:cubicBezTo>
                  <a:cubicBezTo>
                    <a:pt x="14678" y="5506"/>
                    <a:pt x="11421" y="4773"/>
                    <a:pt x="10563" y="4935"/>
                  </a:cubicBezTo>
                  <a:cubicBezTo>
                    <a:pt x="8506" y="5325"/>
                    <a:pt x="7163" y="5783"/>
                    <a:pt x="5867" y="6106"/>
                  </a:cubicBezTo>
                  <a:cubicBezTo>
                    <a:pt x="4658" y="6411"/>
                    <a:pt x="105" y="4716"/>
                    <a:pt x="1172" y="8459"/>
                  </a:cubicBezTo>
                  <a:cubicBezTo>
                    <a:pt x="1181" y="9631"/>
                    <a:pt x="229" y="9850"/>
                    <a:pt x="0" y="10812"/>
                  </a:cubicBezTo>
                  <a:cubicBezTo>
                    <a:pt x="1619" y="10755"/>
                    <a:pt x="2572" y="11355"/>
                    <a:pt x="3524" y="11974"/>
                  </a:cubicBezTo>
                  <a:cubicBezTo>
                    <a:pt x="9830" y="10612"/>
                    <a:pt x="15269" y="11783"/>
                    <a:pt x="22308" y="11974"/>
                  </a:cubicBezTo>
                  <a:cubicBezTo>
                    <a:pt x="29728" y="12183"/>
                    <a:pt x="37776" y="11421"/>
                    <a:pt x="44615" y="11974"/>
                  </a:cubicBezTo>
                  <a:cubicBezTo>
                    <a:pt x="50740" y="12479"/>
                    <a:pt x="56045" y="13526"/>
                    <a:pt x="62227" y="13145"/>
                  </a:cubicBezTo>
                  <a:cubicBezTo>
                    <a:pt x="65646" y="12945"/>
                    <a:pt x="65751" y="11383"/>
                    <a:pt x="68094" y="11974"/>
                  </a:cubicBezTo>
                  <a:cubicBezTo>
                    <a:pt x="71123" y="12736"/>
                    <a:pt x="73495" y="12212"/>
                    <a:pt x="77486" y="11974"/>
                  </a:cubicBezTo>
                  <a:cubicBezTo>
                    <a:pt x="90621" y="11212"/>
                    <a:pt x="100403" y="10640"/>
                    <a:pt x="111538" y="9631"/>
                  </a:cubicBezTo>
                  <a:cubicBezTo>
                    <a:pt x="115300" y="9288"/>
                    <a:pt x="119377" y="8859"/>
                    <a:pt x="123282" y="8459"/>
                  </a:cubicBezTo>
                  <a:cubicBezTo>
                    <a:pt x="126673" y="8107"/>
                    <a:pt x="131388" y="9726"/>
                    <a:pt x="133845" y="6106"/>
                  </a:cubicBezTo>
                  <a:cubicBezTo>
                    <a:pt x="130569" y="4516"/>
                    <a:pt x="129302" y="4582"/>
                    <a:pt x="129140" y="2592"/>
                  </a:cubicBezTo>
                  <a:close/>
                </a:path>
              </a:pathLst>
            </a:custGeom>
            <a:solidFill>
              <a:srgbClr val="F8D657"/>
            </a:solidFill>
            <a:ln cap="flat">
              <a:noFill/>
              <a:prstDash val="solid"/>
              <a:miter lim="800000"/>
            </a:ln>
          </p:spPr>
          <p:txBody>
            <a:bodyPr vert="horz" anchor="ctr" tIns="45720" lIns="91440" bIns="45720" rIns="91440"/>
            <a:p>
              <a:pPr algn="l" marL="0"/>
            </a:p>
          </p:txBody>
        </p:sp>
        <p:sp>
          <p:nvSpPr>
            <p:cNvPr name="Freeform 30" id="30"/>
            <p:cNvSpPr/>
            <p:nvPr/>
          </p:nvSpPr>
          <p:spPr>
            <a:xfrm>
              <a:off x="7942563" y="2818278"/>
              <a:ext cx="55434" cy="368317"/>
            </a:xfrm>
            <a:custGeom>
              <a:avLst/>
              <a:gdLst/>
              <a:ahLst/>
              <a:cxnLst/>
              <a:rect r="r" b="b" t="t" l="l"/>
              <a:pathLst>
                <a:path w="19155" h="127271" stroke="true" fill="norm" extrusionOk="true">
                  <a:moveTo>
                    <a:pt x="531" y="84687"/>
                  </a:moveTo>
                  <a:cubicBezTo>
                    <a:pt x="855" y="84945"/>
                    <a:pt x="369" y="86621"/>
                    <a:pt x="531" y="87031"/>
                  </a:cubicBezTo>
                  <a:cubicBezTo>
                    <a:pt x="874" y="87878"/>
                    <a:pt x="1579" y="88640"/>
                    <a:pt x="1703" y="89383"/>
                  </a:cubicBezTo>
                  <a:cubicBezTo>
                    <a:pt x="2379" y="93431"/>
                    <a:pt x="1579" y="95127"/>
                    <a:pt x="2874" y="96422"/>
                  </a:cubicBezTo>
                  <a:cubicBezTo>
                    <a:pt x="2989" y="96546"/>
                    <a:pt x="4055" y="100108"/>
                    <a:pt x="4046" y="99946"/>
                  </a:cubicBezTo>
                  <a:cubicBezTo>
                    <a:pt x="4113" y="101242"/>
                    <a:pt x="4941" y="100537"/>
                    <a:pt x="5217" y="101118"/>
                  </a:cubicBezTo>
                  <a:cubicBezTo>
                    <a:pt x="6037" y="102813"/>
                    <a:pt x="5694" y="104118"/>
                    <a:pt x="6389" y="105804"/>
                  </a:cubicBezTo>
                  <a:cubicBezTo>
                    <a:pt x="6446" y="105947"/>
                    <a:pt x="7437" y="105690"/>
                    <a:pt x="7561" y="105804"/>
                  </a:cubicBezTo>
                  <a:cubicBezTo>
                    <a:pt x="8599" y="106852"/>
                    <a:pt x="7942" y="110443"/>
                    <a:pt x="8732" y="111681"/>
                  </a:cubicBezTo>
                  <a:cubicBezTo>
                    <a:pt x="9180" y="112377"/>
                    <a:pt x="9647" y="113339"/>
                    <a:pt x="9904" y="114034"/>
                  </a:cubicBezTo>
                  <a:cubicBezTo>
                    <a:pt x="11618" y="118596"/>
                    <a:pt x="13057" y="123007"/>
                    <a:pt x="14390" y="127264"/>
                  </a:cubicBezTo>
                  <a:cubicBezTo>
                    <a:pt x="14485" y="127417"/>
                    <a:pt x="17524" y="125112"/>
                    <a:pt x="17657" y="124959"/>
                  </a:cubicBezTo>
                  <a:cubicBezTo>
                    <a:pt x="19038" y="123454"/>
                    <a:pt x="19334" y="122845"/>
                    <a:pt x="19067" y="120835"/>
                  </a:cubicBezTo>
                  <a:cubicBezTo>
                    <a:pt x="18686" y="117892"/>
                    <a:pt x="17886" y="114501"/>
                    <a:pt x="16952" y="111681"/>
                  </a:cubicBezTo>
                  <a:cubicBezTo>
                    <a:pt x="17019" y="111891"/>
                    <a:pt x="15895" y="110700"/>
                    <a:pt x="15781" y="110510"/>
                  </a:cubicBezTo>
                  <a:cubicBezTo>
                    <a:pt x="14095" y="107871"/>
                    <a:pt x="12999" y="105614"/>
                    <a:pt x="13428" y="102290"/>
                  </a:cubicBezTo>
                  <a:cubicBezTo>
                    <a:pt x="8104" y="97479"/>
                    <a:pt x="8256" y="91726"/>
                    <a:pt x="7561" y="84678"/>
                  </a:cubicBezTo>
                  <a:cubicBezTo>
                    <a:pt x="7437" y="83516"/>
                    <a:pt x="6561" y="83954"/>
                    <a:pt x="6389" y="83497"/>
                  </a:cubicBezTo>
                  <a:cubicBezTo>
                    <a:pt x="5970" y="82401"/>
                    <a:pt x="7570" y="81287"/>
                    <a:pt x="7561" y="81144"/>
                  </a:cubicBezTo>
                  <a:cubicBezTo>
                    <a:pt x="7342" y="77182"/>
                    <a:pt x="6275" y="72848"/>
                    <a:pt x="6389" y="69400"/>
                  </a:cubicBezTo>
                  <a:cubicBezTo>
                    <a:pt x="6494" y="66285"/>
                    <a:pt x="7570" y="62999"/>
                    <a:pt x="7561" y="60008"/>
                  </a:cubicBezTo>
                  <a:cubicBezTo>
                    <a:pt x="7542" y="56322"/>
                    <a:pt x="6503" y="52407"/>
                    <a:pt x="6389" y="48264"/>
                  </a:cubicBezTo>
                  <a:cubicBezTo>
                    <a:pt x="6361" y="47445"/>
                    <a:pt x="7942" y="48369"/>
                    <a:pt x="6389" y="47092"/>
                  </a:cubicBezTo>
                  <a:cubicBezTo>
                    <a:pt x="5579" y="46435"/>
                    <a:pt x="7465" y="44816"/>
                    <a:pt x="7561" y="44749"/>
                  </a:cubicBezTo>
                  <a:cubicBezTo>
                    <a:pt x="8342" y="44111"/>
                    <a:pt x="6342" y="43359"/>
                    <a:pt x="6389" y="43578"/>
                  </a:cubicBezTo>
                  <a:cubicBezTo>
                    <a:pt x="5856" y="40187"/>
                    <a:pt x="6475" y="38567"/>
                    <a:pt x="7561" y="37701"/>
                  </a:cubicBezTo>
                  <a:cubicBezTo>
                    <a:pt x="8304" y="37110"/>
                    <a:pt x="6380" y="36224"/>
                    <a:pt x="6389" y="36529"/>
                  </a:cubicBezTo>
                  <a:cubicBezTo>
                    <a:pt x="6322" y="33729"/>
                    <a:pt x="6427" y="31900"/>
                    <a:pt x="6389" y="29490"/>
                  </a:cubicBezTo>
                  <a:cubicBezTo>
                    <a:pt x="6256" y="21175"/>
                    <a:pt x="7380" y="14098"/>
                    <a:pt x="7561" y="8354"/>
                  </a:cubicBezTo>
                  <a:cubicBezTo>
                    <a:pt x="7665" y="4916"/>
                    <a:pt x="8856" y="-961"/>
                    <a:pt x="5208" y="134"/>
                  </a:cubicBezTo>
                  <a:cubicBezTo>
                    <a:pt x="1008" y="5249"/>
                    <a:pt x="779" y="12440"/>
                    <a:pt x="512" y="18917"/>
                  </a:cubicBezTo>
                  <a:cubicBezTo>
                    <a:pt x="360" y="22632"/>
                    <a:pt x="703" y="23985"/>
                    <a:pt x="1684" y="24794"/>
                  </a:cubicBezTo>
                  <a:cubicBezTo>
                    <a:pt x="2846" y="25737"/>
                    <a:pt x="503" y="29281"/>
                    <a:pt x="512" y="29490"/>
                  </a:cubicBezTo>
                  <a:cubicBezTo>
                    <a:pt x="760" y="33995"/>
                    <a:pt x="1798" y="38005"/>
                    <a:pt x="1684" y="42406"/>
                  </a:cubicBezTo>
                  <a:cubicBezTo>
                    <a:pt x="1598" y="45702"/>
                    <a:pt x="760" y="48369"/>
                    <a:pt x="512" y="51798"/>
                  </a:cubicBezTo>
                  <a:cubicBezTo>
                    <a:pt x="-117" y="60846"/>
                    <a:pt x="1484" y="73781"/>
                    <a:pt x="512" y="81154"/>
                  </a:cubicBezTo>
                  <a:cubicBezTo>
                    <a:pt x="236" y="83402"/>
                    <a:pt x="-497" y="83830"/>
                    <a:pt x="531" y="84687"/>
                  </a:cubicBez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31" id="31"/>
            <p:cNvSpPr/>
            <p:nvPr/>
          </p:nvSpPr>
          <p:spPr>
            <a:xfrm>
              <a:off x="7504322" y="1996655"/>
              <a:ext cx="41656" cy="37980"/>
            </a:xfrm>
            <a:custGeom>
              <a:avLst/>
              <a:gdLst/>
              <a:ahLst/>
              <a:cxnLst/>
              <a:rect r="r" b="b" t="t" l="l"/>
              <a:pathLst>
                <a:path w="14394" h="13124" stroke="true" fill="norm" extrusionOk="true">
                  <a:moveTo>
                    <a:pt x="307" y="13115"/>
                  </a:moveTo>
                  <a:cubicBezTo>
                    <a:pt x="307" y="12334"/>
                    <a:pt x="307" y="11553"/>
                    <a:pt x="307" y="10772"/>
                  </a:cubicBezTo>
                  <a:cubicBezTo>
                    <a:pt x="-1265" y="8562"/>
                    <a:pt x="3707" y="7248"/>
                    <a:pt x="3831" y="4904"/>
                  </a:cubicBezTo>
                  <a:cubicBezTo>
                    <a:pt x="3964" y="2399"/>
                    <a:pt x="9879" y="-2354"/>
                    <a:pt x="14394" y="1380"/>
                  </a:cubicBezTo>
                  <a:cubicBezTo>
                    <a:pt x="12994" y="6638"/>
                    <a:pt x="7974" y="8267"/>
                    <a:pt x="6174" y="13125"/>
                  </a:cubicBezTo>
                  <a:cubicBezTo>
                    <a:pt x="4222" y="13115"/>
                    <a:pt x="2259" y="13115"/>
                    <a:pt x="307" y="13115"/>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32" id="32"/>
            <p:cNvSpPr/>
            <p:nvPr/>
          </p:nvSpPr>
          <p:spPr>
            <a:xfrm>
              <a:off x="7552344" y="2381560"/>
              <a:ext cx="35202" cy="36189"/>
            </a:xfrm>
            <a:custGeom>
              <a:avLst/>
              <a:gdLst/>
              <a:ahLst/>
              <a:cxnLst/>
              <a:rect r="r" b="b" t="t" l="l"/>
              <a:pathLst>
                <a:path w="12164" h="12505" stroke="true" fill="norm" extrusionOk="true">
                  <a:moveTo>
                    <a:pt x="639" y="2184"/>
                  </a:moveTo>
                  <a:cubicBezTo>
                    <a:pt x="2030" y="546"/>
                    <a:pt x="5992" y="-959"/>
                    <a:pt x="7402" y="765"/>
                  </a:cubicBezTo>
                  <a:cubicBezTo>
                    <a:pt x="8230" y="1784"/>
                    <a:pt x="9202" y="298"/>
                    <a:pt x="9745" y="1936"/>
                  </a:cubicBezTo>
                  <a:cubicBezTo>
                    <a:pt x="10259" y="3470"/>
                    <a:pt x="11907" y="4060"/>
                    <a:pt x="12136" y="5756"/>
                  </a:cubicBezTo>
                  <a:cubicBezTo>
                    <a:pt x="12393" y="7642"/>
                    <a:pt x="10840" y="9328"/>
                    <a:pt x="10783" y="11185"/>
                  </a:cubicBezTo>
                  <a:cubicBezTo>
                    <a:pt x="10736" y="12500"/>
                    <a:pt x="7545" y="12604"/>
                    <a:pt x="6668" y="12452"/>
                  </a:cubicBezTo>
                  <a:cubicBezTo>
                    <a:pt x="4811" y="12128"/>
                    <a:pt x="2763" y="10518"/>
                    <a:pt x="1687" y="9032"/>
                  </a:cubicBezTo>
                  <a:cubicBezTo>
                    <a:pt x="639" y="7547"/>
                    <a:pt x="-571" y="4470"/>
                    <a:pt x="296" y="2708"/>
                  </a:cubicBezTo>
                  <a:cubicBezTo>
                    <a:pt x="363" y="2546"/>
                    <a:pt x="487" y="2355"/>
                    <a:pt x="639" y="2184"/>
                  </a:cubicBezTo>
                  <a:close/>
                </a:path>
              </a:pathLst>
            </a:custGeom>
            <a:solidFill>
              <a:srgbClr val="40210F"/>
            </a:solidFill>
            <a:ln cap="flat">
              <a:noFill/>
              <a:prstDash val="solid"/>
              <a:miter lim="800000"/>
            </a:ln>
          </p:spPr>
          <p:txBody>
            <a:bodyPr vert="horz" anchor="ctr" tIns="45720" lIns="91440" bIns="45720" rIns="91440"/>
            <a:p>
              <a:pPr algn="l" marL="0"/>
            </a:p>
          </p:txBody>
        </p:sp>
        <p:sp>
          <p:nvSpPr>
            <p:cNvPr name="Freeform 33" id="33"/>
            <p:cNvSpPr/>
            <p:nvPr/>
          </p:nvSpPr>
          <p:spPr>
            <a:xfrm>
              <a:off x="7672198" y="2348979"/>
              <a:ext cx="35202" cy="36189"/>
            </a:xfrm>
            <a:custGeom>
              <a:avLst/>
              <a:gdLst/>
              <a:ahLst/>
              <a:cxnLst/>
              <a:rect r="r" b="b" t="t" l="l"/>
              <a:pathLst>
                <a:path w="12164" h="12505" stroke="true" fill="norm" extrusionOk="true">
                  <a:moveTo>
                    <a:pt x="639" y="2184"/>
                  </a:moveTo>
                  <a:cubicBezTo>
                    <a:pt x="2030" y="546"/>
                    <a:pt x="5992" y="-959"/>
                    <a:pt x="7402" y="765"/>
                  </a:cubicBezTo>
                  <a:cubicBezTo>
                    <a:pt x="8231" y="1784"/>
                    <a:pt x="9202" y="298"/>
                    <a:pt x="9745" y="1936"/>
                  </a:cubicBezTo>
                  <a:cubicBezTo>
                    <a:pt x="10259" y="3470"/>
                    <a:pt x="11907" y="4060"/>
                    <a:pt x="12136" y="5746"/>
                  </a:cubicBezTo>
                  <a:cubicBezTo>
                    <a:pt x="12393" y="7632"/>
                    <a:pt x="10840" y="9328"/>
                    <a:pt x="10783" y="11185"/>
                  </a:cubicBezTo>
                  <a:cubicBezTo>
                    <a:pt x="10736" y="12500"/>
                    <a:pt x="7545" y="12604"/>
                    <a:pt x="6668" y="12452"/>
                  </a:cubicBezTo>
                  <a:cubicBezTo>
                    <a:pt x="4811" y="12128"/>
                    <a:pt x="2763" y="10518"/>
                    <a:pt x="1687" y="9023"/>
                  </a:cubicBezTo>
                  <a:cubicBezTo>
                    <a:pt x="639" y="7556"/>
                    <a:pt x="-571" y="4470"/>
                    <a:pt x="296" y="2708"/>
                  </a:cubicBezTo>
                  <a:cubicBezTo>
                    <a:pt x="363" y="2536"/>
                    <a:pt x="477" y="2355"/>
                    <a:pt x="639" y="2184"/>
                  </a:cubicBezTo>
                  <a:close/>
                </a:path>
              </a:pathLst>
            </a:custGeom>
            <a:solidFill>
              <a:srgbClr val="40210F"/>
            </a:solidFill>
            <a:ln cap="flat">
              <a:noFill/>
              <a:prstDash val="solid"/>
              <a:miter lim="800000"/>
            </a:ln>
          </p:spPr>
          <p:txBody>
            <a:bodyPr vert="horz" anchor="ctr" tIns="45720" lIns="91440" bIns="45720" rIns="91440"/>
            <a:p>
              <a:pPr algn="l" marL="0"/>
            </a:p>
          </p:txBody>
        </p:sp>
        <p:sp>
          <p:nvSpPr>
            <p:cNvPr name="Freeform 34" id="34"/>
            <p:cNvSpPr/>
            <p:nvPr/>
          </p:nvSpPr>
          <p:spPr>
            <a:xfrm>
              <a:off x="7571505" y="1966633"/>
              <a:ext cx="29275" cy="41114"/>
            </a:xfrm>
            <a:custGeom>
              <a:avLst/>
              <a:gdLst/>
              <a:ahLst/>
              <a:cxnLst/>
              <a:rect r="r" b="b" t="t" l="l"/>
              <a:pathLst>
                <a:path w="10116" h="14207" stroke="true" fill="norm" extrusionOk="true">
                  <a:moveTo>
                    <a:pt x="0" y="12916"/>
                  </a:moveTo>
                  <a:cubicBezTo>
                    <a:pt x="1600" y="7087"/>
                    <a:pt x="2372" y="419"/>
                    <a:pt x="9392" y="0"/>
                  </a:cubicBezTo>
                  <a:cubicBezTo>
                    <a:pt x="11982" y="4372"/>
                    <a:pt x="6877" y="9582"/>
                    <a:pt x="5867" y="14088"/>
                  </a:cubicBezTo>
                  <a:cubicBezTo>
                    <a:pt x="3143" y="14469"/>
                    <a:pt x="1362" y="13906"/>
                    <a:pt x="0" y="12916"/>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35" id="35"/>
            <p:cNvSpPr/>
            <p:nvPr/>
          </p:nvSpPr>
          <p:spPr>
            <a:xfrm>
              <a:off x="7752904" y="1947524"/>
              <a:ext cx="32392" cy="39494"/>
            </a:xfrm>
            <a:custGeom>
              <a:avLst/>
              <a:gdLst/>
              <a:ahLst/>
              <a:cxnLst/>
              <a:rect r="r" b="b" t="t" l="l"/>
              <a:pathLst>
                <a:path w="11193" h="13647" stroke="true" fill="norm" extrusionOk="true">
                  <a:moveTo>
                    <a:pt x="11194" y="11852"/>
                  </a:moveTo>
                  <a:cubicBezTo>
                    <a:pt x="8965" y="6223"/>
                    <a:pt x="7489" y="-321"/>
                    <a:pt x="469" y="12"/>
                  </a:cubicBezTo>
                  <a:cubicBezTo>
                    <a:pt x="-1646" y="4641"/>
                    <a:pt x="3993" y="9271"/>
                    <a:pt x="5479" y="13643"/>
                  </a:cubicBezTo>
                  <a:cubicBezTo>
                    <a:pt x="8232" y="13719"/>
                    <a:pt x="9946" y="12976"/>
                    <a:pt x="11194" y="11852"/>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36" id="36"/>
            <p:cNvSpPr/>
            <p:nvPr/>
          </p:nvSpPr>
          <p:spPr>
            <a:xfrm>
              <a:off x="7635928" y="1963226"/>
              <a:ext cx="22414" cy="41291"/>
            </a:xfrm>
            <a:custGeom>
              <a:avLst/>
              <a:gdLst/>
              <a:ahLst/>
              <a:cxnLst/>
              <a:rect r="r" b="b" t="t" l="l"/>
              <a:pathLst>
                <a:path w="7745" h="14268" stroke="true" fill="norm" extrusionOk="true">
                  <a:moveTo>
                    <a:pt x="7028" y="15"/>
                  </a:moveTo>
                  <a:cubicBezTo>
                    <a:pt x="9152" y="3282"/>
                    <a:pt x="5885" y="9283"/>
                    <a:pt x="5857" y="14103"/>
                  </a:cubicBezTo>
                  <a:cubicBezTo>
                    <a:pt x="-2935" y="15760"/>
                    <a:pt x="208" y="4520"/>
                    <a:pt x="2333" y="1187"/>
                  </a:cubicBezTo>
                  <a:cubicBezTo>
                    <a:pt x="3371" y="272"/>
                    <a:pt x="4981" y="-80"/>
                    <a:pt x="7028" y="15"/>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37" id="37"/>
            <p:cNvSpPr/>
            <p:nvPr/>
          </p:nvSpPr>
          <p:spPr>
            <a:xfrm>
              <a:off x="7682697" y="2776854"/>
              <a:ext cx="57208" cy="62932"/>
            </a:xfrm>
            <a:custGeom>
              <a:avLst/>
              <a:gdLst/>
              <a:ahLst/>
              <a:cxnLst/>
              <a:rect r="r" b="b" t="t" l="l"/>
              <a:pathLst>
                <a:path w="19768" h="21746" stroke="true" fill="norm" extrusionOk="true">
                  <a:moveTo>
                    <a:pt x="16366" y="370"/>
                  </a:moveTo>
                  <a:cubicBezTo>
                    <a:pt x="15585" y="-620"/>
                    <a:pt x="8803" y="656"/>
                    <a:pt x="7660" y="970"/>
                  </a:cubicBezTo>
                  <a:cubicBezTo>
                    <a:pt x="4869" y="1723"/>
                    <a:pt x="2269" y="3037"/>
                    <a:pt x="954" y="5761"/>
                  </a:cubicBezTo>
                  <a:cubicBezTo>
                    <a:pt x="-2751" y="13467"/>
                    <a:pt x="4993" y="23459"/>
                    <a:pt x="12842" y="21497"/>
                  </a:cubicBezTo>
                  <a:cubicBezTo>
                    <a:pt x="15489" y="20839"/>
                    <a:pt x="16423" y="20497"/>
                    <a:pt x="17547" y="19153"/>
                  </a:cubicBezTo>
                  <a:cubicBezTo>
                    <a:pt x="18023" y="18582"/>
                    <a:pt x="18509" y="16124"/>
                    <a:pt x="18718" y="15629"/>
                  </a:cubicBezTo>
                  <a:cubicBezTo>
                    <a:pt x="20843" y="10667"/>
                    <a:pt x="19585" y="4466"/>
                    <a:pt x="16366" y="37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8" id="38"/>
            <p:cNvSpPr/>
            <p:nvPr/>
          </p:nvSpPr>
          <p:spPr>
            <a:xfrm>
              <a:off x="7691408" y="2884330"/>
              <a:ext cx="57199" cy="62932"/>
            </a:xfrm>
            <a:custGeom>
              <a:avLst/>
              <a:gdLst/>
              <a:ahLst/>
              <a:cxnLst/>
              <a:rect r="r" b="b" t="t" l="l"/>
              <a:pathLst>
                <a:path w="19765" h="21746" stroke="true" fill="norm" extrusionOk="true">
                  <a:moveTo>
                    <a:pt x="16366" y="370"/>
                  </a:moveTo>
                  <a:cubicBezTo>
                    <a:pt x="15585" y="-620"/>
                    <a:pt x="8803" y="656"/>
                    <a:pt x="7660" y="970"/>
                  </a:cubicBezTo>
                  <a:cubicBezTo>
                    <a:pt x="4869" y="1723"/>
                    <a:pt x="2269" y="3037"/>
                    <a:pt x="954" y="5761"/>
                  </a:cubicBezTo>
                  <a:cubicBezTo>
                    <a:pt x="-2751" y="13467"/>
                    <a:pt x="4993" y="23459"/>
                    <a:pt x="12842" y="21497"/>
                  </a:cubicBezTo>
                  <a:cubicBezTo>
                    <a:pt x="15490" y="20839"/>
                    <a:pt x="16423" y="20496"/>
                    <a:pt x="17537" y="19153"/>
                  </a:cubicBezTo>
                  <a:cubicBezTo>
                    <a:pt x="18014" y="18582"/>
                    <a:pt x="18499" y="16124"/>
                    <a:pt x="18709" y="15629"/>
                  </a:cubicBezTo>
                  <a:cubicBezTo>
                    <a:pt x="20843" y="10667"/>
                    <a:pt x="19585" y="4466"/>
                    <a:pt x="16366" y="37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9" id="39"/>
            <p:cNvSpPr/>
            <p:nvPr/>
          </p:nvSpPr>
          <p:spPr>
            <a:xfrm>
              <a:off x="7696594" y="1959852"/>
              <a:ext cx="23045" cy="33990"/>
            </a:xfrm>
            <a:custGeom>
              <a:avLst/>
              <a:gdLst/>
              <a:ahLst/>
              <a:cxnLst/>
              <a:rect r="r" b="b" t="t" l="l"/>
              <a:pathLst>
                <a:path w="7963" h="11745" stroke="true" fill="norm" extrusionOk="true">
                  <a:moveTo>
                    <a:pt x="0" y="0"/>
                  </a:moveTo>
                  <a:cubicBezTo>
                    <a:pt x="1953" y="0"/>
                    <a:pt x="3915" y="0"/>
                    <a:pt x="5867" y="0"/>
                  </a:cubicBezTo>
                  <a:cubicBezTo>
                    <a:pt x="6763" y="3324"/>
                    <a:pt x="9325" y="8858"/>
                    <a:pt x="7039" y="11735"/>
                  </a:cubicBezTo>
                  <a:cubicBezTo>
                    <a:pt x="486" y="12030"/>
                    <a:pt x="172" y="6086"/>
                    <a:pt x="0" y="0"/>
                  </a:cubicBezTo>
                  <a:close/>
                </a:path>
              </a:pathLst>
            </a:custGeom>
            <a:solidFill>
              <a:srgbClr val="DDAF34"/>
            </a:solidFill>
            <a:ln cap="flat">
              <a:noFill/>
              <a:prstDash val="solid"/>
              <a:miter lim="800000"/>
            </a:ln>
          </p:spPr>
          <p:txBody>
            <a:bodyPr vert="horz" anchor="ctr" tIns="45720" lIns="91440" bIns="45720" rIns="91440"/>
            <a:p>
              <a:pPr algn="l" marL="0"/>
            </a:p>
          </p:txBody>
        </p:sp>
        <p:grpSp>
          <p:nvGrpSpPr>
            <p:cNvPr name="Group 40" id="40"/>
            <p:cNvGrpSpPr/>
            <p:nvPr/>
          </p:nvGrpSpPr>
          <p:grpSpPr>
            <a:xfrm>
              <a:off x="7227191" y="2047426"/>
              <a:ext cx="856614" cy="363556"/>
              <a:chOff x="1416567" y="907427"/>
              <a:chExt cx="296001" cy="125626"/>
            </a:xfrm>
            <a:solidFill>
              <a:srgbClr val="CDA032"/>
            </a:solidFill>
          </p:grpSpPr>
          <p:sp>
            <p:nvSpPr>
              <p:cNvPr name="Freeform 41" id="41"/>
              <p:cNvSpPr/>
              <p:nvPr/>
            </p:nvSpPr>
            <p:spPr>
              <a:xfrm>
                <a:off x="1485842" y="943556"/>
                <a:ext cx="11272" cy="7524"/>
              </a:xfrm>
              <a:custGeom>
                <a:avLst/>
                <a:gdLst/>
                <a:ahLst/>
                <a:cxnLst/>
                <a:rect r="r" b="b" t="t" l="l"/>
                <a:pathLst>
                  <a:path w="11272" h="7524" stroke="true" fill="norm" extrusionOk="true">
                    <a:moveTo>
                      <a:pt x="0" y="2610"/>
                    </a:moveTo>
                    <a:cubicBezTo>
                      <a:pt x="905" y="-1086"/>
                      <a:pt x="7991" y="-258"/>
                      <a:pt x="9392" y="1438"/>
                    </a:cubicBezTo>
                    <a:cubicBezTo>
                      <a:pt x="11020" y="3410"/>
                      <a:pt x="12649" y="4267"/>
                      <a:pt x="9392" y="6143"/>
                    </a:cubicBezTo>
                    <a:cubicBezTo>
                      <a:pt x="9439" y="6115"/>
                      <a:pt x="8896" y="8172"/>
                      <a:pt x="8220" y="7315"/>
                    </a:cubicBezTo>
                    <a:cubicBezTo>
                      <a:pt x="7477" y="6391"/>
                      <a:pt x="5601" y="5638"/>
                      <a:pt x="1172" y="6143"/>
                    </a:cubicBezTo>
                    <a:cubicBezTo>
                      <a:pt x="1267" y="4467"/>
                      <a:pt x="1362" y="2810"/>
                      <a:pt x="0" y="261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2" id="42"/>
              <p:cNvSpPr/>
              <p:nvPr/>
            </p:nvSpPr>
            <p:spPr>
              <a:xfrm>
                <a:off x="1507230" y="922686"/>
                <a:ext cx="9130" cy="8988"/>
              </a:xfrm>
              <a:custGeom>
                <a:avLst/>
                <a:gdLst/>
                <a:ahLst/>
                <a:cxnLst/>
                <a:rect r="r" b="b" t="t" l="l"/>
                <a:pathLst>
                  <a:path w="9130" h="8988" stroke="true" fill="norm" extrusionOk="true">
                    <a:moveTo>
                      <a:pt x="911" y="0"/>
                    </a:moveTo>
                    <a:cubicBezTo>
                      <a:pt x="4492" y="1905"/>
                      <a:pt x="8255" y="3610"/>
                      <a:pt x="9131" y="8220"/>
                    </a:cubicBezTo>
                    <a:cubicBezTo>
                      <a:pt x="3464" y="11097"/>
                      <a:pt x="-2270" y="5353"/>
                      <a:pt x="911"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3" id="43"/>
              <p:cNvSpPr/>
              <p:nvPr/>
            </p:nvSpPr>
            <p:spPr>
              <a:xfrm>
                <a:off x="1605907" y="907427"/>
                <a:ext cx="8015" cy="8220"/>
              </a:xfrm>
              <a:custGeom>
                <a:avLst/>
                <a:gdLst/>
                <a:ahLst/>
                <a:cxnLst/>
                <a:rect r="r" b="b" t="t" l="l"/>
                <a:pathLst>
                  <a:path w="8015" h="8220" stroke="true" fill="norm" extrusionOk="true">
                    <a:moveTo>
                      <a:pt x="855" y="0"/>
                    </a:moveTo>
                    <a:cubicBezTo>
                      <a:pt x="5075" y="867"/>
                      <a:pt x="8704" y="2324"/>
                      <a:pt x="7904" y="8220"/>
                    </a:cubicBezTo>
                    <a:cubicBezTo>
                      <a:pt x="2408" y="8115"/>
                      <a:pt x="-1898" y="5010"/>
                      <a:pt x="855"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4" id="44"/>
              <p:cNvSpPr/>
              <p:nvPr/>
            </p:nvSpPr>
            <p:spPr>
              <a:xfrm>
                <a:off x="1630797" y="919162"/>
                <a:ext cx="7432" cy="9436"/>
              </a:xfrm>
              <a:custGeom>
                <a:avLst/>
                <a:gdLst/>
                <a:ahLst/>
                <a:cxnLst/>
                <a:rect r="r" b="b" t="t" l="l"/>
                <a:pathLst>
                  <a:path w="7432" h="9436" stroke="true" fill="norm" extrusionOk="true">
                    <a:moveTo>
                      <a:pt x="6493" y="0"/>
                    </a:moveTo>
                    <a:cubicBezTo>
                      <a:pt x="9065" y="3715"/>
                      <a:pt x="6112" y="10030"/>
                      <a:pt x="626" y="9392"/>
                    </a:cubicBezTo>
                    <a:cubicBezTo>
                      <a:pt x="-1203" y="5305"/>
                      <a:pt x="1045" y="152"/>
                      <a:pt x="6493"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5" id="45"/>
              <p:cNvSpPr/>
              <p:nvPr/>
            </p:nvSpPr>
            <p:spPr>
              <a:xfrm>
                <a:off x="1639634" y="933096"/>
                <a:ext cx="12924" cy="7201"/>
              </a:xfrm>
              <a:custGeom>
                <a:avLst/>
                <a:gdLst/>
                <a:ahLst/>
                <a:cxnLst/>
                <a:rect r="r" b="b" t="t" l="l"/>
                <a:pathLst>
                  <a:path w="12924" h="7201" stroke="true" fill="norm" extrusionOk="true">
                    <a:moveTo>
                      <a:pt x="9" y="4849"/>
                    </a:moveTo>
                    <a:cubicBezTo>
                      <a:pt x="-363" y="-142"/>
                      <a:pt x="11277" y="-1876"/>
                      <a:pt x="12924" y="2506"/>
                    </a:cubicBezTo>
                    <a:cubicBezTo>
                      <a:pt x="12848" y="7516"/>
                      <a:pt x="5486" y="5240"/>
                      <a:pt x="2361" y="7202"/>
                    </a:cubicBezTo>
                    <a:cubicBezTo>
                      <a:pt x="1075" y="6916"/>
                      <a:pt x="1552" y="4868"/>
                      <a:pt x="9" y="4849"/>
                    </a:cubicBezTo>
                    <a:close/>
                  </a:path>
                </a:pathLst>
              </a:custGeom>
              <a:solidFill>
                <a:srgbClr val="CDA032"/>
              </a:solidFill>
              <a:ln cap="flat">
                <a:noFill/>
                <a:prstDash val="solid"/>
                <a:miter lim="800000"/>
              </a:ln>
            </p:spPr>
            <p:txBody>
              <a:bodyPr vert="horz" anchor="ctr" tIns="45720" lIns="91440" bIns="45720" rIns="91440"/>
              <a:p>
                <a:pPr algn="l" marL="0"/>
              </a:p>
            </p:txBody>
          </p:sp>
          <p:grpSp>
            <p:nvGrpSpPr>
              <p:cNvPr name="Group 46" id="46"/>
              <p:cNvGrpSpPr/>
              <p:nvPr/>
            </p:nvGrpSpPr>
            <p:grpSpPr>
              <a:xfrm>
                <a:off x="1416567" y="915503"/>
                <a:ext cx="296001" cy="117550"/>
                <a:chOff x="1416567" y="915503"/>
                <a:chExt cx="296001" cy="117550"/>
              </a:xfrm>
              <a:solidFill>
                <a:srgbClr val="CDA032"/>
              </a:solidFill>
            </p:grpSpPr>
            <p:sp>
              <p:nvSpPr>
                <p:cNvPr name="Freeform 47" id="47"/>
                <p:cNvSpPr/>
                <p:nvPr/>
              </p:nvSpPr>
              <p:spPr>
                <a:xfrm>
                  <a:off x="1416567" y="1008339"/>
                  <a:ext cx="17797" cy="9543"/>
                </a:xfrm>
                <a:custGeom>
                  <a:avLst/>
                  <a:gdLst/>
                  <a:ahLst/>
                  <a:cxnLst/>
                  <a:rect r="r" b="b" t="t" l="l"/>
                  <a:pathLst>
                    <a:path w="17797" h="9543" stroke="true" fill="norm" extrusionOk="true">
                      <a:moveTo>
                        <a:pt x="0" y="8273"/>
                      </a:moveTo>
                      <a:cubicBezTo>
                        <a:pt x="0" y="7102"/>
                        <a:pt x="0" y="5921"/>
                        <a:pt x="0" y="4749"/>
                      </a:cubicBezTo>
                      <a:cubicBezTo>
                        <a:pt x="1505" y="4482"/>
                        <a:pt x="4048" y="2501"/>
                        <a:pt x="5868" y="2406"/>
                      </a:cubicBezTo>
                      <a:cubicBezTo>
                        <a:pt x="7334" y="2330"/>
                        <a:pt x="6325" y="225"/>
                        <a:pt x="7039" y="53"/>
                      </a:cubicBezTo>
                      <a:cubicBezTo>
                        <a:pt x="8439" y="-290"/>
                        <a:pt x="7734" y="1130"/>
                        <a:pt x="8211" y="1225"/>
                      </a:cubicBezTo>
                      <a:cubicBezTo>
                        <a:pt x="9201" y="1425"/>
                        <a:pt x="9468" y="72"/>
                        <a:pt x="9382" y="53"/>
                      </a:cubicBezTo>
                      <a:cubicBezTo>
                        <a:pt x="10620" y="310"/>
                        <a:pt x="12621" y="1682"/>
                        <a:pt x="14078" y="2406"/>
                      </a:cubicBezTo>
                      <a:cubicBezTo>
                        <a:pt x="15669" y="3187"/>
                        <a:pt x="17431" y="2644"/>
                        <a:pt x="17602" y="4749"/>
                      </a:cubicBezTo>
                      <a:cubicBezTo>
                        <a:pt x="18860" y="8978"/>
                        <a:pt x="13745" y="7683"/>
                        <a:pt x="10563" y="8273"/>
                      </a:cubicBezTo>
                      <a:cubicBezTo>
                        <a:pt x="7020" y="8931"/>
                        <a:pt x="3486" y="10769"/>
                        <a:pt x="0" y="8273"/>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8" id="48"/>
                <p:cNvSpPr/>
                <p:nvPr/>
              </p:nvSpPr>
              <p:spPr>
                <a:xfrm>
                  <a:off x="1421263" y="1024613"/>
                  <a:ext cx="16440" cy="6390"/>
                </a:xfrm>
                <a:custGeom>
                  <a:avLst/>
                  <a:gdLst/>
                  <a:ahLst/>
                  <a:cxnLst/>
                  <a:rect r="r" b="b" t="t" l="l"/>
                  <a:pathLst>
                    <a:path w="16440" h="6390" stroke="true" fill="norm" extrusionOk="true">
                      <a:moveTo>
                        <a:pt x="0" y="4915"/>
                      </a:moveTo>
                      <a:cubicBezTo>
                        <a:pt x="152" y="-1057"/>
                        <a:pt x="13678" y="-1267"/>
                        <a:pt x="16440" y="2562"/>
                      </a:cubicBezTo>
                      <a:cubicBezTo>
                        <a:pt x="16154" y="8154"/>
                        <a:pt x="3581" y="6382"/>
                        <a:pt x="0" y="4915"/>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9" id="49"/>
                <p:cNvSpPr/>
                <p:nvPr/>
              </p:nvSpPr>
              <p:spPr>
                <a:xfrm>
                  <a:off x="1423616" y="993091"/>
                  <a:ext cx="16837" cy="8783"/>
                </a:xfrm>
                <a:custGeom>
                  <a:avLst/>
                  <a:gdLst/>
                  <a:ahLst/>
                  <a:cxnLst/>
                  <a:rect r="r" b="b" t="t" l="l"/>
                  <a:pathLst>
                    <a:path w="16837" h="8783" stroke="true" fill="norm" extrusionOk="true">
                      <a:moveTo>
                        <a:pt x="0" y="7081"/>
                      </a:moveTo>
                      <a:cubicBezTo>
                        <a:pt x="0" y="5910"/>
                        <a:pt x="0" y="4729"/>
                        <a:pt x="0" y="3557"/>
                      </a:cubicBezTo>
                      <a:cubicBezTo>
                        <a:pt x="3705" y="4129"/>
                        <a:pt x="4143" y="1443"/>
                        <a:pt x="8220" y="2386"/>
                      </a:cubicBezTo>
                      <a:cubicBezTo>
                        <a:pt x="9411" y="1624"/>
                        <a:pt x="9430" y="-310"/>
                        <a:pt x="11744" y="42"/>
                      </a:cubicBezTo>
                      <a:cubicBezTo>
                        <a:pt x="11544" y="4548"/>
                        <a:pt x="18574" y="1814"/>
                        <a:pt x="16431" y="8263"/>
                      </a:cubicBezTo>
                      <a:cubicBezTo>
                        <a:pt x="13316" y="9596"/>
                        <a:pt x="4543" y="8063"/>
                        <a:pt x="0" y="7081"/>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0" id="50"/>
                <p:cNvSpPr/>
                <p:nvPr/>
              </p:nvSpPr>
              <p:spPr>
                <a:xfrm>
                  <a:off x="1434179" y="978938"/>
                  <a:ext cx="15351" cy="6081"/>
                </a:xfrm>
                <a:custGeom>
                  <a:avLst/>
                  <a:gdLst/>
                  <a:ahLst/>
                  <a:cxnLst/>
                  <a:rect r="r" b="b" t="t" l="l"/>
                  <a:pathLst>
                    <a:path w="15351" h="6081" stroke="true" fill="norm" extrusionOk="true">
                      <a:moveTo>
                        <a:pt x="0" y="4794"/>
                      </a:moveTo>
                      <a:cubicBezTo>
                        <a:pt x="0" y="3242"/>
                        <a:pt x="0" y="1670"/>
                        <a:pt x="0" y="99"/>
                      </a:cubicBezTo>
                      <a:cubicBezTo>
                        <a:pt x="6582" y="565"/>
                        <a:pt x="16411" y="-2226"/>
                        <a:pt x="15259" y="5966"/>
                      </a:cubicBezTo>
                      <a:cubicBezTo>
                        <a:pt x="10258" y="5499"/>
                        <a:pt x="3172" y="7109"/>
                        <a:pt x="0" y="479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1" id="51"/>
                <p:cNvSpPr/>
                <p:nvPr/>
              </p:nvSpPr>
              <p:spPr>
                <a:xfrm>
                  <a:off x="1442399" y="961336"/>
                  <a:ext cx="11744" cy="6082"/>
                </a:xfrm>
                <a:custGeom>
                  <a:avLst/>
                  <a:gdLst/>
                  <a:ahLst/>
                  <a:cxnLst/>
                  <a:rect r="r" b="b" t="t" l="l"/>
                  <a:pathLst>
                    <a:path w="11744" h="6082" stroke="true" fill="norm" extrusionOk="true">
                      <a:moveTo>
                        <a:pt x="0" y="4784"/>
                      </a:moveTo>
                      <a:cubicBezTo>
                        <a:pt x="0" y="3612"/>
                        <a:pt x="0" y="2441"/>
                        <a:pt x="0" y="1269"/>
                      </a:cubicBezTo>
                      <a:cubicBezTo>
                        <a:pt x="3734" y="1069"/>
                        <a:pt x="8649" y="-1484"/>
                        <a:pt x="11744" y="1269"/>
                      </a:cubicBezTo>
                      <a:cubicBezTo>
                        <a:pt x="11516" y="5898"/>
                        <a:pt x="3800" y="7441"/>
                        <a:pt x="0" y="478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2" id="52"/>
                <p:cNvSpPr/>
                <p:nvPr/>
              </p:nvSpPr>
              <p:spPr>
                <a:xfrm>
                  <a:off x="1460001" y="1024844"/>
                  <a:ext cx="22307" cy="8209"/>
                </a:xfrm>
                <a:custGeom>
                  <a:avLst/>
                  <a:gdLst/>
                  <a:ahLst/>
                  <a:cxnLst/>
                  <a:rect r="r" b="b" t="t" l="l"/>
                  <a:pathLst>
                    <a:path w="22307" h="8209" stroke="true" fill="norm" extrusionOk="true">
                      <a:moveTo>
                        <a:pt x="0" y="7037"/>
                      </a:moveTo>
                      <a:cubicBezTo>
                        <a:pt x="686" y="4589"/>
                        <a:pt x="2467" y="3236"/>
                        <a:pt x="3524" y="1160"/>
                      </a:cubicBezTo>
                      <a:cubicBezTo>
                        <a:pt x="10068" y="350"/>
                        <a:pt x="21974" y="-2603"/>
                        <a:pt x="22308" y="5856"/>
                      </a:cubicBezTo>
                      <a:cubicBezTo>
                        <a:pt x="14783" y="7856"/>
                        <a:pt x="12078" y="4713"/>
                        <a:pt x="4696" y="8199"/>
                      </a:cubicBezTo>
                      <a:cubicBezTo>
                        <a:pt x="2591" y="8351"/>
                        <a:pt x="2229" y="6770"/>
                        <a:pt x="0" y="7037"/>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3" id="53"/>
                <p:cNvSpPr/>
                <p:nvPr/>
              </p:nvSpPr>
              <p:spPr>
                <a:xfrm>
                  <a:off x="1459790" y="1003228"/>
                  <a:ext cx="14381" cy="7624"/>
                </a:xfrm>
                <a:custGeom>
                  <a:avLst/>
                  <a:gdLst/>
                  <a:ahLst/>
                  <a:cxnLst/>
                  <a:rect r="r" b="b" t="t" l="l"/>
                  <a:pathLst>
                    <a:path w="14381" h="7624" stroke="true" fill="norm" extrusionOk="true">
                      <a:moveTo>
                        <a:pt x="211" y="6336"/>
                      </a:moveTo>
                      <a:cubicBezTo>
                        <a:pt x="-789" y="2592"/>
                        <a:pt x="2068" y="2707"/>
                        <a:pt x="2563" y="459"/>
                      </a:cubicBezTo>
                      <a:cubicBezTo>
                        <a:pt x="3487" y="1583"/>
                        <a:pt x="8412" y="-998"/>
                        <a:pt x="9602" y="459"/>
                      </a:cubicBezTo>
                      <a:cubicBezTo>
                        <a:pt x="9698" y="573"/>
                        <a:pt x="9488" y="1592"/>
                        <a:pt x="9602" y="1630"/>
                      </a:cubicBezTo>
                      <a:cubicBezTo>
                        <a:pt x="11050" y="2145"/>
                        <a:pt x="14965" y="2040"/>
                        <a:pt x="14308" y="5155"/>
                      </a:cubicBezTo>
                      <a:cubicBezTo>
                        <a:pt x="13212" y="5821"/>
                        <a:pt x="12527" y="8422"/>
                        <a:pt x="11955" y="6326"/>
                      </a:cubicBezTo>
                      <a:cubicBezTo>
                        <a:pt x="9050" y="7364"/>
                        <a:pt x="2849" y="8631"/>
                        <a:pt x="211" y="6336"/>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4" id="54"/>
                <p:cNvSpPr/>
                <p:nvPr/>
              </p:nvSpPr>
              <p:spPr>
                <a:xfrm>
                  <a:off x="1461088" y="980217"/>
                  <a:ext cx="17706" cy="6997"/>
                </a:xfrm>
                <a:custGeom>
                  <a:avLst/>
                  <a:gdLst/>
                  <a:ahLst/>
                  <a:cxnLst/>
                  <a:rect r="r" b="b" t="t" l="l"/>
                  <a:pathLst>
                    <a:path w="17706" h="6997" stroke="true" fill="norm" extrusionOk="true">
                      <a:moveTo>
                        <a:pt x="94" y="3515"/>
                      </a:moveTo>
                      <a:cubicBezTo>
                        <a:pt x="-553" y="914"/>
                        <a:pt x="2342" y="1848"/>
                        <a:pt x="2447" y="0"/>
                      </a:cubicBezTo>
                      <a:cubicBezTo>
                        <a:pt x="5000" y="1829"/>
                        <a:pt x="17116" y="-1191"/>
                        <a:pt x="17706" y="5867"/>
                      </a:cubicBezTo>
                      <a:cubicBezTo>
                        <a:pt x="11715" y="8591"/>
                        <a:pt x="9915" y="5486"/>
                        <a:pt x="3619" y="5867"/>
                      </a:cubicBezTo>
                      <a:cubicBezTo>
                        <a:pt x="2076" y="5458"/>
                        <a:pt x="1771" y="3800"/>
                        <a:pt x="94" y="3515"/>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5" id="55"/>
                <p:cNvSpPr/>
                <p:nvPr/>
              </p:nvSpPr>
              <p:spPr>
                <a:xfrm>
                  <a:off x="1471745" y="956907"/>
                  <a:ext cx="15258" cy="6935"/>
                </a:xfrm>
                <a:custGeom>
                  <a:avLst/>
                  <a:gdLst/>
                  <a:ahLst/>
                  <a:cxnLst/>
                  <a:rect r="r" b="b" t="t" l="l"/>
                  <a:pathLst>
                    <a:path w="15258" h="6935" stroke="true" fill="norm" extrusionOk="true">
                      <a:moveTo>
                        <a:pt x="0" y="5699"/>
                      </a:moveTo>
                      <a:cubicBezTo>
                        <a:pt x="0" y="4137"/>
                        <a:pt x="0" y="2565"/>
                        <a:pt x="0" y="1003"/>
                      </a:cubicBezTo>
                      <a:cubicBezTo>
                        <a:pt x="6391" y="1718"/>
                        <a:pt x="14564" y="-3474"/>
                        <a:pt x="15259" y="4527"/>
                      </a:cubicBezTo>
                      <a:cubicBezTo>
                        <a:pt x="14440" y="5070"/>
                        <a:pt x="13925" y="5289"/>
                        <a:pt x="12916" y="5699"/>
                      </a:cubicBezTo>
                      <a:cubicBezTo>
                        <a:pt x="12497" y="5861"/>
                        <a:pt x="10830" y="5375"/>
                        <a:pt x="10563" y="5699"/>
                      </a:cubicBezTo>
                      <a:cubicBezTo>
                        <a:pt x="8496" y="8223"/>
                        <a:pt x="6229" y="5985"/>
                        <a:pt x="3524" y="5699"/>
                      </a:cubicBezTo>
                      <a:cubicBezTo>
                        <a:pt x="3457" y="5689"/>
                        <a:pt x="2210" y="7271"/>
                        <a:pt x="1171" y="6871"/>
                      </a:cubicBezTo>
                      <a:cubicBezTo>
                        <a:pt x="1038" y="6813"/>
                        <a:pt x="1000" y="5042"/>
                        <a:pt x="0" y="5699"/>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6" id="56"/>
                <p:cNvSpPr/>
                <p:nvPr/>
              </p:nvSpPr>
              <p:spPr>
                <a:xfrm>
                  <a:off x="1654902" y="950861"/>
                  <a:ext cx="15292" cy="10490"/>
                </a:xfrm>
                <a:custGeom>
                  <a:avLst/>
                  <a:gdLst/>
                  <a:ahLst/>
                  <a:cxnLst/>
                  <a:rect r="r" b="b" t="t" l="l"/>
                  <a:pathLst>
                    <a:path w="15292" h="10490" stroke="true" fill="norm" extrusionOk="true">
                      <a:moveTo>
                        <a:pt x="0" y="9392"/>
                      </a:moveTo>
                      <a:cubicBezTo>
                        <a:pt x="0" y="8220"/>
                        <a:pt x="0" y="7039"/>
                        <a:pt x="0" y="5867"/>
                      </a:cubicBezTo>
                      <a:cubicBezTo>
                        <a:pt x="5439" y="5439"/>
                        <a:pt x="6658" y="781"/>
                        <a:pt x="11744" y="0"/>
                      </a:cubicBezTo>
                      <a:cubicBezTo>
                        <a:pt x="13059" y="1819"/>
                        <a:pt x="15564" y="2448"/>
                        <a:pt x="15269" y="5867"/>
                      </a:cubicBezTo>
                      <a:cubicBezTo>
                        <a:pt x="9763" y="6239"/>
                        <a:pt x="5829" y="13106"/>
                        <a:pt x="0" y="9392"/>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7" id="57"/>
                <p:cNvSpPr/>
                <p:nvPr/>
              </p:nvSpPr>
              <p:spPr>
                <a:xfrm>
                  <a:off x="1664293" y="915503"/>
                  <a:ext cx="10821" cy="6735"/>
                </a:xfrm>
                <a:custGeom>
                  <a:avLst/>
                  <a:gdLst/>
                  <a:ahLst/>
                  <a:cxnLst/>
                  <a:rect r="r" b="b" t="t" l="l"/>
                  <a:pathLst>
                    <a:path w="10821" h="6735" stroke="true" fill="norm" extrusionOk="true">
                      <a:moveTo>
                        <a:pt x="0" y="4831"/>
                      </a:moveTo>
                      <a:cubicBezTo>
                        <a:pt x="1724" y="2249"/>
                        <a:pt x="3115" y="-665"/>
                        <a:pt x="8220" y="135"/>
                      </a:cubicBezTo>
                      <a:cubicBezTo>
                        <a:pt x="6772" y="3935"/>
                        <a:pt x="12020" y="1030"/>
                        <a:pt x="10563" y="4831"/>
                      </a:cubicBezTo>
                      <a:cubicBezTo>
                        <a:pt x="6886" y="6298"/>
                        <a:pt x="2429" y="8260"/>
                        <a:pt x="0" y="4831"/>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8" id="58"/>
                <p:cNvSpPr/>
                <p:nvPr/>
              </p:nvSpPr>
              <p:spPr>
                <a:xfrm>
                  <a:off x="1668151" y="968473"/>
                  <a:ext cx="13753" cy="10572"/>
                </a:xfrm>
                <a:custGeom>
                  <a:avLst/>
                  <a:gdLst/>
                  <a:ahLst/>
                  <a:cxnLst/>
                  <a:rect r="r" b="b" t="t" l="l"/>
                  <a:pathLst>
                    <a:path w="13753" h="10572" stroke="true" fill="norm" extrusionOk="true">
                      <a:moveTo>
                        <a:pt x="12582" y="0"/>
                      </a:moveTo>
                      <a:cubicBezTo>
                        <a:pt x="12392" y="1362"/>
                        <a:pt x="12839" y="2096"/>
                        <a:pt x="13754" y="2353"/>
                      </a:cubicBezTo>
                      <a:cubicBezTo>
                        <a:pt x="13478" y="6763"/>
                        <a:pt x="8944" y="6925"/>
                        <a:pt x="5534" y="8220"/>
                      </a:cubicBezTo>
                      <a:cubicBezTo>
                        <a:pt x="4391" y="8258"/>
                        <a:pt x="4619" y="9658"/>
                        <a:pt x="4362" y="10573"/>
                      </a:cubicBezTo>
                      <a:cubicBezTo>
                        <a:pt x="3191" y="10573"/>
                        <a:pt x="2019" y="10573"/>
                        <a:pt x="838" y="10573"/>
                      </a:cubicBezTo>
                      <a:cubicBezTo>
                        <a:pt x="-2734" y="3848"/>
                        <a:pt x="5858" y="229"/>
                        <a:pt x="12582"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9" id="59"/>
                <p:cNvSpPr/>
                <p:nvPr/>
              </p:nvSpPr>
              <p:spPr>
                <a:xfrm>
                  <a:off x="1672513" y="983722"/>
                  <a:ext cx="15527" cy="10619"/>
                </a:xfrm>
                <a:custGeom>
                  <a:avLst/>
                  <a:gdLst/>
                  <a:ahLst/>
                  <a:cxnLst/>
                  <a:rect r="r" b="b" t="t" l="l"/>
                  <a:pathLst>
                    <a:path w="15527" h="10619" stroke="true" fill="norm" extrusionOk="true">
                      <a:moveTo>
                        <a:pt x="0" y="10573"/>
                      </a:moveTo>
                      <a:cubicBezTo>
                        <a:pt x="0" y="9020"/>
                        <a:pt x="0" y="7449"/>
                        <a:pt x="0" y="5877"/>
                      </a:cubicBezTo>
                      <a:cubicBezTo>
                        <a:pt x="3448" y="7220"/>
                        <a:pt x="4363" y="238"/>
                        <a:pt x="5867" y="3524"/>
                      </a:cubicBezTo>
                      <a:cubicBezTo>
                        <a:pt x="6963" y="2667"/>
                        <a:pt x="7649" y="1391"/>
                        <a:pt x="8220" y="0"/>
                      </a:cubicBezTo>
                      <a:cubicBezTo>
                        <a:pt x="9877" y="1610"/>
                        <a:pt x="9820" y="1962"/>
                        <a:pt x="11735" y="3524"/>
                      </a:cubicBezTo>
                      <a:cubicBezTo>
                        <a:pt x="12802" y="4391"/>
                        <a:pt x="16555" y="3629"/>
                        <a:pt x="15259" y="7048"/>
                      </a:cubicBezTo>
                      <a:cubicBezTo>
                        <a:pt x="11173" y="9230"/>
                        <a:pt x="6610" y="10925"/>
                        <a:pt x="0" y="10573"/>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60" id="60"/>
                <p:cNvSpPr/>
                <p:nvPr/>
              </p:nvSpPr>
              <p:spPr>
                <a:xfrm>
                  <a:off x="1679486" y="923429"/>
                  <a:ext cx="14163" cy="8763"/>
                </a:xfrm>
                <a:custGeom>
                  <a:avLst/>
                  <a:gdLst/>
                  <a:ahLst/>
                  <a:cxnLst/>
                  <a:rect r="r" b="b" t="t" l="l"/>
                  <a:pathLst>
                    <a:path w="14163" h="8763" stroke="true" fill="norm" extrusionOk="true">
                      <a:moveTo>
                        <a:pt x="76" y="1600"/>
                      </a:moveTo>
                      <a:cubicBezTo>
                        <a:pt x="5295" y="-533"/>
                        <a:pt x="9943" y="-895"/>
                        <a:pt x="14163" y="2772"/>
                      </a:cubicBezTo>
                      <a:cubicBezTo>
                        <a:pt x="12982" y="2810"/>
                        <a:pt x="13677" y="5867"/>
                        <a:pt x="12992" y="6296"/>
                      </a:cubicBezTo>
                      <a:cubicBezTo>
                        <a:pt x="11877" y="6991"/>
                        <a:pt x="9534" y="5810"/>
                        <a:pt x="8296" y="6296"/>
                      </a:cubicBezTo>
                      <a:cubicBezTo>
                        <a:pt x="5953" y="7220"/>
                        <a:pt x="3733" y="9268"/>
                        <a:pt x="1257" y="8649"/>
                      </a:cubicBezTo>
                      <a:cubicBezTo>
                        <a:pt x="-105" y="7268"/>
                        <a:pt x="-86" y="4496"/>
                        <a:pt x="76" y="160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61" id="61"/>
                <p:cNvSpPr/>
                <p:nvPr/>
              </p:nvSpPr>
              <p:spPr>
                <a:xfrm>
                  <a:off x="1687782" y="933838"/>
                  <a:ext cx="15258" cy="11263"/>
                </a:xfrm>
                <a:custGeom>
                  <a:avLst/>
                  <a:gdLst/>
                  <a:ahLst/>
                  <a:cxnLst/>
                  <a:rect r="r" b="b" t="t" l="l"/>
                  <a:pathLst>
                    <a:path w="15258" h="11263" stroke="true" fill="norm" extrusionOk="true">
                      <a:moveTo>
                        <a:pt x="0" y="9984"/>
                      </a:moveTo>
                      <a:cubicBezTo>
                        <a:pt x="0" y="8813"/>
                        <a:pt x="0" y="7632"/>
                        <a:pt x="0" y="6460"/>
                      </a:cubicBezTo>
                      <a:cubicBezTo>
                        <a:pt x="4153" y="3860"/>
                        <a:pt x="8449" y="-1846"/>
                        <a:pt x="14087" y="593"/>
                      </a:cubicBezTo>
                      <a:cubicBezTo>
                        <a:pt x="13897" y="1955"/>
                        <a:pt x="14354" y="2679"/>
                        <a:pt x="15259" y="2936"/>
                      </a:cubicBezTo>
                      <a:cubicBezTo>
                        <a:pt x="13764" y="7708"/>
                        <a:pt x="6687" y="6889"/>
                        <a:pt x="4696" y="11156"/>
                      </a:cubicBezTo>
                      <a:cubicBezTo>
                        <a:pt x="2238" y="11642"/>
                        <a:pt x="1581" y="10346"/>
                        <a:pt x="0" y="998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62" id="62"/>
                <p:cNvSpPr/>
                <p:nvPr/>
              </p:nvSpPr>
              <p:spPr>
                <a:xfrm>
                  <a:off x="1698328" y="944672"/>
                  <a:ext cx="14240" cy="12676"/>
                </a:xfrm>
                <a:custGeom>
                  <a:avLst/>
                  <a:gdLst/>
                  <a:ahLst/>
                  <a:cxnLst/>
                  <a:rect r="r" b="b" t="t" l="l"/>
                  <a:pathLst>
                    <a:path w="14240" h="12676" stroke="true" fill="norm" extrusionOk="true">
                      <a:moveTo>
                        <a:pt x="17" y="12057"/>
                      </a:moveTo>
                      <a:cubicBezTo>
                        <a:pt x="17" y="11276"/>
                        <a:pt x="17" y="10494"/>
                        <a:pt x="17" y="9704"/>
                      </a:cubicBezTo>
                      <a:cubicBezTo>
                        <a:pt x="-260" y="6504"/>
                        <a:pt x="2960" y="5380"/>
                        <a:pt x="4712" y="3837"/>
                      </a:cubicBezTo>
                      <a:cubicBezTo>
                        <a:pt x="5941" y="2760"/>
                        <a:pt x="7265" y="-1117"/>
                        <a:pt x="10580" y="312"/>
                      </a:cubicBezTo>
                      <a:cubicBezTo>
                        <a:pt x="11437" y="1408"/>
                        <a:pt x="12713" y="2103"/>
                        <a:pt x="14104" y="2665"/>
                      </a:cubicBezTo>
                      <a:cubicBezTo>
                        <a:pt x="15000" y="5113"/>
                        <a:pt x="11256" y="5580"/>
                        <a:pt x="9408" y="7370"/>
                      </a:cubicBezTo>
                      <a:cubicBezTo>
                        <a:pt x="6703" y="9980"/>
                        <a:pt x="5008" y="14285"/>
                        <a:pt x="17" y="12057"/>
                      </a:cubicBezTo>
                      <a:close/>
                    </a:path>
                  </a:pathLst>
                </a:custGeom>
                <a:solidFill>
                  <a:srgbClr val="CDA032"/>
                </a:solidFill>
                <a:ln cap="flat">
                  <a:noFill/>
                  <a:prstDash val="solid"/>
                  <a:miter lim="800000"/>
                </a:ln>
              </p:spPr>
              <p:txBody>
                <a:bodyPr vert="horz" anchor="ctr" tIns="45720" lIns="91440" bIns="45720" rIns="91440"/>
                <a:p>
                  <a:pPr algn="l" marL="0"/>
                </a:p>
              </p:txBody>
            </p:sp>
          </p:grpSp>
        </p:grpSp>
        <p:sp>
          <p:nvSpPr>
            <p:cNvPr name="Freeform 63" id="63"/>
            <p:cNvSpPr/>
            <p:nvPr/>
          </p:nvSpPr>
          <p:spPr>
            <a:xfrm>
              <a:off x="8057707" y="4454152"/>
              <a:ext cx="584825" cy="43806"/>
            </a:xfrm>
            <a:custGeom>
              <a:avLst/>
              <a:gdLst/>
              <a:ahLst/>
              <a:cxnLst/>
              <a:rect r="r" b="b" t="t" l="l"/>
              <a:pathLst>
                <a:path w="202085" h="15137" stroke="true" fill="norm" extrusionOk="true">
                  <a:moveTo>
                    <a:pt x="198459" y="9020"/>
                  </a:moveTo>
                  <a:cubicBezTo>
                    <a:pt x="197944" y="8734"/>
                    <a:pt x="197897" y="6963"/>
                    <a:pt x="197287" y="6677"/>
                  </a:cubicBezTo>
                  <a:cubicBezTo>
                    <a:pt x="196344" y="6229"/>
                    <a:pt x="194763" y="6972"/>
                    <a:pt x="193763" y="6677"/>
                  </a:cubicBezTo>
                  <a:cubicBezTo>
                    <a:pt x="189029" y="5286"/>
                    <a:pt x="182057" y="3772"/>
                    <a:pt x="177332" y="4324"/>
                  </a:cubicBezTo>
                  <a:cubicBezTo>
                    <a:pt x="176189" y="4457"/>
                    <a:pt x="176599" y="5324"/>
                    <a:pt x="176161" y="5496"/>
                  </a:cubicBezTo>
                  <a:cubicBezTo>
                    <a:pt x="175018" y="5934"/>
                    <a:pt x="174036" y="4324"/>
                    <a:pt x="173808" y="4324"/>
                  </a:cubicBezTo>
                  <a:cubicBezTo>
                    <a:pt x="165845" y="4229"/>
                    <a:pt x="159568" y="3486"/>
                    <a:pt x="153843" y="3153"/>
                  </a:cubicBezTo>
                  <a:cubicBezTo>
                    <a:pt x="141080" y="2410"/>
                    <a:pt x="133031" y="2286"/>
                    <a:pt x="123316" y="1981"/>
                  </a:cubicBezTo>
                  <a:cubicBezTo>
                    <a:pt x="119734" y="1876"/>
                    <a:pt x="118649" y="962"/>
                    <a:pt x="117448" y="809"/>
                  </a:cubicBezTo>
                  <a:cubicBezTo>
                    <a:pt x="116258" y="667"/>
                    <a:pt x="116067" y="1971"/>
                    <a:pt x="115096" y="1981"/>
                  </a:cubicBezTo>
                  <a:cubicBezTo>
                    <a:pt x="110781" y="2048"/>
                    <a:pt x="107466" y="2038"/>
                    <a:pt x="103351" y="1981"/>
                  </a:cubicBezTo>
                  <a:cubicBezTo>
                    <a:pt x="100570" y="1943"/>
                    <a:pt x="97941" y="933"/>
                    <a:pt x="95131" y="809"/>
                  </a:cubicBezTo>
                  <a:cubicBezTo>
                    <a:pt x="91588" y="657"/>
                    <a:pt x="90340" y="1981"/>
                    <a:pt x="89264" y="1981"/>
                  </a:cubicBezTo>
                  <a:cubicBezTo>
                    <a:pt x="88492" y="1981"/>
                    <a:pt x="87949" y="809"/>
                    <a:pt x="88092" y="809"/>
                  </a:cubicBezTo>
                  <a:cubicBezTo>
                    <a:pt x="86444" y="762"/>
                    <a:pt x="85540" y="1981"/>
                    <a:pt x="84568" y="1981"/>
                  </a:cubicBezTo>
                  <a:cubicBezTo>
                    <a:pt x="83101" y="1981"/>
                    <a:pt x="82901" y="876"/>
                    <a:pt x="81053" y="809"/>
                  </a:cubicBezTo>
                  <a:cubicBezTo>
                    <a:pt x="65604" y="285"/>
                    <a:pt x="49649" y="-715"/>
                    <a:pt x="36429" y="809"/>
                  </a:cubicBezTo>
                  <a:cubicBezTo>
                    <a:pt x="33009" y="1209"/>
                    <a:pt x="29304" y="2972"/>
                    <a:pt x="25865" y="3162"/>
                  </a:cubicBezTo>
                  <a:cubicBezTo>
                    <a:pt x="23227" y="3305"/>
                    <a:pt x="21532" y="2257"/>
                    <a:pt x="18827" y="1990"/>
                  </a:cubicBezTo>
                  <a:cubicBezTo>
                    <a:pt x="16560" y="1771"/>
                    <a:pt x="12978" y="1914"/>
                    <a:pt x="10607" y="1990"/>
                  </a:cubicBezTo>
                  <a:cubicBezTo>
                    <a:pt x="9768" y="2019"/>
                    <a:pt x="10683" y="3524"/>
                    <a:pt x="9435" y="1990"/>
                  </a:cubicBezTo>
                  <a:cubicBezTo>
                    <a:pt x="7730" y="-86"/>
                    <a:pt x="2996" y="5477"/>
                    <a:pt x="1215" y="3162"/>
                  </a:cubicBezTo>
                  <a:cubicBezTo>
                    <a:pt x="300" y="3419"/>
                    <a:pt x="-147" y="4143"/>
                    <a:pt x="43" y="5515"/>
                  </a:cubicBezTo>
                  <a:cubicBezTo>
                    <a:pt x="1215" y="5515"/>
                    <a:pt x="2386" y="5515"/>
                    <a:pt x="3568" y="5515"/>
                  </a:cubicBezTo>
                  <a:cubicBezTo>
                    <a:pt x="14464" y="5039"/>
                    <a:pt x="27837" y="6391"/>
                    <a:pt x="34086" y="7858"/>
                  </a:cubicBezTo>
                  <a:cubicBezTo>
                    <a:pt x="35505" y="8201"/>
                    <a:pt x="37324" y="7791"/>
                    <a:pt x="38781" y="7858"/>
                  </a:cubicBezTo>
                  <a:cubicBezTo>
                    <a:pt x="43420" y="8086"/>
                    <a:pt x="47640" y="8629"/>
                    <a:pt x="49345" y="9029"/>
                  </a:cubicBezTo>
                  <a:cubicBezTo>
                    <a:pt x="50811" y="9372"/>
                    <a:pt x="52545" y="8858"/>
                    <a:pt x="54040" y="9029"/>
                  </a:cubicBezTo>
                  <a:cubicBezTo>
                    <a:pt x="55174" y="9163"/>
                    <a:pt x="55450" y="10134"/>
                    <a:pt x="56393" y="10201"/>
                  </a:cubicBezTo>
                  <a:cubicBezTo>
                    <a:pt x="56307" y="10201"/>
                    <a:pt x="56688" y="9029"/>
                    <a:pt x="57565" y="9029"/>
                  </a:cubicBezTo>
                  <a:cubicBezTo>
                    <a:pt x="58431" y="9029"/>
                    <a:pt x="58746" y="10201"/>
                    <a:pt x="58736" y="10201"/>
                  </a:cubicBezTo>
                  <a:cubicBezTo>
                    <a:pt x="67956" y="11020"/>
                    <a:pt x="74691" y="10734"/>
                    <a:pt x="82215" y="11373"/>
                  </a:cubicBezTo>
                  <a:cubicBezTo>
                    <a:pt x="86140" y="11706"/>
                    <a:pt x="87826" y="13135"/>
                    <a:pt x="89264" y="11373"/>
                  </a:cubicBezTo>
                  <a:cubicBezTo>
                    <a:pt x="89969" y="10515"/>
                    <a:pt x="92540" y="12592"/>
                    <a:pt x="92779" y="12544"/>
                  </a:cubicBezTo>
                  <a:cubicBezTo>
                    <a:pt x="93617" y="12373"/>
                    <a:pt x="92769" y="11058"/>
                    <a:pt x="93950" y="12544"/>
                  </a:cubicBezTo>
                  <a:cubicBezTo>
                    <a:pt x="94503" y="13230"/>
                    <a:pt x="95522" y="11420"/>
                    <a:pt x="95122" y="11373"/>
                  </a:cubicBezTo>
                  <a:cubicBezTo>
                    <a:pt x="96655" y="11563"/>
                    <a:pt x="96731" y="12468"/>
                    <a:pt x="98646" y="12544"/>
                  </a:cubicBezTo>
                  <a:cubicBezTo>
                    <a:pt x="101713" y="12668"/>
                    <a:pt x="106771" y="12478"/>
                    <a:pt x="108038" y="12544"/>
                  </a:cubicBezTo>
                  <a:cubicBezTo>
                    <a:pt x="108943" y="12592"/>
                    <a:pt x="109114" y="13697"/>
                    <a:pt x="109209" y="13716"/>
                  </a:cubicBezTo>
                  <a:cubicBezTo>
                    <a:pt x="110867" y="13982"/>
                    <a:pt x="111800" y="12468"/>
                    <a:pt x="112724" y="12544"/>
                  </a:cubicBezTo>
                  <a:cubicBezTo>
                    <a:pt x="117629" y="12963"/>
                    <a:pt x="121973" y="14668"/>
                    <a:pt x="126821" y="14897"/>
                  </a:cubicBezTo>
                  <a:cubicBezTo>
                    <a:pt x="130374" y="15068"/>
                    <a:pt x="131612" y="13725"/>
                    <a:pt x="132688" y="13725"/>
                  </a:cubicBezTo>
                  <a:cubicBezTo>
                    <a:pt x="133336" y="13725"/>
                    <a:pt x="134174" y="14887"/>
                    <a:pt x="133860" y="14897"/>
                  </a:cubicBezTo>
                  <a:cubicBezTo>
                    <a:pt x="135517" y="14830"/>
                    <a:pt x="136365" y="13792"/>
                    <a:pt x="137384" y="13725"/>
                  </a:cubicBezTo>
                  <a:cubicBezTo>
                    <a:pt x="139594" y="13563"/>
                    <a:pt x="139985" y="14849"/>
                    <a:pt x="142071" y="14897"/>
                  </a:cubicBezTo>
                  <a:cubicBezTo>
                    <a:pt x="148700" y="15021"/>
                    <a:pt x="155748" y="14897"/>
                    <a:pt x="163207" y="14897"/>
                  </a:cubicBezTo>
                  <a:cubicBezTo>
                    <a:pt x="174589" y="14897"/>
                    <a:pt x="190858" y="15926"/>
                    <a:pt x="198440" y="13725"/>
                  </a:cubicBezTo>
                  <a:cubicBezTo>
                    <a:pt x="200173" y="13220"/>
                    <a:pt x="202592" y="14173"/>
                    <a:pt x="201954" y="11373"/>
                  </a:cubicBezTo>
                  <a:cubicBezTo>
                    <a:pt x="202707" y="8268"/>
                    <a:pt x="200059" y="9934"/>
                    <a:pt x="198459" y="9020"/>
                  </a:cubicBezTo>
                  <a:close/>
                </a:path>
              </a:pathLst>
            </a:custGeom>
            <a:solidFill>
              <a:srgbClr val="F6BE6C"/>
            </a:solidFill>
            <a:ln cap="flat">
              <a:noFill/>
              <a:prstDash val="solid"/>
              <a:miter lim="800000"/>
            </a:ln>
          </p:spPr>
          <p:txBody>
            <a:bodyPr vert="horz" anchor="ctr" tIns="45720" lIns="91440" bIns="45720" rIns="91440"/>
            <a:p>
              <a:pPr algn="l" marL="0"/>
            </a:p>
          </p:txBody>
        </p:sp>
        <p:sp>
          <p:nvSpPr>
            <p:cNvPr name="Freeform 64" id="64"/>
            <p:cNvSpPr/>
            <p:nvPr/>
          </p:nvSpPr>
          <p:spPr>
            <a:xfrm>
              <a:off x="7899880" y="4499598"/>
              <a:ext cx="455405" cy="50549"/>
            </a:xfrm>
            <a:custGeom>
              <a:avLst/>
              <a:gdLst/>
              <a:ahLst/>
              <a:cxnLst/>
              <a:rect r="r" b="b" t="t" l="l"/>
              <a:pathLst>
                <a:path w="157364" h="17467" stroke="true" fill="norm" extrusionOk="true">
                  <a:moveTo>
                    <a:pt x="147954" y="7384"/>
                  </a:moveTo>
                  <a:cubicBezTo>
                    <a:pt x="147040" y="7184"/>
                    <a:pt x="145354" y="7260"/>
                    <a:pt x="144430" y="7384"/>
                  </a:cubicBezTo>
                  <a:cubicBezTo>
                    <a:pt x="143601" y="7499"/>
                    <a:pt x="143344" y="8537"/>
                    <a:pt x="143258" y="8556"/>
                  </a:cubicBezTo>
                  <a:cubicBezTo>
                    <a:pt x="142373" y="8737"/>
                    <a:pt x="141963" y="7394"/>
                    <a:pt x="142087" y="7384"/>
                  </a:cubicBezTo>
                  <a:cubicBezTo>
                    <a:pt x="138763" y="7556"/>
                    <a:pt x="137105" y="8556"/>
                    <a:pt x="136219" y="8556"/>
                  </a:cubicBezTo>
                  <a:cubicBezTo>
                    <a:pt x="135457" y="8556"/>
                    <a:pt x="134895" y="7384"/>
                    <a:pt x="135048" y="7384"/>
                  </a:cubicBezTo>
                  <a:cubicBezTo>
                    <a:pt x="125342" y="7118"/>
                    <a:pt x="114331" y="6851"/>
                    <a:pt x="104520" y="6203"/>
                  </a:cubicBezTo>
                  <a:cubicBezTo>
                    <a:pt x="103330" y="6127"/>
                    <a:pt x="103168" y="5165"/>
                    <a:pt x="102177" y="5032"/>
                  </a:cubicBezTo>
                  <a:cubicBezTo>
                    <a:pt x="101015" y="4879"/>
                    <a:pt x="101282" y="6146"/>
                    <a:pt x="101006" y="6203"/>
                  </a:cubicBezTo>
                  <a:cubicBezTo>
                    <a:pt x="99843" y="6432"/>
                    <a:pt x="99586" y="4984"/>
                    <a:pt x="98653" y="5032"/>
                  </a:cubicBezTo>
                  <a:cubicBezTo>
                    <a:pt x="97738" y="5079"/>
                    <a:pt x="97577" y="6194"/>
                    <a:pt x="97481" y="6203"/>
                  </a:cubicBezTo>
                  <a:cubicBezTo>
                    <a:pt x="95748" y="6489"/>
                    <a:pt x="95024" y="5117"/>
                    <a:pt x="93957" y="5032"/>
                  </a:cubicBezTo>
                  <a:cubicBezTo>
                    <a:pt x="85423" y="4365"/>
                    <a:pt x="71907" y="3374"/>
                    <a:pt x="65782" y="2688"/>
                  </a:cubicBezTo>
                  <a:cubicBezTo>
                    <a:pt x="65706" y="2679"/>
                    <a:pt x="65725" y="4079"/>
                    <a:pt x="64611" y="3850"/>
                  </a:cubicBezTo>
                  <a:cubicBezTo>
                    <a:pt x="64248" y="3784"/>
                    <a:pt x="64601" y="2784"/>
                    <a:pt x="63439" y="2688"/>
                  </a:cubicBezTo>
                  <a:cubicBezTo>
                    <a:pt x="61601" y="2526"/>
                    <a:pt x="59429" y="3993"/>
                    <a:pt x="58743" y="3850"/>
                  </a:cubicBezTo>
                  <a:cubicBezTo>
                    <a:pt x="58410" y="3784"/>
                    <a:pt x="58676" y="2812"/>
                    <a:pt x="57572" y="2688"/>
                  </a:cubicBezTo>
                  <a:cubicBezTo>
                    <a:pt x="51294" y="1974"/>
                    <a:pt x="45303" y="1422"/>
                    <a:pt x="38788" y="1517"/>
                  </a:cubicBezTo>
                  <a:cubicBezTo>
                    <a:pt x="38883" y="1517"/>
                    <a:pt x="38379" y="2593"/>
                    <a:pt x="37617" y="2688"/>
                  </a:cubicBezTo>
                  <a:cubicBezTo>
                    <a:pt x="36455" y="2831"/>
                    <a:pt x="36216" y="1603"/>
                    <a:pt x="35264" y="1517"/>
                  </a:cubicBezTo>
                  <a:cubicBezTo>
                    <a:pt x="28320" y="831"/>
                    <a:pt x="24339" y="2917"/>
                    <a:pt x="18833" y="2688"/>
                  </a:cubicBezTo>
                  <a:cubicBezTo>
                    <a:pt x="13033" y="2441"/>
                    <a:pt x="7194" y="-1084"/>
                    <a:pt x="1222" y="336"/>
                  </a:cubicBezTo>
                  <a:cubicBezTo>
                    <a:pt x="1155" y="1841"/>
                    <a:pt x="-283" y="1955"/>
                    <a:pt x="50" y="3850"/>
                  </a:cubicBezTo>
                  <a:cubicBezTo>
                    <a:pt x="1555" y="3917"/>
                    <a:pt x="1679" y="5365"/>
                    <a:pt x="3574" y="5022"/>
                  </a:cubicBezTo>
                  <a:cubicBezTo>
                    <a:pt x="8775" y="4393"/>
                    <a:pt x="12823" y="5641"/>
                    <a:pt x="15319" y="6194"/>
                  </a:cubicBezTo>
                  <a:cubicBezTo>
                    <a:pt x="20072" y="7260"/>
                    <a:pt x="23196" y="6651"/>
                    <a:pt x="28235" y="7375"/>
                  </a:cubicBezTo>
                  <a:cubicBezTo>
                    <a:pt x="28216" y="7375"/>
                    <a:pt x="28711" y="8375"/>
                    <a:pt x="29406" y="8546"/>
                  </a:cubicBezTo>
                  <a:cubicBezTo>
                    <a:pt x="34578" y="9842"/>
                    <a:pt x="39379" y="9499"/>
                    <a:pt x="43493" y="9718"/>
                  </a:cubicBezTo>
                  <a:cubicBezTo>
                    <a:pt x="44398" y="9766"/>
                    <a:pt x="44589" y="10870"/>
                    <a:pt x="44665" y="10889"/>
                  </a:cubicBezTo>
                  <a:cubicBezTo>
                    <a:pt x="51485" y="11947"/>
                    <a:pt x="59724" y="12433"/>
                    <a:pt x="65792" y="13233"/>
                  </a:cubicBezTo>
                  <a:cubicBezTo>
                    <a:pt x="67401" y="13452"/>
                    <a:pt x="68278" y="14252"/>
                    <a:pt x="69316" y="14404"/>
                  </a:cubicBezTo>
                  <a:cubicBezTo>
                    <a:pt x="81460" y="16281"/>
                    <a:pt x="99824" y="15995"/>
                    <a:pt x="110407" y="16757"/>
                  </a:cubicBezTo>
                  <a:cubicBezTo>
                    <a:pt x="117446" y="17271"/>
                    <a:pt x="139753" y="18529"/>
                    <a:pt x="142096" y="15585"/>
                  </a:cubicBezTo>
                  <a:cubicBezTo>
                    <a:pt x="142735" y="14804"/>
                    <a:pt x="143487" y="16795"/>
                    <a:pt x="143268" y="16757"/>
                  </a:cubicBezTo>
                  <a:cubicBezTo>
                    <a:pt x="149240" y="17700"/>
                    <a:pt x="153155" y="16242"/>
                    <a:pt x="157365" y="14404"/>
                  </a:cubicBezTo>
                  <a:cubicBezTo>
                    <a:pt x="156689" y="9213"/>
                    <a:pt x="151659" y="8184"/>
                    <a:pt x="147954" y="7384"/>
                  </a:cubicBezTo>
                  <a:close/>
                </a:path>
              </a:pathLst>
            </a:custGeom>
            <a:solidFill>
              <a:srgbClr val="F8D657"/>
            </a:solidFill>
            <a:ln cap="flat">
              <a:noFill/>
              <a:prstDash val="solid"/>
              <a:miter lim="800000"/>
            </a:ln>
          </p:spPr>
          <p:txBody>
            <a:bodyPr vert="horz" anchor="ctr" tIns="45720" lIns="91440" bIns="45720" rIns="91440"/>
            <a:p>
              <a:pPr algn="l" marL="0"/>
            </a:p>
          </p:txBody>
        </p:sp>
        <p:sp>
          <p:nvSpPr>
            <p:cNvPr name="Freeform 65" id="65"/>
            <p:cNvSpPr/>
            <p:nvPr/>
          </p:nvSpPr>
          <p:spPr>
            <a:xfrm>
              <a:off x="7450546" y="2074606"/>
              <a:ext cx="441068" cy="328050"/>
            </a:xfrm>
            <a:custGeom>
              <a:avLst/>
              <a:gdLst/>
              <a:ahLst/>
              <a:cxnLst/>
              <a:rect r="r" b="b" t="t" l="l"/>
              <a:pathLst>
                <a:path w="152410" h="113357" stroke="true" fill="norm" extrusionOk="true">
                  <a:moveTo>
                    <a:pt x="151763" y="48825"/>
                  </a:moveTo>
                  <a:cubicBezTo>
                    <a:pt x="148905" y="40100"/>
                    <a:pt x="143771" y="33661"/>
                    <a:pt x="140028" y="25832"/>
                  </a:cubicBezTo>
                  <a:cubicBezTo>
                    <a:pt x="138771" y="23822"/>
                    <a:pt x="137008" y="24213"/>
                    <a:pt x="135332" y="22308"/>
                  </a:cubicBezTo>
                  <a:cubicBezTo>
                    <a:pt x="134056" y="20860"/>
                    <a:pt x="134284" y="18821"/>
                    <a:pt x="132980" y="17612"/>
                  </a:cubicBezTo>
                  <a:cubicBezTo>
                    <a:pt x="131865" y="16574"/>
                    <a:pt x="128960" y="15469"/>
                    <a:pt x="127112" y="14088"/>
                  </a:cubicBezTo>
                  <a:cubicBezTo>
                    <a:pt x="125255" y="12697"/>
                    <a:pt x="124121" y="10582"/>
                    <a:pt x="122416" y="9392"/>
                  </a:cubicBezTo>
                  <a:cubicBezTo>
                    <a:pt x="121321" y="8630"/>
                    <a:pt x="119940" y="8868"/>
                    <a:pt x="118902" y="8220"/>
                  </a:cubicBezTo>
                  <a:cubicBezTo>
                    <a:pt x="118121" y="7734"/>
                    <a:pt x="117254" y="6306"/>
                    <a:pt x="116549" y="5877"/>
                  </a:cubicBezTo>
                  <a:cubicBezTo>
                    <a:pt x="115511" y="5229"/>
                    <a:pt x="114320" y="5401"/>
                    <a:pt x="113025" y="4705"/>
                  </a:cubicBezTo>
                  <a:cubicBezTo>
                    <a:pt x="112444" y="4391"/>
                    <a:pt x="111148" y="2524"/>
                    <a:pt x="110681" y="2353"/>
                  </a:cubicBezTo>
                  <a:cubicBezTo>
                    <a:pt x="106795" y="962"/>
                    <a:pt x="102233" y="2086"/>
                    <a:pt x="97766" y="10"/>
                  </a:cubicBezTo>
                  <a:cubicBezTo>
                    <a:pt x="97470" y="38"/>
                    <a:pt x="97299" y="0"/>
                    <a:pt x="97070" y="0"/>
                  </a:cubicBezTo>
                  <a:cubicBezTo>
                    <a:pt x="96289" y="305"/>
                    <a:pt x="95422" y="476"/>
                    <a:pt x="94413" y="676"/>
                  </a:cubicBezTo>
                  <a:cubicBezTo>
                    <a:pt x="93946" y="772"/>
                    <a:pt x="93536" y="724"/>
                    <a:pt x="93165" y="600"/>
                  </a:cubicBezTo>
                  <a:cubicBezTo>
                    <a:pt x="90479" y="1572"/>
                    <a:pt x="86574" y="29"/>
                    <a:pt x="86031" y="1172"/>
                  </a:cubicBezTo>
                  <a:cubicBezTo>
                    <a:pt x="82354" y="1410"/>
                    <a:pt x="77411" y="381"/>
                    <a:pt x="75458" y="2343"/>
                  </a:cubicBezTo>
                  <a:cubicBezTo>
                    <a:pt x="74544" y="2448"/>
                    <a:pt x="73925" y="2257"/>
                    <a:pt x="73458" y="1905"/>
                  </a:cubicBezTo>
                  <a:cubicBezTo>
                    <a:pt x="73048" y="2410"/>
                    <a:pt x="72515" y="2800"/>
                    <a:pt x="71753" y="2800"/>
                  </a:cubicBezTo>
                  <a:cubicBezTo>
                    <a:pt x="70276" y="2781"/>
                    <a:pt x="68876" y="2638"/>
                    <a:pt x="67457" y="2467"/>
                  </a:cubicBezTo>
                  <a:cubicBezTo>
                    <a:pt x="67438" y="2810"/>
                    <a:pt x="67400" y="3153"/>
                    <a:pt x="67247" y="3515"/>
                  </a:cubicBezTo>
                  <a:cubicBezTo>
                    <a:pt x="64285" y="3696"/>
                    <a:pt x="61237" y="3791"/>
                    <a:pt x="58523" y="4210"/>
                  </a:cubicBezTo>
                  <a:cubicBezTo>
                    <a:pt x="56351" y="5001"/>
                    <a:pt x="54208" y="5848"/>
                    <a:pt x="52055" y="6725"/>
                  </a:cubicBezTo>
                  <a:cubicBezTo>
                    <a:pt x="51569" y="7153"/>
                    <a:pt x="51150" y="7639"/>
                    <a:pt x="50807" y="8211"/>
                  </a:cubicBezTo>
                  <a:cubicBezTo>
                    <a:pt x="50236" y="8192"/>
                    <a:pt x="49855" y="7982"/>
                    <a:pt x="49540" y="7715"/>
                  </a:cubicBezTo>
                  <a:cubicBezTo>
                    <a:pt x="48416" y="8163"/>
                    <a:pt x="47293" y="8592"/>
                    <a:pt x="46150" y="8982"/>
                  </a:cubicBezTo>
                  <a:cubicBezTo>
                    <a:pt x="46131" y="9125"/>
                    <a:pt x="46159" y="9211"/>
                    <a:pt x="46121" y="9382"/>
                  </a:cubicBezTo>
                  <a:cubicBezTo>
                    <a:pt x="44083" y="9068"/>
                    <a:pt x="42854" y="10687"/>
                    <a:pt x="41425" y="11725"/>
                  </a:cubicBezTo>
                  <a:cubicBezTo>
                    <a:pt x="40054" y="12725"/>
                    <a:pt x="38911" y="14621"/>
                    <a:pt x="37901" y="15250"/>
                  </a:cubicBezTo>
                  <a:cubicBezTo>
                    <a:pt x="37472" y="15516"/>
                    <a:pt x="35853" y="14878"/>
                    <a:pt x="35548" y="15250"/>
                  </a:cubicBezTo>
                  <a:cubicBezTo>
                    <a:pt x="35434" y="15383"/>
                    <a:pt x="35701" y="16354"/>
                    <a:pt x="35548" y="16421"/>
                  </a:cubicBezTo>
                  <a:cubicBezTo>
                    <a:pt x="35120" y="16621"/>
                    <a:pt x="33481" y="16078"/>
                    <a:pt x="33205" y="16421"/>
                  </a:cubicBezTo>
                  <a:cubicBezTo>
                    <a:pt x="33072" y="16574"/>
                    <a:pt x="33377" y="17497"/>
                    <a:pt x="33205" y="17593"/>
                  </a:cubicBezTo>
                  <a:cubicBezTo>
                    <a:pt x="32776" y="17840"/>
                    <a:pt x="31157" y="17221"/>
                    <a:pt x="30862" y="17593"/>
                  </a:cubicBezTo>
                  <a:cubicBezTo>
                    <a:pt x="30509" y="18021"/>
                    <a:pt x="30109" y="19631"/>
                    <a:pt x="29690" y="19936"/>
                  </a:cubicBezTo>
                  <a:cubicBezTo>
                    <a:pt x="29271" y="20241"/>
                    <a:pt x="27652" y="19555"/>
                    <a:pt x="27338" y="19936"/>
                  </a:cubicBezTo>
                  <a:cubicBezTo>
                    <a:pt x="25042" y="22746"/>
                    <a:pt x="21480" y="26032"/>
                    <a:pt x="17946" y="29327"/>
                  </a:cubicBezTo>
                  <a:cubicBezTo>
                    <a:pt x="17060" y="30156"/>
                    <a:pt x="15755" y="30499"/>
                    <a:pt x="15631" y="32071"/>
                  </a:cubicBezTo>
                  <a:lnTo>
                    <a:pt x="9174" y="39710"/>
                  </a:lnTo>
                  <a:cubicBezTo>
                    <a:pt x="8021" y="41015"/>
                    <a:pt x="7011" y="42434"/>
                    <a:pt x="6202" y="43425"/>
                  </a:cubicBezTo>
                  <a:cubicBezTo>
                    <a:pt x="4468" y="45549"/>
                    <a:pt x="2601" y="49625"/>
                    <a:pt x="1506" y="53988"/>
                  </a:cubicBezTo>
                  <a:cubicBezTo>
                    <a:pt x="268" y="58960"/>
                    <a:pt x="-466" y="71799"/>
                    <a:pt x="334" y="79810"/>
                  </a:cubicBezTo>
                  <a:cubicBezTo>
                    <a:pt x="1230" y="88954"/>
                    <a:pt x="4811" y="97746"/>
                    <a:pt x="8554" y="105642"/>
                  </a:cubicBezTo>
                  <a:cubicBezTo>
                    <a:pt x="9221" y="107051"/>
                    <a:pt x="10202" y="107690"/>
                    <a:pt x="10907" y="109156"/>
                  </a:cubicBezTo>
                  <a:cubicBezTo>
                    <a:pt x="11641" y="110690"/>
                    <a:pt x="12050" y="112014"/>
                    <a:pt x="12679" y="113357"/>
                  </a:cubicBezTo>
                  <a:cubicBezTo>
                    <a:pt x="14374" y="111614"/>
                    <a:pt x="15765" y="109585"/>
                    <a:pt x="17060" y="107547"/>
                  </a:cubicBezTo>
                  <a:cubicBezTo>
                    <a:pt x="16965" y="107509"/>
                    <a:pt x="16879" y="107471"/>
                    <a:pt x="16784" y="107432"/>
                  </a:cubicBezTo>
                  <a:lnTo>
                    <a:pt x="20842" y="98879"/>
                  </a:lnTo>
                  <a:cubicBezTo>
                    <a:pt x="20899" y="98793"/>
                    <a:pt x="20918" y="98689"/>
                    <a:pt x="20975" y="98593"/>
                  </a:cubicBezTo>
                  <a:lnTo>
                    <a:pt x="20984" y="98574"/>
                  </a:lnTo>
                  <a:cubicBezTo>
                    <a:pt x="21185" y="98212"/>
                    <a:pt x="21375" y="97841"/>
                    <a:pt x="21480" y="97412"/>
                  </a:cubicBezTo>
                  <a:cubicBezTo>
                    <a:pt x="21642" y="96765"/>
                    <a:pt x="21175" y="95660"/>
                    <a:pt x="21480" y="95069"/>
                  </a:cubicBezTo>
                  <a:cubicBezTo>
                    <a:pt x="22537" y="92974"/>
                    <a:pt x="23013" y="93631"/>
                    <a:pt x="23823" y="90373"/>
                  </a:cubicBezTo>
                  <a:cubicBezTo>
                    <a:pt x="24080" y="89345"/>
                    <a:pt x="24623" y="88354"/>
                    <a:pt x="24995" y="86849"/>
                  </a:cubicBezTo>
                  <a:cubicBezTo>
                    <a:pt x="25252" y="85820"/>
                    <a:pt x="25795" y="84839"/>
                    <a:pt x="26166" y="83334"/>
                  </a:cubicBezTo>
                  <a:cubicBezTo>
                    <a:pt x="26423" y="82296"/>
                    <a:pt x="26966" y="81315"/>
                    <a:pt x="27338" y="79810"/>
                  </a:cubicBezTo>
                  <a:cubicBezTo>
                    <a:pt x="27595" y="78781"/>
                    <a:pt x="28138" y="77791"/>
                    <a:pt x="28509" y="76295"/>
                  </a:cubicBezTo>
                  <a:cubicBezTo>
                    <a:pt x="28766" y="75257"/>
                    <a:pt x="29300" y="74276"/>
                    <a:pt x="29681" y="72771"/>
                  </a:cubicBezTo>
                  <a:cubicBezTo>
                    <a:pt x="29948" y="71714"/>
                    <a:pt x="31024" y="69971"/>
                    <a:pt x="32024" y="68075"/>
                  </a:cubicBezTo>
                  <a:cubicBezTo>
                    <a:pt x="33938" y="64465"/>
                    <a:pt x="37044" y="60970"/>
                    <a:pt x="40244" y="57512"/>
                  </a:cubicBezTo>
                  <a:cubicBezTo>
                    <a:pt x="41149" y="56531"/>
                    <a:pt x="41520" y="56045"/>
                    <a:pt x="42587" y="55169"/>
                  </a:cubicBezTo>
                  <a:cubicBezTo>
                    <a:pt x="43225" y="54654"/>
                    <a:pt x="46426" y="51454"/>
                    <a:pt x="48455" y="51645"/>
                  </a:cubicBezTo>
                  <a:cubicBezTo>
                    <a:pt x="48388" y="51635"/>
                    <a:pt x="48836" y="52778"/>
                    <a:pt x="49626" y="52816"/>
                  </a:cubicBezTo>
                  <a:cubicBezTo>
                    <a:pt x="50417" y="52854"/>
                    <a:pt x="58275" y="50730"/>
                    <a:pt x="59018" y="51645"/>
                  </a:cubicBezTo>
                  <a:cubicBezTo>
                    <a:pt x="59132" y="51778"/>
                    <a:pt x="58865" y="52749"/>
                    <a:pt x="59018" y="52816"/>
                  </a:cubicBezTo>
                  <a:cubicBezTo>
                    <a:pt x="59446" y="53016"/>
                    <a:pt x="61085" y="52473"/>
                    <a:pt x="61361" y="52816"/>
                  </a:cubicBezTo>
                  <a:cubicBezTo>
                    <a:pt x="61466" y="52940"/>
                    <a:pt x="61228" y="53931"/>
                    <a:pt x="61361" y="53988"/>
                  </a:cubicBezTo>
                  <a:cubicBezTo>
                    <a:pt x="63228" y="54769"/>
                    <a:pt x="65961" y="54416"/>
                    <a:pt x="67228" y="55159"/>
                  </a:cubicBezTo>
                  <a:cubicBezTo>
                    <a:pt x="67590" y="55369"/>
                    <a:pt x="66914" y="57198"/>
                    <a:pt x="67228" y="57502"/>
                  </a:cubicBezTo>
                  <a:cubicBezTo>
                    <a:pt x="67628" y="57902"/>
                    <a:pt x="69152" y="57131"/>
                    <a:pt x="69581" y="57502"/>
                  </a:cubicBezTo>
                  <a:cubicBezTo>
                    <a:pt x="70095" y="57969"/>
                    <a:pt x="70229" y="59474"/>
                    <a:pt x="70753" y="59855"/>
                  </a:cubicBezTo>
                  <a:cubicBezTo>
                    <a:pt x="71172" y="60160"/>
                    <a:pt x="72781" y="59474"/>
                    <a:pt x="73096" y="59855"/>
                  </a:cubicBezTo>
                  <a:cubicBezTo>
                    <a:pt x="75696" y="63036"/>
                    <a:pt x="84164" y="67266"/>
                    <a:pt x="89536" y="69247"/>
                  </a:cubicBezTo>
                  <a:cubicBezTo>
                    <a:pt x="91412" y="69933"/>
                    <a:pt x="93194" y="69752"/>
                    <a:pt x="95403" y="70418"/>
                  </a:cubicBezTo>
                  <a:cubicBezTo>
                    <a:pt x="95775" y="70533"/>
                    <a:pt x="95451" y="71533"/>
                    <a:pt x="96575" y="71590"/>
                  </a:cubicBezTo>
                  <a:cubicBezTo>
                    <a:pt x="98023" y="71666"/>
                    <a:pt x="99880" y="71228"/>
                    <a:pt x="101271" y="71590"/>
                  </a:cubicBezTo>
                  <a:cubicBezTo>
                    <a:pt x="101576" y="71666"/>
                    <a:pt x="101375" y="72704"/>
                    <a:pt x="102442" y="72761"/>
                  </a:cubicBezTo>
                  <a:cubicBezTo>
                    <a:pt x="104347" y="72857"/>
                    <a:pt x="104443" y="73733"/>
                    <a:pt x="105967" y="73933"/>
                  </a:cubicBezTo>
                  <a:cubicBezTo>
                    <a:pt x="115168" y="75114"/>
                    <a:pt x="127474" y="74638"/>
                    <a:pt x="132970" y="71580"/>
                  </a:cubicBezTo>
                  <a:cubicBezTo>
                    <a:pt x="133589" y="71238"/>
                    <a:pt x="132818" y="70475"/>
                    <a:pt x="134141" y="70409"/>
                  </a:cubicBezTo>
                  <a:cubicBezTo>
                    <a:pt x="136123" y="70304"/>
                    <a:pt x="140057" y="68380"/>
                    <a:pt x="142362" y="66885"/>
                  </a:cubicBezTo>
                  <a:cubicBezTo>
                    <a:pt x="143019" y="66465"/>
                    <a:pt x="142181" y="65789"/>
                    <a:pt x="143533" y="65723"/>
                  </a:cubicBezTo>
                  <a:cubicBezTo>
                    <a:pt x="146486" y="65561"/>
                    <a:pt x="147419" y="59588"/>
                    <a:pt x="151410" y="57950"/>
                  </a:cubicBezTo>
                  <a:cubicBezTo>
                    <a:pt x="151706" y="55588"/>
                    <a:pt x="152277" y="53264"/>
                    <a:pt x="152410" y="50902"/>
                  </a:cubicBezTo>
                  <a:cubicBezTo>
                    <a:pt x="152229" y="50187"/>
                    <a:pt x="151982" y="49511"/>
                    <a:pt x="151763" y="48825"/>
                  </a:cubicBezTo>
                  <a:close/>
                </a:path>
              </a:pathLst>
            </a:custGeom>
            <a:solidFill>
              <a:srgbClr val="2F2B29"/>
            </a:solidFill>
            <a:ln cap="flat">
              <a:noFill/>
              <a:prstDash val="solid"/>
              <a:miter lim="800000"/>
            </a:ln>
          </p:spPr>
          <p:txBody>
            <a:bodyPr vert="horz" anchor="ctr" tIns="45720" lIns="91440" bIns="45720" rIns="91440"/>
            <a:p>
              <a:pPr algn="l" marL="0"/>
            </a:p>
          </p:txBody>
        </p:sp>
        <p:sp>
          <p:nvSpPr>
            <p:cNvPr name="Freeform 66" id="66"/>
            <p:cNvSpPr/>
            <p:nvPr/>
          </p:nvSpPr>
          <p:spPr>
            <a:xfrm>
              <a:off x="7636842" y="2450117"/>
              <a:ext cx="54557" cy="34618"/>
            </a:xfrm>
            <a:custGeom>
              <a:avLst/>
              <a:gdLst/>
              <a:ahLst/>
              <a:cxnLst/>
              <a:rect r="r" b="b" t="t" l="l"/>
              <a:pathLst>
                <a:path w="18852" h="11962" stroke="true" fill="norm" extrusionOk="true">
                  <a:moveTo>
                    <a:pt x="15475" y="250"/>
                  </a:moveTo>
                  <a:cubicBezTo>
                    <a:pt x="14456" y="755"/>
                    <a:pt x="13989" y="1669"/>
                    <a:pt x="13570" y="2641"/>
                  </a:cubicBezTo>
                  <a:cubicBezTo>
                    <a:pt x="12246" y="9422"/>
                    <a:pt x="5207" y="5022"/>
                    <a:pt x="5207" y="5022"/>
                  </a:cubicBezTo>
                  <a:cubicBezTo>
                    <a:pt x="3426" y="4460"/>
                    <a:pt x="1035" y="3908"/>
                    <a:pt x="254" y="5108"/>
                  </a:cubicBezTo>
                  <a:cubicBezTo>
                    <a:pt x="-13" y="5527"/>
                    <a:pt x="-89" y="6146"/>
                    <a:pt x="120" y="7060"/>
                  </a:cubicBezTo>
                  <a:cubicBezTo>
                    <a:pt x="244" y="7565"/>
                    <a:pt x="520" y="8146"/>
                    <a:pt x="854" y="8727"/>
                  </a:cubicBezTo>
                  <a:cubicBezTo>
                    <a:pt x="1044" y="8899"/>
                    <a:pt x="4950" y="12347"/>
                    <a:pt x="10465" y="11928"/>
                  </a:cubicBezTo>
                  <a:lnTo>
                    <a:pt x="10465" y="11928"/>
                  </a:lnTo>
                  <a:cubicBezTo>
                    <a:pt x="14294" y="11204"/>
                    <a:pt x="18075" y="9156"/>
                    <a:pt x="18751" y="5793"/>
                  </a:cubicBezTo>
                  <a:cubicBezTo>
                    <a:pt x="19161" y="3765"/>
                    <a:pt x="18370" y="-1160"/>
                    <a:pt x="15475" y="250"/>
                  </a:cubicBezTo>
                  <a:close/>
                </a:path>
              </a:pathLst>
            </a:custGeom>
            <a:solidFill>
              <a:srgbClr val="CD6B29"/>
            </a:solidFill>
            <a:ln cap="flat">
              <a:noFill/>
              <a:prstDash val="solid"/>
              <a:miter lim="800000"/>
            </a:ln>
          </p:spPr>
          <p:txBody>
            <a:bodyPr vert="horz" anchor="ctr" tIns="45720" lIns="91440" bIns="45720" rIns="91440"/>
            <a:p>
              <a:pPr algn="l" marL="0"/>
            </a:p>
          </p:txBody>
        </p:sp>
        <p:sp>
          <p:nvSpPr>
            <p:cNvPr name="Freeform 67" id="67"/>
            <p:cNvSpPr/>
            <p:nvPr/>
          </p:nvSpPr>
          <p:spPr>
            <a:xfrm>
              <a:off x="7744034" y="2354527"/>
              <a:ext cx="108604" cy="108604"/>
            </a:xfrm>
            <a:custGeom>
              <a:avLst/>
              <a:gdLst/>
              <a:ahLst/>
              <a:cxnLst/>
              <a:rect r="r" b="b" t="t" l="l"/>
              <a:pathLst>
                <a:path w="37528" h="37528" stroke="true" fill="norm" extrusionOk="true">
                  <a:moveTo>
                    <a:pt x="37528" y="18764"/>
                  </a:moveTo>
                  <a:cubicBezTo>
                    <a:pt x="37528" y="29127"/>
                    <a:pt x="29127" y="37528"/>
                    <a:pt x="18764" y="37528"/>
                  </a:cubicBezTo>
                  <a:cubicBezTo>
                    <a:pt x="8401" y="37528"/>
                    <a:pt x="0" y="29127"/>
                    <a:pt x="0" y="18764"/>
                  </a:cubicBezTo>
                  <a:cubicBezTo>
                    <a:pt x="0" y="8401"/>
                    <a:pt x="8401" y="0"/>
                    <a:pt x="18764" y="0"/>
                  </a:cubicBezTo>
                  <a:cubicBezTo>
                    <a:pt x="29127" y="0"/>
                    <a:pt x="37528" y="8401"/>
                    <a:pt x="37528" y="18764"/>
                  </a:cubicBezTo>
                  <a:close/>
                </a:path>
              </a:pathLst>
            </a:custGeom>
            <a:solidFill>
              <a:srgbClr val="D97B60"/>
            </a:solidFill>
            <a:ln cap="flat">
              <a:noFill/>
              <a:prstDash val="solid"/>
              <a:miter lim="800000"/>
            </a:ln>
          </p:spPr>
          <p:txBody>
            <a:bodyPr vert="horz" anchor="ctr" tIns="45720" lIns="91440" bIns="45720" rIns="91440"/>
            <a:p>
              <a:pPr algn="l" marL="0"/>
            </a:p>
          </p:txBody>
        </p:sp>
        <p:sp>
          <p:nvSpPr>
            <p:cNvPr name="Freeform 68" id="68"/>
            <p:cNvSpPr/>
            <p:nvPr/>
          </p:nvSpPr>
          <p:spPr>
            <a:xfrm>
              <a:off x="7506866" y="2430800"/>
              <a:ext cx="83384" cy="94601"/>
            </a:xfrm>
            <a:custGeom>
              <a:avLst/>
              <a:gdLst/>
              <a:ahLst/>
              <a:cxnLst/>
              <a:rect r="r" b="b" t="t" l="l"/>
              <a:pathLst>
                <a:path w="28813" h="32689" stroke="true" fill="norm" extrusionOk="true">
                  <a:moveTo>
                    <a:pt x="28813" y="18764"/>
                  </a:moveTo>
                  <a:cubicBezTo>
                    <a:pt x="28813" y="8401"/>
                    <a:pt x="20412" y="0"/>
                    <a:pt x="10049" y="0"/>
                  </a:cubicBezTo>
                  <a:cubicBezTo>
                    <a:pt x="6344" y="0"/>
                    <a:pt x="2905" y="1105"/>
                    <a:pt x="0" y="2962"/>
                  </a:cubicBezTo>
                  <a:cubicBezTo>
                    <a:pt x="67" y="3038"/>
                    <a:pt x="143" y="3058"/>
                    <a:pt x="200" y="3134"/>
                  </a:cubicBezTo>
                  <a:cubicBezTo>
                    <a:pt x="1972" y="5382"/>
                    <a:pt x="3581" y="7706"/>
                    <a:pt x="5067" y="10154"/>
                  </a:cubicBezTo>
                  <a:cubicBezTo>
                    <a:pt x="5591" y="11011"/>
                    <a:pt x="5486" y="11820"/>
                    <a:pt x="5086" y="12478"/>
                  </a:cubicBezTo>
                  <a:cubicBezTo>
                    <a:pt x="6220" y="14907"/>
                    <a:pt x="7496" y="16545"/>
                    <a:pt x="9030" y="17802"/>
                  </a:cubicBezTo>
                  <a:cubicBezTo>
                    <a:pt x="9420" y="18126"/>
                    <a:pt x="8715" y="19736"/>
                    <a:pt x="9030" y="20155"/>
                  </a:cubicBezTo>
                  <a:cubicBezTo>
                    <a:pt x="10973" y="22689"/>
                    <a:pt x="15526" y="25727"/>
                    <a:pt x="17250" y="27194"/>
                  </a:cubicBezTo>
                  <a:cubicBezTo>
                    <a:pt x="18155" y="27965"/>
                    <a:pt x="19345" y="28327"/>
                    <a:pt x="19555" y="29756"/>
                  </a:cubicBezTo>
                  <a:cubicBezTo>
                    <a:pt x="19688" y="29880"/>
                    <a:pt x="19841" y="29966"/>
                    <a:pt x="19955" y="30128"/>
                  </a:cubicBezTo>
                  <a:cubicBezTo>
                    <a:pt x="20679" y="31137"/>
                    <a:pt x="21574" y="31956"/>
                    <a:pt x="22527" y="32690"/>
                  </a:cubicBezTo>
                  <a:cubicBezTo>
                    <a:pt x="26346" y="29261"/>
                    <a:pt x="28813" y="24317"/>
                    <a:pt x="28813" y="18764"/>
                  </a:cubicBezTo>
                  <a:close/>
                </a:path>
              </a:pathLst>
            </a:custGeom>
            <a:solidFill>
              <a:srgbClr val="D97B60"/>
            </a:solidFill>
            <a:ln cap="flat">
              <a:noFill/>
              <a:prstDash val="solid"/>
              <a:miter lim="800000"/>
            </a:ln>
          </p:spPr>
          <p:txBody>
            <a:bodyPr vert="horz" anchor="ctr" tIns="45720" lIns="91440" bIns="45720" rIns="91440"/>
            <a:p>
              <a:pPr algn="l" marL="0"/>
            </a:p>
          </p:txBody>
        </p:sp>
        <p:sp>
          <p:nvSpPr>
            <p:cNvPr name="Freeform 69" id="69"/>
            <p:cNvSpPr/>
            <p:nvPr/>
          </p:nvSpPr>
          <p:spPr>
            <a:xfrm>
              <a:off x="7832789" y="3823208"/>
              <a:ext cx="39798" cy="62663"/>
            </a:xfrm>
            <a:custGeom>
              <a:avLst/>
              <a:gdLst/>
              <a:ahLst/>
              <a:cxnLst/>
              <a:rect r="r" b="b" t="t" l="l"/>
              <a:pathLst>
                <a:path w="13752" h="21653" stroke="true" fill="norm" extrusionOk="true">
                  <a:moveTo>
                    <a:pt x="11460" y="9814"/>
                  </a:moveTo>
                  <a:cubicBezTo>
                    <a:pt x="12127" y="8252"/>
                    <a:pt x="15460" y="3232"/>
                    <a:pt x="12631" y="422"/>
                  </a:cubicBezTo>
                  <a:cubicBezTo>
                    <a:pt x="7783" y="-1454"/>
                    <a:pt x="9879" y="3432"/>
                    <a:pt x="9107" y="5118"/>
                  </a:cubicBezTo>
                  <a:cubicBezTo>
                    <a:pt x="8850" y="5671"/>
                    <a:pt x="8002" y="5013"/>
                    <a:pt x="7935" y="6290"/>
                  </a:cubicBezTo>
                  <a:cubicBezTo>
                    <a:pt x="7926" y="6414"/>
                    <a:pt x="7059" y="9328"/>
                    <a:pt x="6764" y="9814"/>
                  </a:cubicBezTo>
                  <a:cubicBezTo>
                    <a:pt x="6240" y="10652"/>
                    <a:pt x="4954" y="11414"/>
                    <a:pt x="4411" y="12157"/>
                  </a:cubicBezTo>
                  <a:cubicBezTo>
                    <a:pt x="4087" y="12595"/>
                    <a:pt x="3649" y="13110"/>
                    <a:pt x="3182" y="13662"/>
                  </a:cubicBezTo>
                  <a:cubicBezTo>
                    <a:pt x="2278" y="14710"/>
                    <a:pt x="573" y="16043"/>
                    <a:pt x="115" y="17396"/>
                  </a:cubicBezTo>
                  <a:cubicBezTo>
                    <a:pt x="-475" y="19148"/>
                    <a:pt x="1316" y="21063"/>
                    <a:pt x="2849" y="21653"/>
                  </a:cubicBezTo>
                  <a:cubicBezTo>
                    <a:pt x="3706" y="20615"/>
                    <a:pt x="5507" y="19501"/>
                    <a:pt x="5592" y="18034"/>
                  </a:cubicBezTo>
                  <a:cubicBezTo>
                    <a:pt x="5621" y="17548"/>
                    <a:pt x="5802" y="17367"/>
                    <a:pt x="6050" y="17272"/>
                  </a:cubicBezTo>
                  <a:cubicBezTo>
                    <a:pt x="6573" y="17053"/>
                    <a:pt x="7421" y="17377"/>
                    <a:pt x="7945" y="16863"/>
                  </a:cubicBezTo>
                  <a:cubicBezTo>
                    <a:pt x="8345" y="16462"/>
                    <a:pt x="7564" y="14938"/>
                    <a:pt x="7945" y="14510"/>
                  </a:cubicBezTo>
                  <a:cubicBezTo>
                    <a:pt x="9088" y="13214"/>
                    <a:pt x="10298" y="12519"/>
                    <a:pt x="11460" y="9814"/>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70" id="70"/>
            <p:cNvSpPr/>
            <p:nvPr/>
          </p:nvSpPr>
          <p:spPr>
            <a:xfrm>
              <a:off x="7860722" y="3852984"/>
              <a:ext cx="39222" cy="53451"/>
            </a:xfrm>
            <a:custGeom>
              <a:avLst/>
              <a:gdLst/>
              <a:ahLst/>
              <a:cxnLst/>
              <a:rect r="r" b="b" t="t" l="l"/>
              <a:pathLst>
                <a:path w="13553" h="18470" stroke="true" fill="norm" extrusionOk="true">
                  <a:moveTo>
                    <a:pt x="8856" y="1868"/>
                  </a:moveTo>
                  <a:cubicBezTo>
                    <a:pt x="7218" y="3716"/>
                    <a:pt x="7656" y="6040"/>
                    <a:pt x="6513" y="7745"/>
                  </a:cubicBezTo>
                  <a:cubicBezTo>
                    <a:pt x="5951" y="8564"/>
                    <a:pt x="4713" y="9345"/>
                    <a:pt x="4161" y="10098"/>
                  </a:cubicBezTo>
                  <a:cubicBezTo>
                    <a:pt x="3618" y="10831"/>
                    <a:pt x="2960" y="12060"/>
                    <a:pt x="2217" y="13317"/>
                  </a:cubicBezTo>
                  <a:cubicBezTo>
                    <a:pt x="1732" y="14146"/>
                    <a:pt x="122" y="15413"/>
                    <a:pt x="8" y="16336"/>
                  </a:cubicBezTo>
                  <a:cubicBezTo>
                    <a:pt x="-173" y="17861"/>
                    <a:pt x="2913" y="18565"/>
                    <a:pt x="4027" y="18460"/>
                  </a:cubicBezTo>
                  <a:cubicBezTo>
                    <a:pt x="5913" y="18280"/>
                    <a:pt x="6380" y="15965"/>
                    <a:pt x="7313" y="14574"/>
                  </a:cubicBezTo>
                  <a:cubicBezTo>
                    <a:pt x="10009" y="10574"/>
                    <a:pt x="13638" y="7497"/>
                    <a:pt x="13552" y="715"/>
                  </a:cubicBezTo>
                  <a:cubicBezTo>
                    <a:pt x="9752" y="-751"/>
                    <a:pt x="10304" y="239"/>
                    <a:pt x="8856" y="1868"/>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71" id="71"/>
            <p:cNvSpPr/>
            <p:nvPr/>
          </p:nvSpPr>
          <p:spPr>
            <a:xfrm>
              <a:off x="7913036" y="3857730"/>
              <a:ext cx="34701" cy="40209"/>
            </a:xfrm>
            <a:custGeom>
              <a:avLst/>
              <a:gdLst/>
              <a:ahLst/>
              <a:cxnLst/>
              <a:rect r="r" b="b" t="t" l="l"/>
              <a:pathLst>
                <a:path w="11991" h="13894" stroke="true" fill="norm" extrusionOk="true">
                  <a:moveTo>
                    <a:pt x="11906" y="228"/>
                  </a:moveTo>
                  <a:cubicBezTo>
                    <a:pt x="7496" y="-887"/>
                    <a:pt x="7705" y="2314"/>
                    <a:pt x="6038" y="4924"/>
                  </a:cubicBezTo>
                  <a:cubicBezTo>
                    <a:pt x="5743" y="5381"/>
                    <a:pt x="5372" y="6057"/>
                    <a:pt x="4953" y="6829"/>
                  </a:cubicBezTo>
                  <a:cubicBezTo>
                    <a:pt x="4324" y="7943"/>
                    <a:pt x="3562" y="9296"/>
                    <a:pt x="2524" y="10791"/>
                  </a:cubicBezTo>
                  <a:cubicBezTo>
                    <a:pt x="1981" y="11572"/>
                    <a:pt x="-715" y="12220"/>
                    <a:pt x="181" y="13563"/>
                  </a:cubicBezTo>
                  <a:cubicBezTo>
                    <a:pt x="876" y="14611"/>
                    <a:pt x="4419" y="12867"/>
                    <a:pt x="5181" y="12553"/>
                  </a:cubicBezTo>
                  <a:cubicBezTo>
                    <a:pt x="7801" y="11458"/>
                    <a:pt x="8191" y="10658"/>
                    <a:pt x="9639" y="8229"/>
                  </a:cubicBezTo>
                  <a:cubicBezTo>
                    <a:pt x="10906" y="6076"/>
                    <a:pt x="12363" y="4114"/>
                    <a:pt x="11906" y="228"/>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72" id="72"/>
            <p:cNvSpPr/>
            <p:nvPr/>
          </p:nvSpPr>
          <p:spPr>
            <a:xfrm>
              <a:off x="7268499" y="4105919"/>
              <a:ext cx="27695" cy="57393"/>
            </a:xfrm>
            <a:custGeom>
              <a:avLst/>
              <a:gdLst/>
              <a:ahLst/>
              <a:cxnLst/>
              <a:rect r="r" b="b" t="t" l="l"/>
              <a:pathLst>
                <a:path w="9570" h="19832" stroke="true" fill="norm" extrusionOk="true">
                  <a:moveTo>
                    <a:pt x="9548" y="18261"/>
                  </a:moveTo>
                  <a:cubicBezTo>
                    <a:pt x="9624" y="17994"/>
                    <a:pt x="9510" y="17689"/>
                    <a:pt x="9138" y="17337"/>
                  </a:cubicBezTo>
                  <a:cubicBezTo>
                    <a:pt x="8824" y="17051"/>
                    <a:pt x="8386" y="16908"/>
                    <a:pt x="8053" y="16651"/>
                  </a:cubicBezTo>
                  <a:cubicBezTo>
                    <a:pt x="7033" y="15879"/>
                    <a:pt x="6986" y="14879"/>
                    <a:pt x="7357" y="13660"/>
                  </a:cubicBezTo>
                  <a:cubicBezTo>
                    <a:pt x="7386" y="13574"/>
                    <a:pt x="7386" y="13508"/>
                    <a:pt x="7424" y="13412"/>
                  </a:cubicBezTo>
                  <a:cubicBezTo>
                    <a:pt x="3481" y="11003"/>
                    <a:pt x="7948" y="-132"/>
                    <a:pt x="1557" y="1"/>
                  </a:cubicBezTo>
                  <a:cubicBezTo>
                    <a:pt x="99" y="68"/>
                    <a:pt x="-434" y="5726"/>
                    <a:pt x="385" y="8545"/>
                  </a:cubicBezTo>
                  <a:cubicBezTo>
                    <a:pt x="566" y="9164"/>
                    <a:pt x="1566" y="9850"/>
                    <a:pt x="1557" y="9755"/>
                  </a:cubicBezTo>
                  <a:cubicBezTo>
                    <a:pt x="1833" y="11650"/>
                    <a:pt x="1928" y="13641"/>
                    <a:pt x="2204" y="15422"/>
                  </a:cubicBezTo>
                  <a:cubicBezTo>
                    <a:pt x="2347" y="16289"/>
                    <a:pt x="2538" y="17184"/>
                    <a:pt x="2890" y="17994"/>
                  </a:cubicBezTo>
                  <a:cubicBezTo>
                    <a:pt x="3461" y="19289"/>
                    <a:pt x="4538" y="19918"/>
                    <a:pt x="5881" y="19823"/>
                  </a:cubicBezTo>
                  <a:cubicBezTo>
                    <a:pt x="6757" y="19737"/>
                    <a:pt x="9234" y="19347"/>
                    <a:pt x="9548" y="18261"/>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73" id="73"/>
            <p:cNvSpPr/>
            <p:nvPr/>
          </p:nvSpPr>
          <p:spPr>
            <a:xfrm>
              <a:off x="7221736" y="4102275"/>
              <a:ext cx="35998" cy="64619"/>
            </a:xfrm>
            <a:custGeom>
              <a:avLst/>
              <a:gdLst/>
              <a:ahLst/>
              <a:cxnLst/>
              <a:rect r="r" b="b" t="t" l="l"/>
              <a:pathLst>
                <a:path w="12439" h="22329" stroke="true" fill="norm" extrusionOk="true">
                  <a:moveTo>
                    <a:pt x="12125" y="21120"/>
                  </a:moveTo>
                  <a:cubicBezTo>
                    <a:pt x="11772" y="20758"/>
                    <a:pt x="11125" y="20920"/>
                    <a:pt x="10467" y="20587"/>
                  </a:cubicBezTo>
                  <a:cubicBezTo>
                    <a:pt x="9886" y="20301"/>
                    <a:pt x="9439" y="19825"/>
                    <a:pt x="9134" y="19244"/>
                  </a:cubicBezTo>
                  <a:cubicBezTo>
                    <a:pt x="9010" y="19015"/>
                    <a:pt x="8877" y="18777"/>
                    <a:pt x="8791" y="18510"/>
                  </a:cubicBezTo>
                  <a:cubicBezTo>
                    <a:pt x="7410" y="16672"/>
                    <a:pt x="7896" y="13567"/>
                    <a:pt x="6448" y="11224"/>
                  </a:cubicBezTo>
                  <a:cubicBezTo>
                    <a:pt x="5410" y="9528"/>
                    <a:pt x="6467" y="2518"/>
                    <a:pt x="2924" y="279"/>
                  </a:cubicBezTo>
                  <a:cubicBezTo>
                    <a:pt x="-229" y="-1111"/>
                    <a:pt x="1552" y="3099"/>
                    <a:pt x="571" y="3918"/>
                  </a:cubicBezTo>
                  <a:cubicBezTo>
                    <a:pt x="-296" y="4651"/>
                    <a:pt x="-77" y="5975"/>
                    <a:pt x="571" y="9995"/>
                  </a:cubicBezTo>
                  <a:cubicBezTo>
                    <a:pt x="590" y="10109"/>
                    <a:pt x="1695" y="10262"/>
                    <a:pt x="1742" y="11214"/>
                  </a:cubicBezTo>
                  <a:cubicBezTo>
                    <a:pt x="1771" y="11671"/>
                    <a:pt x="1447" y="14605"/>
                    <a:pt x="1742" y="14853"/>
                  </a:cubicBezTo>
                  <a:cubicBezTo>
                    <a:pt x="1914" y="15005"/>
                    <a:pt x="3619" y="16739"/>
                    <a:pt x="4152" y="18672"/>
                  </a:cubicBezTo>
                  <a:cubicBezTo>
                    <a:pt x="4352" y="19406"/>
                    <a:pt x="3819" y="20310"/>
                    <a:pt x="4352" y="20996"/>
                  </a:cubicBezTo>
                  <a:cubicBezTo>
                    <a:pt x="4686" y="21425"/>
                    <a:pt x="5362" y="21501"/>
                    <a:pt x="5857" y="21615"/>
                  </a:cubicBezTo>
                  <a:cubicBezTo>
                    <a:pt x="7086" y="21911"/>
                    <a:pt x="8324" y="22168"/>
                    <a:pt x="9582" y="22292"/>
                  </a:cubicBezTo>
                  <a:cubicBezTo>
                    <a:pt x="10067" y="22349"/>
                    <a:pt x="13477" y="22520"/>
                    <a:pt x="12125" y="21120"/>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74" id="74"/>
            <p:cNvSpPr/>
            <p:nvPr/>
          </p:nvSpPr>
          <p:spPr>
            <a:xfrm>
              <a:off x="7862956" y="3178857"/>
              <a:ext cx="444726" cy="532416"/>
            </a:xfrm>
            <a:custGeom>
              <a:avLst/>
              <a:gdLst/>
              <a:ahLst/>
              <a:cxnLst/>
              <a:rect r="r" b="b" t="t" l="l"/>
              <a:pathLst>
                <a:path w="153674" h="183975" stroke="true" fill="norm" extrusionOk="true">
                  <a:moveTo>
                    <a:pt x="153674" y="41091"/>
                  </a:moveTo>
                  <a:cubicBezTo>
                    <a:pt x="152017" y="36871"/>
                    <a:pt x="153741" y="29280"/>
                    <a:pt x="150150" y="27003"/>
                  </a:cubicBezTo>
                  <a:cubicBezTo>
                    <a:pt x="150226" y="26899"/>
                    <a:pt x="150293" y="26746"/>
                    <a:pt x="150369" y="26641"/>
                  </a:cubicBezTo>
                  <a:cubicBezTo>
                    <a:pt x="149274" y="26441"/>
                    <a:pt x="148188" y="26346"/>
                    <a:pt x="147035" y="26346"/>
                  </a:cubicBezTo>
                  <a:cubicBezTo>
                    <a:pt x="146407" y="26337"/>
                    <a:pt x="145931" y="26108"/>
                    <a:pt x="145549" y="25794"/>
                  </a:cubicBezTo>
                  <a:cubicBezTo>
                    <a:pt x="139244" y="25641"/>
                    <a:pt x="135510" y="23508"/>
                    <a:pt x="131357" y="21126"/>
                  </a:cubicBezTo>
                  <a:cubicBezTo>
                    <a:pt x="130110" y="20422"/>
                    <a:pt x="129976" y="19479"/>
                    <a:pt x="129004" y="18783"/>
                  </a:cubicBezTo>
                  <a:cubicBezTo>
                    <a:pt x="128500" y="18412"/>
                    <a:pt x="127233" y="19041"/>
                    <a:pt x="126652" y="18783"/>
                  </a:cubicBezTo>
                  <a:cubicBezTo>
                    <a:pt x="126328" y="18631"/>
                    <a:pt x="125842" y="16716"/>
                    <a:pt x="125480" y="16431"/>
                  </a:cubicBezTo>
                  <a:cubicBezTo>
                    <a:pt x="123890" y="15135"/>
                    <a:pt x="122004" y="12973"/>
                    <a:pt x="120785" y="12906"/>
                  </a:cubicBezTo>
                  <a:cubicBezTo>
                    <a:pt x="119470" y="12840"/>
                    <a:pt x="120213" y="12059"/>
                    <a:pt x="119613" y="11735"/>
                  </a:cubicBezTo>
                  <a:cubicBezTo>
                    <a:pt x="118032" y="10897"/>
                    <a:pt x="116584" y="11106"/>
                    <a:pt x="114908" y="10563"/>
                  </a:cubicBezTo>
                  <a:cubicBezTo>
                    <a:pt x="114603" y="10468"/>
                    <a:pt x="114631" y="9668"/>
                    <a:pt x="113746" y="9392"/>
                  </a:cubicBezTo>
                  <a:cubicBezTo>
                    <a:pt x="112669" y="9068"/>
                    <a:pt x="111317" y="9658"/>
                    <a:pt x="110221" y="9392"/>
                  </a:cubicBezTo>
                  <a:cubicBezTo>
                    <a:pt x="108735" y="6572"/>
                    <a:pt x="103973" y="7030"/>
                    <a:pt x="102001" y="4705"/>
                  </a:cubicBezTo>
                  <a:cubicBezTo>
                    <a:pt x="91495" y="7868"/>
                    <a:pt x="83808" y="2496"/>
                    <a:pt x="73826" y="4705"/>
                  </a:cubicBezTo>
                  <a:cubicBezTo>
                    <a:pt x="70264" y="3172"/>
                    <a:pt x="67054" y="1305"/>
                    <a:pt x="63263" y="0"/>
                  </a:cubicBezTo>
                  <a:cubicBezTo>
                    <a:pt x="63139" y="1724"/>
                    <a:pt x="61301" y="829"/>
                    <a:pt x="59739" y="1172"/>
                  </a:cubicBezTo>
                  <a:cubicBezTo>
                    <a:pt x="55938" y="2019"/>
                    <a:pt x="53357" y="3591"/>
                    <a:pt x="49366" y="3524"/>
                  </a:cubicBezTo>
                  <a:cubicBezTo>
                    <a:pt x="47480" y="5229"/>
                    <a:pt x="45318" y="6515"/>
                    <a:pt x="43003" y="7544"/>
                  </a:cubicBezTo>
                  <a:cubicBezTo>
                    <a:pt x="42041" y="9439"/>
                    <a:pt x="39936" y="10211"/>
                    <a:pt x="37431" y="10563"/>
                  </a:cubicBezTo>
                  <a:cubicBezTo>
                    <a:pt x="36726" y="12611"/>
                    <a:pt x="33974" y="14068"/>
                    <a:pt x="33916" y="15259"/>
                  </a:cubicBezTo>
                  <a:cubicBezTo>
                    <a:pt x="33793" y="17583"/>
                    <a:pt x="30497" y="17974"/>
                    <a:pt x="30392" y="19955"/>
                  </a:cubicBezTo>
                  <a:cubicBezTo>
                    <a:pt x="30297" y="21774"/>
                    <a:pt x="28601" y="23470"/>
                    <a:pt x="28040" y="24651"/>
                  </a:cubicBezTo>
                  <a:cubicBezTo>
                    <a:pt x="27078" y="26689"/>
                    <a:pt x="25868" y="28689"/>
                    <a:pt x="25696" y="30518"/>
                  </a:cubicBezTo>
                  <a:cubicBezTo>
                    <a:pt x="25344" y="34080"/>
                    <a:pt x="27487" y="35890"/>
                    <a:pt x="28040" y="39910"/>
                  </a:cubicBezTo>
                  <a:cubicBezTo>
                    <a:pt x="28525" y="43377"/>
                    <a:pt x="27687" y="47749"/>
                    <a:pt x="28040" y="51654"/>
                  </a:cubicBezTo>
                  <a:cubicBezTo>
                    <a:pt x="27687" y="54826"/>
                    <a:pt x="23096" y="53769"/>
                    <a:pt x="22172" y="56359"/>
                  </a:cubicBezTo>
                  <a:cubicBezTo>
                    <a:pt x="21039" y="60922"/>
                    <a:pt x="16733" y="62770"/>
                    <a:pt x="13952" y="65751"/>
                  </a:cubicBezTo>
                  <a:cubicBezTo>
                    <a:pt x="11075" y="68818"/>
                    <a:pt x="8532" y="71990"/>
                    <a:pt x="5732" y="75143"/>
                  </a:cubicBezTo>
                  <a:cubicBezTo>
                    <a:pt x="5008" y="85954"/>
                    <a:pt x="4846" y="99298"/>
                    <a:pt x="4560" y="109185"/>
                  </a:cubicBezTo>
                  <a:cubicBezTo>
                    <a:pt x="4522" y="110376"/>
                    <a:pt x="3446" y="110557"/>
                    <a:pt x="3389" y="111538"/>
                  </a:cubicBezTo>
                  <a:cubicBezTo>
                    <a:pt x="3294" y="113024"/>
                    <a:pt x="5018" y="113167"/>
                    <a:pt x="4560" y="115062"/>
                  </a:cubicBezTo>
                  <a:cubicBezTo>
                    <a:pt x="560" y="115957"/>
                    <a:pt x="2770" y="121225"/>
                    <a:pt x="2208" y="124454"/>
                  </a:cubicBezTo>
                  <a:cubicBezTo>
                    <a:pt x="2217" y="124416"/>
                    <a:pt x="1227" y="124997"/>
                    <a:pt x="1036" y="125625"/>
                  </a:cubicBezTo>
                  <a:cubicBezTo>
                    <a:pt x="722" y="126663"/>
                    <a:pt x="1189" y="128064"/>
                    <a:pt x="1036" y="129140"/>
                  </a:cubicBezTo>
                  <a:cubicBezTo>
                    <a:pt x="198" y="134941"/>
                    <a:pt x="-783" y="140446"/>
                    <a:pt x="998" y="145418"/>
                  </a:cubicBezTo>
                  <a:cubicBezTo>
                    <a:pt x="3027" y="145533"/>
                    <a:pt x="4894" y="146209"/>
                    <a:pt x="6742" y="147209"/>
                  </a:cubicBezTo>
                  <a:lnTo>
                    <a:pt x="12276" y="149276"/>
                  </a:lnTo>
                  <a:cubicBezTo>
                    <a:pt x="13200" y="149552"/>
                    <a:pt x="14514" y="149533"/>
                    <a:pt x="15133" y="150276"/>
                  </a:cubicBezTo>
                  <a:cubicBezTo>
                    <a:pt x="15267" y="150438"/>
                    <a:pt x="14962" y="151343"/>
                    <a:pt x="15133" y="151448"/>
                  </a:cubicBezTo>
                  <a:cubicBezTo>
                    <a:pt x="15562" y="151705"/>
                    <a:pt x="17181" y="151076"/>
                    <a:pt x="17476" y="151448"/>
                  </a:cubicBezTo>
                  <a:cubicBezTo>
                    <a:pt x="17591" y="151581"/>
                    <a:pt x="17333" y="152552"/>
                    <a:pt x="17476" y="152619"/>
                  </a:cubicBezTo>
                  <a:cubicBezTo>
                    <a:pt x="17905" y="152819"/>
                    <a:pt x="19553" y="152276"/>
                    <a:pt x="19829" y="152619"/>
                  </a:cubicBezTo>
                  <a:cubicBezTo>
                    <a:pt x="21753" y="154962"/>
                    <a:pt x="25354" y="152162"/>
                    <a:pt x="31573" y="153791"/>
                  </a:cubicBezTo>
                  <a:cubicBezTo>
                    <a:pt x="31630" y="153800"/>
                    <a:pt x="32030" y="154781"/>
                    <a:pt x="32745" y="154962"/>
                  </a:cubicBezTo>
                  <a:cubicBezTo>
                    <a:pt x="33431" y="155134"/>
                    <a:pt x="34450" y="154676"/>
                    <a:pt x="35098" y="154962"/>
                  </a:cubicBezTo>
                  <a:cubicBezTo>
                    <a:pt x="35841" y="155277"/>
                    <a:pt x="36831" y="157020"/>
                    <a:pt x="37441" y="157305"/>
                  </a:cubicBezTo>
                  <a:cubicBezTo>
                    <a:pt x="39327" y="158201"/>
                    <a:pt x="41565" y="158572"/>
                    <a:pt x="43318" y="159658"/>
                  </a:cubicBezTo>
                  <a:cubicBezTo>
                    <a:pt x="44746" y="160544"/>
                    <a:pt x="46318" y="161820"/>
                    <a:pt x="48004" y="163182"/>
                  </a:cubicBezTo>
                  <a:cubicBezTo>
                    <a:pt x="49909" y="164706"/>
                    <a:pt x="51500" y="165535"/>
                    <a:pt x="52709" y="166697"/>
                  </a:cubicBezTo>
                  <a:cubicBezTo>
                    <a:pt x="55576" y="169488"/>
                    <a:pt x="57129" y="173431"/>
                    <a:pt x="59748" y="176089"/>
                  </a:cubicBezTo>
                  <a:cubicBezTo>
                    <a:pt x="60891" y="177251"/>
                    <a:pt x="62930" y="178394"/>
                    <a:pt x="64444" y="179613"/>
                  </a:cubicBezTo>
                  <a:cubicBezTo>
                    <a:pt x="65273" y="180280"/>
                    <a:pt x="70864" y="186109"/>
                    <a:pt x="73836" y="183137"/>
                  </a:cubicBezTo>
                  <a:cubicBezTo>
                    <a:pt x="75760" y="181213"/>
                    <a:pt x="73874" y="184128"/>
                    <a:pt x="78532" y="183137"/>
                  </a:cubicBezTo>
                  <a:cubicBezTo>
                    <a:pt x="80103" y="182804"/>
                    <a:pt x="83447" y="180966"/>
                    <a:pt x="85571" y="179613"/>
                  </a:cubicBezTo>
                  <a:cubicBezTo>
                    <a:pt x="87247" y="178546"/>
                    <a:pt x="91295" y="176098"/>
                    <a:pt x="93800" y="173746"/>
                  </a:cubicBezTo>
                  <a:cubicBezTo>
                    <a:pt x="93934" y="173908"/>
                    <a:pt x="94000" y="174098"/>
                    <a:pt x="94114" y="174269"/>
                  </a:cubicBezTo>
                  <a:cubicBezTo>
                    <a:pt x="94219" y="174212"/>
                    <a:pt x="94286" y="174127"/>
                    <a:pt x="94410" y="174089"/>
                  </a:cubicBezTo>
                  <a:cubicBezTo>
                    <a:pt x="95629" y="173631"/>
                    <a:pt x="96810" y="173174"/>
                    <a:pt x="97915" y="172564"/>
                  </a:cubicBezTo>
                  <a:lnTo>
                    <a:pt x="97315" y="172564"/>
                  </a:lnTo>
                  <a:cubicBezTo>
                    <a:pt x="97105" y="171564"/>
                    <a:pt x="97772" y="171460"/>
                    <a:pt x="98486" y="171393"/>
                  </a:cubicBezTo>
                  <a:cubicBezTo>
                    <a:pt x="102506" y="168602"/>
                    <a:pt x="104211" y="163754"/>
                    <a:pt x="106707" y="159649"/>
                  </a:cubicBezTo>
                  <a:cubicBezTo>
                    <a:pt x="109069" y="155781"/>
                    <a:pt x="111450" y="151914"/>
                    <a:pt x="113755" y="147904"/>
                  </a:cubicBezTo>
                  <a:cubicBezTo>
                    <a:pt x="116155" y="143751"/>
                    <a:pt x="118270" y="139075"/>
                    <a:pt x="120794" y="134998"/>
                  </a:cubicBezTo>
                  <a:cubicBezTo>
                    <a:pt x="122509" y="132226"/>
                    <a:pt x="124442" y="129673"/>
                    <a:pt x="126661" y="126768"/>
                  </a:cubicBezTo>
                  <a:cubicBezTo>
                    <a:pt x="127833" y="125235"/>
                    <a:pt x="129166" y="123606"/>
                    <a:pt x="130186" y="120901"/>
                  </a:cubicBezTo>
                  <a:cubicBezTo>
                    <a:pt x="130338" y="120491"/>
                    <a:pt x="129871" y="118805"/>
                    <a:pt x="130186" y="118548"/>
                  </a:cubicBezTo>
                  <a:cubicBezTo>
                    <a:pt x="131138" y="117767"/>
                    <a:pt x="130995" y="117662"/>
                    <a:pt x="131357" y="116205"/>
                  </a:cubicBezTo>
                  <a:cubicBezTo>
                    <a:pt x="131348" y="116243"/>
                    <a:pt x="132424" y="112767"/>
                    <a:pt x="132529" y="112681"/>
                  </a:cubicBezTo>
                  <a:cubicBezTo>
                    <a:pt x="134681" y="110928"/>
                    <a:pt x="134253" y="104813"/>
                    <a:pt x="138396" y="102118"/>
                  </a:cubicBezTo>
                  <a:cubicBezTo>
                    <a:pt x="139053" y="100041"/>
                    <a:pt x="139339" y="97584"/>
                    <a:pt x="140025" y="95545"/>
                  </a:cubicBezTo>
                  <a:cubicBezTo>
                    <a:pt x="140063" y="92212"/>
                    <a:pt x="141473" y="89278"/>
                    <a:pt x="142587" y="86211"/>
                  </a:cubicBezTo>
                  <a:cubicBezTo>
                    <a:pt x="142368" y="86030"/>
                    <a:pt x="142139" y="85858"/>
                    <a:pt x="141920" y="85687"/>
                  </a:cubicBezTo>
                  <a:cubicBezTo>
                    <a:pt x="141158" y="82810"/>
                    <a:pt x="142721" y="78743"/>
                    <a:pt x="144273" y="76295"/>
                  </a:cubicBezTo>
                  <a:cubicBezTo>
                    <a:pt x="144797" y="75457"/>
                    <a:pt x="145921" y="74695"/>
                    <a:pt x="146616" y="73943"/>
                  </a:cubicBezTo>
                  <a:cubicBezTo>
                    <a:pt x="147378" y="73123"/>
                    <a:pt x="147464" y="71666"/>
                    <a:pt x="148969" y="71590"/>
                  </a:cubicBezTo>
                  <a:cubicBezTo>
                    <a:pt x="149779" y="64970"/>
                    <a:pt x="150884" y="58636"/>
                    <a:pt x="152493" y="52807"/>
                  </a:cubicBezTo>
                  <a:cubicBezTo>
                    <a:pt x="149740" y="50387"/>
                    <a:pt x="154808" y="46854"/>
                    <a:pt x="148969" y="46939"/>
                  </a:cubicBezTo>
                  <a:cubicBezTo>
                    <a:pt x="149293" y="45491"/>
                    <a:pt x="151817" y="45625"/>
                    <a:pt x="152493" y="44587"/>
                  </a:cubicBezTo>
                  <a:cubicBezTo>
                    <a:pt x="153227" y="43501"/>
                    <a:pt x="151655" y="40872"/>
                    <a:pt x="153674" y="41091"/>
                  </a:cubicBezTo>
                  <a:close/>
                </a:path>
              </a:pathLst>
            </a:custGeom>
            <a:solidFill>
              <a:srgbClr val="80AC8D"/>
            </a:solidFill>
            <a:ln cap="flat">
              <a:noFill/>
              <a:prstDash val="solid"/>
              <a:miter lim="800000"/>
            </a:ln>
          </p:spPr>
          <p:txBody>
            <a:bodyPr vert="horz" anchor="ctr" tIns="45720" lIns="91440" bIns="45720" rIns="91440"/>
            <a:p>
              <a:pPr algn="l" marL="0"/>
            </a:p>
          </p:txBody>
        </p:sp>
        <p:grpSp>
          <p:nvGrpSpPr>
            <p:cNvPr name="Group 75" id="75"/>
            <p:cNvGrpSpPr/>
            <p:nvPr/>
          </p:nvGrpSpPr>
          <p:grpSpPr>
            <a:xfrm>
              <a:off x="8032325" y="3419735"/>
              <a:ext cx="160091" cy="98858"/>
              <a:chOff x="1694779" y="1381625"/>
              <a:chExt cx="55319" cy="34160"/>
            </a:xfrm>
            <a:solidFill>
              <a:srgbClr val="5D8467"/>
            </a:solidFill>
          </p:grpSpPr>
          <p:sp>
            <p:nvSpPr>
              <p:cNvPr name="Freeform 76" id="76"/>
              <p:cNvSpPr/>
              <p:nvPr/>
            </p:nvSpPr>
            <p:spPr>
              <a:xfrm>
                <a:off x="1694779" y="1381625"/>
                <a:ext cx="55319" cy="34160"/>
              </a:xfrm>
              <a:custGeom>
                <a:avLst/>
                <a:gdLst/>
                <a:ahLst/>
                <a:cxnLst/>
                <a:rect r="r" b="b" t="t" l="l"/>
                <a:pathLst>
                  <a:path w="55319" h="34160" stroke="true" fill="norm" extrusionOk="true">
                    <a:moveTo>
                      <a:pt x="55230" y="128"/>
                    </a:moveTo>
                    <a:cubicBezTo>
                      <a:pt x="55601" y="1719"/>
                      <a:pt x="54744" y="1928"/>
                      <a:pt x="54058" y="2481"/>
                    </a:cubicBezTo>
                    <a:cubicBezTo>
                      <a:pt x="52687" y="3566"/>
                      <a:pt x="49401" y="2433"/>
                      <a:pt x="48181" y="3652"/>
                    </a:cubicBezTo>
                    <a:cubicBezTo>
                      <a:pt x="46924" y="4909"/>
                      <a:pt x="43181" y="5681"/>
                      <a:pt x="39961" y="7167"/>
                    </a:cubicBezTo>
                    <a:cubicBezTo>
                      <a:pt x="38228" y="7967"/>
                      <a:pt x="36361" y="9243"/>
                      <a:pt x="34094" y="10691"/>
                    </a:cubicBezTo>
                    <a:cubicBezTo>
                      <a:pt x="32751" y="11539"/>
                      <a:pt x="28284" y="13749"/>
                      <a:pt x="25874" y="15378"/>
                    </a:cubicBezTo>
                    <a:cubicBezTo>
                      <a:pt x="23740" y="16835"/>
                      <a:pt x="21911" y="18378"/>
                      <a:pt x="19997" y="20083"/>
                    </a:cubicBezTo>
                    <a:cubicBezTo>
                      <a:pt x="18292" y="21588"/>
                      <a:pt x="16968" y="23255"/>
                      <a:pt x="15301" y="24769"/>
                    </a:cubicBezTo>
                    <a:cubicBezTo>
                      <a:pt x="11996" y="27789"/>
                      <a:pt x="8310" y="31008"/>
                      <a:pt x="4738" y="34161"/>
                    </a:cubicBezTo>
                    <a:cubicBezTo>
                      <a:pt x="3566" y="34161"/>
                      <a:pt x="2385" y="34161"/>
                      <a:pt x="1214" y="34161"/>
                    </a:cubicBezTo>
                    <a:cubicBezTo>
                      <a:pt x="1947" y="33065"/>
                      <a:pt x="80" y="33199"/>
                      <a:pt x="42" y="32999"/>
                    </a:cubicBezTo>
                    <a:cubicBezTo>
                      <a:pt x="-244" y="31551"/>
                      <a:pt x="1013" y="32399"/>
                      <a:pt x="1214" y="31827"/>
                    </a:cubicBezTo>
                    <a:cubicBezTo>
                      <a:pt x="2090" y="29341"/>
                      <a:pt x="3500" y="27979"/>
                      <a:pt x="5909" y="25950"/>
                    </a:cubicBezTo>
                    <a:cubicBezTo>
                      <a:pt x="9548" y="22902"/>
                      <a:pt x="15349" y="17816"/>
                      <a:pt x="19997" y="14206"/>
                    </a:cubicBezTo>
                    <a:cubicBezTo>
                      <a:pt x="20892" y="13520"/>
                      <a:pt x="21559" y="12453"/>
                      <a:pt x="22350" y="11863"/>
                    </a:cubicBezTo>
                    <a:cubicBezTo>
                      <a:pt x="23883" y="10691"/>
                      <a:pt x="27217" y="9748"/>
                      <a:pt x="29389" y="8338"/>
                    </a:cubicBezTo>
                    <a:cubicBezTo>
                      <a:pt x="34342" y="5138"/>
                      <a:pt x="45362" y="-958"/>
                      <a:pt x="55230" y="128"/>
                    </a:cubicBezTo>
                    <a:close/>
                  </a:path>
                </a:pathLst>
              </a:custGeom>
              <a:solidFill>
                <a:srgbClr val="5D8467"/>
              </a:solidFill>
              <a:ln cap="flat">
                <a:noFill/>
                <a:prstDash val="solid"/>
                <a:miter lim="800000"/>
              </a:ln>
            </p:spPr>
            <p:txBody>
              <a:bodyPr vert="horz" anchor="ctr" tIns="45720" lIns="91440" bIns="45720" rIns="91440"/>
              <a:p>
                <a:pPr algn="l" marL="0"/>
              </a:p>
            </p:txBody>
          </p:sp>
          <p:sp>
            <p:nvSpPr>
              <p:cNvPr name="Freeform 77" id="77"/>
              <p:cNvSpPr/>
              <p:nvPr/>
            </p:nvSpPr>
            <p:spPr>
              <a:xfrm>
                <a:off x="1731126" y="1396814"/>
                <a:ext cx="16520" cy="7403"/>
              </a:xfrm>
              <a:custGeom>
                <a:avLst/>
                <a:gdLst/>
                <a:ahLst/>
                <a:cxnLst/>
                <a:rect r="r" b="b" t="t" l="l"/>
                <a:pathLst>
                  <a:path w="16520" h="7403" stroke="true" fill="norm" extrusionOk="true">
                    <a:moveTo>
                      <a:pt x="90" y="4894"/>
                    </a:moveTo>
                    <a:cubicBezTo>
                      <a:pt x="-282" y="3304"/>
                      <a:pt x="576" y="3085"/>
                      <a:pt x="1261" y="2542"/>
                    </a:cubicBezTo>
                    <a:cubicBezTo>
                      <a:pt x="1909" y="2037"/>
                      <a:pt x="3443" y="1027"/>
                      <a:pt x="4786" y="1370"/>
                    </a:cubicBezTo>
                    <a:cubicBezTo>
                      <a:pt x="5033" y="1437"/>
                      <a:pt x="6653" y="2389"/>
                      <a:pt x="5957" y="2542"/>
                    </a:cubicBezTo>
                    <a:cubicBezTo>
                      <a:pt x="8815" y="1885"/>
                      <a:pt x="12101" y="-716"/>
                      <a:pt x="16520" y="189"/>
                    </a:cubicBezTo>
                    <a:cubicBezTo>
                      <a:pt x="15663" y="2208"/>
                      <a:pt x="14025" y="3485"/>
                      <a:pt x="11815" y="4894"/>
                    </a:cubicBezTo>
                    <a:cubicBezTo>
                      <a:pt x="10548" y="5704"/>
                      <a:pt x="7862" y="6323"/>
                      <a:pt x="3595" y="6066"/>
                    </a:cubicBezTo>
                    <a:cubicBezTo>
                      <a:pt x="3947" y="6085"/>
                      <a:pt x="2995" y="7961"/>
                      <a:pt x="2423" y="7238"/>
                    </a:cubicBezTo>
                    <a:cubicBezTo>
                      <a:pt x="1728" y="6352"/>
                      <a:pt x="1557" y="5028"/>
                      <a:pt x="90" y="4894"/>
                    </a:cubicBezTo>
                    <a:close/>
                  </a:path>
                </a:pathLst>
              </a:custGeom>
              <a:solidFill>
                <a:srgbClr val="5D8467"/>
              </a:solidFill>
              <a:ln cap="flat">
                <a:noFill/>
                <a:prstDash val="solid"/>
                <a:miter lim="800000"/>
              </a:ln>
            </p:spPr>
            <p:txBody>
              <a:bodyPr vert="horz" anchor="ctr" tIns="45720" lIns="91440" bIns="45720" rIns="91440"/>
              <a:p>
                <a:pPr algn="l" marL="0"/>
              </a:p>
            </p:txBody>
          </p:sp>
        </p:grpSp>
        <p:sp>
          <p:nvSpPr>
            <p:cNvPr name="Freeform 78" id="78"/>
            <p:cNvSpPr/>
            <p:nvPr/>
          </p:nvSpPr>
          <p:spPr>
            <a:xfrm>
              <a:off x="7438195" y="2920426"/>
              <a:ext cx="91273" cy="399922"/>
            </a:xfrm>
            <a:custGeom>
              <a:avLst/>
              <a:gdLst/>
              <a:ahLst/>
              <a:cxnLst/>
              <a:rect r="r" b="b" t="t" l="l"/>
              <a:pathLst>
                <a:path w="31539" h="138192" stroke="true" fill="norm" extrusionOk="true">
                  <a:moveTo>
                    <a:pt x="5755" y="39980"/>
                  </a:moveTo>
                  <a:cubicBezTo>
                    <a:pt x="6050" y="41638"/>
                    <a:pt x="6574" y="42314"/>
                    <a:pt x="6927" y="44676"/>
                  </a:cubicBezTo>
                  <a:cubicBezTo>
                    <a:pt x="7098" y="45810"/>
                    <a:pt x="6860" y="47057"/>
                    <a:pt x="6927" y="48200"/>
                  </a:cubicBezTo>
                  <a:cubicBezTo>
                    <a:pt x="6974" y="49105"/>
                    <a:pt x="8089" y="49277"/>
                    <a:pt x="8098" y="49381"/>
                  </a:cubicBezTo>
                  <a:cubicBezTo>
                    <a:pt x="8755" y="53477"/>
                    <a:pt x="8451" y="57640"/>
                    <a:pt x="9270" y="61116"/>
                  </a:cubicBezTo>
                  <a:cubicBezTo>
                    <a:pt x="9260" y="61059"/>
                    <a:pt x="10241" y="61783"/>
                    <a:pt x="10451" y="62288"/>
                  </a:cubicBezTo>
                  <a:cubicBezTo>
                    <a:pt x="10565" y="62574"/>
                    <a:pt x="10432" y="63145"/>
                    <a:pt x="10451" y="63459"/>
                  </a:cubicBezTo>
                  <a:cubicBezTo>
                    <a:pt x="10508" y="64469"/>
                    <a:pt x="11575" y="64412"/>
                    <a:pt x="11622" y="64631"/>
                  </a:cubicBezTo>
                  <a:cubicBezTo>
                    <a:pt x="12432" y="68289"/>
                    <a:pt x="12241" y="70298"/>
                    <a:pt x="12794" y="71670"/>
                  </a:cubicBezTo>
                  <a:cubicBezTo>
                    <a:pt x="12908" y="71956"/>
                    <a:pt x="12775" y="72527"/>
                    <a:pt x="12794" y="72842"/>
                  </a:cubicBezTo>
                  <a:cubicBezTo>
                    <a:pt x="12927" y="75413"/>
                    <a:pt x="16499" y="76042"/>
                    <a:pt x="13965" y="78719"/>
                  </a:cubicBezTo>
                  <a:cubicBezTo>
                    <a:pt x="17118" y="77909"/>
                    <a:pt x="16232" y="81147"/>
                    <a:pt x="17490" y="82233"/>
                  </a:cubicBezTo>
                  <a:cubicBezTo>
                    <a:pt x="14299" y="85557"/>
                    <a:pt x="17214" y="91568"/>
                    <a:pt x="17490" y="92796"/>
                  </a:cubicBezTo>
                  <a:cubicBezTo>
                    <a:pt x="17737" y="93911"/>
                    <a:pt x="17299" y="95187"/>
                    <a:pt x="17490" y="96321"/>
                  </a:cubicBezTo>
                  <a:cubicBezTo>
                    <a:pt x="18318" y="101312"/>
                    <a:pt x="19423" y="107655"/>
                    <a:pt x="19833" y="111580"/>
                  </a:cubicBezTo>
                  <a:cubicBezTo>
                    <a:pt x="20014" y="113275"/>
                    <a:pt x="20795" y="113999"/>
                    <a:pt x="21004" y="115104"/>
                  </a:cubicBezTo>
                  <a:cubicBezTo>
                    <a:pt x="21881" y="119628"/>
                    <a:pt x="22738" y="124172"/>
                    <a:pt x="23557" y="128706"/>
                  </a:cubicBezTo>
                  <a:cubicBezTo>
                    <a:pt x="24443" y="133544"/>
                    <a:pt x="26958" y="136354"/>
                    <a:pt x="31539" y="138193"/>
                  </a:cubicBezTo>
                  <a:cubicBezTo>
                    <a:pt x="31368" y="138126"/>
                    <a:pt x="30472" y="133059"/>
                    <a:pt x="30406" y="132706"/>
                  </a:cubicBezTo>
                  <a:cubicBezTo>
                    <a:pt x="29529" y="127715"/>
                    <a:pt x="29406" y="124257"/>
                    <a:pt x="29234" y="120962"/>
                  </a:cubicBezTo>
                  <a:cubicBezTo>
                    <a:pt x="29186" y="119990"/>
                    <a:pt x="28101" y="119971"/>
                    <a:pt x="28063" y="119790"/>
                  </a:cubicBezTo>
                  <a:cubicBezTo>
                    <a:pt x="27158" y="115342"/>
                    <a:pt x="26119" y="110837"/>
                    <a:pt x="25719" y="108056"/>
                  </a:cubicBezTo>
                  <a:cubicBezTo>
                    <a:pt x="25024" y="103312"/>
                    <a:pt x="25462" y="101312"/>
                    <a:pt x="24548" y="98654"/>
                  </a:cubicBezTo>
                  <a:cubicBezTo>
                    <a:pt x="23957" y="96959"/>
                    <a:pt x="23910" y="96292"/>
                    <a:pt x="23376" y="93968"/>
                  </a:cubicBezTo>
                  <a:cubicBezTo>
                    <a:pt x="21986" y="87939"/>
                    <a:pt x="20233" y="83338"/>
                    <a:pt x="22205" y="78709"/>
                  </a:cubicBezTo>
                  <a:cubicBezTo>
                    <a:pt x="20538" y="77452"/>
                    <a:pt x="20595" y="75642"/>
                    <a:pt x="19852" y="74004"/>
                  </a:cubicBezTo>
                  <a:cubicBezTo>
                    <a:pt x="19033" y="72213"/>
                    <a:pt x="18042" y="71089"/>
                    <a:pt x="17509" y="69308"/>
                  </a:cubicBezTo>
                  <a:cubicBezTo>
                    <a:pt x="16728" y="66717"/>
                    <a:pt x="17052" y="62850"/>
                    <a:pt x="16337" y="59916"/>
                  </a:cubicBezTo>
                  <a:cubicBezTo>
                    <a:pt x="15566" y="56792"/>
                    <a:pt x="14594" y="54392"/>
                    <a:pt x="13994" y="51696"/>
                  </a:cubicBezTo>
                  <a:cubicBezTo>
                    <a:pt x="11908" y="42333"/>
                    <a:pt x="10584" y="33322"/>
                    <a:pt x="9289" y="24693"/>
                  </a:cubicBezTo>
                  <a:cubicBezTo>
                    <a:pt x="9222" y="24245"/>
                    <a:pt x="7841" y="24893"/>
                    <a:pt x="8117" y="23521"/>
                  </a:cubicBezTo>
                  <a:cubicBezTo>
                    <a:pt x="8212" y="23035"/>
                    <a:pt x="9403" y="23721"/>
                    <a:pt x="9289" y="22350"/>
                  </a:cubicBezTo>
                  <a:cubicBezTo>
                    <a:pt x="9165" y="20845"/>
                    <a:pt x="8432" y="19911"/>
                    <a:pt x="8117" y="17663"/>
                  </a:cubicBezTo>
                  <a:cubicBezTo>
                    <a:pt x="7717" y="14806"/>
                    <a:pt x="7603" y="11491"/>
                    <a:pt x="6946" y="8272"/>
                  </a:cubicBezTo>
                  <a:cubicBezTo>
                    <a:pt x="6326" y="5262"/>
                    <a:pt x="6650" y="-177"/>
                    <a:pt x="3421" y="52"/>
                  </a:cubicBezTo>
                  <a:cubicBezTo>
                    <a:pt x="-2475" y="-644"/>
                    <a:pt x="1031" y="5909"/>
                    <a:pt x="1069" y="7090"/>
                  </a:cubicBezTo>
                  <a:cubicBezTo>
                    <a:pt x="1516" y="19349"/>
                    <a:pt x="3850" y="29417"/>
                    <a:pt x="5755" y="39980"/>
                  </a:cubicBez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79" id="79"/>
            <p:cNvSpPr/>
            <p:nvPr/>
          </p:nvSpPr>
          <p:spPr>
            <a:xfrm>
              <a:off x="7118572" y="3282090"/>
              <a:ext cx="445102" cy="623269"/>
            </a:xfrm>
            <a:custGeom>
              <a:avLst/>
              <a:gdLst/>
              <a:ahLst/>
              <a:cxnLst/>
              <a:rect r="r" b="b" t="t" l="l"/>
              <a:pathLst>
                <a:path w="153804" h="215369" stroke="true" fill="norm" extrusionOk="true">
                  <a:moveTo>
                    <a:pt x="152595" y="101689"/>
                  </a:moveTo>
                  <a:cubicBezTo>
                    <a:pt x="151290" y="96479"/>
                    <a:pt x="152919" y="89135"/>
                    <a:pt x="152595" y="85258"/>
                  </a:cubicBezTo>
                  <a:cubicBezTo>
                    <a:pt x="151862" y="76467"/>
                    <a:pt x="148766" y="66427"/>
                    <a:pt x="147899" y="57083"/>
                  </a:cubicBezTo>
                  <a:cubicBezTo>
                    <a:pt x="147576" y="53597"/>
                    <a:pt x="148357" y="50949"/>
                    <a:pt x="147899" y="47692"/>
                  </a:cubicBezTo>
                  <a:cubicBezTo>
                    <a:pt x="147728" y="46511"/>
                    <a:pt x="146956" y="46330"/>
                    <a:pt x="146718" y="45339"/>
                  </a:cubicBezTo>
                  <a:cubicBezTo>
                    <a:pt x="146175" y="43034"/>
                    <a:pt x="147042" y="41862"/>
                    <a:pt x="145547" y="40643"/>
                  </a:cubicBezTo>
                  <a:cubicBezTo>
                    <a:pt x="144985" y="40186"/>
                    <a:pt x="145737" y="36719"/>
                    <a:pt x="145547" y="35947"/>
                  </a:cubicBezTo>
                  <a:cubicBezTo>
                    <a:pt x="145385" y="35319"/>
                    <a:pt x="144366" y="34738"/>
                    <a:pt x="144375" y="34776"/>
                  </a:cubicBezTo>
                  <a:cubicBezTo>
                    <a:pt x="143327" y="30004"/>
                    <a:pt x="144404" y="23993"/>
                    <a:pt x="140851" y="20688"/>
                  </a:cubicBezTo>
                  <a:cubicBezTo>
                    <a:pt x="141260" y="20107"/>
                    <a:pt x="141537" y="19479"/>
                    <a:pt x="141756" y="18821"/>
                  </a:cubicBezTo>
                  <a:cubicBezTo>
                    <a:pt x="139946" y="17697"/>
                    <a:pt x="138060" y="16726"/>
                    <a:pt x="136136" y="15859"/>
                  </a:cubicBezTo>
                  <a:cubicBezTo>
                    <a:pt x="136136" y="15897"/>
                    <a:pt x="136146" y="15945"/>
                    <a:pt x="136155" y="15983"/>
                  </a:cubicBezTo>
                  <a:cubicBezTo>
                    <a:pt x="131859" y="15726"/>
                    <a:pt x="131650" y="14373"/>
                    <a:pt x="127935" y="15983"/>
                  </a:cubicBezTo>
                  <a:cubicBezTo>
                    <a:pt x="126792" y="17878"/>
                    <a:pt x="123906" y="17688"/>
                    <a:pt x="122067" y="18336"/>
                  </a:cubicBezTo>
                  <a:cubicBezTo>
                    <a:pt x="121953" y="18374"/>
                    <a:pt x="122163" y="19393"/>
                    <a:pt x="122067" y="19507"/>
                  </a:cubicBezTo>
                  <a:cubicBezTo>
                    <a:pt x="121829" y="19793"/>
                    <a:pt x="120115" y="19393"/>
                    <a:pt x="119715" y="19507"/>
                  </a:cubicBezTo>
                  <a:cubicBezTo>
                    <a:pt x="115686" y="20641"/>
                    <a:pt x="113085" y="19945"/>
                    <a:pt x="107980" y="20679"/>
                  </a:cubicBezTo>
                  <a:cubicBezTo>
                    <a:pt x="107990" y="20669"/>
                    <a:pt x="107504" y="21669"/>
                    <a:pt x="106809" y="21850"/>
                  </a:cubicBezTo>
                  <a:cubicBezTo>
                    <a:pt x="106066" y="22031"/>
                    <a:pt x="105199" y="21679"/>
                    <a:pt x="104456" y="21850"/>
                  </a:cubicBezTo>
                  <a:cubicBezTo>
                    <a:pt x="102332" y="22317"/>
                    <a:pt x="101675" y="22755"/>
                    <a:pt x="100932" y="21850"/>
                  </a:cubicBezTo>
                  <a:cubicBezTo>
                    <a:pt x="100408" y="21203"/>
                    <a:pt x="95988" y="21993"/>
                    <a:pt x="95064" y="21850"/>
                  </a:cubicBezTo>
                  <a:cubicBezTo>
                    <a:pt x="92064" y="21384"/>
                    <a:pt x="88502" y="19621"/>
                    <a:pt x="85672" y="19498"/>
                  </a:cubicBezTo>
                  <a:cubicBezTo>
                    <a:pt x="84853" y="19460"/>
                    <a:pt x="85768" y="21050"/>
                    <a:pt x="84501" y="19498"/>
                  </a:cubicBezTo>
                  <a:cubicBezTo>
                    <a:pt x="83834" y="18688"/>
                    <a:pt x="82224" y="20574"/>
                    <a:pt x="82148" y="20669"/>
                  </a:cubicBezTo>
                  <a:cubicBezTo>
                    <a:pt x="81367" y="21622"/>
                    <a:pt x="77357" y="19945"/>
                    <a:pt x="76281" y="20669"/>
                  </a:cubicBezTo>
                  <a:cubicBezTo>
                    <a:pt x="76033" y="19545"/>
                    <a:pt x="75281" y="19564"/>
                    <a:pt x="73928" y="19498"/>
                  </a:cubicBezTo>
                  <a:cubicBezTo>
                    <a:pt x="72242" y="19412"/>
                    <a:pt x="71966" y="17231"/>
                    <a:pt x="70404" y="17145"/>
                  </a:cubicBezTo>
                  <a:cubicBezTo>
                    <a:pt x="68870" y="17069"/>
                    <a:pt x="66432" y="14364"/>
                    <a:pt x="65718" y="13621"/>
                  </a:cubicBezTo>
                  <a:cubicBezTo>
                    <a:pt x="63670" y="11506"/>
                    <a:pt x="63251" y="7620"/>
                    <a:pt x="63289" y="3677"/>
                  </a:cubicBezTo>
                  <a:cubicBezTo>
                    <a:pt x="62813" y="3410"/>
                    <a:pt x="62412" y="2981"/>
                    <a:pt x="62212" y="2315"/>
                  </a:cubicBezTo>
                  <a:cubicBezTo>
                    <a:pt x="61679" y="533"/>
                    <a:pt x="59717" y="276"/>
                    <a:pt x="58117" y="38"/>
                  </a:cubicBezTo>
                  <a:cubicBezTo>
                    <a:pt x="58069" y="38"/>
                    <a:pt x="58050" y="9"/>
                    <a:pt x="58012" y="0"/>
                  </a:cubicBezTo>
                  <a:cubicBezTo>
                    <a:pt x="53392" y="3277"/>
                    <a:pt x="45515" y="8668"/>
                    <a:pt x="44591" y="13611"/>
                  </a:cubicBezTo>
                  <a:cubicBezTo>
                    <a:pt x="44325" y="15040"/>
                    <a:pt x="42962" y="16002"/>
                    <a:pt x="42238" y="17135"/>
                  </a:cubicBezTo>
                  <a:cubicBezTo>
                    <a:pt x="41724" y="17945"/>
                    <a:pt x="41515" y="18707"/>
                    <a:pt x="41067" y="19488"/>
                  </a:cubicBezTo>
                  <a:cubicBezTo>
                    <a:pt x="39848" y="21641"/>
                    <a:pt x="37638" y="23631"/>
                    <a:pt x="37552" y="25355"/>
                  </a:cubicBezTo>
                  <a:cubicBezTo>
                    <a:pt x="37486" y="26679"/>
                    <a:pt x="36695" y="25927"/>
                    <a:pt x="36381" y="26527"/>
                  </a:cubicBezTo>
                  <a:cubicBezTo>
                    <a:pt x="35066" y="29013"/>
                    <a:pt x="33933" y="32109"/>
                    <a:pt x="32856" y="34747"/>
                  </a:cubicBezTo>
                  <a:cubicBezTo>
                    <a:pt x="31475" y="38138"/>
                    <a:pt x="29618" y="41681"/>
                    <a:pt x="29332" y="44139"/>
                  </a:cubicBezTo>
                  <a:cubicBezTo>
                    <a:pt x="28646" y="50082"/>
                    <a:pt x="28923" y="57359"/>
                    <a:pt x="32856" y="62922"/>
                  </a:cubicBezTo>
                  <a:cubicBezTo>
                    <a:pt x="30532" y="64532"/>
                    <a:pt x="31180" y="67827"/>
                    <a:pt x="30513" y="69971"/>
                  </a:cubicBezTo>
                  <a:cubicBezTo>
                    <a:pt x="29856" y="72047"/>
                    <a:pt x="28227" y="74704"/>
                    <a:pt x="28170" y="75838"/>
                  </a:cubicBezTo>
                  <a:cubicBezTo>
                    <a:pt x="28103" y="77019"/>
                    <a:pt x="27151" y="76571"/>
                    <a:pt x="26989" y="77010"/>
                  </a:cubicBezTo>
                  <a:cubicBezTo>
                    <a:pt x="25760" y="80467"/>
                    <a:pt x="27322" y="81305"/>
                    <a:pt x="25817" y="82877"/>
                  </a:cubicBezTo>
                  <a:cubicBezTo>
                    <a:pt x="23379" y="85420"/>
                    <a:pt x="22931" y="89983"/>
                    <a:pt x="22293" y="93440"/>
                  </a:cubicBezTo>
                  <a:cubicBezTo>
                    <a:pt x="19064" y="95374"/>
                    <a:pt x="17597" y="98460"/>
                    <a:pt x="16426" y="100489"/>
                  </a:cubicBezTo>
                  <a:cubicBezTo>
                    <a:pt x="14949" y="103041"/>
                    <a:pt x="14206" y="104756"/>
                    <a:pt x="12901" y="106356"/>
                  </a:cubicBezTo>
                  <a:cubicBezTo>
                    <a:pt x="11206" y="108432"/>
                    <a:pt x="10406" y="110461"/>
                    <a:pt x="9377" y="112224"/>
                  </a:cubicBezTo>
                  <a:cubicBezTo>
                    <a:pt x="7844" y="114881"/>
                    <a:pt x="7206" y="114795"/>
                    <a:pt x="7034" y="118100"/>
                  </a:cubicBezTo>
                  <a:cubicBezTo>
                    <a:pt x="6987" y="118986"/>
                    <a:pt x="5872" y="119205"/>
                    <a:pt x="5863" y="119272"/>
                  </a:cubicBezTo>
                  <a:cubicBezTo>
                    <a:pt x="4653" y="127321"/>
                    <a:pt x="5434" y="136531"/>
                    <a:pt x="4691" y="145094"/>
                  </a:cubicBezTo>
                  <a:cubicBezTo>
                    <a:pt x="4520" y="147066"/>
                    <a:pt x="3605" y="149019"/>
                    <a:pt x="3519" y="150962"/>
                  </a:cubicBezTo>
                  <a:cubicBezTo>
                    <a:pt x="3176" y="158610"/>
                    <a:pt x="4034" y="166268"/>
                    <a:pt x="3519" y="173269"/>
                  </a:cubicBezTo>
                  <a:cubicBezTo>
                    <a:pt x="3138" y="178594"/>
                    <a:pt x="1405" y="186442"/>
                    <a:pt x="1176" y="190881"/>
                  </a:cubicBezTo>
                  <a:cubicBezTo>
                    <a:pt x="1138" y="191576"/>
                    <a:pt x="-5" y="192253"/>
                    <a:pt x="5" y="192053"/>
                  </a:cubicBezTo>
                  <a:cubicBezTo>
                    <a:pt x="-81" y="194110"/>
                    <a:pt x="1024" y="197044"/>
                    <a:pt x="1176" y="199091"/>
                  </a:cubicBezTo>
                  <a:cubicBezTo>
                    <a:pt x="1433" y="202587"/>
                    <a:pt x="967" y="205626"/>
                    <a:pt x="1176" y="208493"/>
                  </a:cubicBezTo>
                  <a:cubicBezTo>
                    <a:pt x="1652" y="210750"/>
                    <a:pt x="5729" y="209417"/>
                    <a:pt x="4701" y="213179"/>
                  </a:cubicBezTo>
                  <a:cubicBezTo>
                    <a:pt x="4710" y="213255"/>
                    <a:pt x="4701" y="213322"/>
                    <a:pt x="4710" y="213408"/>
                  </a:cubicBezTo>
                  <a:cubicBezTo>
                    <a:pt x="4815" y="213427"/>
                    <a:pt x="4910" y="213408"/>
                    <a:pt x="5024" y="213446"/>
                  </a:cubicBezTo>
                  <a:cubicBezTo>
                    <a:pt x="6320" y="213884"/>
                    <a:pt x="7615" y="213798"/>
                    <a:pt x="8911" y="213808"/>
                  </a:cubicBezTo>
                  <a:cubicBezTo>
                    <a:pt x="10797" y="212750"/>
                    <a:pt x="15721" y="211731"/>
                    <a:pt x="16445" y="213179"/>
                  </a:cubicBezTo>
                  <a:cubicBezTo>
                    <a:pt x="17416" y="211912"/>
                    <a:pt x="19188" y="212388"/>
                    <a:pt x="21141" y="212007"/>
                  </a:cubicBezTo>
                  <a:cubicBezTo>
                    <a:pt x="23493" y="211550"/>
                    <a:pt x="23398" y="212093"/>
                    <a:pt x="24665" y="210836"/>
                  </a:cubicBezTo>
                  <a:cubicBezTo>
                    <a:pt x="25093" y="210407"/>
                    <a:pt x="35152" y="211865"/>
                    <a:pt x="38752" y="212007"/>
                  </a:cubicBezTo>
                  <a:cubicBezTo>
                    <a:pt x="39733" y="212045"/>
                    <a:pt x="39895" y="213246"/>
                    <a:pt x="41096" y="213179"/>
                  </a:cubicBezTo>
                  <a:cubicBezTo>
                    <a:pt x="40953" y="213188"/>
                    <a:pt x="41543" y="212045"/>
                    <a:pt x="42267" y="212007"/>
                  </a:cubicBezTo>
                  <a:cubicBezTo>
                    <a:pt x="42877" y="211979"/>
                    <a:pt x="46973" y="212255"/>
                    <a:pt x="49316" y="212007"/>
                  </a:cubicBezTo>
                  <a:cubicBezTo>
                    <a:pt x="52364" y="211693"/>
                    <a:pt x="54783" y="210779"/>
                    <a:pt x="57536" y="210836"/>
                  </a:cubicBezTo>
                  <a:cubicBezTo>
                    <a:pt x="62879" y="210941"/>
                    <a:pt x="68061" y="212846"/>
                    <a:pt x="73452" y="213084"/>
                  </a:cubicBezTo>
                  <a:cubicBezTo>
                    <a:pt x="73757" y="212950"/>
                    <a:pt x="74119" y="212874"/>
                    <a:pt x="74538" y="212912"/>
                  </a:cubicBezTo>
                  <a:cubicBezTo>
                    <a:pt x="76586" y="213055"/>
                    <a:pt x="78386" y="213893"/>
                    <a:pt x="80386" y="214217"/>
                  </a:cubicBezTo>
                  <a:cubicBezTo>
                    <a:pt x="82101" y="214484"/>
                    <a:pt x="83748" y="214751"/>
                    <a:pt x="85377" y="215370"/>
                  </a:cubicBezTo>
                  <a:cubicBezTo>
                    <a:pt x="88587" y="215170"/>
                    <a:pt x="90702" y="214808"/>
                    <a:pt x="92750" y="214360"/>
                  </a:cubicBezTo>
                  <a:cubicBezTo>
                    <a:pt x="92178" y="211464"/>
                    <a:pt x="95979" y="211083"/>
                    <a:pt x="96274" y="210836"/>
                  </a:cubicBezTo>
                  <a:cubicBezTo>
                    <a:pt x="96617" y="210560"/>
                    <a:pt x="96064" y="208912"/>
                    <a:pt x="96274" y="208493"/>
                  </a:cubicBezTo>
                  <a:cubicBezTo>
                    <a:pt x="96341" y="208340"/>
                    <a:pt x="97303" y="208597"/>
                    <a:pt x="97445" y="208493"/>
                  </a:cubicBezTo>
                  <a:cubicBezTo>
                    <a:pt x="97836" y="208169"/>
                    <a:pt x="97131" y="206550"/>
                    <a:pt x="97445" y="206140"/>
                  </a:cubicBezTo>
                  <a:cubicBezTo>
                    <a:pt x="98293" y="205035"/>
                    <a:pt x="99951" y="203768"/>
                    <a:pt x="100970" y="202616"/>
                  </a:cubicBezTo>
                  <a:cubicBezTo>
                    <a:pt x="102065" y="201378"/>
                    <a:pt x="103408" y="200339"/>
                    <a:pt x="104494" y="199091"/>
                  </a:cubicBezTo>
                  <a:cubicBezTo>
                    <a:pt x="106780" y="196472"/>
                    <a:pt x="109123" y="194491"/>
                    <a:pt x="111533" y="192053"/>
                  </a:cubicBezTo>
                  <a:cubicBezTo>
                    <a:pt x="112400" y="191186"/>
                    <a:pt x="111904" y="189519"/>
                    <a:pt x="112705" y="188538"/>
                  </a:cubicBezTo>
                  <a:cubicBezTo>
                    <a:pt x="113028" y="188138"/>
                    <a:pt x="114676" y="188890"/>
                    <a:pt x="115057" y="188538"/>
                  </a:cubicBezTo>
                  <a:cubicBezTo>
                    <a:pt x="118296" y="185433"/>
                    <a:pt x="119620" y="182442"/>
                    <a:pt x="122096" y="179146"/>
                  </a:cubicBezTo>
                  <a:cubicBezTo>
                    <a:pt x="123563" y="177194"/>
                    <a:pt x="125525" y="176270"/>
                    <a:pt x="126792" y="174450"/>
                  </a:cubicBezTo>
                  <a:cubicBezTo>
                    <a:pt x="127468" y="173488"/>
                    <a:pt x="127478" y="171774"/>
                    <a:pt x="127964" y="170926"/>
                  </a:cubicBezTo>
                  <a:cubicBezTo>
                    <a:pt x="129259" y="168688"/>
                    <a:pt x="130335" y="166545"/>
                    <a:pt x="131488" y="165059"/>
                  </a:cubicBezTo>
                  <a:cubicBezTo>
                    <a:pt x="132259" y="164078"/>
                    <a:pt x="134155" y="163668"/>
                    <a:pt x="135012" y="162706"/>
                  </a:cubicBezTo>
                  <a:cubicBezTo>
                    <a:pt x="135022" y="158906"/>
                    <a:pt x="137679" y="154657"/>
                    <a:pt x="138536" y="153314"/>
                  </a:cubicBezTo>
                  <a:cubicBezTo>
                    <a:pt x="139936" y="151114"/>
                    <a:pt x="140165" y="148371"/>
                    <a:pt x="142061" y="147447"/>
                  </a:cubicBezTo>
                  <a:lnTo>
                    <a:pt x="144032" y="139246"/>
                  </a:lnTo>
                  <a:lnTo>
                    <a:pt x="144089" y="139179"/>
                  </a:lnTo>
                  <a:cubicBezTo>
                    <a:pt x="142146" y="132217"/>
                    <a:pt x="146309" y="123339"/>
                    <a:pt x="147937" y="119272"/>
                  </a:cubicBezTo>
                  <a:cubicBezTo>
                    <a:pt x="148052" y="118986"/>
                    <a:pt x="147918" y="118405"/>
                    <a:pt x="147937" y="118100"/>
                  </a:cubicBezTo>
                  <a:cubicBezTo>
                    <a:pt x="148004" y="116862"/>
                    <a:pt x="148899" y="117434"/>
                    <a:pt x="149109" y="116929"/>
                  </a:cubicBezTo>
                  <a:cubicBezTo>
                    <a:pt x="149852" y="115110"/>
                    <a:pt x="149642" y="114014"/>
                    <a:pt x="150281" y="112224"/>
                  </a:cubicBezTo>
                  <a:cubicBezTo>
                    <a:pt x="151395" y="109137"/>
                    <a:pt x="153491" y="105708"/>
                    <a:pt x="153805" y="102832"/>
                  </a:cubicBezTo>
                  <a:cubicBezTo>
                    <a:pt x="153710" y="103413"/>
                    <a:pt x="152681" y="102022"/>
                    <a:pt x="152595" y="101689"/>
                  </a:cubicBezTo>
                  <a:close/>
                </a:path>
              </a:pathLst>
            </a:custGeom>
            <a:solidFill>
              <a:srgbClr val="80AC8D"/>
            </a:solidFill>
            <a:ln cap="flat">
              <a:noFill/>
              <a:prstDash val="solid"/>
              <a:miter lim="800000"/>
            </a:ln>
          </p:spPr>
          <p:txBody>
            <a:bodyPr vert="horz" anchor="ctr" tIns="45720" lIns="91440" bIns="45720" rIns="91440"/>
            <a:p>
              <a:pPr algn="l" marL="0"/>
            </a:p>
          </p:txBody>
        </p:sp>
        <p:grpSp>
          <p:nvGrpSpPr>
            <p:cNvPr name="Group 80" id="80"/>
            <p:cNvGrpSpPr/>
            <p:nvPr/>
          </p:nvGrpSpPr>
          <p:grpSpPr>
            <a:xfrm>
              <a:off x="7216344" y="3458335"/>
              <a:ext cx="129921" cy="218737"/>
              <a:chOff x="1412819" y="1394963"/>
              <a:chExt cx="44894" cy="75584"/>
            </a:xfrm>
            <a:solidFill>
              <a:srgbClr val="5D8467"/>
            </a:solidFill>
          </p:grpSpPr>
          <p:sp>
            <p:nvSpPr>
              <p:cNvPr name="Freeform 81" id="81"/>
              <p:cNvSpPr/>
              <p:nvPr/>
            </p:nvSpPr>
            <p:spPr>
              <a:xfrm>
                <a:off x="1449466" y="1426273"/>
                <a:ext cx="8247" cy="24222"/>
              </a:xfrm>
              <a:custGeom>
                <a:avLst/>
                <a:gdLst/>
                <a:ahLst/>
                <a:cxnLst/>
                <a:rect r="r" b="b" t="t" l="l"/>
                <a:pathLst>
                  <a:path w="8247" h="24222" stroke="true" fill="norm" extrusionOk="true">
                    <a:moveTo>
                      <a:pt x="1839" y="0"/>
                    </a:moveTo>
                    <a:cubicBezTo>
                      <a:pt x="5934" y="476"/>
                      <a:pt x="5334" y="4334"/>
                      <a:pt x="6115" y="7868"/>
                    </a:cubicBezTo>
                    <a:cubicBezTo>
                      <a:pt x="6677" y="10392"/>
                      <a:pt x="8192" y="11373"/>
                      <a:pt x="8058" y="15935"/>
                    </a:cubicBezTo>
                    <a:cubicBezTo>
                      <a:pt x="8068" y="15697"/>
                      <a:pt x="6163" y="16669"/>
                      <a:pt x="7001" y="17212"/>
                    </a:cubicBezTo>
                    <a:cubicBezTo>
                      <a:pt x="8487" y="18193"/>
                      <a:pt x="8563" y="21231"/>
                      <a:pt x="7658" y="24222"/>
                    </a:cubicBezTo>
                    <a:cubicBezTo>
                      <a:pt x="6449" y="23079"/>
                      <a:pt x="3315" y="24270"/>
                      <a:pt x="3820" y="21050"/>
                    </a:cubicBezTo>
                    <a:cubicBezTo>
                      <a:pt x="153" y="17764"/>
                      <a:pt x="-1571" y="3848"/>
                      <a:pt x="1839" y="0"/>
                    </a:cubicBezTo>
                    <a:close/>
                  </a:path>
                </a:pathLst>
              </a:custGeom>
              <a:solidFill>
                <a:srgbClr val="5D8467"/>
              </a:solidFill>
              <a:ln cap="flat">
                <a:noFill/>
                <a:prstDash val="solid"/>
                <a:miter lim="800000"/>
              </a:ln>
            </p:spPr>
            <p:txBody>
              <a:bodyPr vert="horz" anchor="ctr" tIns="45720" lIns="91440" bIns="45720" rIns="91440"/>
              <a:p>
                <a:pPr algn="l" marL="0"/>
              </a:p>
            </p:txBody>
          </p:sp>
          <p:grpSp>
            <p:nvGrpSpPr>
              <p:cNvPr name="Group 82" id="82"/>
              <p:cNvGrpSpPr/>
              <p:nvPr/>
            </p:nvGrpSpPr>
            <p:grpSpPr>
              <a:xfrm>
                <a:off x="1412819" y="1394963"/>
                <a:ext cx="33198" cy="75584"/>
                <a:chOff x="1412819" y="1394963"/>
                <a:chExt cx="33198" cy="75584"/>
              </a:xfrm>
              <a:solidFill>
                <a:srgbClr val="5D8467"/>
              </a:solidFill>
            </p:grpSpPr>
            <p:sp>
              <p:nvSpPr>
                <p:cNvPr name="Freeform 83" id="83"/>
                <p:cNvSpPr/>
                <p:nvPr/>
              </p:nvSpPr>
              <p:spPr>
                <a:xfrm>
                  <a:off x="1432039" y="1432504"/>
                  <a:ext cx="13979" cy="38042"/>
                </a:xfrm>
                <a:custGeom>
                  <a:avLst/>
                  <a:gdLst/>
                  <a:ahLst/>
                  <a:cxnLst/>
                  <a:rect r="r" b="b" t="t" l="l"/>
                  <a:pathLst>
                    <a:path w="13979" h="38042" stroke="true" fill="norm" extrusionOk="true">
                      <a:moveTo>
                        <a:pt x="2168" y="103"/>
                      </a:moveTo>
                      <a:cubicBezTo>
                        <a:pt x="6283" y="-849"/>
                        <a:pt x="6531" y="5037"/>
                        <a:pt x="7617" y="7847"/>
                      </a:cubicBezTo>
                      <a:cubicBezTo>
                        <a:pt x="8331" y="9723"/>
                        <a:pt x="8550" y="10438"/>
                        <a:pt x="9226" y="12410"/>
                      </a:cubicBezTo>
                      <a:cubicBezTo>
                        <a:pt x="11398" y="18839"/>
                        <a:pt x="12474" y="30412"/>
                        <a:pt x="13979" y="37898"/>
                      </a:cubicBezTo>
                      <a:cubicBezTo>
                        <a:pt x="11093" y="38346"/>
                        <a:pt x="9064" y="37755"/>
                        <a:pt x="7912" y="36108"/>
                      </a:cubicBezTo>
                      <a:cubicBezTo>
                        <a:pt x="7445" y="33174"/>
                        <a:pt x="7655" y="30688"/>
                        <a:pt x="7150" y="27926"/>
                      </a:cubicBezTo>
                      <a:cubicBezTo>
                        <a:pt x="6140" y="22487"/>
                        <a:pt x="3768" y="16677"/>
                        <a:pt x="1987" y="10714"/>
                      </a:cubicBezTo>
                      <a:cubicBezTo>
                        <a:pt x="1730" y="9876"/>
                        <a:pt x="2178" y="6571"/>
                        <a:pt x="1549" y="6047"/>
                      </a:cubicBezTo>
                      <a:cubicBezTo>
                        <a:pt x="1483" y="5990"/>
                        <a:pt x="387" y="6209"/>
                        <a:pt x="387" y="6151"/>
                      </a:cubicBezTo>
                      <a:cubicBezTo>
                        <a:pt x="111" y="4142"/>
                        <a:pt x="-918" y="1141"/>
                        <a:pt x="2168" y="103"/>
                      </a:cubicBezTo>
                      <a:close/>
                    </a:path>
                  </a:pathLst>
                </a:custGeom>
                <a:solidFill>
                  <a:srgbClr val="5D8467"/>
                </a:solidFill>
                <a:ln cap="flat">
                  <a:noFill/>
                  <a:prstDash val="solid"/>
                  <a:miter lim="800000"/>
                </a:ln>
              </p:spPr>
              <p:txBody>
                <a:bodyPr vert="horz" anchor="ctr" tIns="45720" lIns="91440" bIns="45720" rIns="91440"/>
                <a:p>
                  <a:pPr algn="l" marL="0"/>
                </a:p>
              </p:txBody>
            </p:sp>
            <p:sp>
              <p:nvSpPr>
                <p:cNvPr name="Freeform 84" id="84"/>
                <p:cNvSpPr/>
                <p:nvPr/>
              </p:nvSpPr>
              <p:spPr>
                <a:xfrm>
                  <a:off x="1412819" y="1394963"/>
                  <a:ext cx="19749" cy="35626"/>
                </a:xfrm>
                <a:custGeom>
                  <a:avLst/>
                  <a:gdLst/>
                  <a:ahLst/>
                  <a:cxnLst/>
                  <a:rect r="r" b="b" t="t" l="l"/>
                  <a:pathLst>
                    <a:path w="19749" h="35626" stroke="true" fill="norm" extrusionOk="true">
                      <a:moveTo>
                        <a:pt x="19550" y="30739"/>
                      </a:moveTo>
                      <a:cubicBezTo>
                        <a:pt x="19426" y="30653"/>
                        <a:pt x="18445" y="30967"/>
                        <a:pt x="18388" y="30853"/>
                      </a:cubicBezTo>
                      <a:cubicBezTo>
                        <a:pt x="18197" y="30453"/>
                        <a:pt x="18502" y="28738"/>
                        <a:pt x="18168" y="28510"/>
                      </a:cubicBezTo>
                      <a:cubicBezTo>
                        <a:pt x="17178" y="27843"/>
                        <a:pt x="15578" y="26624"/>
                        <a:pt x="14225" y="24167"/>
                      </a:cubicBezTo>
                      <a:cubicBezTo>
                        <a:pt x="14006" y="23766"/>
                        <a:pt x="14359" y="22071"/>
                        <a:pt x="14006" y="21823"/>
                      </a:cubicBezTo>
                      <a:cubicBezTo>
                        <a:pt x="13854" y="21728"/>
                        <a:pt x="12920" y="22080"/>
                        <a:pt x="12844" y="21938"/>
                      </a:cubicBezTo>
                      <a:cubicBezTo>
                        <a:pt x="12596" y="21538"/>
                        <a:pt x="12987" y="19842"/>
                        <a:pt x="12625" y="19594"/>
                      </a:cubicBezTo>
                      <a:cubicBezTo>
                        <a:pt x="12501" y="19518"/>
                        <a:pt x="11510" y="19823"/>
                        <a:pt x="11453" y="19709"/>
                      </a:cubicBezTo>
                      <a:cubicBezTo>
                        <a:pt x="10472" y="17528"/>
                        <a:pt x="10463" y="14318"/>
                        <a:pt x="9510" y="11632"/>
                      </a:cubicBezTo>
                      <a:cubicBezTo>
                        <a:pt x="9358" y="11184"/>
                        <a:pt x="9186" y="10622"/>
                        <a:pt x="9015" y="10088"/>
                      </a:cubicBezTo>
                      <a:cubicBezTo>
                        <a:pt x="8282" y="7764"/>
                        <a:pt x="6796" y="-646"/>
                        <a:pt x="2938" y="40"/>
                      </a:cubicBezTo>
                      <a:cubicBezTo>
                        <a:pt x="338" y="516"/>
                        <a:pt x="-120" y="5431"/>
                        <a:pt x="23" y="7383"/>
                      </a:cubicBezTo>
                      <a:cubicBezTo>
                        <a:pt x="404" y="12508"/>
                        <a:pt x="5272" y="15146"/>
                        <a:pt x="6643" y="19718"/>
                      </a:cubicBezTo>
                      <a:cubicBezTo>
                        <a:pt x="6691" y="19861"/>
                        <a:pt x="6758" y="20004"/>
                        <a:pt x="6777" y="20147"/>
                      </a:cubicBezTo>
                      <a:cubicBezTo>
                        <a:pt x="6853" y="20690"/>
                        <a:pt x="7805" y="21766"/>
                        <a:pt x="8158" y="22376"/>
                      </a:cubicBezTo>
                      <a:cubicBezTo>
                        <a:pt x="8586" y="23109"/>
                        <a:pt x="8967" y="24900"/>
                        <a:pt x="9663" y="25767"/>
                      </a:cubicBezTo>
                      <a:cubicBezTo>
                        <a:pt x="11110" y="27605"/>
                        <a:pt x="12892" y="28710"/>
                        <a:pt x="14778" y="30005"/>
                      </a:cubicBezTo>
                      <a:cubicBezTo>
                        <a:pt x="14873" y="32920"/>
                        <a:pt x="15092" y="35701"/>
                        <a:pt x="17664" y="35625"/>
                      </a:cubicBezTo>
                      <a:cubicBezTo>
                        <a:pt x="20950" y="34749"/>
                        <a:pt x="18645" y="33282"/>
                        <a:pt x="18502" y="32015"/>
                      </a:cubicBezTo>
                      <a:cubicBezTo>
                        <a:pt x="18530" y="32339"/>
                        <a:pt x="20340" y="31253"/>
                        <a:pt x="19550" y="30739"/>
                      </a:cubicBezTo>
                      <a:close/>
                    </a:path>
                  </a:pathLst>
                </a:custGeom>
                <a:solidFill>
                  <a:srgbClr val="5D8467"/>
                </a:solidFill>
                <a:ln cap="flat">
                  <a:noFill/>
                  <a:prstDash val="solid"/>
                  <a:miter lim="800000"/>
                </a:ln>
              </p:spPr>
              <p:txBody>
                <a:bodyPr vert="horz" anchor="ctr" tIns="45720" lIns="91440" bIns="45720" rIns="91440"/>
                <a:p>
                  <a:pPr algn="l" marL="0"/>
                </a:p>
              </p:txBody>
            </p:sp>
          </p:grpSp>
        </p:grpSp>
        <p:sp>
          <p:nvSpPr>
            <p:cNvPr name="Freeform 85" id="85"/>
            <p:cNvSpPr/>
            <p:nvPr/>
          </p:nvSpPr>
          <p:spPr>
            <a:xfrm>
              <a:off x="7961075" y="2586515"/>
              <a:ext cx="122307" cy="191571"/>
            </a:xfrm>
            <a:custGeom>
              <a:avLst/>
              <a:gdLst/>
              <a:ahLst/>
              <a:cxnLst/>
              <a:rect r="r" b="b" t="t" l="l"/>
              <a:pathLst>
                <a:path w="42263" h="66197" stroke="true" fill="norm" extrusionOk="true">
                  <a:moveTo>
                    <a:pt x="39063" y="0"/>
                  </a:moveTo>
                  <a:cubicBezTo>
                    <a:pt x="38930" y="172"/>
                    <a:pt x="38816" y="305"/>
                    <a:pt x="38749" y="391"/>
                  </a:cubicBezTo>
                  <a:cubicBezTo>
                    <a:pt x="38492" y="714"/>
                    <a:pt x="36815" y="238"/>
                    <a:pt x="36396" y="391"/>
                  </a:cubicBezTo>
                  <a:cubicBezTo>
                    <a:pt x="34072" y="1267"/>
                    <a:pt x="31434" y="2724"/>
                    <a:pt x="30529" y="3915"/>
                  </a:cubicBezTo>
                  <a:cubicBezTo>
                    <a:pt x="29776" y="4886"/>
                    <a:pt x="30148" y="6401"/>
                    <a:pt x="29357" y="7439"/>
                  </a:cubicBezTo>
                  <a:cubicBezTo>
                    <a:pt x="28005" y="9211"/>
                    <a:pt x="25966" y="10325"/>
                    <a:pt x="24662" y="12135"/>
                  </a:cubicBezTo>
                  <a:cubicBezTo>
                    <a:pt x="23395" y="13887"/>
                    <a:pt x="22280" y="16288"/>
                    <a:pt x="21147" y="18012"/>
                  </a:cubicBezTo>
                  <a:cubicBezTo>
                    <a:pt x="20661" y="18736"/>
                    <a:pt x="19299" y="19545"/>
                    <a:pt x="18794" y="20355"/>
                  </a:cubicBezTo>
                  <a:cubicBezTo>
                    <a:pt x="18127" y="21422"/>
                    <a:pt x="18384" y="22736"/>
                    <a:pt x="17623" y="23879"/>
                  </a:cubicBezTo>
                  <a:cubicBezTo>
                    <a:pt x="16451" y="25632"/>
                    <a:pt x="14184" y="26727"/>
                    <a:pt x="12927" y="28575"/>
                  </a:cubicBezTo>
                  <a:cubicBezTo>
                    <a:pt x="12222" y="29613"/>
                    <a:pt x="12307" y="31204"/>
                    <a:pt x="11755" y="32099"/>
                  </a:cubicBezTo>
                  <a:cubicBezTo>
                    <a:pt x="11317" y="32795"/>
                    <a:pt x="9917" y="33699"/>
                    <a:pt x="9412" y="34452"/>
                  </a:cubicBezTo>
                  <a:cubicBezTo>
                    <a:pt x="8640" y="35595"/>
                    <a:pt x="8964" y="36624"/>
                    <a:pt x="8231" y="37967"/>
                  </a:cubicBezTo>
                  <a:cubicBezTo>
                    <a:pt x="7888" y="38605"/>
                    <a:pt x="6354" y="39643"/>
                    <a:pt x="5878" y="40319"/>
                  </a:cubicBezTo>
                  <a:cubicBezTo>
                    <a:pt x="5135" y="41396"/>
                    <a:pt x="4211" y="41767"/>
                    <a:pt x="3535" y="42672"/>
                  </a:cubicBezTo>
                  <a:cubicBezTo>
                    <a:pt x="1373" y="45501"/>
                    <a:pt x="1506" y="53007"/>
                    <a:pt x="1192" y="56769"/>
                  </a:cubicBezTo>
                  <a:cubicBezTo>
                    <a:pt x="1039" y="58512"/>
                    <a:pt x="-170" y="58865"/>
                    <a:pt x="20" y="61465"/>
                  </a:cubicBezTo>
                  <a:cubicBezTo>
                    <a:pt x="1" y="61189"/>
                    <a:pt x="1049" y="62179"/>
                    <a:pt x="1192" y="62636"/>
                  </a:cubicBezTo>
                  <a:cubicBezTo>
                    <a:pt x="1516" y="63713"/>
                    <a:pt x="925" y="65065"/>
                    <a:pt x="1192" y="66161"/>
                  </a:cubicBezTo>
                  <a:cubicBezTo>
                    <a:pt x="4164" y="66599"/>
                    <a:pt x="4173" y="62998"/>
                    <a:pt x="4707" y="61465"/>
                  </a:cubicBezTo>
                  <a:cubicBezTo>
                    <a:pt x="5450" y="59322"/>
                    <a:pt x="5202" y="56236"/>
                    <a:pt x="5878" y="54426"/>
                  </a:cubicBezTo>
                  <a:cubicBezTo>
                    <a:pt x="5926" y="54302"/>
                    <a:pt x="6935" y="54521"/>
                    <a:pt x="7050" y="54426"/>
                  </a:cubicBezTo>
                  <a:cubicBezTo>
                    <a:pt x="7459" y="54092"/>
                    <a:pt x="7936" y="51330"/>
                    <a:pt x="8221" y="50902"/>
                  </a:cubicBezTo>
                  <a:cubicBezTo>
                    <a:pt x="9802" y="48539"/>
                    <a:pt x="11031" y="45825"/>
                    <a:pt x="10574" y="42682"/>
                  </a:cubicBezTo>
                  <a:cubicBezTo>
                    <a:pt x="14441" y="40224"/>
                    <a:pt x="15232" y="35728"/>
                    <a:pt x="17613" y="32109"/>
                  </a:cubicBezTo>
                  <a:cubicBezTo>
                    <a:pt x="17727" y="31928"/>
                    <a:pt x="18613" y="32252"/>
                    <a:pt x="18785" y="32109"/>
                  </a:cubicBezTo>
                  <a:cubicBezTo>
                    <a:pt x="19165" y="31794"/>
                    <a:pt x="18489" y="30185"/>
                    <a:pt x="18785" y="29756"/>
                  </a:cubicBezTo>
                  <a:cubicBezTo>
                    <a:pt x="19327" y="28985"/>
                    <a:pt x="20480" y="28356"/>
                    <a:pt x="21137" y="27413"/>
                  </a:cubicBezTo>
                  <a:cubicBezTo>
                    <a:pt x="21928" y="26280"/>
                    <a:pt x="22652" y="26003"/>
                    <a:pt x="23480" y="25060"/>
                  </a:cubicBezTo>
                  <a:cubicBezTo>
                    <a:pt x="23861" y="24632"/>
                    <a:pt x="23080" y="23108"/>
                    <a:pt x="23480" y="22708"/>
                  </a:cubicBezTo>
                  <a:cubicBezTo>
                    <a:pt x="24242" y="21946"/>
                    <a:pt x="25757" y="23070"/>
                    <a:pt x="25833" y="21536"/>
                  </a:cubicBezTo>
                  <a:cubicBezTo>
                    <a:pt x="25909" y="20203"/>
                    <a:pt x="26662" y="20984"/>
                    <a:pt x="27005" y="20364"/>
                  </a:cubicBezTo>
                  <a:cubicBezTo>
                    <a:pt x="29014" y="16755"/>
                    <a:pt x="30576" y="14678"/>
                    <a:pt x="32872" y="12144"/>
                  </a:cubicBezTo>
                  <a:cubicBezTo>
                    <a:pt x="33139" y="11859"/>
                    <a:pt x="33396" y="11611"/>
                    <a:pt x="33663" y="11335"/>
                  </a:cubicBezTo>
                  <a:cubicBezTo>
                    <a:pt x="36339" y="8525"/>
                    <a:pt x="39073" y="6315"/>
                    <a:pt x="42264" y="3934"/>
                  </a:cubicBezTo>
                  <a:lnTo>
                    <a:pt x="39063" y="0"/>
                  </a:ln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86" id="86"/>
            <p:cNvSpPr/>
            <p:nvPr/>
          </p:nvSpPr>
          <p:spPr>
            <a:xfrm>
              <a:off x="8290014" y="3121964"/>
              <a:ext cx="24448" cy="121399"/>
            </a:xfrm>
            <a:custGeom>
              <a:avLst/>
              <a:gdLst/>
              <a:ahLst/>
              <a:cxnLst/>
              <a:rect r="r" b="b" t="t" l="l"/>
              <a:pathLst>
                <a:path w="8448" h="41949" stroke="true" fill="norm" extrusionOk="true">
                  <a:moveTo>
                    <a:pt x="3324" y="0"/>
                  </a:moveTo>
                  <a:cubicBezTo>
                    <a:pt x="2657" y="3762"/>
                    <a:pt x="1733" y="7772"/>
                    <a:pt x="1400" y="11440"/>
                  </a:cubicBezTo>
                  <a:cubicBezTo>
                    <a:pt x="1248" y="13183"/>
                    <a:pt x="1333" y="15288"/>
                    <a:pt x="1438" y="17278"/>
                  </a:cubicBezTo>
                  <a:cubicBezTo>
                    <a:pt x="1562" y="19726"/>
                    <a:pt x="1695" y="21993"/>
                    <a:pt x="1400" y="23184"/>
                  </a:cubicBezTo>
                  <a:cubicBezTo>
                    <a:pt x="1314" y="23546"/>
                    <a:pt x="200" y="24775"/>
                    <a:pt x="228" y="24355"/>
                  </a:cubicBezTo>
                  <a:cubicBezTo>
                    <a:pt x="114" y="25984"/>
                    <a:pt x="1448" y="26946"/>
                    <a:pt x="1400" y="27880"/>
                  </a:cubicBezTo>
                  <a:cubicBezTo>
                    <a:pt x="1286" y="30375"/>
                    <a:pt x="457" y="33461"/>
                    <a:pt x="228" y="36100"/>
                  </a:cubicBezTo>
                  <a:cubicBezTo>
                    <a:pt x="143" y="37166"/>
                    <a:pt x="-296" y="39424"/>
                    <a:pt x="333" y="40348"/>
                  </a:cubicBezTo>
                  <a:cubicBezTo>
                    <a:pt x="2781" y="43882"/>
                    <a:pt x="5086" y="40824"/>
                    <a:pt x="5629" y="38310"/>
                  </a:cubicBezTo>
                  <a:cubicBezTo>
                    <a:pt x="6448" y="34480"/>
                    <a:pt x="6867" y="30585"/>
                    <a:pt x="7277" y="26699"/>
                  </a:cubicBezTo>
                  <a:cubicBezTo>
                    <a:pt x="7477" y="24775"/>
                    <a:pt x="7553" y="22841"/>
                    <a:pt x="7591" y="20907"/>
                  </a:cubicBezTo>
                  <a:cubicBezTo>
                    <a:pt x="7696" y="16831"/>
                    <a:pt x="7677" y="12773"/>
                    <a:pt x="8448" y="9087"/>
                  </a:cubicBezTo>
                  <a:lnTo>
                    <a:pt x="3324" y="0"/>
                  </a:lnTo>
                  <a:close/>
                </a:path>
              </a:pathLst>
            </a:custGeom>
            <a:solidFill>
              <a:srgbClr val="6FAACE"/>
            </a:solidFill>
            <a:ln cap="flat">
              <a:noFill/>
              <a:prstDash val="solid"/>
              <a:miter lim="800000"/>
            </a:ln>
          </p:spPr>
          <p:txBody>
            <a:bodyPr vert="horz" anchor="ctr" tIns="45720" lIns="91440" bIns="45720" rIns="91440"/>
            <a:p>
              <a:pPr algn="l" marL="0"/>
            </a:p>
          </p:txBody>
        </p:sp>
        <p:grpSp>
          <p:nvGrpSpPr>
            <p:cNvPr name="Group 87" id="87"/>
            <p:cNvGrpSpPr/>
            <p:nvPr/>
          </p:nvGrpSpPr>
          <p:grpSpPr>
            <a:xfrm>
              <a:off x="6578982" y="3883752"/>
              <a:ext cx="2092143" cy="436834"/>
              <a:chOff x="1192580" y="1541965"/>
              <a:chExt cx="722935" cy="150947"/>
            </a:xfrm>
            <a:solidFill>
              <a:srgbClr val="CEA945"/>
            </a:solidFill>
          </p:grpSpPr>
          <p:sp>
            <p:nvSpPr>
              <p:cNvPr name="Freeform 88" id="88"/>
              <p:cNvSpPr/>
              <p:nvPr/>
            </p:nvSpPr>
            <p:spPr>
              <a:xfrm>
                <a:off x="1192580" y="1608143"/>
                <a:ext cx="62304" cy="18983"/>
              </a:xfrm>
              <a:custGeom>
                <a:avLst/>
                <a:gdLst/>
                <a:ahLst/>
                <a:cxnLst/>
                <a:rect r="r" b="b" t="t" l="l"/>
                <a:pathLst>
                  <a:path w="62304" h="18983" stroke="true" fill="norm" extrusionOk="true">
                    <a:moveTo>
                      <a:pt x="61967" y="2553"/>
                    </a:moveTo>
                    <a:cubicBezTo>
                      <a:pt x="64053" y="8125"/>
                      <a:pt x="55881" y="2762"/>
                      <a:pt x="53747" y="4896"/>
                    </a:cubicBezTo>
                    <a:cubicBezTo>
                      <a:pt x="53661" y="4991"/>
                      <a:pt x="53852" y="6048"/>
                      <a:pt x="53747" y="6067"/>
                    </a:cubicBezTo>
                    <a:cubicBezTo>
                      <a:pt x="52861" y="6277"/>
                      <a:pt x="49651" y="5467"/>
                      <a:pt x="49051" y="6067"/>
                    </a:cubicBezTo>
                    <a:cubicBezTo>
                      <a:pt x="48956" y="6163"/>
                      <a:pt x="49165" y="7211"/>
                      <a:pt x="49051" y="7239"/>
                    </a:cubicBezTo>
                    <a:cubicBezTo>
                      <a:pt x="45755" y="8153"/>
                      <a:pt x="44365" y="7791"/>
                      <a:pt x="39659" y="8411"/>
                    </a:cubicBezTo>
                    <a:cubicBezTo>
                      <a:pt x="34973" y="9030"/>
                      <a:pt x="26677" y="11821"/>
                      <a:pt x="20876" y="13107"/>
                    </a:cubicBezTo>
                    <a:cubicBezTo>
                      <a:pt x="18514" y="13630"/>
                      <a:pt x="16171" y="13516"/>
                      <a:pt x="13828" y="14278"/>
                    </a:cubicBezTo>
                    <a:cubicBezTo>
                      <a:pt x="13913" y="14259"/>
                      <a:pt x="9217" y="15345"/>
                      <a:pt x="9132" y="15459"/>
                    </a:cubicBezTo>
                    <a:cubicBezTo>
                      <a:pt x="9017" y="15592"/>
                      <a:pt x="9275" y="16564"/>
                      <a:pt x="9132" y="16631"/>
                    </a:cubicBezTo>
                    <a:cubicBezTo>
                      <a:pt x="7493" y="17393"/>
                      <a:pt x="5322" y="17412"/>
                      <a:pt x="4436" y="18983"/>
                    </a:cubicBezTo>
                    <a:cubicBezTo>
                      <a:pt x="3264" y="18983"/>
                      <a:pt x="2083" y="18983"/>
                      <a:pt x="912" y="18983"/>
                    </a:cubicBezTo>
                    <a:cubicBezTo>
                      <a:pt x="-1441" y="16583"/>
                      <a:pt x="1426" y="16678"/>
                      <a:pt x="2083" y="14278"/>
                    </a:cubicBezTo>
                    <a:cubicBezTo>
                      <a:pt x="10351" y="10563"/>
                      <a:pt x="20781" y="7344"/>
                      <a:pt x="31439" y="4886"/>
                    </a:cubicBezTo>
                    <a:cubicBezTo>
                      <a:pt x="35354" y="3991"/>
                      <a:pt x="38574" y="3582"/>
                      <a:pt x="43184" y="2543"/>
                    </a:cubicBezTo>
                    <a:cubicBezTo>
                      <a:pt x="45441" y="2029"/>
                      <a:pt x="50880" y="114"/>
                      <a:pt x="54928" y="191"/>
                    </a:cubicBezTo>
                    <a:cubicBezTo>
                      <a:pt x="56223" y="210"/>
                      <a:pt x="58424" y="-248"/>
                      <a:pt x="59624" y="191"/>
                    </a:cubicBezTo>
                    <a:cubicBezTo>
                      <a:pt x="60833" y="648"/>
                      <a:pt x="60452" y="2419"/>
                      <a:pt x="61967" y="255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9" id="89"/>
              <p:cNvSpPr/>
              <p:nvPr/>
            </p:nvSpPr>
            <p:spPr>
              <a:xfrm>
                <a:off x="1209911" y="1541965"/>
                <a:ext cx="46013" cy="6599"/>
              </a:xfrm>
              <a:custGeom>
                <a:avLst/>
                <a:gdLst/>
                <a:ahLst/>
                <a:cxnLst/>
                <a:rect r="r" b="b" t="t" l="l"/>
                <a:pathLst>
                  <a:path w="46013" h="6599" stroke="true" fill="norm" extrusionOk="true">
                    <a:moveTo>
                      <a:pt x="21" y="6504"/>
                    </a:moveTo>
                    <a:cubicBezTo>
                      <a:pt x="-313" y="4065"/>
                      <a:pt x="3488" y="5656"/>
                      <a:pt x="4716" y="4151"/>
                    </a:cubicBezTo>
                    <a:cubicBezTo>
                      <a:pt x="6469" y="2008"/>
                      <a:pt x="11146" y="2703"/>
                      <a:pt x="15280" y="1798"/>
                    </a:cubicBezTo>
                    <a:cubicBezTo>
                      <a:pt x="16270" y="1589"/>
                      <a:pt x="16442" y="779"/>
                      <a:pt x="17632" y="636"/>
                    </a:cubicBezTo>
                    <a:cubicBezTo>
                      <a:pt x="21309" y="189"/>
                      <a:pt x="27100" y="1713"/>
                      <a:pt x="31720" y="636"/>
                    </a:cubicBezTo>
                    <a:cubicBezTo>
                      <a:pt x="33549" y="198"/>
                      <a:pt x="36806" y="-545"/>
                      <a:pt x="41112" y="636"/>
                    </a:cubicBezTo>
                    <a:cubicBezTo>
                      <a:pt x="42988" y="1141"/>
                      <a:pt x="46960" y="608"/>
                      <a:pt x="45807" y="4151"/>
                    </a:cubicBezTo>
                    <a:cubicBezTo>
                      <a:pt x="31672" y="4294"/>
                      <a:pt x="17880" y="7151"/>
                      <a:pt x="21" y="6504"/>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0" id="90"/>
              <p:cNvSpPr/>
              <p:nvPr/>
            </p:nvSpPr>
            <p:spPr>
              <a:xfrm>
                <a:off x="1229886" y="1580551"/>
                <a:ext cx="44793" cy="10296"/>
              </a:xfrm>
              <a:custGeom>
                <a:avLst/>
                <a:gdLst/>
                <a:ahLst/>
                <a:cxnLst/>
                <a:rect r="r" b="b" t="t" l="l"/>
                <a:pathLst>
                  <a:path w="44793" h="10296" stroke="true" fill="norm" extrusionOk="true">
                    <a:moveTo>
                      <a:pt x="0" y="9009"/>
                    </a:moveTo>
                    <a:cubicBezTo>
                      <a:pt x="419" y="7456"/>
                      <a:pt x="2067" y="7151"/>
                      <a:pt x="2353" y="5484"/>
                    </a:cubicBezTo>
                    <a:cubicBezTo>
                      <a:pt x="4820" y="6123"/>
                      <a:pt x="5439" y="4494"/>
                      <a:pt x="7049" y="4313"/>
                    </a:cubicBezTo>
                    <a:cubicBezTo>
                      <a:pt x="7115" y="4303"/>
                      <a:pt x="8363" y="5884"/>
                      <a:pt x="9401" y="5484"/>
                    </a:cubicBezTo>
                    <a:cubicBezTo>
                      <a:pt x="9849" y="5313"/>
                      <a:pt x="9420" y="4437"/>
                      <a:pt x="10573" y="4313"/>
                    </a:cubicBezTo>
                    <a:cubicBezTo>
                      <a:pt x="12497" y="4113"/>
                      <a:pt x="14507" y="4408"/>
                      <a:pt x="16440" y="4313"/>
                    </a:cubicBezTo>
                    <a:cubicBezTo>
                      <a:pt x="16497" y="4313"/>
                      <a:pt x="16593" y="2941"/>
                      <a:pt x="17612" y="3141"/>
                    </a:cubicBezTo>
                    <a:cubicBezTo>
                      <a:pt x="17888" y="3198"/>
                      <a:pt x="17621" y="4456"/>
                      <a:pt x="18783" y="4313"/>
                    </a:cubicBezTo>
                    <a:cubicBezTo>
                      <a:pt x="23432" y="3751"/>
                      <a:pt x="28289" y="2665"/>
                      <a:pt x="32871" y="1960"/>
                    </a:cubicBezTo>
                    <a:cubicBezTo>
                      <a:pt x="36624" y="1398"/>
                      <a:pt x="41701" y="-2155"/>
                      <a:pt x="44615" y="1960"/>
                    </a:cubicBezTo>
                    <a:cubicBezTo>
                      <a:pt x="45796" y="5904"/>
                      <a:pt x="40815" y="3665"/>
                      <a:pt x="38748" y="4313"/>
                    </a:cubicBezTo>
                    <a:cubicBezTo>
                      <a:pt x="38376" y="4427"/>
                      <a:pt x="38710" y="5427"/>
                      <a:pt x="37576" y="5484"/>
                    </a:cubicBezTo>
                    <a:cubicBezTo>
                      <a:pt x="34814" y="5627"/>
                      <a:pt x="32385" y="7028"/>
                      <a:pt x="28184" y="7837"/>
                    </a:cubicBezTo>
                    <a:cubicBezTo>
                      <a:pt x="27051" y="8047"/>
                      <a:pt x="25784" y="7589"/>
                      <a:pt x="24660" y="7837"/>
                    </a:cubicBezTo>
                    <a:cubicBezTo>
                      <a:pt x="23679" y="8047"/>
                      <a:pt x="23498" y="8847"/>
                      <a:pt x="22308" y="9018"/>
                    </a:cubicBezTo>
                    <a:cubicBezTo>
                      <a:pt x="19517" y="9380"/>
                      <a:pt x="16116" y="8761"/>
                      <a:pt x="12916" y="9018"/>
                    </a:cubicBezTo>
                    <a:cubicBezTo>
                      <a:pt x="8858" y="9323"/>
                      <a:pt x="3820" y="11742"/>
                      <a:pt x="0" y="9009"/>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1" id="91"/>
              <p:cNvSpPr/>
              <p:nvPr/>
            </p:nvSpPr>
            <p:spPr>
              <a:xfrm>
                <a:off x="1229886" y="1559044"/>
                <a:ext cx="41214" cy="15996"/>
              </a:xfrm>
              <a:custGeom>
                <a:avLst/>
                <a:gdLst/>
                <a:ahLst/>
                <a:cxnLst/>
                <a:rect r="r" b="b" t="t" l="l"/>
                <a:pathLst>
                  <a:path w="41214" h="15996" stroke="true" fill="norm" extrusionOk="true">
                    <a:moveTo>
                      <a:pt x="0" y="15248"/>
                    </a:moveTo>
                    <a:cubicBezTo>
                      <a:pt x="0" y="14076"/>
                      <a:pt x="0" y="12904"/>
                      <a:pt x="0" y="11733"/>
                    </a:cubicBezTo>
                    <a:cubicBezTo>
                      <a:pt x="3667" y="8628"/>
                      <a:pt x="8515" y="8847"/>
                      <a:pt x="14088" y="7037"/>
                    </a:cubicBezTo>
                    <a:cubicBezTo>
                      <a:pt x="14488" y="6904"/>
                      <a:pt x="14107" y="5932"/>
                      <a:pt x="15259" y="5865"/>
                    </a:cubicBezTo>
                    <a:cubicBezTo>
                      <a:pt x="18679" y="5684"/>
                      <a:pt x="21241" y="4580"/>
                      <a:pt x="24651" y="3513"/>
                    </a:cubicBezTo>
                    <a:cubicBezTo>
                      <a:pt x="26603" y="2913"/>
                      <a:pt x="28394" y="2836"/>
                      <a:pt x="30518" y="2351"/>
                    </a:cubicBezTo>
                    <a:cubicBezTo>
                      <a:pt x="30747" y="2294"/>
                      <a:pt x="30671" y="1227"/>
                      <a:pt x="31690" y="1179"/>
                    </a:cubicBezTo>
                    <a:cubicBezTo>
                      <a:pt x="33242" y="1093"/>
                      <a:pt x="34842" y="1351"/>
                      <a:pt x="36386" y="1179"/>
                    </a:cubicBezTo>
                    <a:cubicBezTo>
                      <a:pt x="36357" y="1179"/>
                      <a:pt x="36738" y="46"/>
                      <a:pt x="37557" y="7"/>
                    </a:cubicBezTo>
                    <a:cubicBezTo>
                      <a:pt x="39462" y="-97"/>
                      <a:pt x="39567" y="931"/>
                      <a:pt x="41081" y="1179"/>
                    </a:cubicBezTo>
                    <a:cubicBezTo>
                      <a:pt x="42062" y="4656"/>
                      <a:pt x="37367" y="5008"/>
                      <a:pt x="35214" y="5875"/>
                    </a:cubicBezTo>
                    <a:cubicBezTo>
                      <a:pt x="27403" y="8999"/>
                      <a:pt x="12449" y="11819"/>
                      <a:pt x="3515" y="15267"/>
                    </a:cubicBezTo>
                    <a:cubicBezTo>
                      <a:pt x="1981" y="16667"/>
                      <a:pt x="1676" y="15705"/>
                      <a:pt x="0" y="15248"/>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2" id="92"/>
              <p:cNvSpPr/>
              <p:nvPr/>
            </p:nvSpPr>
            <p:spPr>
              <a:xfrm>
                <a:off x="1273330" y="1644722"/>
                <a:ext cx="107994" cy="6141"/>
              </a:xfrm>
              <a:custGeom>
                <a:avLst/>
                <a:gdLst/>
                <a:ahLst/>
                <a:cxnLst/>
                <a:rect r="r" b="b" t="t" l="l"/>
                <a:pathLst>
                  <a:path w="107994" h="6141" stroke="true" fill="norm" extrusionOk="true">
                    <a:moveTo>
                      <a:pt x="0" y="5884"/>
                    </a:moveTo>
                    <a:cubicBezTo>
                      <a:pt x="524" y="4845"/>
                      <a:pt x="1029" y="3788"/>
                      <a:pt x="2343" y="3540"/>
                    </a:cubicBezTo>
                    <a:cubicBezTo>
                      <a:pt x="5105" y="1312"/>
                      <a:pt x="8268" y="2978"/>
                      <a:pt x="11735" y="2369"/>
                    </a:cubicBezTo>
                    <a:cubicBezTo>
                      <a:pt x="13840" y="1997"/>
                      <a:pt x="16421" y="226"/>
                      <a:pt x="18783" y="16"/>
                    </a:cubicBezTo>
                    <a:cubicBezTo>
                      <a:pt x="20660" y="-155"/>
                      <a:pt x="22460" y="1093"/>
                      <a:pt x="24651" y="1188"/>
                    </a:cubicBezTo>
                    <a:cubicBezTo>
                      <a:pt x="27956" y="1331"/>
                      <a:pt x="32195" y="-50"/>
                      <a:pt x="35214" y="16"/>
                    </a:cubicBezTo>
                    <a:cubicBezTo>
                      <a:pt x="38662" y="92"/>
                      <a:pt x="42510" y="1073"/>
                      <a:pt x="45777" y="1188"/>
                    </a:cubicBezTo>
                    <a:cubicBezTo>
                      <a:pt x="47273" y="1235"/>
                      <a:pt x="48997" y="1378"/>
                      <a:pt x="50473" y="1188"/>
                    </a:cubicBezTo>
                    <a:cubicBezTo>
                      <a:pt x="52188" y="959"/>
                      <a:pt x="52635" y="26"/>
                      <a:pt x="53997" y="16"/>
                    </a:cubicBezTo>
                    <a:cubicBezTo>
                      <a:pt x="56159" y="7"/>
                      <a:pt x="57826" y="1283"/>
                      <a:pt x="59865" y="1188"/>
                    </a:cubicBezTo>
                    <a:cubicBezTo>
                      <a:pt x="62951" y="1045"/>
                      <a:pt x="66084" y="-69"/>
                      <a:pt x="69256" y="16"/>
                    </a:cubicBezTo>
                    <a:cubicBezTo>
                      <a:pt x="71780" y="83"/>
                      <a:pt x="74790" y="969"/>
                      <a:pt x="77476" y="1188"/>
                    </a:cubicBezTo>
                    <a:cubicBezTo>
                      <a:pt x="87563" y="2007"/>
                      <a:pt x="99917" y="-1441"/>
                      <a:pt x="107994" y="4712"/>
                    </a:cubicBezTo>
                    <a:cubicBezTo>
                      <a:pt x="106632" y="7598"/>
                      <a:pt x="95688" y="5322"/>
                      <a:pt x="92735" y="4712"/>
                    </a:cubicBezTo>
                    <a:cubicBezTo>
                      <a:pt x="91869" y="4531"/>
                      <a:pt x="88630" y="5293"/>
                      <a:pt x="88030" y="4712"/>
                    </a:cubicBezTo>
                    <a:cubicBezTo>
                      <a:pt x="86935" y="3617"/>
                      <a:pt x="87563" y="4407"/>
                      <a:pt x="83334" y="4712"/>
                    </a:cubicBezTo>
                    <a:cubicBezTo>
                      <a:pt x="74076" y="5369"/>
                      <a:pt x="60350" y="5055"/>
                      <a:pt x="49282" y="4712"/>
                    </a:cubicBezTo>
                    <a:cubicBezTo>
                      <a:pt x="43882" y="4541"/>
                      <a:pt x="38129" y="3607"/>
                      <a:pt x="32842" y="3540"/>
                    </a:cubicBezTo>
                    <a:cubicBezTo>
                      <a:pt x="30918" y="3512"/>
                      <a:pt x="30851" y="4636"/>
                      <a:pt x="29318" y="4712"/>
                    </a:cubicBezTo>
                    <a:cubicBezTo>
                      <a:pt x="27384" y="4798"/>
                      <a:pt x="27327" y="3550"/>
                      <a:pt x="25794" y="3540"/>
                    </a:cubicBezTo>
                    <a:cubicBezTo>
                      <a:pt x="23889" y="3521"/>
                      <a:pt x="23774" y="4712"/>
                      <a:pt x="22269" y="4712"/>
                    </a:cubicBezTo>
                    <a:cubicBezTo>
                      <a:pt x="21279" y="4712"/>
                      <a:pt x="20422" y="3436"/>
                      <a:pt x="18745" y="3540"/>
                    </a:cubicBezTo>
                    <a:cubicBezTo>
                      <a:pt x="16678" y="3664"/>
                      <a:pt x="16202" y="4464"/>
                      <a:pt x="14049" y="4712"/>
                    </a:cubicBezTo>
                    <a:cubicBezTo>
                      <a:pt x="10049" y="5169"/>
                      <a:pt x="4991" y="5617"/>
                      <a:pt x="0" y="5884"/>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3" id="93"/>
              <p:cNvSpPr/>
              <p:nvPr/>
            </p:nvSpPr>
            <p:spPr>
              <a:xfrm>
                <a:off x="1310695" y="1609958"/>
                <a:ext cx="47159" cy="5759"/>
              </a:xfrm>
              <a:custGeom>
                <a:avLst/>
                <a:gdLst/>
                <a:ahLst/>
                <a:cxnLst/>
                <a:rect r="r" b="b" t="t" l="l"/>
                <a:pathLst>
                  <a:path w="47159" h="5759" stroke="true" fill="norm" extrusionOk="true">
                    <a:moveTo>
                      <a:pt x="201" y="4253"/>
                    </a:moveTo>
                    <a:cubicBezTo>
                      <a:pt x="-1028" y="1033"/>
                      <a:pt x="3725" y="3338"/>
                      <a:pt x="4897" y="1900"/>
                    </a:cubicBezTo>
                    <a:cubicBezTo>
                      <a:pt x="4973" y="1814"/>
                      <a:pt x="4802" y="757"/>
                      <a:pt x="4897" y="738"/>
                    </a:cubicBezTo>
                    <a:cubicBezTo>
                      <a:pt x="7650" y="109"/>
                      <a:pt x="20889" y="-548"/>
                      <a:pt x="26033" y="738"/>
                    </a:cubicBezTo>
                    <a:cubicBezTo>
                      <a:pt x="26538" y="862"/>
                      <a:pt x="27500" y="1910"/>
                      <a:pt x="27205" y="1900"/>
                    </a:cubicBezTo>
                    <a:cubicBezTo>
                      <a:pt x="28081" y="1929"/>
                      <a:pt x="29176" y="776"/>
                      <a:pt x="30729" y="738"/>
                    </a:cubicBezTo>
                    <a:cubicBezTo>
                      <a:pt x="33834" y="652"/>
                      <a:pt x="36625" y="509"/>
                      <a:pt x="38949" y="738"/>
                    </a:cubicBezTo>
                    <a:cubicBezTo>
                      <a:pt x="38692" y="709"/>
                      <a:pt x="39501" y="2681"/>
                      <a:pt x="40120" y="1900"/>
                    </a:cubicBezTo>
                    <a:cubicBezTo>
                      <a:pt x="41073" y="719"/>
                      <a:pt x="40844" y="1548"/>
                      <a:pt x="42464" y="1900"/>
                    </a:cubicBezTo>
                    <a:cubicBezTo>
                      <a:pt x="44702" y="2395"/>
                      <a:pt x="45740" y="1957"/>
                      <a:pt x="47160" y="3072"/>
                    </a:cubicBezTo>
                    <a:cubicBezTo>
                      <a:pt x="44712" y="7148"/>
                      <a:pt x="36310" y="5358"/>
                      <a:pt x="29548" y="5424"/>
                    </a:cubicBezTo>
                    <a:cubicBezTo>
                      <a:pt x="18775" y="5548"/>
                      <a:pt x="6802" y="5567"/>
                      <a:pt x="201" y="4253"/>
                    </a:cubicBezTo>
                    <a:close/>
                  </a:path>
                </a:pathLst>
              </a:custGeom>
              <a:solidFill>
                <a:srgbClr val="CEA945"/>
              </a:solidFill>
              <a:ln cap="flat">
                <a:noFill/>
                <a:prstDash val="solid"/>
                <a:miter lim="800000"/>
              </a:ln>
            </p:spPr>
            <p:txBody>
              <a:bodyPr vert="horz" anchor="ctr" tIns="45720" lIns="91440" bIns="45720" rIns="91440"/>
              <a:p>
                <a:pPr algn="l" marL="0"/>
              </a:p>
            </p:txBody>
          </p:sp>
          <p:grpSp>
            <p:nvGrpSpPr>
              <p:cNvPr name="Group 94" id="94"/>
              <p:cNvGrpSpPr/>
              <p:nvPr/>
            </p:nvGrpSpPr>
            <p:grpSpPr>
              <a:xfrm>
                <a:off x="1315592" y="1669374"/>
                <a:ext cx="392220" cy="23539"/>
                <a:chOff x="1315592" y="1669374"/>
                <a:chExt cx="392220" cy="23539"/>
              </a:xfrm>
              <a:solidFill>
                <a:srgbClr val="CEA945"/>
              </a:solidFill>
            </p:grpSpPr>
            <p:sp>
              <p:nvSpPr>
                <p:cNvPr name="Freeform 95" id="95"/>
                <p:cNvSpPr/>
                <p:nvPr/>
              </p:nvSpPr>
              <p:spPr>
                <a:xfrm>
                  <a:off x="1315592" y="1669374"/>
                  <a:ext cx="97440" cy="5899"/>
                </a:xfrm>
                <a:custGeom>
                  <a:avLst/>
                  <a:gdLst/>
                  <a:ahLst/>
                  <a:cxnLst/>
                  <a:rect r="r" b="b" t="t" l="l"/>
                  <a:pathLst>
                    <a:path w="97440" h="5899" stroke="true" fill="norm" extrusionOk="true">
                      <a:moveTo>
                        <a:pt x="0" y="3540"/>
                      </a:moveTo>
                      <a:cubicBezTo>
                        <a:pt x="343" y="1854"/>
                        <a:pt x="2962" y="2682"/>
                        <a:pt x="4696" y="2368"/>
                      </a:cubicBezTo>
                      <a:cubicBezTo>
                        <a:pt x="12487" y="939"/>
                        <a:pt x="28156" y="777"/>
                        <a:pt x="39919" y="1196"/>
                      </a:cubicBezTo>
                      <a:cubicBezTo>
                        <a:pt x="39634" y="1187"/>
                        <a:pt x="40491" y="3130"/>
                        <a:pt x="41091" y="2368"/>
                      </a:cubicBezTo>
                      <a:cubicBezTo>
                        <a:pt x="42663" y="387"/>
                        <a:pt x="55597" y="653"/>
                        <a:pt x="61055" y="1196"/>
                      </a:cubicBezTo>
                      <a:cubicBezTo>
                        <a:pt x="61998" y="1292"/>
                        <a:pt x="62227" y="2511"/>
                        <a:pt x="63398" y="2368"/>
                      </a:cubicBezTo>
                      <a:cubicBezTo>
                        <a:pt x="64160" y="2282"/>
                        <a:pt x="64684" y="1196"/>
                        <a:pt x="64570" y="1196"/>
                      </a:cubicBezTo>
                      <a:cubicBezTo>
                        <a:pt x="68428" y="1168"/>
                        <a:pt x="72628" y="1396"/>
                        <a:pt x="76305" y="1196"/>
                      </a:cubicBezTo>
                      <a:cubicBezTo>
                        <a:pt x="83515" y="825"/>
                        <a:pt x="90707" y="-1299"/>
                        <a:pt x="97441" y="1196"/>
                      </a:cubicBezTo>
                      <a:cubicBezTo>
                        <a:pt x="96736" y="6616"/>
                        <a:pt x="89192" y="4387"/>
                        <a:pt x="83353" y="4721"/>
                      </a:cubicBezTo>
                      <a:cubicBezTo>
                        <a:pt x="80343" y="4892"/>
                        <a:pt x="76819" y="4673"/>
                        <a:pt x="73962" y="4721"/>
                      </a:cubicBezTo>
                      <a:cubicBezTo>
                        <a:pt x="72695" y="4740"/>
                        <a:pt x="73219" y="5806"/>
                        <a:pt x="72790" y="5892"/>
                      </a:cubicBezTo>
                      <a:cubicBezTo>
                        <a:pt x="72142" y="6016"/>
                        <a:pt x="69885" y="4616"/>
                        <a:pt x="68094" y="4721"/>
                      </a:cubicBezTo>
                      <a:cubicBezTo>
                        <a:pt x="59293" y="5235"/>
                        <a:pt x="51092" y="5378"/>
                        <a:pt x="41091" y="4721"/>
                      </a:cubicBezTo>
                      <a:cubicBezTo>
                        <a:pt x="39605" y="4625"/>
                        <a:pt x="37833" y="5054"/>
                        <a:pt x="36395" y="4721"/>
                      </a:cubicBezTo>
                      <a:cubicBezTo>
                        <a:pt x="35424" y="4492"/>
                        <a:pt x="35243" y="3597"/>
                        <a:pt x="34052" y="3549"/>
                      </a:cubicBezTo>
                      <a:cubicBezTo>
                        <a:pt x="34366" y="3568"/>
                        <a:pt x="33519" y="4721"/>
                        <a:pt x="32880" y="4721"/>
                      </a:cubicBezTo>
                      <a:cubicBezTo>
                        <a:pt x="31995" y="4721"/>
                        <a:pt x="31623" y="3559"/>
                        <a:pt x="31709" y="3549"/>
                      </a:cubicBezTo>
                      <a:cubicBezTo>
                        <a:pt x="30728" y="3625"/>
                        <a:pt x="30566" y="4778"/>
                        <a:pt x="29356" y="4721"/>
                      </a:cubicBezTo>
                      <a:cubicBezTo>
                        <a:pt x="28127" y="4663"/>
                        <a:pt x="28594" y="3635"/>
                        <a:pt x="28184" y="3549"/>
                      </a:cubicBezTo>
                      <a:cubicBezTo>
                        <a:pt x="27489" y="3416"/>
                        <a:pt x="25327" y="4882"/>
                        <a:pt x="23489" y="4721"/>
                      </a:cubicBezTo>
                      <a:cubicBezTo>
                        <a:pt x="23860" y="4749"/>
                        <a:pt x="22698" y="3644"/>
                        <a:pt x="22317" y="3549"/>
                      </a:cubicBezTo>
                      <a:cubicBezTo>
                        <a:pt x="16412" y="2073"/>
                        <a:pt x="8239" y="4616"/>
                        <a:pt x="0" y="3540"/>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6" id="96"/>
                <p:cNvSpPr/>
                <p:nvPr/>
              </p:nvSpPr>
              <p:spPr>
                <a:xfrm>
                  <a:off x="1676038" y="1687020"/>
                  <a:ext cx="31775" cy="5892"/>
                </a:xfrm>
                <a:custGeom>
                  <a:avLst/>
                  <a:gdLst/>
                  <a:ahLst/>
                  <a:cxnLst/>
                  <a:rect r="r" b="b" t="t" l="l"/>
                  <a:pathLst>
                    <a:path w="31775" h="5892" stroke="true" fill="norm" extrusionOk="true">
                      <a:moveTo>
                        <a:pt x="0" y="4686"/>
                      </a:moveTo>
                      <a:cubicBezTo>
                        <a:pt x="0" y="3515"/>
                        <a:pt x="0" y="2334"/>
                        <a:pt x="0" y="1172"/>
                      </a:cubicBezTo>
                      <a:cubicBezTo>
                        <a:pt x="9382" y="1162"/>
                        <a:pt x="19221" y="1600"/>
                        <a:pt x="27003" y="0"/>
                      </a:cubicBezTo>
                      <a:cubicBezTo>
                        <a:pt x="26165" y="3181"/>
                        <a:pt x="32537" y="-838"/>
                        <a:pt x="31699" y="2343"/>
                      </a:cubicBezTo>
                      <a:cubicBezTo>
                        <a:pt x="32347" y="5258"/>
                        <a:pt x="27575" y="5658"/>
                        <a:pt x="25832" y="5867"/>
                      </a:cubicBezTo>
                      <a:cubicBezTo>
                        <a:pt x="23898" y="6105"/>
                        <a:pt x="23822" y="4601"/>
                        <a:pt x="22308" y="4696"/>
                      </a:cubicBezTo>
                      <a:cubicBezTo>
                        <a:pt x="21355" y="4763"/>
                        <a:pt x="21136" y="6029"/>
                        <a:pt x="19955" y="5867"/>
                      </a:cubicBezTo>
                      <a:cubicBezTo>
                        <a:pt x="16602" y="5420"/>
                        <a:pt x="10249" y="3905"/>
                        <a:pt x="3524" y="4696"/>
                      </a:cubicBezTo>
                      <a:cubicBezTo>
                        <a:pt x="2343" y="4686"/>
                        <a:pt x="1172" y="4686"/>
                        <a:pt x="0" y="4686"/>
                      </a:cubicBezTo>
                      <a:close/>
                    </a:path>
                  </a:pathLst>
                </a:custGeom>
                <a:solidFill>
                  <a:srgbClr val="CEA945"/>
                </a:solidFill>
                <a:ln cap="flat">
                  <a:noFill/>
                  <a:prstDash val="solid"/>
                  <a:miter lim="800000"/>
                </a:ln>
              </p:spPr>
              <p:txBody>
                <a:bodyPr vert="horz" anchor="ctr" tIns="45720" lIns="91440" bIns="45720" rIns="91440"/>
                <a:p>
                  <a:pPr algn="l" marL="0"/>
                </a:p>
              </p:txBody>
            </p:sp>
          </p:grpSp>
          <p:grpSp>
            <p:nvGrpSpPr>
              <p:cNvPr name="Group 97" id="97"/>
              <p:cNvGrpSpPr/>
              <p:nvPr/>
            </p:nvGrpSpPr>
            <p:grpSpPr>
              <a:xfrm>
                <a:off x="1496364" y="1548722"/>
                <a:ext cx="419151" cy="128448"/>
                <a:chOff x="1496364" y="1548722"/>
                <a:chExt cx="419151" cy="128448"/>
              </a:xfrm>
              <a:solidFill>
                <a:srgbClr val="CEA945"/>
              </a:solidFill>
            </p:grpSpPr>
            <p:sp>
              <p:nvSpPr>
                <p:cNvPr name="Freeform 98" id="98"/>
                <p:cNvSpPr/>
                <p:nvPr/>
              </p:nvSpPr>
              <p:spPr>
                <a:xfrm>
                  <a:off x="1496364" y="1657640"/>
                  <a:ext cx="96320" cy="8333"/>
                </a:xfrm>
                <a:custGeom>
                  <a:avLst/>
                  <a:gdLst/>
                  <a:ahLst/>
                  <a:cxnLst/>
                  <a:rect r="r" b="b" t="t" l="l"/>
                  <a:pathLst>
                    <a:path w="96320" h="8333" stroke="true" fill="norm" extrusionOk="true">
                      <a:moveTo>
                        <a:pt x="42" y="2357"/>
                      </a:moveTo>
                      <a:cubicBezTo>
                        <a:pt x="-177" y="1367"/>
                        <a:pt x="499" y="1262"/>
                        <a:pt x="1213" y="1195"/>
                      </a:cubicBezTo>
                      <a:cubicBezTo>
                        <a:pt x="7243" y="-500"/>
                        <a:pt x="12920" y="795"/>
                        <a:pt x="19997" y="1195"/>
                      </a:cubicBezTo>
                      <a:cubicBezTo>
                        <a:pt x="20759" y="1234"/>
                        <a:pt x="25464" y="1681"/>
                        <a:pt x="25864" y="1195"/>
                      </a:cubicBezTo>
                      <a:cubicBezTo>
                        <a:pt x="27112" y="-338"/>
                        <a:pt x="26369" y="1415"/>
                        <a:pt x="28217" y="1195"/>
                      </a:cubicBezTo>
                      <a:cubicBezTo>
                        <a:pt x="29046" y="1091"/>
                        <a:pt x="29398" y="24"/>
                        <a:pt x="29389" y="24"/>
                      </a:cubicBezTo>
                      <a:cubicBezTo>
                        <a:pt x="30693" y="-43"/>
                        <a:pt x="31665" y="1557"/>
                        <a:pt x="35265" y="1195"/>
                      </a:cubicBezTo>
                      <a:cubicBezTo>
                        <a:pt x="35218" y="1195"/>
                        <a:pt x="35637" y="62"/>
                        <a:pt x="36437" y="24"/>
                      </a:cubicBezTo>
                      <a:cubicBezTo>
                        <a:pt x="40037" y="-167"/>
                        <a:pt x="43781" y="833"/>
                        <a:pt x="48181" y="1195"/>
                      </a:cubicBezTo>
                      <a:cubicBezTo>
                        <a:pt x="58392" y="2024"/>
                        <a:pt x="69660" y="386"/>
                        <a:pt x="79881" y="1195"/>
                      </a:cubicBezTo>
                      <a:cubicBezTo>
                        <a:pt x="82386" y="1386"/>
                        <a:pt x="86767" y="1729"/>
                        <a:pt x="89272" y="2357"/>
                      </a:cubicBezTo>
                      <a:cubicBezTo>
                        <a:pt x="91530" y="2939"/>
                        <a:pt x="92463" y="2453"/>
                        <a:pt x="93968" y="3529"/>
                      </a:cubicBezTo>
                      <a:cubicBezTo>
                        <a:pt x="94806" y="4129"/>
                        <a:pt x="94749" y="5977"/>
                        <a:pt x="96321" y="5882"/>
                      </a:cubicBezTo>
                      <a:cubicBezTo>
                        <a:pt x="94130" y="10425"/>
                        <a:pt x="90834" y="7311"/>
                        <a:pt x="85757" y="7053"/>
                      </a:cubicBezTo>
                      <a:cubicBezTo>
                        <a:pt x="83738" y="6958"/>
                        <a:pt x="80833" y="7244"/>
                        <a:pt x="78709" y="7053"/>
                      </a:cubicBezTo>
                      <a:cubicBezTo>
                        <a:pt x="69975" y="6272"/>
                        <a:pt x="55316" y="5139"/>
                        <a:pt x="47010" y="4701"/>
                      </a:cubicBezTo>
                      <a:cubicBezTo>
                        <a:pt x="43362" y="4510"/>
                        <a:pt x="39447" y="5606"/>
                        <a:pt x="35265" y="4701"/>
                      </a:cubicBezTo>
                      <a:cubicBezTo>
                        <a:pt x="33046" y="4224"/>
                        <a:pt x="34075" y="4120"/>
                        <a:pt x="31741" y="4701"/>
                      </a:cubicBezTo>
                      <a:cubicBezTo>
                        <a:pt x="30046" y="5129"/>
                        <a:pt x="28922" y="3653"/>
                        <a:pt x="27045" y="3529"/>
                      </a:cubicBezTo>
                      <a:cubicBezTo>
                        <a:pt x="26988" y="3529"/>
                        <a:pt x="25712" y="4872"/>
                        <a:pt x="24693" y="4701"/>
                      </a:cubicBezTo>
                      <a:cubicBezTo>
                        <a:pt x="24607" y="4691"/>
                        <a:pt x="24426" y="3577"/>
                        <a:pt x="23521" y="3529"/>
                      </a:cubicBezTo>
                      <a:cubicBezTo>
                        <a:pt x="17825" y="3234"/>
                        <a:pt x="5976" y="4034"/>
                        <a:pt x="42" y="235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9" id="99"/>
                <p:cNvSpPr/>
                <p:nvPr/>
              </p:nvSpPr>
              <p:spPr>
                <a:xfrm>
                  <a:off x="1519885" y="1555277"/>
                  <a:ext cx="87091" cy="16737"/>
                </a:xfrm>
                <a:custGeom>
                  <a:avLst/>
                  <a:gdLst/>
                  <a:ahLst/>
                  <a:cxnLst/>
                  <a:rect r="r" b="b" t="t" l="l"/>
                  <a:pathLst>
                    <a:path w="87091" h="16737" stroke="true" fill="norm" extrusionOk="true">
                      <a:moveTo>
                        <a:pt x="0" y="1412"/>
                      </a:moveTo>
                      <a:cubicBezTo>
                        <a:pt x="2381" y="-1560"/>
                        <a:pt x="11859" y="1021"/>
                        <a:pt x="16440" y="1412"/>
                      </a:cubicBezTo>
                      <a:cubicBezTo>
                        <a:pt x="24041" y="2060"/>
                        <a:pt x="30290" y="2507"/>
                        <a:pt x="37567" y="3765"/>
                      </a:cubicBezTo>
                      <a:cubicBezTo>
                        <a:pt x="38519" y="3927"/>
                        <a:pt x="38738" y="5003"/>
                        <a:pt x="39919" y="4936"/>
                      </a:cubicBezTo>
                      <a:cubicBezTo>
                        <a:pt x="39767" y="4946"/>
                        <a:pt x="40367" y="3803"/>
                        <a:pt x="41091" y="3765"/>
                      </a:cubicBezTo>
                      <a:cubicBezTo>
                        <a:pt x="41510" y="3746"/>
                        <a:pt x="43625" y="4660"/>
                        <a:pt x="44615" y="4936"/>
                      </a:cubicBezTo>
                      <a:cubicBezTo>
                        <a:pt x="45015" y="5041"/>
                        <a:pt x="46730" y="4650"/>
                        <a:pt x="46958" y="4936"/>
                      </a:cubicBezTo>
                      <a:cubicBezTo>
                        <a:pt x="48349" y="6632"/>
                        <a:pt x="55397" y="6365"/>
                        <a:pt x="59874" y="7279"/>
                      </a:cubicBezTo>
                      <a:cubicBezTo>
                        <a:pt x="60055" y="7317"/>
                        <a:pt x="60065" y="8403"/>
                        <a:pt x="61046" y="8451"/>
                      </a:cubicBezTo>
                      <a:cubicBezTo>
                        <a:pt x="62494" y="8527"/>
                        <a:pt x="64351" y="8089"/>
                        <a:pt x="65742" y="8451"/>
                      </a:cubicBezTo>
                      <a:cubicBezTo>
                        <a:pt x="66046" y="8537"/>
                        <a:pt x="65837" y="9565"/>
                        <a:pt x="66913" y="9623"/>
                      </a:cubicBezTo>
                      <a:cubicBezTo>
                        <a:pt x="68818" y="9727"/>
                        <a:pt x="68913" y="10527"/>
                        <a:pt x="70437" y="10794"/>
                      </a:cubicBezTo>
                      <a:cubicBezTo>
                        <a:pt x="76019" y="11775"/>
                        <a:pt x="82563" y="9003"/>
                        <a:pt x="86868" y="14318"/>
                      </a:cubicBezTo>
                      <a:cubicBezTo>
                        <a:pt x="88049" y="17843"/>
                        <a:pt x="84258" y="16395"/>
                        <a:pt x="82182" y="16662"/>
                      </a:cubicBezTo>
                      <a:cubicBezTo>
                        <a:pt x="75190" y="15118"/>
                        <a:pt x="68228" y="13366"/>
                        <a:pt x="61046" y="11975"/>
                      </a:cubicBezTo>
                      <a:cubicBezTo>
                        <a:pt x="58798" y="11537"/>
                        <a:pt x="57588" y="11518"/>
                        <a:pt x="55178" y="10804"/>
                      </a:cubicBezTo>
                      <a:cubicBezTo>
                        <a:pt x="51768" y="9803"/>
                        <a:pt x="45196" y="9489"/>
                        <a:pt x="39910" y="8451"/>
                      </a:cubicBezTo>
                      <a:cubicBezTo>
                        <a:pt x="39748" y="8422"/>
                        <a:pt x="39710" y="7336"/>
                        <a:pt x="38738" y="7279"/>
                      </a:cubicBezTo>
                      <a:cubicBezTo>
                        <a:pt x="38300" y="7260"/>
                        <a:pt x="35462" y="7584"/>
                        <a:pt x="35214" y="7279"/>
                      </a:cubicBezTo>
                      <a:cubicBezTo>
                        <a:pt x="33357" y="5012"/>
                        <a:pt x="23498" y="5660"/>
                        <a:pt x="18774" y="4936"/>
                      </a:cubicBezTo>
                      <a:cubicBezTo>
                        <a:pt x="18698" y="4917"/>
                        <a:pt x="18507" y="3812"/>
                        <a:pt x="17602" y="3765"/>
                      </a:cubicBezTo>
                      <a:cubicBezTo>
                        <a:pt x="15707" y="3660"/>
                        <a:pt x="15602" y="2888"/>
                        <a:pt x="14088" y="2593"/>
                      </a:cubicBezTo>
                      <a:cubicBezTo>
                        <a:pt x="14516" y="2679"/>
                        <a:pt x="13430" y="4422"/>
                        <a:pt x="12916" y="3765"/>
                      </a:cubicBezTo>
                      <a:cubicBezTo>
                        <a:pt x="11249" y="1669"/>
                        <a:pt x="4582" y="3012"/>
                        <a:pt x="0" y="1412"/>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100" id="100"/>
                <p:cNvSpPr/>
                <p:nvPr/>
              </p:nvSpPr>
              <p:spPr>
                <a:xfrm>
                  <a:off x="1570325" y="1608961"/>
                  <a:ext cx="32941" cy="6738"/>
                </a:xfrm>
                <a:custGeom>
                  <a:avLst/>
                  <a:gdLst/>
                  <a:ahLst/>
                  <a:cxnLst/>
                  <a:rect r="r" b="b" t="t" l="l"/>
                  <a:pathLst>
                    <a:path w="32941" h="6738" stroke="true" fill="norm" extrusionOk="true">
                      <a:moveTo>
                        <a:pt x="42" y="2907"/>
                      </a:moveTo>
                      <a:cubicBezTo>
                        <a:pt x="-177" y="1916"/>
                        <a:pt x="499" y="1811"/>
                        <a:pt x="1213" y="1744"/>
                      </a:cubicBezTo>
                      <a:cubicBezTo>
                        <a:pt x="2156" y="1059"/>
                        <a:pt x="3118" y="602"/>
                        <a:pt x="4738" y="573"/>
                      </a:cubicBezTo>
                      <a:cubicBezTo>
                        <a:pt x="4414" y="573"/>
                        <a:pt x="5328" y="2478"/>
                        <a:pt x="5909" y="1744"/>
                      </a:cubicBezTo>
                      <a:cubicBezTo>
                        <a:pt x="7081" y="278"/>
                        <a:pt x="10500" y="2126"/>
                        <a:pt x="11777" y="573"/>
                      </a:cubicBezTo>
                      <a:cubicBezTo>
                        <a:pt x="12729" y="-599"/>
                        <a:pt x="13482" y="354"/>
                        <a:pt x="17644" y="573"/>
                      </a:cubicBezTo>
                      <a:cubicBezTo>
                        <a:pt x="22330" y="811"/>
                        <a:pt x="30722" y="-513"/>
                        <a:pt x="32913" y="4088"/>
                      </a:cubicBezTo>
                      <a:cubicBezTo>
                        <a:pt x="33522" y="9193"/>
                        <a:pt x="24340" y="5373"/>
                        <a:pt x="22350" y="5259"/>
                      </a:cubicBezTo>
                      <a:cubicBezTo>
                        <a:pt x="21597" y="5221"/>
                        <a:pt x="20740" y="5402"/>
                        <a:pt x="19997" y="5259"/>
                      </a:cubicBezTo>
                      <a:cubicBezTo>
                        <a:pt x="15806" y="4459"/>
                        <a:pt x="5366" y="4173"/>
                        <a:pt x="42" y="290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101" id="101"/>
                <p:cNvSpPr/>
                <p:nvPr/>
              </p:nvSpPr>
              <p:spPr>
                <a:xfrm>
                  <a:off x="1667776" y="1670257"/>
                  <a:ext cx="176435" cy="6913"/>
                </a:xfrm>
                <a:custGeom>
                  <a:avLst/>
                  <a:gdLst/>
                  <a:ahLst/>
                  <a:cxnLst/>
                  <a:rect r="r" b="b" t="t" l="l"/>
                  <a:pathLst>
                    <a:path w="176435" h="6913" stroke="true" fill="norm" extrusionOk="true">
                      <a:moveTo>
                        <a:pt x="42" y="3837"/>
                      </a:moveTo>
                      <a:cubicBezTo>
                        <a:pt x="-177" y="2847"/>
                        <a:pt x="499" y="2732"/>
                        <a:pt x="1213" y="2666"/>
                      </a:cubicBezTo>
                      <a:cubicBezTo>
                        <a:pt x="-15" y="523"/>
                        <a:pt x="5909" y="1837"/>
                        <a:pt x="8252" y="1494"/>
                      </a:cubicBezTo>
                      <a:cubicBezTo>
                        <a:pt x="16339" y="323"/>
                        <a:pt x="33389" y="-477"/>
                        <a:pt x="45819" y="323"/>
                      </a:cubicBezTo>
                      <a:cubicBezTo>
                        <a:pt x="46934" y="399"/>
                        <a:pt x="48267" y="94"/>
                        <a:pt x="49343" y="323"/>
                      </a:cubicBezTo>
                      <a:cubicBezTo>
                        <a:pt x="50305" y="532"/>
                        <a:pt x="50505" y="1504"/>
                        <a:pt x="51696" y="1494"/>
                      </a:cubicBezTo>
                      <a:cubicBezTo>
                        <a:pt x="51410" y="1494"/>
                        <a:pt x="52239" y="361"/>
                        <a:pt x="52868" y="323"/>
                      </a:cubicBezTo>
                      <a:cubicBezTo>
                        <a:pt x="55706" y="180"/>
                        <a:pt x="59354" y="180"/>
                        <a:pt x="63431" y="323"/>
                      </a:cubicBezTo>
                      <a:cubicBezTo>
                        <a:pt x="74289" y="713"/>
                        <a:pt x="84386" y="1494"/>
                        <a:pt x="95130" y="1494"/>
                      </a:cubicBezTo>
                      <a:cubicBezTo>
                        <a:pt x="103045" y="1494"/>
                        <a:pt x="111180" y="2466"/>
                        <a:pt x="119790" y="1494"/>
                      </a:cubicBezTo>
                      <a:cubicBezTo>
                        <a:pt x="123095" y="1123"/>
                        <a:pt x="123610" y="694"/>
                        <a:pt x="126829" y="1494"/>
                      </a:cubicBezTo>
                      <a:cubicBezTo>
                        <a:pt x="126982" y="1532"/>
                        <a:pt x="138916" y="2504"/>
                        <a:pt x="139745" y="1494"/>
                      </a:cubicBezTo>
                      <a:cubicBezTo>
                        <a:pt x="140612" y="437"/>
                        <a:pt x="142307" y="66"/>
                        <a:pt x="144441" y="323"/>
                      </a:cubicBezTo>
                      <a:cubicBezTo>
                        <a:pt x="144203" y="294"/>
                        <a:pt x="144993" y="2285"/>
                        <a:pt x="145613" y="1494"/>
                      </a:cubicBezTo>
                      <a:cubicBezTo>
                        <a:pt x="146565" y="304"/>
                        <a:pt x="148708" y="351"/>
                        <a:pt x="152652" y="323"/>
                      </a:cubicBezTo>
                      <a:cubicBezTo>
                        <a:pt x="152423" y="332"/>
                        <a:pt x="153128" y="1494"/>
                        <a:pt x="153823" y="1494"/>
                      </a:cubicBezTo>
                      <a:cubicBezTo>
                        <a:pt x="154061" y="1494"/>
                        <a:pt x="156662" y="-525"/>
                        <a:pt x="157347" y="323"/>
                      </a:cubicBezTo>
                      <a:cubicBezTo>
                        <a:pt x="158319" y="1513"/>
                        <a:pt x="158500" y="380"/>
                        <a:pt x="160871" y="323"/>
                      </a:cubicBezTo>
                      <a:cubicBezTo>
                        <a:pt x="160548" y="332"/>
                        <a:pt x="161453" y="2237"/>
                        <a:pt x="162034" y="1494"/>
                      </a:cubicBezTo>
                      <a:cubicBezTo>
                        <a:pt x="163519" y="-363"/>
                        <a:pt x="171911" y="-115"/>
                        <a:pt x="176131" y="1494"/>
                      </a:cubicBezTo>
                      <a:cubicBezTo>
                        <a:pt x="178493" y="7419"/>
                        <a:pt x="166415" y="2552"/>
                        <a:pt x="164386" y="5019"/>
                      </a:cubicBezTo>
                      <a:cubicBezTo>
                        <a:pt x="164329" y="5095"/>
                        <a:pt x="164453" y="6181"/>
                        <a:pt x="164386" y="6190"/>
                      </a:cubicBezTo>
                      <a:cubicBezTo>
                        <a:pt x="151089" y="7819"/>
                        <a:pt x="135716" y="6190"/>
                        <a:pt x="120952" y="6190"/>
                      </a:cubicBezTo>
                      <a:cubicBezTo>
                        <a:pt x="110522" y="6190"/>
                        <a:pt x="100445" y="6428"/>
                        <a:pt x="89253" y="6190"/>
                      </a:cubicBezTo>
                      <a:cubicBezTo>
                        <a:pt x="88520" y="6171"/>
                        <a:pt x="85024" y="6657"/>
                        <a:pt x="84557" y="6190"/>
                      </a:cubicBezTo>
                      <a:cubicBezTo>
                        <a:pt x="83376" y="5009"/>
                        <a:pt x="83557" y="6295"/>
                        <a:pt x="81033" y="6190"/>
                      </a:cubicBezTo>
                      <a:cubicBezTo>
                        <a:pt x="70346" y="5752"/>
                        <a:pt x="61383" y="5190"/>
                        <a:pt x="49334" y="5019"/>
                      </a:cubicBezTo>
                      <a:cubicBezTo>
                        <a:pt x="49019" y="5009"/>
                        <a:pt x="47153" y="5228"/>
                        <a:pt x="46981" y="5019"/>
                      </a:cubicBezTo>
                      <a:cubicBezTo>
                        <a:pt x="45924" y="3723"/>
                        <a:pt x="45495" y="5000"/>
                        <a:pt x="41114" y="5019"/>
                      </a:cubicBezTo>
                      <a:cubicBezTo>
                        <a:pt x="34084" y="5047"/>
                        <a:pt x="26588" y="4838"/>
                        <a:pt x="19978" y="5019"/>
                      </a:cubicBezTo>
                      <a:cubicBezTo>
                        <a:pt x="14225" y="5171"/>
                        <a:pt x="8767" y="6714"/>
                        <a:pt x="3547" y="5019"/>
                      </a:cubicBezTo>
                      <a:cubicBezTo>
                        <a:pt x="1671" y="5342"/>
                        <a:pt x="1547" y="3904"/>
                        <a:pt x="42" y="383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102" id="102"/>
                <p:cNvSpPr/>
                <p:nvPr/>
              </p:nvSpPr>
              <p:spPr>
                <a:xfrm>
                  <a:off x="1672513" y="1643750"/>
                  <a:ext cx="75133" cy="7242"/>
                </a:xfrm>
                <a:custGeom>
                  <a:avLst/>
                  <a:gdLst/>
                  <a:ahLst/>
                  <a:cxnLst/>
                  <a:rect r="r" b="b" t="t" l="l"/>
                  <a:pathLst>
                    <a:path w="75133" h="7242" stroke="true" fill="norm" extrusionOk="true">
                      <a:moveTo>
                        <a:pt x="0" y="5693"/>
                      </a:moveTo>
                      <a:cubicBezTo>
                        <a:pt x="2200" y="921"/>
                        <a:pt x="9325" y="4427"/>
                        <a:pt x="15259" y="3341"/>
                      </a:cubicBezTo>
                      <a:cubicBezTo>
                        <a:pt x="16402" y="3131"/>
                        <a:pt x="17012" y="2150"/>
                        <a:pt x="18783" y="2169"/>
                      </a:cubicBezTo>
                      <a:cubicBezTo>
                        <a:pt x="20831" y="2188"/>
                        <a:pt x="22784" y="3188"/>
                        <a:pt x="24651" y="3341"/>
                      </a:cubicBezTo>
                      <a:cubicBezTo>
                        <a:pt x="29280" y="3712"/>
                        <a:pt x="32633" y="2636"/>
                        <a:pt x="37567" y="2169"/>
                      </a:cubicBezTo>
                      <a:cubicBezTo>
                        <a:pt x="44282" y="1531"/>
                        <a:pt x="52321" y="2607"/>
                        <a:pt x="58693" y="2169"/>
                      </a:cubicBezTo>
                      <a:cubicBezTo>
                        <a:pt x="64218" y="1788"/>
                        <a:pt x="73838" y="-3755"/>
                        <a:pt x="75133" y="4522"/>
                      </a:cubicBezTo>
                      <a:cubicBezTo>
                        <a:pt x="70895" y="6036"/>
                        <a:pt x="65932" y="4589"/>
                        <a:pt x="59874" y="5693"/>
                      </a:cubicBezTo>
                      <a:cubicBezTo>
                        <a:pt x="58750" y="5893"/>
                        <a:pt x="58074" y="6751"/>
                        <a:pt x="56350" y="6856"/>
                      </a:cubicBezTo>
                      <a:cubicBezTo>
                        <a:pt x="46406" y="7484"/>
                        <a:pt x="35690" y="6875"/>
                        <a:pt x="25822" y="6856"/>
                      </a:cubicBezTo>
                      <a:cubicBezTo>
                        <a:pt x="25851" y="6856"/>
                        <a:pt x="25613" y="5493"/>
                        <a:pt x="24651" y="5693"/>
                      </a:cubicBezTo>
                      <a:cubicBezTo>
                        <a:pt x="24575" y="5703"/>
                        <a:pt x="24317" y="6751"/>
                        <a:pt x="23479" y="6856"/>
                      </a:cubicBezTo>
                      <a:cubicBezTo>
                        <a:pt x="17469" y="7656"/>
                        <a:pt x="6467" y="7189"/>
                        <a:pt x="0" y="569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103" id="103"/>
                <p:cNvSpPr/>
                <p:nvPr/>
              </p:nvSpPr>
              <p:spPr>
                <a:xfrm>
                  <a:off x="1695992" y="1581358"/>
                  <a:ext cx="219522" cy="10851"/>
                </a:xfrm>
                <a:custGeom>
                  <a:avLst/>
                  <a:gdLst/>
                  <a:ahLst/>
                  <a:cxnLst/>
                  <a:rect r="r" b="b" t="t" l="l"/>
                  <a:pathLst>
                    <a:path w="219522" h="10851" stroke="true" fill="norm" extrusionOk="true">
                      <a:moveTo>
                        <a:pt x="0" y="9383"/>
                      </a:moveTo>
                      <a:cubicBezTo>
                        <a:pt x="0" y="8211"/>
                        <a:pt x="0" y="7030"/>
                        <a:pt x="0" y="5859"/>
                      </a:cubicBezTo>
                      <a:cubicBezTo>
                        <a:pt x="7229" y="5535"/>
                        <a:pt x="13745" y="4087"/>
                        <a:pt x="22308" y="4687"/>
                      </a:cubicBezTo>
                      <a:cubicBezTo>
                        <a:pt x="22403" y="4697"/>
                        <a:pt x="22431" y="6068"/>
                        <a:pt x="23479" y="5859"/>
                      </a:cubicBezTo>
                      <a:cubicBezTo>
                        <a:pt x="23746" y="5801"/>
                        <a:pt x="23517" y="4601"/>
                        <a:pt x="24651" y="4687"/>
                      </a:cubicBezTo>
                      <a:cubicBezTo>
                        <a:pt x="24613" y="4687"/>
                        <a:pt x="24965" y="5859"/>
                        <a:pt x="25822" y="5859"/>
                      </a:cubicBezTo>
                      <a:cubicBezTo>
                        <a:pt x="26708" y="5859"/>
                        <a:pt x="27079" y="4697"/>
                        <a:pt x="26994" y="4687"/>
                      </a:cubicBezTo>
                      <a:cubicBezTo>
                        <a:pt x="28223" y="4773"/>
                        <a:pt x="29432" y="6897"/>
                        <a:pt x="32861" y="5859"/>
                      </a:cubicBezTo>
                      <a:cubicBezTo>
                        <a:pt x="33061" y="5792"/>
                        <a:pt x="35728" y="3877"/>
                        <a:pt x="36385" y="4687"/>
                      </a:cubicBezTo>
                      <a:cubicBezTo>
                        <a:pt x="37633" y="6211"/>
                        <a:pt x="36719" y="4744"/>
                        <a:pt x="37557" y="4687"/>
                      </a:cubicBezTo>
                      <a:cubicBezTo>
                        <a:pt x="44806" y="4192"/>
                        <a:pt x="52616" y="4897"/>
                        <a:pt x="61046" y="4687"/>
                      </a:cubicBezTo>
                      <a:cubicBezTo>
                        <a:pt x="60750" y="4697"/>
                        <a:pt x="61617" y="2763"/>
                        <a:pt x="62217" y="3516"/>
                      </a:cubicBezTo>
                      <a:cubicBezTo>
                        <a:pt x="62941" y="4430"/>
                        <a:pt x="64922" y="5192"/>
                        <a:pt x="66913" y="4687"/>
                      </a:cubicBezTo>
                      <a:cubicBezTo>
                        <a:pt x="68047" y="4401"/>
                        <a:pt x="69523" y="2877"/>
                        <a:pt x="71609" y="3516"/>
                      </a:cubicBezTo>
                      <a:cubicBezTo>
                        <a:pt x="72018" y="3639"/>
                        <a:pt x="73133" y="4697"/>
                        <a:pt x="72780" y="4687"/>
                      </a:cubicBezTo>
                      <a:cubicBezTo>
                        <a:pt x="74857" y="4763"/>
                        <a:pt x="75286" y="3592"/>
                        <a:pt x="77476" y="3516"/>
                      </a:cubicBezTo>
                      <a:cubicBezTo>
                        <a:pt x="80048" y="3430"/>
                        <a:pt x="83658" y="4487"/>
                        <a:pt x="86868" y="3516"/>
                      </a:cubicBezTo>
                      <a:cubicBezTo>
                        <a:pt x="87249" y="3401"/>
                        <a:pt x="88430" y="2344"/>
                        <a:pt x="88040" y="2344"/>
                      </a:cubicBezTo>
                      <a:cubicBezTo>
                        <a:pt x="91516" y="2287"/>
                        <a:pt x="94917" y="3363"/>
                        <a:pt x="98612" y="3516"/>
                      </a:cubicBezTo>
                      <a:cubicBezTo>
                        <a:pt x="108042" y="3915"/>
                        <a:pt x="117805" y="2801"/>
                        <a:pt x="127968" y="2344"/>
                      </a:cubicBezTo>
                      <a:cubicBezTo>
                        <a:pt x="137798" y="1906"/>
                        <a:pt x="147037" y="1144"/>
                        <a:pt x="158496" y="1172"/>
                      </a:cubicBezTo>
                      <a:cubicBezTo>
                        <a:pt x="158191" y="1172"/>
                        <a:pt x="159077" y="3096"/>
                        <a:pt x="159668" y="2344"/>
                      </a:cubicBezTo>
                      <a:cubicBezTo>
                        <a:pt x="161239" y="372"/>
                        <a:pt x="171888" y="915"/>
                        <a:pt x="177279" y="1172"/>
                      </a:cubicBezTo>
                      <a:cubicBezTo>
                        <a:pt x="177546" y="1191"/>
                        <a:pt x="178451" y="2801"/>
                        <a:pt x="179632" y="2344"/>
                      </a:cubicBezTo>
                      <a:cubicBezTo>
                        <a:pt x="180118" y="2163"/>
                        <a:pt x="179527" y="1125"/>
                        <a:pt x="180804" y="1172"/>
                      </a:cubicBezTo>
                      <a:cubicBezTo>
                        <a:pt x="182642" y="1249"/>
                        <a:pt x="182880" y="2372"/>
                        <a:pt x="184318" y="2344"/>
                      </a:cubicBezTo>
                      <a:cubicBezTo>
                        <a:pt x="185271" y="2325"/>
                        <a:pt x="187128" y="1344"/>
                        <a:pt x="189014" y="1172"/>
                      </a:cubicBezTo>
                      <a:cubicBezTo>
                        <a:pt x="189909" y="1096"/>
                        <a:pt x="198320" y="2430"/>
                        <a:pt x="199577" y="1172"/>
                      </a:cubicBezTo>
                      <a:cubicBezTo>
                        <a:pt x="200749" y="-9"/>
                        <a:pt x="200568" y="1277"/>
                        <a:pt x="203092" y="1172"/>
                      </a:cubicBezTo>
                      <a:cubicBezTo>
                        <a:pt x="205159" y="1096"/>
                        <a:pt x="205645" y="239"/>
                        <a:pt x="207788" y="10"/>
                      </a:cubicBezTo>
                      <a:cubicBezTo>
                        <a:pt x="207550" y="29"/>
                        <a:pt x="208159" y="1334"/>
                        <a:pt x="208959" y="1172"/>
                      </a:cubicBezTo>
                      <a:cubicBezTo>
                        <a:pt x="209169" y="1134"/>
                        <a:pt x="209093" y="20"/>
                        <a:pt x="210131" y="10"/>
                      </a:cubicBezTo>
                      <a:cubicBezTo>
                        <a:pt x="213589" y="-37"/>
                        <a:pt x="216379" y="39"/>
                        <a:pt x="219523" y="1172"/>
                      </a:cubicBezTo>
                      <a:cubicBezTo>
                        <a:pt x="219008" y="7164"/>
                        <a:pt x="212769" y="4039"/>
                        <a:pt x="207778" y="4697"/>
                      </a:cubicBezTo>
                      <a:cubicBezTo>
                        <a:pt x="206007" y="4935"/>
                        <a:pt x="205683" y="5773"/>
                        <a:pt x="204254" y="5868"/>
                      </a:cubicBezTo>
                      <a:cubicBezTo>
                        <a:pt x="204625" y="5840"/>
                        <a:pt x="203682" y="4697"/>
                        <a:pt x="203083" y="4697"/>
                      </a:cubicBezTo>
                      <a:cubicBezTo>
                        <a:pt x="202168" y="4697"/>
                        <a:pt x="200577" y="5735"/>
                        <a:pt x="197215" y="5868"/>
                      </a:cubicBezTo>
                      <a:cubicBezTo>
                        <a:pt x="197520" y="5859"/>
                        <a:pt x="196691" y="4697"/>
                        <a:pt x="196044" y="4697"/>
                      </a:cubicBezTo>
                      <a:cubicBezTo>
                        <a:pt x="195091" y="4697"/>
                        <a:pt x="193586" y="5792"/>
                        <a:pt x="190176" y="5868"/>
                      </a:cubicBezTo>
                      <a:cubicBezTo>
                        <a:pt x="182928" y="6030"/>
                        <a:pt x="174107" y="6221"/>
                        <a:pt x="167869" y="7040"/>
                      </a:cubicBezTo>
                      <a:cubicBezTo>
                        <a:pt x="166383" y="7230"/>
                        <a:pt x="164668" y="7078"/>
                        <a:pt x="163163" y="7040"/>
                      </a:cubicBezTo>
                      <a:cubicBezTo>
                        <a:pt x="160506" y="6964"/>
                        <a:pt x="160877" y="4963"/>
                        <a:pt x="157296" y="5868"/>
                      </a:cubicBezTo>
                      <a:cubicBezTo>
                        <a:pt x="148152" y="8154"/>
                        <a:pt x="128425" y="7278"/>
                        <a:pt x="115024" y="8221"/>
                      </a:cubicBezTo>
                      <a:cubicBezTo>
                        <a:pt x="114929" y="8221"/>
                        <a:pt x="114910" y="9602"/>
                        <a:pt x="113862" y="9392"/>
                      </a:cubicBezTo>
                      <a:cubicBezTo>
                        <a:pt x="113633" y="9345"/>
                        <a:pt x="113747" y="8211"/>
                        <a:pt x="112690" y="8221"/>
                      </a:cubicBezTo>
                      <a:cubicBezTo>
                        <a:pt x="110652" y="8240"/>
                        <a:pt x="108271" y="7564"/>
                        <a:pt x="105642" y="8221"/>
                      </a:cubicBezTo>
                      <a:cubicBezTo>
                        <a:pt x="103013" y="8878"/>
                        <a:pt x="105023" y="8754"/>
                        <a:pt x="100955" y="8221"/>
                      </a:cubicBezTo>
                      <a:cubicBezTo>
                        <a:pt x="97412" y="7754"/>
                        <a:pt x="87373" y="7002"/>
                        <a:pt x="82172" y="8221"/>
                      </a:cubicBezTo>
                      <a:cubicBezTo>
                        <a:pt x="80715" y="8564"/>
                        <a:pt x="79953" y="9973"/>
                        <a:pt x="76295" y="9392"/>
                      </a:cubicBezTo>
                      <a:cubicBezTo>
                        <a:pt x="76524" y="9421"/>
                        <a:pt x="75762" y="7421"/>
                        <a:pt x="75124" y="8221"/>
                      </a:cubicBezTo>
                      <a:cubicBezTo>
                        <a:pt x="72219" y="11850"/>
                        <a:pt x="45120" y="8564"/>
                        <a:pt x="37557" y="9392"/>
                      </a:cubicBezTo>
                      <a:cubicBezTo>
                        <a:pt x="34728" y="9697"/>
                        <a:pt x="33328" y="11564"/>
                        <a:pt x="29337" y="10554"/>
                      </a:cubicBezTo>
                      <a:cubicBezTo>
                        <a:pt x="28842" y="10431"/>
                        <a:pt x="27880" y="9383"/>
                        <a:pt x="28165" y="9392"/>
                      </a:cubicBezTo>
                      <a:cubicBezTo>
                        <a:pt x="27222" y="9364"/>
                        <a:pt x="26289" y="10650"/>
                        <a:pt x="24651" y="10554"/>
                      </a:cubicBezTo>
                      <a:cubicBezTo>
                        <a:pt x="23650" y="10507"/>
                        <a:pt x="22774" y="9421"/>
                        <a:pt x="21126" y="9392"/>
                      </a:cubicBezTo>
                      <a:cubicBezTo>
                        <a:pt x="21450" y="9392"/>
                        <a:pt x="20536" y="11297"/>
                        <a:pt x="19955" y="10554"/>
                      </a:cubicBezTo>
                      <a:cubicBezTo>
                        <a:pt x="18240" y="8421"/>
                        <a:pt x="8896" y="9726"/>
                        <a:pt x="3524" y="9392"/>
                      </a:cubicBezTo>
                      <a:cubicBezTo>
                        <a:pt x="2353" y="9383"/>
                        <a:pt x="1181" y="9383"/>
                        <a:pt x="0" y="938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104" id="104"/>
                <p:cNvSpPr/>
                <p:nvPr/>
              </p:nvSpPr>
              <p:spPr>
                <a:xfrm>
                  <a:off x="1773488" y="1548722"/>
                  <a:ext cx="62217" cy="10826"/>
                </a:xfrm>
                <a:custGeom>
                  <a:avLst/>
                  <a:gdLst/>
                  <a:ahLst/>
                  <a:cxnLst/>
                  <a:rect r="r" b="b" t="t" l="l"/>
                  <a:pathLst>
                    <a:path w="62217" h="10826" stroke="true" fill="norm" extrusionOk="true">
                      <a:moveTo>
                        <a:pt x="0" y="10310"/>
                      </a:moveTo>
                      <a:cubicBezTo>
                        <a:pt x="-28" y="7043"/>
                        <a:pt x="4001" y="8119"/>
                        <a:pt x="7049" y="6786"/>
                      </a:cubicBezTo>
                      <a:cubicBezTo>
                        <a:pt x="7620" y="6538"/>
                        <a:pt x="8973" y="4567"/>
                        <a:pt x="9392" y="4433"/>
                      </a:cubicBezTo>
                      <a:cubicBezTo>
                        <a:pt x="10316" y="4167"/>
                        <a:pt x="13449" y="5081"/>
                        <a:pt x="14088" y="4433"/>
                      </a:cubicBezTo>
                      <a:cubicBezTo>
                        <a:pt x="15478" y="3043"/>
                        <a:pt x="14488" y="4671"/>
                        <a:pt x="16440" y="4433"/>
                      </a:cubicBezTo>
                      <a:cubicBezTo>
                        <a:pt x="17393" y="4319"/>
                        <a:pt x="17460" y="3281"/>
                        <a:pt x="17602" y="3271"/>
                      </a:cubicBezTo>
                      <a:cubicBezTo>
                        <a:pt x="19536" y="3033"/>
                        <a:pt x="21546" y="3500"/>
                        <a:pt x="23479" y="3271"/>
                      </a:cubicBezTo>
                      <a:cubicBezTo>
                        <a:pt x="27232" y="2804"/>
                        <a:pt x="32719" y="2490"/>
                        <a:pt x="39910" y="2100"/>
                      </a:cubicBezTo>
                      <a:cubicBezTo>
                        <a:pt x="39862" y="2100"/>
                        <a:pt x="42406" y="-120"/>
                        <a:pt x="43434" y="928"/>
                      </a:cubicBezTo>
                      <a:cubicBezTo>
                        <a:pt x="45196" y="2690"/>
                        <a:pt x="44863" y="1033"/>
                        <a:pt x="46949" y="928"/>
                      </a:cubicBezTo>
                      <a:cubicBezTo>
                        <a:pt x="52559" y="633"/>
                        <a:pt x="62075" y="-2415"/>
                        <a:pt x="62218" y="4443"/>
                      </a:cubicBezTo>
                      <a:cubicBezTo>
                        <a:pt x="57255" y="6729"/>
                        <a:pt x="51207" y="5291"/>
                        <a:pt x="45787" y="5614"/>
                      </a:cubicBezTo>
                      <a:cubicBezTo>
                        <a:pt x="43529" y="5748"/>
                        <a:pt x="42234" y="6605"/>
                        <a:pt x="39910" y="6786"/>
                      </a:cubicBezTo>
                      <a:cubicBezTo>
                        <a:pt x="36014" y="7091"/>
                        <a:pt x="31814" y="6557"/>
                        <a:pt x="28166" y="6786"/>
                      </a:cubicBezTo>
                      <a:cubicBezTo>
                        <a:pt x="19317" y="7348"/>
                        <a:pt x="11535" y="9367"/>
                        <a:pt x="4686" y="10310"/>
                      </a:cubicBezTo>
                      <a:cubicBezTo>
                        <a:pt x="3039" y="10539"/>
                        <a:pt x="1562" y="11348"/>
                        <a:pt x="0" y="10310"/>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105" id="105"/>
                <p:cNvSpPr/>
                <p:nvPr/>
              </p:nvSpPr>
              <p:spPr>
                <a:xfrm>
                  <a:off x="1498777" y="1643025"/>
                  <a:ext cx="101508" cy="11276"/>
                </a:xfrm>
                <a:custGeom>
                  <a:avLst/>
                  <a:gdLst/>
                  <a:ahLst/>
                  <a:cxnLst/>
                  <a:rect r="r" b="b" t="t" l="l"/>
                  <a:pathLst>
                    <a:path w="101508" h="11276" stroke="true" fill="norm" extrusionOk="true">
                      <a:moveTo>
                        <a:pt x="101146" y="9133"/>
                      </a:moveTo>
                      <a:cubicBezTo>
                        <a:pt x="101232" y="8895"/>
                        <a:pt x="101375" y="8724"/>
                        <a:pt x="101508" y="8543"/>
                      </a:cubicBezTo>
                      <a:cubicBezTo>
                        <a:pt x="99089" y="7571"/>
                        <a:pt x="96422" y="6866"/>
                        <a:pt x="93907" y="6419"/>
                      </a:cubicBezTo>
                      <a:cubicBezTo>
                        <a:pt x="92221" y="6124"/>
                        <a:pt x="91354" y="7638"/>
                        <a:pt x="90383" y="7581"/>
                      </a:cubicBezTo>
                      <a:cubicBezTo>
                        <a:pt x="89478" y="7533"/>
                        <a:pt x="89297" y="6428"/>
                        <a:pt x="89211" y="6419"/>
                      </a:cubicBezTo>
                      <a:cubicBezTo>
                        <a:pt x="83925" y="5571"/>
                        <a:pt x="78553" y="5562"/>
                        <a:pt x="72781" y="5247"/>
                      </a:cubicBezTo>
                      <a:cubicBezTo>
                        <a:pt x="73086" y="5257"/>
                        <a:pt x="72038" y="4209"/>
                        <a:pt x="71609" y="4076"/>
                      </a:cubicBezTo>
                      <a:cubicBezTo>
                        <a:pt x="69466" y="3428"/>
                        <a:pt x="68075" y="5104"/>
                        <a:pt x="66913" y="5247"/>
                      </a:cubicBezTo>
                      <a:cubicBezTo>
                        <a:pt x="65742" y="5390"/>
                        <a:pt x="65513" y="4161"/>
                        <a:pt x="64570" y="4076"/>
                      </a:cubicBezTo>
                      <a:cubicBezTo>
                        <a:pt x="58646" y="3514"/>
                        <a:pt x="53216" y="3085"/>
                        <a:pt x="48130" y="2904"/>
                      </a:cubicBezTo>
                      <a:cubicBezTo>
                        <a:pt x="47292" y="2876"/>
                        <a:pt x="48206" y="1371"/>
                        <a:pt x="46958" y="2904"/>
                      </a:cubicBezTo>
                      <a:cubicBezTo>
                        <a:pt x="46292" y="3704"/>
                        <a:pt x="43644" y="1790"/>
                        <a:pt x="43434" y="1732"/>
                      </a:cubicBezTo>
                      <a:cubicBezTo>
                        <a:pt x="42748" y="1561"/>
                        <a:pt x="41796" y="1742"/>
                        <a:pt x="41082" y="1732"/>
                      </a:cubicBezTo>
                      <a:cubicBezTo>
                        <a:pt x="39929" y="1713"/>
                        <a:pt x="40253" y="2818"/>
                        <a:pt x="39910" y="2904"/>
                      </a:cubicBezTo>
                      <a:cubicBezTo>
                        <a:pt x="38843" y="3180"/>
                        <a:pt x="38424" y="1780"/>
                        <a:pt x="37567" y="1732"/>
                      </a:cubicBezTo>
                      <a:cubicBezTo>
                        <a:pt x="33433" y="1504"/>
                        <a:pt x="30680" y="2218"/>
                        <a:pt x="29347" y="561"/>
                      </a:cubicBezTo>
                      <a:cubicBezTo>
                        <a:pt x="28775" y="-153"/>
                        <a:pt x="27823" y="1713"/>
                        <a:pt x="28175" y="1732"/>
                      </a:cubicBezTo>
                      <a:cubicBezTo>
                        <a:pt x="25975" y="1609"/>
                        <a:pt x="25575" y="685"/>
                        <a:pt x="23479" y="561"/>
                      </a:cubicBezTo>
                      <a:cubicBezTo>
                        <a:pt x="22689" y="513"/>
                        <a:pt x="23565" y="2142"/>
                        <a:pt x="22308" y="561"/>
                      </a:cubicBezTo>
                      <a:cubicBezTo>
                        <a:pt x="21755" y="-125"/>
                        <a:pt x="20755" y="1685"/>
                        <a:pt x="21136" y="1732"/>
                      </a:cubicBezTo>
                      <a:cubicBezTo>
                        <a:pt x="19765" y="1571"/>
                        <a:pt x="18469" y="1037"/>
                        <a:pt x="16440" y="561"/>
                      </a:cubicBezTo>
                      <a:cubicBezTo>
                        <a:pt x="12421" y="-382"/>
                        <a:pt x="11811" y="37"/>
                        <a:pt x="9392" y="561"/>
                      </a:cubicBezTo>
                      <a:cubicBezTo>
                        <a:pt x="5744" y="1351"/>
                        <a:pt x="-47" y="-1716"/>
                        <a:pt x="0" y="2914"/>
                      </a:cubicBezTo>
                      <a:cubicBezTo>
                        <a:pt x="10906" y="3380"/>
                        <a:pt x="20765" y="3380"/>
                        <a:pt x="30528" y="4085"/>
                      </a:cubicBezTo>
                      <a:cubicBezTo>
                        <a:pt x="31690" y="4171"/>
                        <a:pt x="31919" y="5190"/>
                        <a:pt x="32881" y="5257"/>
                      </a:cubicBezTo>
                      <a:cubicBezTo>
                        <a:pt x="34386" y="5352"/>
                        <a:pt x="34471" y="3866"/>
                        <a:pt x="36405" y="4085"/>
                      </a:cubicBezTo>
                      <a:cubicBezTo>
                        <a:pt x="38862" y="4352"/>
                        <a:pt x="40986" y="6152"/>
                        <a:pt x="43453" y="6438"/>
                      </a:cubicBezTo>
                      <a:cubicBezTo>
                        <a:pt x="45644" y="6685"/>
                        <a:pt x="46997" y="5266"/>
                        <a:pt x="48149" y="5266"/>
                      </a:cubicBezTo>
                      <a:cubicBezTo>
                        <a:pt x="49035" y="5266"/>
                        <a:pt x="49311" y="6438"/>
                        <a:pt x="49321" y="6438"/>
                      </a:cubicBezTo>
                      <a:cubicBezTo>
                        <a:pt x="52169" y="6705"/>
                        <a:pt x="54855" y="7505"/>
                        <a:pt x="57541" y="7600"/>
                      </a:cubicBezTo>
                      <a:cubicBezTo>
                        <a:pt x="59598" y="7676"/>
                        <a:pt x="62389" y="6228"/>
                        <a:pt x="64589" y="6438"/>
                      </a:cubicBezTo>
                      <a:cubicBezTo>
                        <a:pt x="64361" y="6409"/>
                        <a:pt x="65265" y="7457"/>
                        <a:pt x="65761" y="7600"/>
                      </a:cubicBezTo>
                      <a:cubicBezTo>
                        <a:pt x="66837" y="7924"/>
                        <a:pt x="68190" y="7362"/>
                        <a:pt x="69285" y="7600"/>
                      </a:cubicBezTo>
                      <a:cubicBezTo>
                        <a:pt x="69390" y="7628"/>
                        <a:pt x="69199" y="8686"/>
                        <a:pt x="69285" y="8772"/>
                      </a:cubicBezTo>
                      <a:cubicBezTo>
                        <a:pt x="69828" y="9314"/>
                        <a:pt x="73162" y="8657"/>
                        <a:pt x="73981" y="8772"/>
                      </a:cubicBezTo>
                      <a:cubicBezTo>
                        <a:pt x="83515" y="10114"/>
                        <a:pt x="91783" y="9848"/>
                        <a:pt x="100546" y="11276"/>
                      </a:cubicBezTo>
                      <a:cubicBezTo>
                        <a:pt x="100689" y="10543"/>
                        <a:pt x="100889" y="9838"/>
                        <a:pt x="101146" y="9133"/>
                      </a:cubicBezTo>
                      <a:close/>
                    </a:path>
                  </a:pathLst>
                </a:custGeom>
                <a:solidFill>
                  <a:srgbClr val="CEA945"/>
                </a:solidFill>
                <a:ln cap="flat">
                  <a:noFill/>
                  <a:prstDash val="solid"/>
                  <a:miter lim="800000"/>
                </a:ln>
              </p:spPr>
              <p:txBody>
                <a:bodyPr vert="horz" anchor="ctr" tIns="45720" lIns="91440" bIns="45720" rIns="91440"/>
                <a:p>
                  <a:pPr algn="l" marL="0"/>
                </a:p>
              </p:txBody>
            </p:sp>
          </p:grpSp>
        </p:grpSp>
      </p:gr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安卓阵营的挑战</a:t>
            </a:r>
          </a:p>
        </p:txBody>
      </p:sp>
      <p:sp>
        <p:nvSpPr>
          <p:cNvPr name="Freeform 3" id="3"/>
          <p:cNvSpPr/>
          <p:nvPr/>
        </p:nvSpPr>
        <p:spPr>
          <a:xfrm flipH="true">
            <a:off x="1031508" y="1716839"/>
            <a:ext cx="2597576" cy="918028"/>
          </a:xfrm>
          <a:custGeom>
            <a:avLst/>
            <a:gdLst/>
            <a:ahLst/>
            <a:cxnLst/>
            <a:rect r="r" b="b" t="t" l="l"/>
            <a:pathLst>
              <a:path w="2597576" h="918028" stroke="true" fill="norm" extrusionOk="true">
                <a:moveTo>
                  <a:pt x="2138562" y="0"/>
                </a:moveTo>
                <a:cubicBezTo>
                  <a:pt x="2392068" y="0"/>
                  <a:pt x="2597576" y="205508"/>
                  <a:pt x="2597576" y="459014"/>
                </a:cubicBezTo>
                <a:lnTo>
                  <a:pt x="2597576" y="459014"/>
                </a:lnTo>
                <a:cubicBezTo>
                  <a:pt x="2597576" y="712520"/>
                  <a:pt x="2392068" y="918028"/>
                  <a:pt x="2138562" y="918028"/>
                </a:cubicBezTo>
                <a:lnTo>
                  <a:pt x="0" y="918028"/>
                </a:lnTo>
              </a:path>
            </a:pathLst>
          </a:custGeom>
          <a:noFill/>
          <a:ln cap="rnd">
            <a:solidFill>
              <a:schemeClr val="accent1"/>
            </a:solidFill>
          </a:ln>
        </p:spPr>
        <p:txBody>
          <a:bodyPr vert="horz" anchor="ctr" tIns="45720" lIns="91440" bIns="45720" rIns="91440"/>
          <a:p>
            <a:pPr algn="ctr" marL="0"/>
          </a:p>
        </p:txBody>
      </p:sp>
      <p:sp>
        <p:nvSpPr>
          <p:cNvPr name="AutoShape 4" id="4"/>
          <p:cNvSpPr/>
          <p:nvPr/>
        </p:nvSpPr>
        <p:spPr>
          <a:xfrm>
            <a:off x="1123883" y="1970754"/>
            <a:ext cx="410400" cy="410198"/>
          </a:xfrm>
          <a:prstGeom prst="ellipse">
            <a:avLst/>
          </a:prstGeom>
          <a:solidFill>
            <a:schemeClr val="accent1"/>
          </a:solidFill>
          <a:ln>
            <a:noFill/>
          </a:ln>
        </p:spPr>
        <p:txBody>
          <a:bodyPr vert="horz" anchor="ctr" tIns="45720" lIns="91440" bIns="45720" rIns="91440">
            <a:noAutofit/>
          </a:bodyPr>
          <a:p>
            <a:pPr algn="ctr" marL="0"/>
            <a:r>
              <a:rPr lang="en-GB" b="false" i="false" sz="1800" baseline="0" u="none">
                <a:solidFill>
                  <a:schemeClr val="lt1"/>
                </a:solidFill>
                <a:latin typeface="Arial"/>
                <a:ea typeface="Arial"/>
              </a:rPr>
              <a:t>1</a:t>
            </a:r>
          </a:p>
        </p:txBody>
      </p:sp>
      <p:sp>
        <p:nvSpPr>
          <p:cNvPr name="TextBox 5" id="5"/>
          <p:cNvSpPr txBox="true"/>
          <p:nvPr/>
        </p:nvSpPr>
        <p:spPr>
          <a:xfrm>
            <a:off x="1626658" y="1991187"/>
            <a:ext cx="2461439" cy="338554"/>
          </a:xfrm>
          <a:prstGeom prst="rect">
            <a:avLst/>
          </a:prstGeom>
          <a:noFill/>
        </p:spPr>
        <p:txBody>
          <a:bodyPr anchor="ctr"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主要品牌分析</a:t>
            </a:r>
            <a:endParaRPr lang="en-US" sz="1100"/>
          </a:p>
        </p:txBody>
      </p:sp>
      <p:sp>
        <p:nvSpPr>
          <p:cNvPr name="TextBox 6" id="6"/>
          <p:cNvSpPr txBox="true"/>
          <p:nvPr/>
        </p:nvSpPr>
        <p:spPr>
          <a:xfrm>
            <a:off x="1031508" y="2888782"/>
            <a:ext cx="3056590" cy="1670073"/>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400" baseline="0" u="none" altLang="en-US">
                <a:solidFill>
                  <a:schemeClr val="tx1"/>
                </a:solidFill>
                <a:latin typeface="微软雅黑"/>
                <a:ea typeface="微软雅黑"/>
              </a:rPr>
              <a:t>安卓阵营中，品牌间竞争日益激烈。除三星外，小米、华为、Oppo等也在奋起直追，各自的市场策略和技术积累让他们成为不容小觑的对手。</a:t>
            </a:r>
            <a:endParaRPr lang="en-US" sz="1100"/>
          </a:p>
        </p:txBody>
      </p:sp>
      <p:sp>
        <p:nvSpPr>
          <p:cNvPr name="Freeform 7" id="7"/>
          <p:cNvSpPr/>
          <p:nvPr/>
        </p:nvSpPr>
        <p:spPr>
          <a:xfrm flipH="true">
            <a:off x="4561357" y="1716839"/>
            <a:ext cx="2597576" cy="918028"/>
          </a:xfrm>
          <a:custGeom>
            <a:avLst/>
            <a:gdLst/>
            <a:ahLst/>
            <a:cxnLst/>
            <a:rect r="r" b="b" t="t" l="l"/>
            <a:pathLst>
              <a:path w="2597576" h="918028" stroke="true" fill="norm" extrusionOk="true">
                <a:moveTo>
                  <a:pt x="2138562" y="0"/>
                </a:moveTo>
                <a:cubicBezTo>
                  <a:pt x="2392068" y="0"/>
                  <a:pt x="2597576" y="205508"/>
                  <a:pt x="2597576" y="459014"/>
                </a:cubicBezTo>
                <a:lnTo>
                  <a:pt x="2597576" y="459014"/>
                </a:lnTo>
                <a:cubicBezTo>
                  <a:pt x="2597576" y="712520"/>
                  <a:pt x="2392068" y="918028"/>
                  <a:pt x="2138562" y="918028"/>
                </a:cubicBezTo>
                <a:lnTo>
                  <a:pt x="0" y="918028"/>
                </a:lnTo>
              </a:path>
            </a:pathLst>
          </a:custGeom>
          <a:noFill/>
          <a:ln cap="rnd">
            <a:solidFill>
              <a:schemeClr val="accent2"/>
            </a:solidFill>
          </a:ln>
        </p:spPr>
        <p:txBody>
          <a:bodyPr vert="horz" anchor="ctr" tIns="45720" lIns="91440" bIns="45720" rIns="91440"/>
          <a:p>
            <a:pPr algn="ctr" marL="0"/>
          </a:p>
        </p:txBody>
      </p:sp>
      <p:sp>
        <p:nvSpPr>
          <p:cNvPr name="AutoShape 8" id="8"/>
          <p:cNvSpPr/>
          <p:nvPr/>
        </p:nvSpPr>
        <p:spPr>
          <a:xfrm>
            <a:off x="4653732" y="1970754"/>
            <a:ext cx="410400" cy="410198"/>
          </a:xfrm>
          <a:prstGeom prst="ellipse">
            <a:avLst/>
          </a:prstGeom>
          <a:solidFill>
            <a:schemeClr val="accent2"/>
          </a:solidFill>
          <a:ln>
            <a:noFill/>
          </a:ln>
        </p:spPr>
        <p:txBody>
          <a:bodyPr vert="horz" anchor="ctr" tIns="45720" lIns="91440" bIns="45720" rIns="91440">
            <a:noAutofit/>
          </a:bodyPr>
          <a:p>
            <a:pPr algn="ctr" marL="0"/>
            <a:r>
              <a:rPr lang="en-GB" b="false" i="false" sz="1800" baseline="0" u="none">
                <a:solidFill>
                  <a:schemeClr val="lt1"/>
                </a:solidFill>
                <a:latin typeface="Arial"/>
                <a:ea typeface="Arial"/>
              </a:rPr>
              <a:t>2</a:t>
            </a:r>
          </a:p>
        </p:txBody>
      </p:sp>
      <p:sp>
        <p:nvSpPr>
          <p:cNvPr name="TextBox 9" id="9"/>
          <p:cNvSpPr txBox="true"/>
          <p:nvPr/>
        </p:nvSpPr>
        <p:spPr>
          <a:xfrm>
            <a:off x="5156507" y="1991187"/>
            <a:ext cx="2461439" cy="338554"/>
          </a:xfrm>
          <a:prstGeom prst="rect">
            <a:avLst/>
          </a:prstGeom>
          <a:noFill/>
        </p:spPr>
        <p:txBody>
          <a:bodyPr anchor="ctr"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定价策略</a:t>
            </a:r>
            <a:endParaRPr lang="en-US" sz="1100"/>
          </a:p>
        </p:txBody>
      </p:sp>
      <p:sp>
        <p:nvSpPr>
          <p:cNvPr name="TextBox 10" id="10"/>
          <p:cNvSpPr txBox="true"/>
          <p:nvPr/>
        </p:nvSpPr>
        <p:spPr>
          <a:xfrm>
            <a:off x="4561357" y="2888782"/>
            <a:ext cx="3056590" cy="1670073"/>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400" baseline="0" u="none" altLang="en-US">
                <a:solidFill>
                  <a:schemeClr val="tx1"/>
                </a:solidFill>
                <a:latin typeface="微软雅黑"/>
                <a:ea typeface="微软雅黑"/>
              </a:rPr>
              <a:t>安卓品牌普遍采用更为灵活的定价策略，覆盖从入门级到高端市场，近年通过性价比策略赢得了大量消费者青睐，这一模式提升了品牌曝光率和市场份额。</a:t>
            </a:r>
            <a:endParaRPr lang="en-US" sz="1100"/>
          </a:p>
        </p:txBody>
      </p:sp>
      <p:sp>
        <p:nvSpPr>
          <p:cNvPr name="Freeform 11" id="11"/>
          <p:cNvSpPr/>
          <p:nvPr/>
        </p:nvSpPr>
        <p:spPr>
          <a:xfrm flipH="true">
            <a:off x="8091206" y="1716839"/>
            <a:ext cx="2597576" cy="918028"/>
          </a:xfrm>
          <a:custGeom>
            <a:avLst/>
            <a:gdLst/>
            <a:ahLst/>
            <a:cxnLst/>
            <a:rect r="r" b="b" t="t" l="l"/>
            <a:pathLst>
              <a:path w="2597576" h="918028" stroke="true" fill="norm" extrusionOk="true">
                <a:moveTo>
                  <a:pt x="2138562" y="0"/>
                </a:moveTo>
                <a:cubicBezTo>
                  <a:pt x="2392068" y="0"/>
                  <a:pt x="2597576" y="205508"/>
                  <a:pt x="2597576" y="459014"/>
                </a:cubicBezTo>
                <a:lnTo>
                  <a:pt x="2597576" y="459014"/>
                </a:lnTo>
                <a:cubicBezTo>
                  <a:pt x="2597576" y="712520"/>
                  <a:pt x="2392068" y="918028"/>
                  <a:pt x="2138562" y="918028"/>
                </a:cubicBezTo>
                <a:lnTo>
                  <a:pt x="0" y="918028"/>
                </a:lnTo>
              </a:path>
            </a:pathLst>
          </a:custGeom>
          <a:noFill/>
          <a:ln cap="rnd">
            <a:solidFill>
              <a:schemeClr val="accent4"/>
            </a:solidFill>
          </a:ln>
        </p:spPr>
        <p:txBody>
          <a:bodyPr vert="horz" anchor="ctr" tIns="45720" lIns="91440" bIns="45720" rIns="91440"/>
          <a:p>
            <a:pPr algn="ctr" marL="0"/>
          </a:p>
        </p:txBody>
      </p:sp>
      <p:sp>
        <p:nvSpPr>
          <p:cNvPr name="AutoShape 12" id="12"/>
          <p:cNvSpPr/>
          <p:nvPr/>
        </p:nvSpPr>
        <p:spPr>
          <a:xfrm>
            <a:off x="8183581" y="1970754"/>
            <a:ext cx="410400" cy="410198"/>
          </a:xfrm>
          <a:prstGeom prst="ellipse">
            <a:avLst/>
          </a:prstGeom>
          <a:solidFill>
            <a:schemeClr val="accent4"/>
          </a:solidFill>
          <a:ln>
            <a:noFill/>
          </a:ln>
        </p:spPr>
        <p:txBody>
          <a:bodyPr vert="horz" anchor="ctr" tIns="45720" lIns="91440" bIns="45720" rIns="91440">
            <a:noAutofit/>
          </a:bodyPr>
          <a:p>
            <a:pPr algn="ctr" marL="0"/>
            <a:r>
              <a:rPr lang="en-GB" b="false" i="false" sz="1800" baseline="0" u="none">
                <a:solidFill>
                  <a:schemeClr val="lt1"/>
                </a:solidFill>
                <a:latin typeface="Arial"/>
                <a:ea typeface="Arial"/>
              </a:rPr>
              <a:t>3</a:t>
            </a:r>
          </a:p>
        </p:txBody>
      </p:sp>
      <p:sp>
        <p:nvSpPr>
          <p:cNvPr name="TextBox 13" id="13"/>
          <p:cNvSpPr txBox="true"/>
          <p:nvPr/>
        </p:nvSpPr>
        <p:spPr>
          <a:xfrm>
            <a:off x="8686356" y="1991187"/>
            <a:ext cx="2461439" cy="338554"/>
          </a:xfrm>
          <a:prstGeom prst="rect">
            <a:avLst/>
          </a:prstGeom>
          <a:noFill/>
        </p:spPr>
        <p:txBody>
          <a:bodyPr anchor="ctr"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合作与联盟</a:t>
            </a:r>
            <a:endParaRPr lang="en-US" sz="1100"/>
          </a:p>
        </p:txBody>
      </p:sp>
      <p:sp>
        <p:nvSpPr>
          <p:cNvPr name="TextBox 14" id="14"/>
          <p:cNvSpPr txBox="true"/>
          <p:nvPr/>
        </p:nvSpPr>
        <p:spPr>
          <a:xfrm>
            <a:off x="8091206" y="2888782"/>
            <a:ext cx="3056590" cy="1670073"/>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400" baseline="0" u="none" altLang="en-US">
                <a:solidFill>
                  <a:schemeClr val="tx1"/>
                </a:solidFill>
                <a:latin typeface="微软雅黑"/>
                <a:ea typeface="微软雅黑"/>
              </a:rPr>
              <a:t>安卓品牌积极寻求合作，形成行业联盟，以共同推动技术进步和标准化。如，多个品牌统一研发技术标准，以提升产品竞争力并增强用户体验。</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a:prstGeom prst="rect">
            <a:avLst/>
          </a:prstGeo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可持续发展与环保</a:t>
            </a:r>
          </a:p>
        </p:txBody>
      </p:sp>
      <p:sp>
        <p:nvSpPr>
          <p:cNvPr name="AutoShape 3" id="3"/>
          <p:cNvSpPr/>
          <p:nvPr>
            <p:ph type="body" sz="quarter" idx="1"/>
          </p:nvPr>
        </p:nvSpPr>
        <p:spPr>
          <a:xfrm>
            <a:off x="660400" y="1270409"/>
            <a:ext cx="1098645" cy="1016847"/>
          </a:xfrm>
          <a:prstGeom prst="rect">
            <a:avLst/>
          </a:prstGeo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05</a:t>
            </a:r>
          </a:p>
        </p:txBody>
      </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238139" y="2020939"/>
            <a:ext cx="3821820" cy="3884282"/>
            <a:chOff x="6462578" y="1904699"/>
            <a:chExt cx="2602907" cy="2645448"/>
          </a:xfrm>
        </p:grpSpPr>
        <p:sp>
          <p:nvSpPr>
            <p:cNvPr name="Freeform 3" id="3"/>
            <p:cNvSpPr/>
            <p:nvPr/>
          </p:nvSpPr>
          <p:spPr>
            <a:xfrm>
              <a:off x="6462578" y="3674114"/>
              <a:ext cx="2602907" cy="796617"/>
            </a:xfrm>
            <a:custGeom>
              <a:avLst/>
              <a:gdLst/>
              <a:ahLst/>
              <a:cxnLst/>
              <a:rect r="r" b="b" t="t" l="l"/>
              <a:pathLst>
                <a:path w="899428" h="275269" stroke="true" fill="norm" extrusionOk="true">
                  <a:moveTo>
                    <a:pt x="893507" y="177566"/>
                  </a:moveTo>
                  <a:cubicBezTo>
                    <a:pt x="891164" y="175080"/>
                    <a:pt x="889440" y="171004"/>
                    <a:pt x="885287" y="170527"/>
                  </a:cubicBezTo>
                  <a:cubicBezTo>
                    <a:pt x="883535" y="165127"/>
                    <a:pt x="878467" y="162279"/>
                    <a:pt x="874724" y="158783"/>
                  </a:cubicBezTo>
                  <a:cubicBezTo>
                    <a:pt x="873886" y="157992"/>
                    <a:pt x="873314" y="157221"/>
                    <a:pt x="872381" y="156430"/>
                  </a:cubicBezTo>
                  <a:cubicBezTo>
                    <a:pt x="871705" y="155859"/>
                    <a:pt x="870685" y="155802"/>
                    <a:pt x="870028" y="155259"/>
                  </a:cubicBezTo>
                  <a:cubicBezTo>
                    <a:pt x="869628" y="154935"/>
                    <a:pt x="870400" y="153268"/>
                    <a:pt x="870028" y="152906"/>
                  </a:cubicBezTo>
                  <a:cubicBezTo>
                    <a:pt x="869657" y="152544"/>
                    <a:pt x="868171" y="153135"/>
                    <a:pt x="867675" y="152906"/>
                  </a:cubicBezTo>
                  <a:cubicBezTo>
                    <a:pt x="867437" y="152801"/>
                    <a:pt x="866733" y="150820"/>
                    <a:pt x="866504" y="150563"/>
                  </a:cubicBezTo>
                  <a:cubicBezTo>
                    <a:pt x="865618" y="149572"/>
                    <a:pt x="864589" y="148496"/>
                    <a:pt x="864151" y="147039"/>
                  </a:cubicBezTo>
                  <a:cubicBezTo>
                    <a:pt x="860665" y="147372"/>
                    <a:pt x="859360" y="143152"/>
                    <a:pt x="858284" y="142343"/>
                  </a:cubicBezTo>
                  <a:cubicBezTo>
                    <a:pt x="857188" y="141524"/>
                    <a:pt x="855703" y="142038"/>
                    <a:pt x="854760" y="141181"/>
                  </a:cubicBezTo>
                  <a:cubicBezTo>
                    <a:pt x="853855" y="140343"/>
                    <a:pt x="854388" y="138666"/>
                    <a:pt x="853579" y="137657"/>
                  </a:cubicBezTo>
                  <a:cubicBezTo>
                    <a:pt x="852912" y="136809"/>
                    <a:pt x="851312" y="138076"/>
                    <a:pt x="851235" y="136485"/>
                  </a:cubicBezTo>
                  <a:cubicBezTo>
                    <a:pt x="851159" y="135123"/>
                    <a:pt x="850645" y="135971"/>
                    <a:pt x="850064" y="135313"/>
                  </a:cubicBezTo>
                  <a:cubicBezTo>
                    <a:pt x="848340" y="133399"/>
                    <a:pt x="846330" y="131732"/>
                    <a:pt x="845368" y="129446"/>
                  </a:cubicBezTo>
                  <a:cubicBezTo>
                    <a:pt x="843339" y="127970"/>
                    <a:pt x="841720" y="128103"/>
                    <a:pt x="839501" y="127093"/>
                  </a:cubicBezTo>
                  <a:cubicBezTo>
                    <a:pt x="839139" y="126931"/>
                    <a:pt x="838739" y="125036"/>
                    <a:pt x="838329" y="124741"/>
                  </a:cubicBezTo>
                  <a:cubicBezTo>
                    <a:pt x="834500" y="121988"/>
                    <a:pt x="829652" y="120664"/>
                    <a:pt x="830109" y="115349"/>
                  </a:cubicBezTo>
                  <a:cubicBezTo>
                    <a:pt x="828604" y="113720"/>
                    <a:pt x="824356" y="114844"/>
                    <a:pt x="824232" y="111834"/>
                  </a:cubicBezTo>
                  <a:cubicBezTo>
                    <a:pt x="824765" y="108767"/>
                    <a:pt x="834214" y="108596"/>
                    <a:pt x="830109" y="104786"/>
                  </a:cubicBezTo>
                  <a:cubicBezTo>
                    <a:pt x="830099" y="105462"/>
                    <a:pt x="829871" y="105767"/>
                    <a:pt x="829509" y="105862"/>
                  </a:cubicBezTo>
                  <a:lnTo>
                    <a:pt x="830109" y="104786"/>
                  </a:lnTo>
                  <a:lnTo>
                    <a:pt x="816012" y="95394"/>
                  </a:lnTo>
                  <a:cubicBezTo>
                    <a:pt x="819479" y="97090"/>
                    <a:pt x="828347" y="95642"/>
                    <a:pt x="831280" y="93041"/>
                  </a:cubicBezTo>
                  <a:cubicBezTo>
                    <a:pt x="831328" y="87641"/>
                    <a:pt x="826280" y="86041"/>
                    <a:pt x="828928" y="81307"/>
                  </a:cubicBezTo>
                  <a:lnTo>
                    <a:pt x="820679" y="74287"/>
                  </a:lnTo>
                  <a:cubicBezTo>
                    <a:pt x="822756" y="73649"/>
                    <a:pt x="824870" y="72648"/>
                    <a:pt x="826575" y="71915"/>
                  </a:cubicBezTo>
                  <a:cubicBezTo>
                    <a:pt x="830633" y="70172"/>
                    <a:pt x="836805" y="69438"/>
                    <a:pt x="835967" y="63685"/>
                  </a:cubicBezTo>
                  <a:lnTo>
                    <a:pt x="828928" y="58999"/>
                  </a:lnTo>
                  <a:cubicBezTo>
                    <a:pt x="819317" y="53351"/>
                    <a:pt x="812078" y="45312"/>
                    <a:pt x="800753" y="41387"/>
                  </a:cubicBezTo>
                  <a:lnTo>
                    <a:pt x="791885" y="38158"/>
                  </a:lnTo>
                  <a:cubicBezTo>
                    <a:pt x="794276" y="37244"/>
                    <a:pt x="796619" y="36263"/>
                    <a:pt x="797229" y="35510"/>
                  </a:cubicBezTo>
                  <a:cubicBezTo>
                    <a:pt x="797543" y="35129"/>
                    <a:pt x="799162" y="35806"/>
                    <a:pt x="799581" y="35510"/>
                  </a:cubicBezTo>
                  <a:cubicBezTo>
                    <a:pt x="800562" y="34825"/>
                    <a:pt x="800467" y="33653"/>
                    <a:pt x="801934" y="33167"/>
                  </a:cubicBezTo>
                  <a:cubicBezTo>
                    <a:pt x="805191" y="32062"/>
                    <a:pt x="806439" y="32863"/>
                    <a:pt x="807801" y="31996"/>
                  </a:cubicBezTo>
                  <a:cubicBezTo>
                    <a:pt x="809830" y="30700"/>
                    <a:pt x="811259" y="30929"/>
                    <a:pt x="813678" y="30824"/>
                  </a:cubicBezTo>
                  <a:cubicBezTo>
                    <a:pt x="818326" y="30624"/>
                    <a:pt x="820908" y="29319"/>
                    <a:pt x="825413" y="28472"/>
                  </a:cubicBezTo>
                  <a:cubicBezTo>
                    <a:pt x="826918" y="28186"/>
                    <a:pt x="827089" y="27548"/>
                    <a:pt x="828937" y="27300"/>
                  </a:cubicBezTo>
                  <a:cubicBezTo>
                    <a:pt x="833700" y="26671"/>
                    <a:pt x="839596" y="29376"/>
                    <a:pt x="839501" y="23785"/>
                  </a:cubicBezTo>
                  <a:cubicBezTo>
                    <a:pt x="838253" y="20394"/>
                    <a:pt x="835938" y="19889"/>
                    <a:pt x="832462" y="21433"/>
                  </a:cubicBezTo>
                  <a:cubicBezTo>
                    <a:pt x="829337" y="20851"/>
                    <a:pt x="826061" y="18661"/>
                    <a:pt x="823070" y="17908"/>
                  </a:cubicBezTo>
                  <a:cubicBezTo>
                    <a:pt x="817869" y="16613"/>
                    <a:pt x="811688" y="16346"/>
                    <a:pt x="805449" y="15556"/>
                  </a:cubicBezTo>
                  <a:cubicBezTo>
                    <a:pt x="799629" y="14832"/>
                    <a:pt x="796429" y="14698"/>
                    <a:pt x="792542" y="14384"/>
                  </a:cubicBezTo>
                  <a:cubicBezTo>
                    <a:pt x="791504" y="14308"/>
                    <a:pt x="791647" y="13289"/>
                    <a:pt x="791371" y="13222"/>
                  </a:cubicBezTo>
                  <a:cubicBezTo>
                    <a:pt x="790237" y="12917"/>
                    <a:pt x="789913" y="14527"/>
                    <a:pt x="789018" y="14384"/>
                  </a:cubicBezTo>
                  <a:cubicBezTo>
                    <a:pt x="786608" y="14022"/>
                    <a:pt x="784532" y="12479"/>
                    <a:pt x="781979" y="12041"/>
                  </a:cubicBezTo>
                  <a:cubicBezTo>
                    <a:pt x="780474" y="11784"/>
                    <a:pt x="778807" y="12146"/>
                    <a:pt x="777274" y="12041"/>
                  </a:cubicBezTo>
                  <a:cubicBezTo>
                    <a:pt x="775150" y="11889"/>
                    <a:pt x="773807" y="11031"/>
                    <a:pt x="772578" y="10869"/>
                  </a:cubicBezTo>
                  <a:cubicBezTo>
                    <a:pt x="762815" y="9602"/>
                    <a:pt x="754795" y="10136"/>
                    <a:pt x="745574" y="10869"/>
                  </a:cubicBezTo>
                  <a:cubicBezTo>
                    <a:pt x="744774" y="10936"/>
                    <a:pt x="745679" y="9307"/>
                    <a:pt x="744403" y="10869"/>
                  </a:cubicBezTo>
                  <a:cubicBezTo>
                    <a:pt x="744213" y="11098"/>
                    <a:pt x="742384" y="10841"/>
                    <a:pt x="742050" y="10869"/>
                  </a:cubicBezTo>
                  <a:cubicBezTo>
                    <a:pt x="733764" y="11488"/>
                    <a:pt x="726363" y="12736"/>
                    <a:pt x="720914" y="13222"/>
                  </a:cubicBezTo>
                  <a:cubicBezTo>
                    <a:pt x="718971" y="13393"/>
                    <a:pt x="716990" y="13031"/>
                    <a:pt x="715047" y="13222"/>
                  </a:cubicBezTo>
                  <a:cubicBezTo>
                    <a:pt x="701693" y="14489"/>
                    <a:pt x="688710" y="17518"/>
                    <a:pt x="675128" y="19089"/>
                  </a:cubicBezTo>
                  <a:cubicBezTo>
                    <a:pt x="675128" y="19070"/>
                    <a:pt x="675128" y="19051"/>
                    <a:pt x="675137" y="19032"/>
                  </a:cubicBezTo>
                  <a:cubicBezTo>
                    <a:pt x="674051" y="19461"/>
                    <a:pt x="672899" y="19737"/>
                    <a:pt x="671699" y="19870"/>
                  </a:cubicBezTo>
                  <a:cubicBezTo>
                    <a:pt x="671661" y="20004"/>
                    <a:pt x="671661" y="20118"/>
                    <a:pt x="671603" y="20261"/>
                  </a:cubicBezTo>
                  <a:cubicBezTo>
                    <a:pt x="643362" y="23157"/>
                    <a:pt x="620626" y="31567"/>
                    <a:pt x="592003" y="34072"/>
                  </a:cubicBezTo>
                  <a:cubicBezTo>
                    <a:pt x="589745" y="35758"/>
                    <a:pt x="587145" y="36149"/>
                    <a:pt x="584488" y="37054"/>
                  </a:cubicBezTo>
                  <a:cubicBezTo>
                    <a:pt x="583783" y="37292"/>
                    <a:pt x="583192" y="37196"/>
                    <a:pt x="582707" y="36930"/>
                  </a:cubicBezTo>
                  <a:cubicBezTo>
                    <a:pt x="578735" y="38225"/>
                    <a:pt x="574563" y="38016"/>
                    <a:pt x="570629" y="39044"/>
                  </a:cubicBezTo>
                  <a:cubicBezTo>
                    <a:pt x="568848" y="39501"/>
                    <a:pt x="567457" y="40883"/>
                    <a:pt x="565933" y="41397"/>
                  </a:cubicBezTo>
                  <a:cubicBezTo>
                    <a:pt x="563761" y="42130"/>
                    <a:pt x="562123" y="41949"/>
                    <a:pt x="560056" y="42568"/>
                  </a:cubicBezTo>
                  <a:cubicBezTo>
                    <a:pt x="560189" y="42530"/>
                    <a:pt x="555437" y="43654"/>
                    <a:pt x="555370" y="43730"/>
                  </a:cubicBezTo>
                  <a:lnTo>
                    <a:pt x="542416" y="43730"/>
                  </a:lnTo>
                  <a:lnTo>
                    <a:pt x="489895" y="51531"/>
                  </a:lnTo>
                  <a:lnTo>
                    <a:pt x="455357" y="45283"/>
                  </a:lnTo>
                  <a:lnTo>
                    <a:pt x="455357" y="45283"/>
                  </a:lnTo>
                  <a:cubicBezTo>
                    <a:pt x="453224" y="44140"/>
                    <a:pt x="450881" y="43378"/>
                    <a:pt x="448537" y="42568"/>
                  </a:cubicBezTo>
                  <a:cubicBezTo>
                    <a:pt x="445508" y="41521"/>
                    <a:pt x="442175" y="41254"/>
                    <a:pt x="439146" y="40216"/>
                  </a:cubicBezTo>
                  <a:cubicBezTo>
                    <a:pt x="436603" y="39349"/>
                    <a:pt x="434259" y="38349"/>
                    <a:pt x="432107" y="37263"/>
                  </a:cubicBezTo>
                  <a:cubicBezTo>
                    <a:pt x="431650" y="37339"/>
                    <a:pt x="431164" y="37339"/>
                    <a:pt x="430640" y="37120"/>
                  </a:cubicBezTo>
                  <a:cubicBezTo>
                    <a:pt x="428725" y="36301"/>
                    <a:pt x="426639" y="35568"/>
                    <a:pt x="424706" y="34577"/>
                  </a:cubicBezTo>
                  <a:cubicBezTo>
                    <a:pt x="422782" y="35910"/>
                    <a:pt x="421039" y="34691"/>
                    <a:pt x="419181" y="34339"/>
                  </a:cubicBezTo>
                  <a:cubicBezTo>
                    <a:pt x="417619" y="34044"/>
                    <a:pt x="414609" y="33491"/>
                    <a:pt x="413304" y="33177"/>
                  </a:cubicBezTo>
                  <a:cubicBezTo>
                    <a:pt x="412781" y="33043"/>
                    <a:pt x="411952" y="31977"/>
                    <a:pt x="412133" y="32005"/>
                  </a:cubicBezTo>
                  <a:cubicBezTo>
                    <a:pt x="407361" y="31215"/>
                    <a:pt x="396274" y="31796"/>
                    <a:pt x="394521" y="29653"/>
                  </a:cubicBezTo>
                  <a:cubicBezTo>
                    <a:pt x="394321" y="29405"/>
                    <a:pt x="392530" y="29700"/>
                    <a:pt x="392178" y="29653"/>
                  </a:cubicBezTo>
                  <a:cubicBezTo>
                    <a:pt x="388682" y="29157"/>
                    <a:pt x="387596" y="28805"/>
                    <a:pt x="386301" y="28481"/>
                  </a:cubicBezTo>
                  <a:cubicBezTo>
                    <a:pt x="384796" y="28109"/>
                    <a:pt x="383815" y="27567"/>
                    <a:pt x="382777" y="27309"/>
                  </a:cubicBezTo>
                  <a:cubicBezTo>
                    <a:pt x="382043" y="27128"/>
                    <a:pt x="381177" y="27452"/>
                    <a:pt x="380434" y="27309"/>
                  </a:cubicBezTo>
                  <a:cubicBezTo>
                    <a:pt x="374890" y="26271"/>
                    <a:pt x="369299" y="25319"/>
                    <a:pt x="363994" y="24957"/>
                  </a:cubicBezTo>
                  <a:cubicBezTo>
                    <a:pt x="363994" y="24957"/>
                    <a:pt x="245436" y="2411"/>
                    <a:pt x="220757" y="1478"/>
                  </a:cubicBezTo>
                  <a:cubicBezTo>
                    <a:pt x="205069" y="1763"/>
                    <a:pt x="187209" y="-875"/>
                    <a:pt x="172627" y="306"/>
                  </a:cubicBezTo>
                  <a:cubicBezTo>
                    <a:pt x="171693" y="382"/>
                    <a:pt x="171598" y="1449"/>
                    <a:pt x="171455" y="1478"/>
                  </a:cubicBezTo>
                  <a:cubicBezTo>
                    <a:pt x="170750" y="1621"/>
                    <a:pt x="169922" y="373"/>
                    <a:pt x="170284" y="306"/>
                  </a:cubicBezTo>
                  <a:cubicBezTo>
                    <a:pt x="168760" y="573"/>
                    <a:pt x="168674" y="1459"/>
                    <a:pt x="166759" y="1478"/>
                  </a:cubicBezTo>
                  <a:cubicBezTo>
                    <a:pt x="164588" y="1497"/>
                    <a:pt x="164111" y="554"/>
                    <a:pt x="162063" y="306"/>
                  </a:cubicBezTo>
                  <a:cubicBezTo>
                    <a:pt x="158063" y="-180"/>
                    <a:pt x="153767" y="106"/>
                    <a:pt x="152672" y="1478"/>
                  </a:cubicBezTo>
                  <a:cubicBezTo>
                    <a:pt x="152110" y="2173"/>
                    <a:pt x="151119" y="344"/>
                    <a:pt x="151500" y="306"/>
                  </a:cubicBezTo>
                  <a:cubicBezTo>
                    <a:pt x="145071" y="906"/>
                    <a:pt x="137622" y="1097"/>
                    <a:pt x="130364" y="1478"/>
                  </a:cubicBezTo>
                  <a:cubicBezTo>
                    <a:pt x="129764" y="1506"/>
                    <a:pt x="129755" y="2925"/>
                    <a:pt x="128021" y="2649"/>
                  </a:cubicBezTo>
                  <a:cubicBezTo>
                    <a:pt x="127945" y="2630"/>
                    <a:pt x="128088" y="1554"/>
                    <a:pt x="128021" y="1478"/>
                  </a:cubicBezTo>
                  <a:cubicBezTo>
                    <a:pt x="127354" y="668"/>
                    <a:pt x="125745" y="2554"/>
                    <a:pt x="125668" y="2649"/>
                  </a:cubicBezTo>
                  <a:cubicBezTo>
                    <a:pt x="125468" y="2897"/>
                    <a:pt x="123678" y="2592"/>
                    <a:pt x="123325" y="2649"/>
                  </a:cubicBezTo>
                  <a:cubicBezTo>
                    <a:pt x="116477" y="3621"/>
                    <a:pt x="109514" y="1992"/>
                    <a:pt x="103361" y="2649"/>
                  </a:cubicBezTo>
                  <a:cubicBezTo>
                    <a:pt x="102170" y="2773"/>
                    <a:pt x="101999" y="3602"/>
                    <a:pt x="101008" y="3821"/>
                  </a:cubicBezTo>
                  <a:cubicBezTo>
                    <a:pt x="99894" y="4059"/>
                    <a:pt x="98608" y="3583"/>
                    <a:pt x="97484" y="3821"/>
                  </a:cubicBezTo>
                  <a:cubicBezTo>
                    <a:pt x="91302" y="5078"/>
                    <a:pt x="86168" y="7907"/>
                    <a:pt x="79958" y="7335"/>
                  </a:cubicBezTo>
                  <a:cubicBezTo>
                    <a:pt x="78786" y="7736"/>
                    <a:pt x="77653" y="8221"/>
                    <a:pt x="76615" y="8983"/>
                  </a:cubicBezTo>
                  <a:cubicBezTo>
                    <a:pt x="76110" y="9345"/>
                    <a:pt x="75634" y="9422"/>
                    <a:pt x="75186" y="9383"/>
                  </a:cubicBezTo>
                  <a:cubicBezTo>
                    <a:pt x="75186" y="9479"/>
                    <a:pt x="75186" y="9583"/>
                    <a:pt x="75186" y="9679"/>
                  </a:cubicBezTo>
                  <a:cubicBezTo>
                    <a:pt x="70538" y="9736"/>
                    <a:pt x="68376" y="12269"/>
                    <a:pt x="64623" y="13203"/>
                  </a:cubicBezTo>
                  <a:cubicBezTo>
                    <a:pt x="64623" y="13203"/>
                    <a:pt x="46249" y="23052"/>
                    <a:pt x="45839" y="29633"/>
                  </a:cubicBezTo>
                  <a:cubicBezTo>
                    <a:pt x="47335" y="29700"/>
                    <a:pt x="47459" y="31138"/>
                    <a:pt x="49364" y="30805"/>
                  </a:cubicBezTo>
                  <a:cubicBezTo>
                    <a:pt x="80529" y="28795"/>
                    <a:pt x="111162" y="35901"/>
                    <a:pt x="140937" y="39025"/>
                  </a:cubicBezTo>
                  <a:lnTo>
                    <a:pt x="129193" y="43721"/>
                  </a:lnTo>
                  <a:cubicBezTo>
                    <a:pt x="125735" y="43654"/>
                    <a:pt x="122840" y="44569"/>
                    <a:pt x="119801" y="44883"/>
                  </a:cubicBezTo>
                  <a:cubicBezTo>
                    <a:pt x="113819" y="45521"/>
                    <a:pt x="106933" y="46178"/>
                    <a:pt x="101018" y="47236"/>
                  </a:cubicBezTo>
                  <a:cubicBezTo>
                    <a:pt x="100951" y="47245"/>
                    <a:pt x="100608" y="48217"/>
                    <a:pt x="99846" y="48407"/>
                  </a:cubicBezTo>
                  <a:cubicBezTo>
                    <a:pt x="98084" y="48845"/>
                    <a:pt x="95808" y="48312"/>
                    <a:pt x="93979" y="48407"/>
                  </a:cubicBezTo>
                  <a:cubicBezTo>
                    <a:pt x="93045" y="48455"/>
                    <a:pt x="92922" y="49560"/>
                    <a:pt x="92807" y="49579"/>
                  </a:cubicBezTo>
                  <a:cubicBezTo>
                    <a:pt x="83073" y="51255"/>
                    <a:pt x="73367" y="50360"/>
                    <a:pt x="66975" y="55446"/>
                  </a:cubicBezTo>
                  <a:cubicBezTo>
                    <a:pt x="64851" y="53465"/>
                    <a:pt x="61051" y="56418"/>
                    <a:pt x="57584" y="56618"/>
                  </a:cubicBezTo>
                  <a:cubicBezTo>
                    <a:pt x="57546" y="57418"/>
                    <a:pt x="57127" y="57837"/>
                    <a:pt x="56793" y="58342"/>
                  </a:cubicBezTo>
                  <a:lnTo>
                    <a:pt x="56784" y="58342"/>
                  </a:lnTo>
                  <a:lnTo>
                    <a:pt x="56784" y="58370"/>
                  </a:lnTo>
                  <a:cubicBezTo>
                    <a:pt x="56498" y="58799"/>
                    <a:pt x="56269" y="59275"/>
                    <a:pt x="56422" y="60142"/>
                  </a:cubicBezTo>
                  <a:cubicBezTo>
                    <a:pt x="56565" y="60123"/>
                    <a:pt x="56727" y="60123"/>
                    <a:pt x="56879" y="60113"/>
                  </a:cubicBezTo>
                  <a:lnTo>
                    <a:pt x="57565" y="73268"/>
                  </a:lnTo>
                  <a:lnTo>
                    <a:pt x="52469" y="87203"/>
                  </a:lnTo>
                  <a:cubicBezTo>
                    <a:pt x="52469" y="87203"/>
                    <a:pt x="45439" y="96128"/>
                    <a:pt x="45849" y="97756"/>
                  </a:cubicBezTo>
                  <a:cubicBezTo>
                    <a:pt x="46259" y="99404"/>
                    <a:pt x="52155" y="105491"/>
                    <a:pt x="52155" y="105491"/>
                  </a:cubicBezTo>
                  <a:lnTo>
                    <a:pt x="57555" y="115073"/>
                  </a:lnTo>
                  <a:lnTo>
                    <a:pt x="56355" y="130580"/>
                  </a:lnTo>
                  <a:lnTo>
                    <a:pt x="47049" y="138609"/>
                  </a:lnTo>
                  <a:lnTo>
                    <a:pt x="51535" y="142762"/>
                  </a:lnTo>
                  <a:lnTo>
                    <a:pt x="40439" y="155468"/>
                  </a:lnTo>
                  <a:lnTo>
                    <a:pt x="45897" y="154430"/>
                  </a:lnTo>
                  <a:lnTo>
                    <a:pt x="36010" y="162374"/>
                  </a:lnTo>
                  <a:cubicBezTo>
                    <a:pt x="34762" y="162164"/>
                    <a:pt x="33466" y="161917"/>
                    <a:pt x="32924" y="162279"/>
                  </a:cubicBezTo>
                  <a:cubicBezTo>
                    <a:pt x="32857" y="163774"/>
                    <a:pt x="31419" y="163907"/>
                    <a:pt x="31752" y="165803"/>
                  </a:cubicBezTo>
                  <a:cubicBezTo>
                    <a:pt x="33428" y="166260"/>
                    <a:pt x="33733" y="167213"/>
                    <a:pt x="35276" y="165803"/>
                  </a:cubicBezTo>
                  <a:cubicBezTo>
                    <a:pt x="54269" y="166870"/>
                    <a:pt x="70919" y="163526"/>
                    <a:pt x="87930" y="165660"/>
                  </a:cubicBezTo>
                  <a:cubicBezTo>
                    <a:pt x="88873" y="166108"/>
                    <a:pt x="99389" y="171404"/>
                    <a:pt x="85463" y="177290"/>
                  </a:cubicBezTo>
                  <a:cubicBezTo>
                    <a:pt x="82425" y="174128"/>
                    <a:pt x="77567" y="178957"/>
                    <a:pt x="76367" y="178719"/>
                  </a:cubicBezTo>
                  <a:cubicBezTo>
                    <a:pt x="75891" y="178624"/>
                    <a:pt x="76586" y="177176"/>
                    <a:pt x="75195" y="177547"/>
                  </a:cubicBezTo>
                  <a:cubicBezTo>
                    <a:pt x="75557" y="177452"/>
                    <a:pt x="74119" y="178652"/>
                    <a:pt x="74024" y="178719"/>
                  </a:cubicBezTo>
                  <a:cubicBezTo>
                    <a:pt x="73338" y="179147"/>
                    <a:pt x="72348" y="179652"/>
                    <a:pt x="71671" y="179890"/>
                  </a:cubicBezTo>
                  <a:cubicBezTo>
                    <a:pt x="67290" y="181424"/>
                    <a:pt x="65251" y="183186"/>
                    <a:pt x="61099" y="183405"/>
                  </a:cubicBezTo>
                  <a:cubicBezTo>
                    <a:pt x="59946" y="183472"/>
                    <a:pt x="60327" y="184443"/>
                    <a:pt x="59927" y="184577"/>
                  </a:cubicBezTo>
                  <a:cubicBezTo>
                    <a:pt x="58022" y="185196"/>
                    <a:pt x="57022" y="185034"/>
                    <a:pt x="55231" y="185748"/>
                  </a:cubicBezTo>
                  <a:cubicBezTo>
                    <a:pt x="52574" y="186806"/>
                    <a:pt x="51878" y="187968"/>
                    <a:pt x="49364" y="188101"/>
                  </a:cubicBezTo>
                  <a:cubicBezTo>
                    <a:pt x="48106" y="188168"/>
                    <a:pt x="48716" y="189044"/>
                    <a:pt x="48192" y="189272"/>
                  </a:cubicBezTo>
                  <a:cubicBezTo>
                    <a:pt x="46840" y="189844"/>
                    <a:pt x="46287" y="189882"/>
                    <a:pt x="44668" y="190444"/>
                  </a:cubicBezTo>
                  <a:cubicBezTo>
                    <a:pt x="43277" y="190920"/>
                    <a:pt x="41772" y="190844"/>
                    <a:pt x="39972" y="191606"/>
                  </a:cubicBezTo>
                  <a:cubicBezTo>
                    <a:pt x="39410" y="191844"/>
                    <a:pt x="38296" y="193616"/>
                    <a:pt x="37619" y="193959"/>
                  </a:cubicBezTo>
                  <a:cubicBezTo>
                    <a:pt x="35962" y="194807"/>
                    <a:pt x="34581" y="194387"/>
                    <a:pt x="32924" y="195130"/>
                  </a:cubicBezTo>
                  <a:cubicBezTo>
                    <a:pt x="32524" y="195311"/>
                    <a:pt x="32609" y="195959"/>
                    <a:pt x="31752" y="196302"/>
                  </a:cubicBezTo>
                  <a:cubicBezTo>
                    <a:pt x="29285" y="197283"/>
                    <a:pt x="24180" y="199207"/>
                    <a:pt x="23532" y="199826"/>
                  </a:cubicBezTo>
                  <a:cubicBezTo>
                    <a:pt x="23218" y="200121"/>
                    <a:pt x="21198" y="201826"/>
                    <a:pt x="21179" y="202169"/>
                  </a:cubicBezTo>
                  <a:cubicBezTo>
                    <a:pt x="21113" y="203598"/>
                    <a:pt x="18541" y="203817"/>
                    <a:pt x="17664" y="204522"/>
                  </a:cubicBezTo>
                  <a:cubicBezTo>
                    <a:pt x="12311" y="208770"/>
                    <a:pt x="10197" y="211132"/>
                    <a:pt x="8263" y="216266"/>
                  </a:cubicBezTo>
                  <a:lnTo>
                    <a:pt x="1615" y="227658"/>
                  </a:lnTo>
                  <a:cubicBezTo>
                    <a:pt x="1482" y="227763"/>
                    <a:pt x="1339" y="227858"/>
                    <a:pt x="1215" y="228011"/>
                  </a:cubicBezTo>
                  <a:cubicBezTo>
                    <a:pt x="300" y="228268"/>
                    <a:pt x="-147" y="228992"/>
                    <a:pt x="43" y="230354"/>
                  </a:cubicBezTo>
                  <a:cubicBezTo>
                    <a:pt x="1434" y="230525"/>
                    <a:pt x="2701" y="232449"/>
                    <a:pt x="3568" y="230354"/>
                  </a:cubicBezTo>
                  <a:cubicBezTo>
                    <a:pt x="10521" y="230316"/>
                    <a:pt x="17674" y="227401"/>
                    <a:pt x="23532" y="226839"/>
                  </a:cubicBezTo>
                  <a:cubicBezTo>
                    <a:pt x="24723" y="226725"/>
                    <a:pt x="24913" y="228011"/>
                    <a:pt x="25885" y="228011"/>
                  </a:cubicBezTo>
                  <a:cubicBezTo>
                    <a:pt x="25542" y="228011"/>
                    <a:pt x="26589" y="226953"/>
                    <a:pt x="27056" y="226839"/>
                  </a:cubicBezTo>
                  <a:cubicBezTo>
                    <a:pt x="30819" y="225896"/>
                    <a:pt x="32362" y="227687"/>
                    <a:pt x="35276" y="228011"/>
                  </a:cubicBezTo>
                  <a:cubicBezTo>
                    <a:pt x="37638" y="228268"/>
                    <a:pt x="39953" y="227744"/>
                    <a:pt x="42315" y="228011"/>
                  </a:cubicBezTo>
                  <a:cubicBezTo>
                    <a:pt x="43506" y="228144"/>
                    <a:pt x="43687" y="228963"/>
                    <a:pt x="44668" y="229182"/>
                  </a:cubicBezTo>
                  <a:cubicBezTo>
                    <a:pt x="47830" y="229868"/>
                    <a:pt x="50564" y="229058"/>
                    <a:pt x="52888" y="229182"/>
                  </a:cubicBezTo>
                  <a:cubicBezTo>
                    <a:pt x="53707" y="229220"/>
                    <a:pt x="54088" y="230354"/>
                    <a:pt x="54059" y="230344"/>
                  </a:cubicBezTo>
                  <a:cubicBezTo>
                    <a:pt x="56422" y="230611"/>
                    <a:pt x="58736" y="230192"/>
                    <a:pt x="61099" y="230344"/>
                  </a:cubicBezTo>
                  <a:cubicBezTo>
                    <a:pt x="68099" y="230801"/>
                    <a:pt x="73224" y="231792"/>
                    <a:pt x="79882" y="232697"/>
                  </a:cubicBezTo>
                  <a:cubicBezTo>
                    <a:pt x="84454" y="233316"/>
                    <a:pt x="91578" y="233545"/>
                    <a:pt x="92798" y="235050"/>
                  </a:cubicBezTo>
                  <a:cubicBezTo>
                    <a:pt x="93036" y="235335"/>
                    <a:pt x="94750" y="234945"/>
                    <a:pt x="95150" y="235050"/>
                  </a:cubicBezTo>
                  <a:cubicBezTo>
                    <a:pt x="97865" y="235793"/>
                    <a:pt x="100761" y="236726"/>
                    <a:pt x="103370" y="237402"/>
                  </a:cubicBezTo>
                  <a:cubicBezTo>
                    <a:pt x="105342" y="237907"/>
                    <a:pt x="107123" y="237898"/>
                    <a:pt x="109238" y="238574"/>
                  </a:cubicBezTo>
                  <a:cubicBezTo>
                    <a:pt x="110295" y="238907"/>
                    <a:pt x="112200" y="239707"/>
                    <a:pt x="112762" y="239736"/>
                  </a:cubicBezTo>
                  <a:cubicBezTo>
                    <a:pt x="113781" y="239793"/>
                    <a:pt x="113705" y="240860"/>
                    <a:pt x="113934" y="240908"/>
                  </a:cubicBezTo>
                  <a:cubicBezTo>
                    <a:pt x="115048" y="241165"/>
                    <a:pt x="116334" y="240669"/>
                    <a:pt x="117458" y="240908"/>
                  </a:cubicBezTo>
                  <a:cubicBezTo>
                    <a:pt x="118506" y="241136"/>
                    <a:pt x="119782" y="241679"/>
                    <a:pt x="120992" y="241946"/>
                  </a:cubicBezTo>
                  <a:lnTo>
                    <a:pt x="120982" y="241965"/>
                  </a:lnTo>
                  <a:lnTo>
                    <a:pt x="123192" y="244051"/>
                  </a:lnTo>
                  <a:cubicBezTo>
                    <a:pt x="121401" y="245070"/>
                    <a:pt x="119753" y="245699"/>
                    <a:pt x="117458" y="246784"/>
                  </a:cubicBezTo>
                  <a:cubicBezTo>
                    <a:pt x="108085" y="251214"/>
                    <a:pt x="97532" y="255100"/>
                    <a:pt x="91626" y="260872"/>
                  </a:cubicBezTo>
                  <a:cubicBezTo>
                    <a:pt x="91626" y="262044"/>
                    <a:pt x="91626" y="263225"/>
                    <a:pt x="91626" y="264396"/>
                  </a:cubicBezTo>
                  <a:lnTo>
                    <a:pt x="100075" y="267216"/>
                  </a:lnTo>
                  <a:cubicBezTo>
                    <a:pt x="100446" y="267778"/>
                    <a:pt x="101170" y="268235"/>
                    <a:pt x="102199" y="267920"/>
                  </a:cubicBezTo>
                  <a:cubicBezTo>
                    <a:pt x="111019" y="265177"/>
                    <a:pt x="122144" y="265206"/>
                    <a:pt x="132727" y="263225"/>
                  </a:cubicBezTo>
                  <a:cubicBezTo>
                    <a:pt x="135784" y="262653"/>
                    <a:pt x="140289" y="262510"/>
                    <a:pt x="142118" y="262053"/>
                  </a:cubicBezTo>
                  <a:cubicBezTo>
                    <a:pt x="143061" y="261824"/>
                    <a:pt x="142947" y="261024"/>
                    <a:pt x="143290" y="260881"/>
                  </a:cubicBezTo>
                  <a:cubicBezTo>
                    <a:pt x="147004" y="259415"/>
                    <a:pt x="146938" y="260748"/>
                    <a:pt x="149157" y="260881"/>
                  </a:cubicBezTo>
                  <a:cubicBezTo>
                    <a:pt x="150376" y="260958"/>
                    <a:pt x="151110" y="259958"/>
                    <a:pt x="152681" y="259710"/>
                  </a:cubicBezTo>
                  <a:cubicBezTo>
                    <a:pt x="160863" y="258443"/>
                    <a:pt x="173722" y="257595"/>
                    <a:pt x="179685" y="256195"/>
                  </a:cubicBezTo>
                  <a:cubicBezTo>
                    <a:pt x="183457" y="255309"/>
                    <a:pt x="189391" y="256700"/>
                    <a:pt x="191429" y="256195"/>
                  </a:cubicBezTo>
                  <a:cubicBezTo>
                    <a:pt x="191791" y="256100"/>
                    <a:pt x="193020" y="254995"/>
                    <a:pt x="192610" y="255024"/>
                  </a:cubicBezTo>
                  <a:cubicBezTo>
                    <a:pt x="193801" y="254938"/>
                    <a:pt x="193991" y="256195"/>
                    <a:pt x="194953" y="256195"/>
                  </a:cubicBezTo>
                  <a:cubicBezTo>
                    <a:pt x="194610" y="256195"/>
                    <a:pt x="195668" y="255138"/>
                    <a:pt x="196125" y="255024"/>
                  </a:cubicBezTo>
                  <a:cubicBezTo>
                    <a:pt x="196820" y="254852"/>
                    <a:pt x="197754" y="255052"/>
                    <a:pt x="198468" y="255024"/>
                  </a:cubicBezTo>
                  <a:cubicBezTo>
                    <a:pt x="203754" y="254833"/>
                    <a:pt x="208165" y="254328"/>
                    <a:pt x="210203" y="253852"/>
                  </a:cubicBezTo>
                  <a:cubicBezTo>
                    <a:pt x="212870" y="253223"/>
                    <a:pt x="215946" y="254176"/>
                    <a:pt x="217242" y="253852"/>
                  </a:cubicBezTo>
                  <a:cubicBezTo>
                    <a:pt x="217537" y="253776"/>
                    <a:pt x="218947" y="252671"/>
                    <a:pt x="218413" y="252680"/>
                  </a:cubicBezTo>
                  <a:cubicBezTo>
                    <a:pt x="220357" y="252633"/>
                    <a:pt x="220347" y="254681"/>
                    <a:pt x="221938" y="252680"/>
                  </a:cubicBezTo>
                  <a:cubicBezTo>
                    <a:pt x="222481" y="251995"/>
                    <a:pt x="223509" y="253804"/>
                    <a:pt x="223109" y="253852"/>
                  </a:cubicBezTo>
                  <a:cubicBezTo>
                    <a:pt x="224643" y="253662"/>
                    <a:pt x="224709" y="252642"/>
                    <a:pt x="226624" y="252680"/>
                  </a:cubicBezTo>
                  <a:cubicBezTo>
                    <a:pt x="226329" y="252671"/>
                    <a:pt x="227300" y="253728"/>
                    <a:pt x="227795" y="253852"/>
                  </a:cubicBezTo>
                  <a:cubicBezTo>
                    <a:pt x="228462" y="254014"/>
                    <a:pt x="229453" y="253871"/>
                    <a:pt x="230148" y="253852"/>
                  </a:cubicBezTo>
                  <a:cubicBezTo>
                    <a:pt x="231167" y="253833"/>
                    <a:pt x="231120" y="252719"/>
                    <a:pt x="231320" y="252680"/>
                  </a:cubicBezTo>
                  <a:cubicBezTo>
                    <a:pt x="232215" y="252499"/>
                    <a:pt x="232606" y="253842"/>
                    <a:pt x="232491" y="253852"/>
                  </a:cubicBezTo>
                  <a:cubicBezTo>
                    <a:pt x="234730" y="253747"/>
                    <a:pt x="237406" y="252928"/>
                    <a:pt x="239530" y="252680"/>
                  </a:cubicBezTo>
                  <a:cubicBezTo>
                    <a:pt x="242235" y="252376"/>
                    <a:pt x="245302" y="251490"/>
                    <a:pt x="245407" y="251509"/>
                  </a:cubicBezTo>
                  <a:cubicBezTo>
                    <a:pt x="245883" y="251604"/>
                    <a:pt x="245217" y="252776"/>
                    <a:pt x="246569" y="252680"/>
                  </a:cubicBezTo>
                  <a:cubicBezTo>
                    <a:pt x="251970" y="252328"/>
                    <a:pt x="257637" y="251890"/>
                    <a:pt x="263009" y="251509"/>
                  </a:cubicBezTo>
                  <a:cubicBezTo>
                    <a:pt x="268505" y="251128"/>
                    <a:pt x="274220" y="250918"/>
                    <a:pt x="279440" y="250337"/>
                  </a:cubicBezTo>
                  <a:cubicBezTo>
                    <a:pt x="279507" y="250337"/>
                    <a:pt x="279383" y="249242"/>
                    <a:pt x="279440" y="249175"/>
                  </a:cubicBezTo>
                  <a:cubicBezTo>
                    <a:pt x="280193" y="248251"/>
                    <a:pt x="285831" y="249242"/>
                    <a:pt x="286479" y="249175"/>
                  </a:cubicBezTo>
                  <a:cubicBezTo>
                    <a:pt x="295290" y="248204"/>
                    <a:pt x="301910" y="247575"/>
                    <a:pt x="308787" y="246823"/>
                  </a:cubicBezTo>
                  <a:cubicBezTo>
                    <a:pt x="311073" y="246565"/>
                    <a:pt x="313454" y="245994"/>
                    <a:pt x="315826" y="245651"/>
                  </a:cubicBezTo>
                  <a:cubicBezTo>
                    <a:pt x="318407" y="245279"/>
                    <a:pt x="321703" y="244479"/>
                    <a:pt x="321703" y="244479"/>
                  </a:cubicBezTo>
                  <a:cubicBezTo>
                    <a:pt x="322188" y="244575"/>
                    <a:pt x="321512" y="245746"/>
                    <a:pt x="322874" y="245651"/>
                  </a:cubicBezTo>
                  <a:cubicBezTo>
                    <a:pt x="334133" y="244880"/>
                    <a:pt x="343658" y="244727"/>
                    <a:pt x="353392" y="245651"/>
                  </a:cubicBezTo>
                  <a:cubicBezTo>
                    <a:pt x="367146" y="246956"/>
                    <a:pt x="380472" y="248604"/>
                    <a:pt x="393311" y="249166"/>
                  </a:cubicBezTo>
                  <a:cubicBezTo>
                    <a:pt x="400712" y="249499"/>
                    <a:pt x="408580" y="248975"/>
                    <a:pt x="414447" y="249166"/>
                  </a:cubicBezTo>
                  <a:cubicBezTo>
                    <a:pt x="416229" y="249232"/>
                    <a:pt x="415676" y="250547"/>
                    <a:pt x="416800" y="249166"/>
                  </a:cubicBezTo>
                  <a:cubicBezTo>
                    <a:pt x="417495" y="248328"/>
                    <a:pt x="420477" y="250499"/>
                    <a:pt x="421505" y="250337"/>
                  </a:cubicBezTo>
                  <a:cubicBezTo>
                    <a:pt x="421572" y="250328"/>
                    <a:pt x="421439" y="249251"/>
                    <a:pt x="421505" y="249166"/>
                  </a:cubicBezTo>
                  <a:cubicBezTo>
                    <a:pt x="421686" y="248947"/>
                    <a:pt x="423515" y="249194"/>
                    <a:pt x="423849" y="249166"/>
                  </a:cubicBezTo>
                  <a:cubicBezTo>
                    <a:pt x="428154" y="248842"/>
                    <a:pt x="431707" y="248337"/>
                    <a:pt x="433240" y="248004"/>
                  </a:cubicBezTo>
                  <a:cubicBezTo>
                    <a:pt x="435907" y="247423"/>
                    <a:pt x="438717" y="248032"/>
                    <a:pt x="440260" y="247184"/>
                  </a:cubicBezTo>
                  <a:lnTo>
                    <a:pt x="440289" y="247213"/>
                  </a:lnTo>
                  <a:lnTo>
                    <a:pt x="447890" y="244118"/>
                  </a:lnTo>
                  <a:lnTo>
                    <a:pt x="507211" y="256986"/>
                  </a:lnTo>
                  <a:cubicBezTo>
                    <a:pt x="515336" y="256824"/>
                    <a:pt x="525385" y="259176"/>
                    <a:pt x="535377" y="259738"/>
                  </a:cubicBezTo>
                  <a:cubicBezTo>
                    <a:pt x="546007" y="260348"/>
                    <a:pt x="562209" y="259129"/>
                    <a:pt x="570600" y="258576"/>
                  </a:cubicBezTo>
                  <a:cubicBezTo>
                    <a:pt x="571724" y="258500"/>
                    <a:pt x="571515" y="259691"/>
                    <a:pt x="571772" y="259738"/>
                  </a:cubicBezTo>
                  <a:cubicBezTo>
                    <a:pt x="572820" y="259948"/>
                    <a:pt x="572848" y="258576"/>
                    <a:pt x="572943" y="258576"/>
                  </a:cubicBezTo>
                  <a:cubicBezTo>
                    <a:pt x="578239" y="258205"/>
                    <a:pt x="582459" y="258691"/>
                    <a:pt x="587040" y="258576"/>
                  </a:cubicBezTo>
                  <a:cubicBezTo>
                    <a:pt x="588583" y="258529"/>
                    <a:pt x="588622" y="257252"/>
                    <a:pt x="590555" y="257395"/>
                  </a:cubicBezTo>
                  <a:cubicBezTo>
                    <a:pt x="590365" y="257376"/>
                    <a:pt x="591155" y="258424"/>
                    <a:pt x="591727" y="258576"/>
                  </a:cubicBezTo>
                  <a:cubicBezTo>
                    <a:pt x="595222" y="259443"/>
                    <a:pt x="599937" y="257395"/>
                    <a:pt x="599947" y="257395"/>
                  </a:cubicBezTo>
                  <a:cubicBezTo>
                    <a:pt x="600414" y="257481"/>
                    <a:pt x="599794" y="258615"/>
                    <a:pt x="601118" y="258576"/>
                  </a:cubicBezTo>
                  <a:cubicBezTo>
                    <a:pt x="602652" y="258529"/>
                    <a:pt x="604300" y="258776"/>
                    <a:pt x="605814" y="258576"/>
                  </a:cubicBezTo>
                  <a:cubicBezTo>
                    <a:pt x="609881" y="258034"/>
                    <a:pt x="607881" y="257919"/>
                    <a:pt x="610510" y="258576"/>
                  </a:cubicBezTo>
                  <a:cubicBezTo>
                    <a:pt x="616025" y="259948"/>
                    <a:pt x="616511" y="259062"/>
                    <a:pt x="619902" y="258576"/>
                  </a:cubicBezTo>
                  <a:cubicBezTo>
                    <a:pt x="621711" y="258310"/>
                    <a:pt x="623950" y="258462"/>
                    <a:pt x="625779" y="258576"/>
                  </a:cubicBezTo>
                  <a:cubicBezTo>
                    <a:pt x="628512" y="258738"/>
                    <a:pt x="631494" y="259415"/>
                    <a:pt x="633999" y="259738"/>
                  </a:cubicBezTo>
                  <a:cubicBezTo>
                    <a:pt x="641762" y="260748"/>
                    <a:pt x="651810" y="260138"/>
                    <a:pt x="659821" y="260910"/>
                  </a:cubicBezTo>
                  <a:cubicBezTo>
                    <a:pt x="662145" y="261139"/>
                    <a:pt x="664669" y="262853"/>
                    <a:pt x="666869" y="263263"/>
                  </a:cubicBezTo>
                  <a:cubicBezTo>
                    <a:pt x="668365" y="263539"/>
                    <a:pt x="670041" y="263158"/>
                    <a:pt x="671565" y="263263"/>
                  </a:cubicBezTo>
                  <a:cubicBezTo>
                    <a:pt x="677261" y="263672"/>
                    <a:pt x="683462" y="264815"/>
                    <a:pt x="687996" y="265615"/>
                  </a:cubicBezTo>
                  <a:cubicBezTo>
                    <a:pt x="689520" y="265882"/>
                    <a:pt x="689615" y="266701"/>
                    <a:pt x="691520" y="266787"/>
                  </a:cubicBezTo>
                  <a:cubicBezTo>
                    <a:pt x="693663" y="266882"/>
                    <a:pt x="694206" y="265873"/>
                    <a:pt x="696216" y="265615"/>
                  </a:cubicBezTo>
                  <a:cubicBezTo>
                    <a:pt x="698150" y="265368"/>
                    <a:pt x="701188" y="265587"/>
                    <a:pt x="703255" y="265615"/>
                  </a:cubicBezTo>
                  <a:cubicBezTo>
                    <a:pt x="707227" y="265663"/>
                    <a:pt x="711923" y="266387"/>
                    <a:pt x="716171" y="266787"/>
                  </a:cubicBezTo>
                  <a:cubicBezTo>
                    <a:pt x="726048" y="267711"/>
                    <a:pt x="739888" y="268835"/>
                    <a:pt x="746689" y="270302"/>
                  </a:cubicBezTo>
                  <a:cubicBezTo>
                    <a:pt x="750937" y="271226"/>
                    <a:pt x="754738" y="269959"/>
                    <a:pt x="758433" y="270302"/>
                  </a:cubicBezTo>
                  <a:cubicBezTo>
                    <a:pt x="769882" y="271378"/>
                    <a:pt x="781503" y="273159"/>
                    <a:pt x="792485" y="273826"/>
                  </a:cubicBezTo>
                  <a:cubicBezTo>
                    <a:pt x="799076" y="274226"/>
                    <a:pt x="807982" y="275921"/>
                    <a:pt x="814783" y="274997"/>
                  </a:cubicBezTo>
                  <a:cubicBezTo>
                    <a:pt x="816812" y="274721"/>
                    <a:pt x="817841" y="273150"/>
                    <a:pt x="819479" y="272645"/>
                  </a:cubicBezTo>
                  <a:cubicBezTo>
                    <a:pt x="822232" y="271797"/>
                    <a:pt x="824727" y="273578"/>
                    <a:pt x="826518" y="271473"/>
                  </a:cubicBezTo>
                  <a:cubicBezTo>
                    <a:pt x="828861" y="271854"/>
                    <a:pt x="838100" y="275264"/>
                    <a:pt x="838262" y="270302"/>
                  </a:cubicBezTo>
                  <a:cubicBezTo>
                    <a:pt x="839672" y="270054"/>
                    <a:pt x="838986" y="269006"/>
                    <a:pt x="838262" y="267958"/>
                  </a:cubicBezTo>
                  <a:lnTo>
                    <a:pt x="831319" y="263329"/>
                  </a:lnTo>
                  <a:cubicBezTo>
                    <a:pt x="834843" y="263339"/>
                    <a:pt x="838148" y="263139"/>
                    <a:pt x="840615" y="262091"/>
                  </a:cubicBezTo>
                  <a:cubicBezTo>
                    <a:pt x="843558" y="261129"/>
                    <a:pt x="850721" y="264377"/>
                    <a:pt x="850007" y="259738"/>
                  </a:cubicBezTo>
                  <a:cubicBezTo>
                    <a:pt x="851292" y="254147"/>
                    <a:pt x="843015" y="258119"/>
                    <a:pt x="842968" y="253871"/>
                  </a:cubicBezTo>
                  <a:cubicBezTo>
                    <a:pt x="847016" y="252423"/>
                    <a:pt x="851874" y="253214"/>
                    <a:pt x="857055" y="252700"/>
                  </a:cubicBezTo>
                  <a:cubicBezTo>
                    <a:pt x="859227" y="252490"/>
                    <a:pt x="859684" y="251680"/>
                    <a:pt x="861751" y="251528"/>
                  </a:cubicBezTo>
                  <a:cubicBezTo>
                    <a:pt x="865894" y="251223"/>
                    <a:pt x="871524" y="251985"/>
                    <a:pt x="873705" y="250090"/>
                  </a:cubicBezTo>
                  <a:lnTo>
                    <a:pt x="873771" y="250109"/>
                  </a:lnTo>
                  <a:lnTo>
                    <a:pt x="873848" y="249937"/>
                  </a:lnTo>
                  <a:cubicBezTo>
                    <a:pt x="874229" y="249556"/>
                    <a:pt x="874476" y="249070"/>
                    <a:pt x="874553" y="248461"/>
                  </a:cubicBezTo>
                  <a:lnTo>
                    <a:pt x="877010" y="243317"/>
                  </a:lnTo>
                  <a:cubicBezTo>
                    <a:pt x="877724" y="239907"/>
                    <a:pt x="874057" y="239917"/>
                    <a:pt x="872324" y="238631"/>
                  </a:cubicBezTo>
                  <a:cubicBezTo>
                    <a:pt x="871400" y="237945"/>
                    <a:pt x="871162" y="236955"/>
                    <a:pt x="869971" y="236278"/>
                  </a:cubicBezTo>
                  <a:cubicBezTo>
                    <a:pt x="867409" y="234792"/>
                    <a:pt x="865694" y="234059"/>
                    <a:pt x="864094" y="232754"/>
                  </a:cubicBezTo>
                  <a:cubicBezTo>
                    <a:pt x="861379" y="230535"/>
                    <a:pt x="858741" y="230525"/>
                    <a:pt x="855874" y="229239"/>
                  </a:cubicBezTo>
                  <a:cubicBezTo>
                    <a:pt x="855436" y="229039"/>
                    <a:pt x="855283" y="227058"/>
                    <a:pt x="854702" y="226887"/>
                  </a:cubicBezTo>
                  <a:lnTo>
                    <a:pt x="862932" y="217495"/>
                  </a:lnTo>
                  <a:cubicBezTo>
                    <a:pt x="865294" y="218314"/>
                    <a:pt x="865485" y="215571"/>
                    <a:pt x="866447" y="215142"/>
                  </a:cubicBezTo>
                  <a:cubicBezTo>
                    <a:pt x="868580" y="214190"/>
                    <a:pt x="872457" y="214704"/>
                    <a:pt x="873486" y="213971"/>
                  </a:cubicBezTo>
                  <a:cubicBezTo>
                    <a:pt x="874095" y="213542"/>
                    <a:pt x="873248" y="211266"/>
                    <a:pt x="874657" y="211618"/>
                  </a:cubicBezTo>
                  <a:cubicBezTo>
                    <a:pt x="876391" y="214733"/>
                    <a:pt x="879687" y="211904"/>
                    <a:pt x="882877" y="211618"/>
                  </a:cubicBezTo>
                  <a:cubicBezTo>
                    <a:pt x="886649" y="211285"/>
                    <a:pt x="891783" y="212028"/>
                    <a:pt x="894622" y="210447"/>
                  </a:cubicBezTo>
                  <a:cubicBezTo>
                    <a:pt x="893012" y="206741"/>
                    <a:pt x="894374" y="206532"/>
                    <a:pt x="894622" y="202226"/>
                  </a:cubicBezTo>
                  <a:cubicBezTo>
                    <a:pt x="892498" y="201465"/>
                    <a:pt x="891126" y="200179"/>
                    <a:pt x="889935" y="199883"/>
                  </a:cubicBezTo>
                  <a:cubicBezTo>
                    <a:pt x="889392" y="199741"/>
                    <a:pt x="888021" y="200207"/>
                    <a:pt x="887583" y="199883"/>
                  </a:cubicBezTo>
                  <a:cubicBezTo>
                    <a:pt x="887173" y="199569"/>
                    <a:pt x="886697" y="196473"/>
                    <a:pt x="886411" y="196359"/>
                  </a:cubicBezTo>
                  <a:lnTo>
                    <a:pt x="883830" y="190358"/>
                  </a:lnTo>
                  <a:cubicBezTo>
                    <a:pt x="890078" y="189911"/>
                    <a:pt x="894850" y="187996"/>
                    <a:pt x="899327" y="185786"/>
                  </a:cubicBezTo>
                  <a:cubicBezTo>
                    <a:pt x="900165" y="181157"/>
                    <a:pt x="895584" y="179757"/>
                    <a:pt x="893507" y="177566"/>
                  </a:cubicBezTo>
                  <a:close/>
                </a:path>
              </a:pathLst>
            </a:custGeom>
            <a:solidFill>
              <a:srgbClr val="FCE654"/>
            </a:solidFill>
            <a:ln cap="flat">
              <a:noFill/>
              <a:prstDash val="solid"/>
              <a:miter lim="800000"/>
            </a:ln>
          </p:spPr>
          <p:txBody>
            <a:bodyPr vert="horz" anchor="ctr" tIns="45720" lIns="91440" bIns="45720" rIns="91440"/>
            <a:p>
              <a:pPr algn="l" marL="0"/>
            </a:p>
          </p:txBody>
        </p:sp>
        <p:sp>
          <p:nvSpPr>
            <p:cNvPr name="Freeform 4" id="4"/>
            <p:cNvSpPr/>
            <p:nvPr/>
          </p:nvSpPr>
          <p:spPr>
            <a:xfrm>
              <a:off x="7742935" y="3790165"/>
              <a:ext cx="225402" cy="658827"/>
            </a:xfrm>
            <a:custGeom>
              <a:avLst/>
              <a:gdLst/>
              <a:ahLst/>
              <a:cxnLst/>
              <a:rect r="r" b="b" t="t" l="l"/>
              <a:pathLst>
                <a:path w="77887" h="227656" stroke="true" fill="norm" extrusionOk="true">
                  <a:moveTo>
                    <a:pt x="76561" y="103413"/>
                  </a:moveTo>
                  <a:cubicBezTo>
                    <a:pt x="76751" y="101879"/>
                    <a:pt x="77723" y="101822"/>
                    <a:pt x="77732" y="99898"/>
                  </a:cubicBezTo>
                  <a:cubicBezTo>
                    <a:pt x="77742" y="97727"/>
                    <a:pt x="76818" y="97241"/>
                    <a:pt x="76561" y="95202"/>
                  </a:cubicBezTo>
                  <a:cubicBezTo>
                    <a:pt x="75275" y="85258"/>
                    <a:pt x="77484" y="74085"/>
                    <a:pt x="77732" y="67027"/>
                  </a:cubicBezTo>
                  <a:cubicBezTo>
                    <a:pt x="77951" y="60789"/>
                    <a:pt x="76703" y="54502"/>
                    <a:pt x="77732" y="48244"/>
                  </a:cubicBezTo>
                  <a:cubicBezTo>
                    <a:pt x="77770" y="47797"/>
                    <a:pt x="77713" y="47454"/>
                    <a:pt x="77656" y="47092"/>
                  </a:cubicBezTo>
                  <a:lnTo>
                    <a:pt x="77885" y="47130"/>
                  </a:lnTo>
                  <a:lnTo>
                    <a:pt x="76284" y="19669"/>
                  </a:lnTo>
                  <a:lnTo>
                    <a:pt x="54244" y="0"/>
                  </a:lnTo>
                  <a:lnTo>
                    <a:pt x="17582" y="2553"/>
                  </a:lnTo>
                  <a:cubicBezTo>
                    <a:pt x="17582" y="2553"/>
                    <a:pt x="21306" y="28156"/>
                    <a:pt x="20697" y="35852"/>
                  </a:cubicBezTo>
                  <a:cubicBezTo>
                    <a:pt x="20687" y="36052"/>
                    <a:pt x="20668" y="36214"/>
                    <a:pt x="20658" y="36395"/>
                  </a:cubicBezTo>
                  <a:cubicBezTo>
                    <a:pt x="20620" y="36681"/>
                    <a:pt x="20592" y="36957"/>
                    <a:pt x="20563" y="37262"/>
                  </a:cubicBezTo>
                  <a:lnTo>
                    <a:pt x="20544" y="37262"/>
                  </a:lnTo>
                  <a:cubicBezTo>
                    <a:pt x="20544" y="37262"/>
                    <a:pt x="20535" y="37405"/>
                    <a:pt x="20525" y="37614"/>
                  </a:cubicBezTo>
                  <a:cubicBezTo>
                    <a:pt x="19782" y="45549"/>
                    <a:pt x="19706" y="57093"/>
                    <a:pt x="19020" y="63503"/>
                  </a:cubicBezTo>
                  <a:cubicBezTo>
                    <a:pt x="18572" y="67647"/>
                    <a:pt x="18010" y="68571"/>
                    <a:pt x="19020" y="69380"/>
                  </a:cubicBezTo>
                  <a:cubicBezTo>
                    <a:pt x="19782" y="69990"/>
                    <a:pt x="17829" y="70818"/>
                    <a:pt x="17848" y="70552"/>
                  </a:cubicBezTo>
                  <a:cubicBezTo>
                    <a:pt x="17734" y="72200"/>
                    <a:pt x="19039" y="73114"/>
                    <a:pt x="19020" y="74066"/>
                  </a:cubicBezTo>
                  <a:cubicBezTo>
                    <a:pt x="19030" y="73781"/>
                    <a:pt x="17972" y="74743"/>
                    <a:pt x="17848" y="75238"/>
                  </a:cubicBezTo>
                  <a:cubicBezTo>
                    <a:pt x="17667" y="75924"/>
                    <a:pt x="17858" y="76876"/>
                    <a:pt x="17848" y="77591"/>
                  </a:cubicBezTo>
                  <a:cubicBezTo>
                    <a:pt x="17734" y="82410"/>
                    <a:pt x="17087" y="87678"/>
                    <a:pt x="16667" y="89335"/>
                  </a:cubicBezTo>
                  <a:cubicBezTo>
                    <a:pt x="15162" y="95374"/>
                    <a:pt x="16124" y="101165"/>
                    <a:pt x="15496" y="105766"/>
                  </a:cubicBezTo>
                  <a:cubicBezTo>
                    <a:pt x="15134" y="108414"/>
                    <a:pt x="14867" y="111271"/>
                    <a:pt x="14324" y="113986"/>
                  </a:cubicBezTo>
                  <a:cubicBezTo>
                    <a:pt x="13762" y="116777"/>
                    <a:pt x="12448" y="119291"/>
                    <a:pt x="11972" y="122206"/>
                  </a:cubicBezTo>
                  <a:cubicBezTo>
                    <a:pt x="11295" y="126416"/>
                    <a:pt x="10981" y="132874"/>
                    <a:pt x="10800" y="136303"/>
                  </a:cubicBezTo>
                  <a:cubicBezTo>
                    <a:pt x="10752" y="137255"/>
                    <a:pt x="9647" y="137331"/>
                    <a:pt x="9628" y="137474"/>
                  </a:cubicBezTo>
                  <a:cubicBezTo>
                    <a:pt x="9362" y="138894"/>
                    <a:pt x="10133" y="140599"/>
                    <a:pt x="9705" y="141942"/>
                  </a:cubicBezTo>
                  <a:cubicBezTo>
                    <a:pt x="10028" y="142427"/>
                    <a:pt x="10133" y="143066"/>
                    <a:pt x="9857" y="143837"/>
                  </a:cubicBezTo>
                  <a:cubicBezTo>
                    <a:pt x="9638" y="144418"/>
                    <a:pt x="9476" y="145018"/>
                    <a:pt x="9324" y="145628"/>
                  </a:cubicBezTo>
                  <a:cubicBezTo>
                    <a:pt x="9438" y="145647"/>
                    <a:pt x="9533" y="145666"/>
                    <a:pt x="9638" y="145694"/>
                  </a:cubicBezTo>
                  <a:cubicBezTo>
                    <a:pt x="7247" y="156362"/>
                    <a:pt x="9028" y="167211"/>
                    <a:pt x="7295" y="177394"/>
                  </a:cubicBezTo>
                  <a:cubicBezTo>
                    <a:pt x="7028" y="178927"/>
                    <a:pt x="6218" y="179003"/>
                    <a:pt x="6123" y="180908"/>
                  </a:cubicBezTo>
                  <a:cubicBezTo>
                    <a:pt x="6066" y="182042"/>
                    <a:pt x="5066" y="181708"/>
                    <a:pt x="4952" y="182080"/>
                  </a:cubicBezTo>
                  <a:cubicBezTo>
                    <a:pt x="4304" y="184194"/>
                    <a:pt x="4437" y="186928"/>
                    <a:pt x="3780" y="189128"/>
                  </a:cubicBezTo>
                  <a:cubicBezTo>
                    <a:pt x="2770" y="192519"/>
                    <a:pt x="2847" y="193834"/>
                    <a:pt x="1427" y="194996"/>
                  </a:cubicBezTo>
                  <a:cubicBezTo>
                    <a:pt x="1094" y="195272"/>
                    <a:pt x="1627" y="196920"/>
                    <a:pt x="1427" y="197349"/>
                  </a:cubicBezTo>
                  <a:cubicBezTo>
                    <a:pt x="1113" y="198025"/>
                    <a:pt x="-649" y="198834"/>
                    <a:pt x="256" y="200863"/>
                  </a:cubicBezTo>
                  <a:cubicBezTo>
                    <a:pt x="1837" y="204388"/>
                    <a:pt x="3437" y="207102"/>
                    <a:pt x="4952" y="209083"/>
                  </a:cubicBezTo>
                  <a:cubicBezTo>
                    <a:pt x="6628" y="211274"/>
                    <a:pt x="8562" y="212360"/>
                    <a:pt x="9647" y="213779"/>
                  </a:cubicBezTo>
                  <a:cubicBezTo>
                    <a:pt x="10333" y="214675"/>
                    <a:pt x="10047" y="216418"/>
                    <a:pt x="10819" y="217303"/>
                  </a:cubicBezTo>
                  <a:cubicBezTo>
                    <a:pt x="12153" y="218827"/>
                    <a:pt x="14800" y="218942"/>
                    <a:pt x="15515" y="219646"/>
                  </a:cubicBezTo>
                  <a:cubicBezTo>
                    <a:pt x="15867" y="220009"/>
                    <a:pt x="15124" y="221704"/>
                    <a:pt x="15515" y="221999"/>
                  </a:cubicBezTo>
                  <a:cubicBezTo>
                    <a:pt x="16239" y="222552"/>
                    <a:pt x="18410" y="222885"/>
                    <a:pt x="19039" y="223171"/>
                  </a:cubicBezTo>
                  <a:cubicBezTo>
                    <a:pt x="19687" y="223466"/>
                    <a:pt x="20839" y="224314"/>
                    <a:pt x="21382" y="224342"/>
                  </a:cubicBezTo>
                  <a:cubicBezTo>
                    <a:pt x="22659" y="224409"/>
                    <a:pt x="22001" y="225257"/>
                    <a:pt x="22554" y="225514"/>
                  </a:cubicBezTo>
                  <a:cubicBezTo>
                    <a:pt x="29936" y="228914"/>
                    <a:pt x="36841" y="227771"/>
                    <a:pt x="42509" y="225514"/>
                  </a:cubicBezTo>
                  <a:cubicBezTo>
                    <a:pt x="43957" y="224942"/>
                    <a:pt x="45357" y="225133"/>
                    <a:pt x="47214" y="224342"/>
                  </a:cubicBezTo>
                  <a:cubicBezTo>
                    <a:pt x="47767" y="224104"/>
                    <a:pt x="48890" y="222342"/>
                    <a:pt x="49557" y="221990"/>
                  </a:cubicBezTo>
                  <a:cubicBezTo>
                    <a:pt x="50805" y="221323"/>
                    <a:pt x="52072" y="221380"/>
                    <a:pt x="53081" y="220818"/>
                  </a:cubicBezTo>
                  <a:cubicBezTo>
                    <a:pt x="54444" y="220066"/>
                    <a:pt x="55625" y="219247"/>
                    <a:pt x="56853" y="218561"/>
                  </a:cubicBezTo>
                  <a:cubicBezTo>
                    <a:pt x="56949" y="218437"/>
                    <a:pt x="57006" y="218304"/>
                    <a:pt x="57139" y="218189"/>
                  </a:cubicBezTo>
                  <a:cubicBezTo>
                    <a:pt x="60244" y="215465"/>
                    <a:pt x="62397" y="211874"/>
                    <a:pt x="65559" y="209293"/>
                  </a:cubicBezTo>
                  <a:cubicBezTo>
                    <a:pt x="65207" y="209140"/>
                    <a:pt x="64826" y="209064"/>
                    <a:pt x="64826" y="209074"/>
                  </a:cubicBezTo>
                  <a:cubicBezTo>
                    <a:pt x="64664" y="208293"/>
                    <a:pt x="65969" y="207645"/>
                    <a:pt x="65997" y="207912"/>
                  </a:cubicBezTo>
                  <a:cubicBezTo>
                    <a:pt x="65864" y="206778"/>
                    <a:pt x="64988" y="207178"/>
                    <a:pt x="64826" y="206740"/>
                  </a:cubicBezTo>
                  <a:cubicBezTo>
                    <a:pt x="64397" y="205626"/>
                    <a:pt x="65997" y="204568"/>
                    <a:pt x="65997" y="204388"/>
                  </a:cubicBezTo>
                  <a:cubicBezTo>
                    <a:pt x="65883" y="200406"/>
                    <a:pt x="64616" y="197558"/>
                    <a:pt x="64826" y="193815"/>
                  </a:cubicBezTo>
                  <a:cubicBezTo>
                    <a:pt x="64892" y="192624"/>
                    <a:pt x="65788" y="192453"/>
                    <a:pt x="65997" y="191462"/>
                  </a:cubicBezTo>
                  <a:cubicBezTo>
                    <a:pt x="66235" y="190357"/>
                    <a:pt x="65845" y="189071"/>
                    <a:pt x="65997" y="187947"/>
                  </a:cubicBezTo>
                  <a:cubicBezTo>
                    <a:pt x="66778" y="182204"/>
                    <a:pt x="68074" y="176622"/>
                    <a:pt x="68341" y="171507"/>
                  </a:cubicBezTo>
                  <a:cubicBezTo>
                    <a:pt x="68398" y="170517"/>
                    <a:pt x="69474" y="170545"/>
                    <a:pt x="69512" y="170336"/>
                  </a:cubicBezTo>
                  <a:cubicBezTo>
                    <a:pt x="71103" y="162935"/>
                    <a:pt x="72236" y="155781"/>
                    <a:pt x="73036" y="148038"/>
                  </a:cubicBezTo>
                  <a:cubicBezTo>
                    <a:pt x="73894" y="139675"/>
                    <a:pt x="74570" y="130864"/>
                    <a:pt x="75389" y="122206"/>
                  </a:cubicBezTo>
                  <a:cubicBezTo>
                    <a:pt x="75732" y="118510"/>
                    <a:pt x="76237" y="115214"/>
                    <a:pt x="76561" y="111643"/>
                  </a:cubicBezTo>
                  <a:cubicBezTo>
                    <a:pt x="76913" y="107633"/>
                    <a:pt x="76342" y="105718"/>
                    <a:pt x="77732" y="104604"/>
                  </a:cubicBezTo>
                  <a:cubicBezTo>
                    <a:pt x="78418" y="104042"/>
                    <a:pt x="76608" y="103022"/>
                    <a:pt x="76561" y="103413"/>
                  </a:cubicBezTo>
                  <a:close/>
                </a:path>
              </a:pathLst>
            </a:custGeom>
            <a:solidFill>
              <a:srgbClr val="F5F5F5"/>
            </a:solidFill>
            <a:ln cap="flat">
              <a:noFill/>
              <a:prstDash val="solid"/>
              <a:miter lim="800000"/>
            </a:ln>
          </p:spPr>
          <p:txBody>
            <a:bodyPr vert="horz" anchor="ctr" tIns="45720" lIns="91440" bIns="45720" rIns="91440"/>
            <a:p>
              <a:pPr algn="l" marL="0"/>
            </a:p>
          </p:txBody>
        </p:sp>
        <p:sp>
          <p:nvSpPr>
            <p:cNvPr name="Freeform 5" id="5"/>
            <p:cNvSpPr/>
            <p:nvPr/>
          </p:nvSpPr>
          <p:spPr>
            <a:xfrm>
              <a:off x="7495646" y="3693081"/>
              <a:ext cx="215033" cy="97029"/>
            </a:xfrm>
            <a:custGeom>
              <a:avLst/>
              <a:gdLst/>
              <a:ahLst/>
              <a:cxnLst/>
              <a:rect r="r" b="b" t="t" l="l"/>
              <a:pathLst>
                <a:path w="74304" h="33528" stroke="true" fill="norm" extrusionOk="true">
                  <a:moveTo>
                    <a:pt x="74304" y="18374"/>
                  </a:moveTo>
                  <a:lnTo>
                    <a:pt x="8868" y="0"/>
                  </a:lnTo>
                  <a:lnTo>
                    <a:pt x="0" y="16516"/>
                  </a:lnTo>
                  <a:lnTo>
                    <a:pt x="7029" y="24251"/>
                  </a:lnTo>
                  <a:lnTo>
                    <a:pt x="74304" y="33528"/>
                  </a:lnTo>
                  <a:close/>
                </a:path>
              </a:pathLst>
            </a:custGeom>
            <a:solidFill>
              <a:srgbClr val="5E4A22"/>
            </a:solidFill>
            <a:ln cap="flat">
              <a:noFill/>
              <a:prstDash val="solid"/>
              <a:miter lim="800000"/>
            </a:ln>
          </p:spPr>
          <p:txBody>
            <a:bodyPr vert="horz" anchor="ctr" tIns="45720" lIns="91440" bIns="45720" rIns="91440"/>
            <a:p>
              <a:pPr algn="l" marL="0"/>
            </a:p>
          </p:txBody>
        </p:sp>
        <p:sp>
          <p:nvSpPr>
            <p:cNvPr name="Freeform 6" id="6"/>
            <p:cNvSpPr/>
            <p:nvPr/>
          </p:nvSpPr>
          <p:spPr>
            <a:xfrm>
              <a:off x="7280805" y="2480600"/>
              <a:ext cx="1097056" cy="1289470"/>
            </a:xfrm>
            <a:custGeom>
              <a:avLst/>
              <a:gdLst/>
              <a:ahLst/>
              <a:cxnLst/>
              <a:rect r="r" b="b" t="t" l="l"/>
              <a:pathLst>
                <a:path w="379085" h="445573" stroke="true" fill="norm" extrusionOk="true">
                  <a:moveTo>
                    <a:pt x="378304" y="351638"/>
                  </a:moveTo>
                  <a:cubicBezTo>
                    <a:pt x="378123" y="349562"/>
                    <a:pt x="377276" y="348133"/>
                    <a:pt x="377133" y="346942"/>
                  </a:cubicBezTo>
                  <a:cubicBezTo>
                    <a:pt x="375399" y="332512"/>
                    <a:pt x="374475" y="314262"/>
                    <a:pt x="373618" y="301146"/>
                  </a:cubicBezTo>
                  <a:cubicBezTo>
                    <a:pt x="373094" y="293288"/>
                    <a:pt x="372818" y="286678"/>
                    <a:pt x="372447" y="281182"/>
                  </a:cubicBezTo>
                  <a:cubicBezTo>
                    <a:pt x="372256" y="278353"/>
                    <a:pt x="372770" y="274533"/>
                    <a:pt x="372447" y="271790"/>
                  </a:cubicBezTo>
                  <a:cubicBezTo>
                    <a:pt x="372456" y="271866"/>
                    <a:pt x="371437" y="271276"/>
                    <a:pt x="371275" y="270619"/>
                  </a:cubicBezTo>
                  <a:cubicBezTo>
                    <a:pt x="371094" y="269914"/>
                    <a:pt x="371323" y="268999"/>
                    <a:pt x="371275" y="268275"/>
                  </a:cubicBezTo>
                  <a:cubicBezTo>
                    <a:pt x="370865" y="262570"/>
                    <a:pt x="369570" y="260322"/>
                    <a:pt x="368922" y="256531"/>
                  </a:cubicBezTo>
                  <a:cubicBezTo>
                    <a:pt x="368665" y="255007"/>
                    <a:pt x="369122" y="253369"/>
                    <a:pt x="368922" y="251835"/>
                  </a:cubicBezTo>
                  <a:cubicBezTo>
                    <a:pt x="368370" y="247644"/>
                    <a:pt x="367408" y="244196"/>
                    <a:pt x="366570" y="240101"/>
                  </a:cubicBezTo>
                  <a:cubicBezTo>
                    <a:pt x="366122" y="237843"/>
                    <a:pt x="364703" y="235576"/>
                    <a:pt x="364226" y="233052"/>
                  </a:cubicBezTo>
                  <a:cubicBezTo>
                    <a:pt x="363712" y="230376"/>
                    <a:pt x="365103" y="227032"/>
                    <a:pt x="363055" y="224832"/>
                  </a:cubicBezTo>
                  <a:cubicBezTo>
                    <a:pt x="364874" y="219879"/>
                    <a:pt x="356530" y="225089"/>
                    <a:pt x="358359" y="220136"/>
                  </a:cubicBezTo>
                  <a:cubicBezTo>
                    <a:pt x="359788" y="215050"/>
                    <a:pt x="358712" y="209830"/>
                    <a:pt x="359531" y="204868"/>
                  </a:cubicBezTo>
                  <a:cubicBezTo>
                    <a:pt x="359883" y="202715"/>
                    <a:pt x="361598" y="201305"/>
                    <a:pt x="361883" y="200172"/>
                  </a:cubicBezTo>
                  <a:cubicBezTo>
                    <a:pt x="362064" y="199429"/>
                    <a:pt x="361712" y="198562"/>
                    <a:pt x="361883" y="197819"/>
                  </a:cubicBezTo>
                  <a:cubicBezTo>
                    <a:pt x="363141" y="192171"/>
                    <a:pt x="364007" y="184084"/>
                    <a:pt x="360712" y="181388"/>
                  </a:cubicBezTo>
                  <a:cubicBezTo>
                    <a:pt x="358816" y="179836"/>
                    <a:pt x="361502" y="175950"/>
                    <a:pt x="359540" y="174340"/>
                  </a:cubicBezTo>
                  <a:cubicBezTo>
                    <a:pt x="359178" y="174045"/>
                    <a:pt x="359778" y="172425"/>
                    <a:pt x="359540" y="171997"/>
                  </a:cubicBezTo>
                  <a:cubicBezTo>
                    <a:pt x="359169" y="171320"/>
                    <a:pt x="357578" y="170425"/>
                    <a:pt x="357188" y="169644"/>
                  </a:cubicBezTo>
                  <a:cubicBezTo>
                    <a:pt x="356730" y="168692"/>
                    <a:pt x="357587" y="167101"/>
                    <a:pt x="357188" y="166120"/>
                  </a:cubicBezTo>
                  <a:cubicBezTo>
                    <a:pt x="356921" y="165444"/>
                    <a:pt x="355273" y="164863"/>
                    <a:pt x="354844" y="163767"/>
                  </a:cubicBezTo>
                  <a:cubicBezTo>
                    <a:pt x="354197" y="162129"/>
                    <a:pt x="352977" y="159595"/>
                    <a:pt x="352492" y="157900"/>
                  </a:cubicBezTo>
                  <a:cubicBezTo>
                    <a:pt x="351711" y="155166"/>
                    <a:pt x="352206" y="152099"/>
                    <a:pt x="351320" y="149680"/>
                  </a:cubicBezTo>
                  <a:cubicBezTo>
                    <a:pt x="351368" y="149804"/>
                    <a:pt x="350301" y="148746"/>
                    <a:pt x="350149" y="148508"/>
                  </a:cubicBezTo>
                  <a:cubicBezTo>
                    <a:pt x="349625" y="147679"/>
                    <a:pt x="349453" y="146936"/>
                    <a:pt x="348977" y="146155"/>
                  </a:cubicBezTo>
                  <a:cubicBezTo>
                    <a:pt x="348206" y="144908"/>
                    <a:pt x="347139" y="143965"/>
                    <a:pt x="346624" y="142641"/>
                  </a:cubicBezTo>
                  <a:cubicBezTo>
                    <a:pt x="346034" y="141117"/>
                    <a:pt x="345710" y="138907"/>
                    <a:pt x="345462" y="137945"/>
                  </a:cubicBezTo>
                  <a:cubicBezTo>
                    <a:pt x="343995" y="132382"/>
                    <a:pt x="343310" y="128468"/>
                    <a:pt x="341938" y="123848"/>
                  </a:cubicBezTo>
                  <a:cubicBezTo>
                    <a:pt x="341195" y="121352"/>
                    <a:pt x="340843" y="119428"/>
                    <a:pt x="340766" y="117981"/>
                  </a:cubicBezTo>
                  <a:cubicBezTo>
                    <a:pt x="340681" y="116399"/>
                    <a:pt x="338890" y="115856"/>
                    <a:pt x="338414" y="114456"/>
                  </a:cubicBezTo>
                  <a:cubicBezTo>
                    <a:pt x="337395" y="111408"/>
                    <a:pt x="336995" y="108027"/>
                    <a:pt x="336061" y="105065"/>
                  </a:cubicBezTo>
                  <a:cubicBezTo>
                    <a:pt x="336033" y="104950"/>
                    <a:pt x="334994" y="105169"/>
                    <a:pt x="334899" y="105065"/>
                  </a:cubicBezTo>
                  <a:cubicBezTo>
                    <a:pt x="333727" y="103903"/>
                    <a:pt x="335070" y="101483"/>
                    <a:pt x="333727" y="100369"/>
                  </a:cubicBezTo>
                  <a:cubicBezTo>
                    <a:pt x="333423" y="100121"/>
                    <a:pt x="333747" y="97292"/>
                    <a:pt x="333727" y="96845"/>
                  </a:cubicBezTo>
                  <a:cubicBezTo>
                    <a:pt x="333661" y="95702"/>
                    <a:pt x="332680" y="96073"/>
                    <a:pt x="332556" y="95673"/>
                  </a:cubicBezTo>
                  <a:cubicBezTo>
                    <a:pt x="331232" y="91568"/>
                    <a:pt x="330184" y="86919"/>
                    <a:pt x="329032" y="85110"/>
                  </a:cubicBezTo>
                  <a:cubicBezTo>
                    <a:pt x="328232" y="83852"/>
                    <a:pt x="328193" y="83443"/>
                    <a:pt x="329032" y="82767"/>
                  </a:cubicBezTo>
                  <a:cubicBezTo>
                    <a:pt x="329584" y="82328"/>
                    <a:pt x="326660" y="79652"/>
                    <a:pt x="327860" y="78071"/>
                  </a:cubicBezTo>
                  <a:cubicBezTo>
                    <a:pt x="326774" y="77671"/>
                    <a:pt x="326174" y="76528"/>
                    <a:pt x="325507" y="75718"/>
                  </a:cubicBezTo>
                  <a:cubicBezTo>
                    <a:pt x="324602" y="74642"/>
                    <a:pt x="323917" y="73556"/>
                    <a:pt x="323164" y="72203"/>
                  </a:cubicBezTo>
                  <a:cubicBezTo>
                    <a:pt x="322821" y="71603"/>
                    <a:pt x="323440" y="70479"/>
                    <a:pt x="323164" y="69851"/>
                  </a:cubicBezTo>
                  <a:cubicBezTo>
                    <a:pt x="322964" y="69422"/>
                    <a:pt x="321069" y="69203"/>
                    <a:pt x="320812" y="68679"/>
                  </a:cubicBezTo>
                  <a:cubicBezTo>
                    <a:pt x="319897" y="66803"/>
                    <a:pt x="320735" y="65355"/>
                    <a:pt x="319640" y="63983"/>
                  </a:cubicBezTo>
                  <a:cubicBezTo>
                    <a:pt x="318621" y="62697"/>
                    <a:pt x="316211" y="61450"/>
                    <a:pt x="314954" y="60459"/>
                  </a:cubicBezTo>
                  <a:cubicBezTo>
                    <a:pt x="314192" y="59868"/>
                    <a:pt x="313458" y="58640"/>
                    <a:pt x="312601" y="58106"/>
                  </a:cubicBezTo>
                  <a:cubicBezTo>
                    <a:pt x="311582" y="57478"/>
                    <a:pt x="310125" y="57697"/>
                    <a:pt x="309077" y="56935"/>
                  </a:cubicBezTo>
                  <a:cubicBezTo>
                    <a:pt x="307229" y="55601"/>
                    <a:pt x="306353" y="53706"/>
                    <a:pt x="304381" y="52239"/>
                  </a:cubicBezTo>
                  <a:cubicBezTo>
                    <a:pt x="302619" y="50925"/>
                    <a:pt x="300009" y="50172"/>
                    <a:pt x="298504" y="48715"/>
                  </a:cubicBezTo>
                  <a:cubicBezTo>
                    <a:pt x="299228" y="45610"/>
                    <a:pt x="296580" y="47286"/>
                    <a:pt x="294989" y="46362"/>
                  </a:cubicBezTo>
                  <a:cubicBezTo>
                    <a:pt x="293370" y="45448"/>
                    <a:pt x="292846" y="42476"/>
                    <a:pt x="290284" y="44019"/>
                  </a:cubicBezTo>
                  <a:cubicBezTo>
                    <a:pt x="289750" y="41114"/>
                    <a:pt x="288941" y="39371"/>
                    <a:pt x="287931" y="38142"/>
                  </a:cubicBezTo>
                  <a:cubicBezTo>
                    <a:pt x="287607" y="37751"/>
                    <a:pt x="285969" y="38504"/>
                    <a:pt x="285588" y="38142"/>
                  </a:cubicBezTo>
                  <a:cubicBezTo>
                    <a:pt x="284636" y="37256"/>
                    <a:pt x="284102" y="36808"/>
                    <a:pt x="283235" y="35789"/>
                  </a:cubicBezTo>
                  <a:cubicBezTo>
                    <a:pt x="282302" y="34703"/>
                    <a:pt x="282064" y="33103"/>
                    <a:pt x="279711" y="33446"/>
                  </a:cubicBezTo>
                  <a:lnTo>
                    <a:pt x="276168" y="31665"/>
                  </a:lnTo>
                  <a:cubicBezTo>
                    <a:pt x="276063" y="31389"/>
                    <a:pt x="275768" y="31370"/>
                    <a:pt x="275482" y="31322"/>
                  </a:cubicBezTo>
                  <a:lnTo>
                    <a:pt x="275025" y="31093"/>
                  </a:lnTo>
                  <a:cubicBezTo>
                    <a:pt x="273148" y="28436"/>
                    <a:pt x="269053" y="26817"/>
                    <a:pt x="266795" y="25226"/>
                  </a:cubicBezTo>
                  <a:cubicBezTo>
                    <a:pt x="266062" y="24702"/>
                    <a:pt x="265281" y="23388"/>
                    <a:pt x="264452" y="22873"/>
                  </a:cubicBezTo>
                  <a:cubicBezTo>
                    <a:pt x="263338" y="22178"/>
                    <a:pt x="262147" y="22454"/>
                    <a:pt x="260928" y="21702"/>
                  </a:cubicBezTo>
                  <a:cubicBezTo>
                    <a:pt x="260233" y="21264"/>
                    <a:pt x="259337" y="19854"/>
                    <a:pt x="258575" y="19349"/>
                  </a:cubicBezTo>
                  <a:cubicBezTo>
                    <a:pt x="258166" y="19073"/>
                    <a:pt x="256584" y="18197"/>
                    <a:pt x="256232" y="18178"/>
                  </a:cubicBezTo>
                  <a:cubicBezTo>
                    <a:pt x="254527" y="18092"/>
                    <a:pt x="252555" y="16415"/>
                    <a:pt x="251527" y="15825"/>
                  </a:cubicBezTo>
                  <a:cubicBezTo>
                    <a:pt x="250498" y="15234"/>
                    <a:pt x="249955" y="13891"/>
                    <a:pt x="249174" y="13482"/>
                  </a:cubicBezTo>
                  <a:cubicBezTo>
                    <a:pt x="246736" y="12186"/>
                    <a:pt x="245145" y="13129"/>
                    <a:pt x="243307" y="12310"/>
                  </a:cubicBezTo>
                  <a:cubicBezTo>
                    <a:pt x="242888" y="12120"/>
                    <a:pt x="242630" y="10234"/>
                    <a:pt x="242135" y="9957"/>
                  </a:cubicBezTo>
                  <a:cubicBezTo>
                    <a:pt x="240954" y="9300"/>
                    <a:pt x="239944" y="9510"/>
                    <a:pt x="238611" y="8786"/>
                  </a:cubicBezTo>
                  <a:cubicBezTo>
                    <a:pt x="237954" y="8433"/>
                    <a:pt x="237039" y="6824"/>
                    <a:pt x="236268" y="6433"/>
                  </a:cubicBezTo>
                  <a:cubicBezTo>
                    <a:pt x="235048" y="5824"/>
                    <a:pt x="233696" y="5709"/>
                    <a:pt x="232743" y="5271"/>
                  </a:cubicBezTo>
                  <a:cubicBezTo>
                    <a:pt x="232105" y="4966"/>
                    <a:pt x="230934" y="4128"/>
                    <a:pt x="230391" y="4100"/>
                  </a:cubicBezTo>
                  <a:cubicBezTo>
                    <a:pt x="229229" y="4033"/>
                    <a:pt x="229638" y="3071"/>
                    <a:pt x="229219" y="2928"/>
                  </a:cubicBezTo>
                  <a:cubicBezTo>
                    <a:pt x="224419" y="1290"/>
                    <a:pt x="218913" y="1595"/>
                    <a:pt x="213960" y="575"/>
                  </a:cubicBezTo>
                  <a:cubicBezTo>
                    <a:pt x="213122" y="-187"/>
                    <a:pt x="211226" y="-101"/>
                    <a:pt x="209264" y="309"/>
                  </a:cubicBezTo>
                  <a:lnTo>
                    <a:pt x="144637" y="17320"/>
                  </a:lnTo>
                  <a:lnTo>
                    <a:pt x="99936" y="22702"/>
                  </a:lnTo>
                  <a:lnTo>
                    <a:pt x="87258" y="28712"/>
                  </a:lnTo>
                  <a:cubicBezTo>
                    <a:pt x="87230" y="28722"/>
                    <a:pt x="87201" y="28731"/>
                    <a:pt x="87173" y="28741"/>
                  </a:cubicBezTo>
                  <a:lnTo>
                    <a:pt x="87173" y="28750"/>
                  </a:lnTo>
                  <a:cubicBezTo>
                    <a:pt x="87030" y="29074"/>
                    <a:pt x="85106" y="29579"/>
                    <a:pt x="84820" y="29922"/>
                  </a:cubicBezTo>
                  <a:cubicBezTo>
                    <a:pt x="81753" y="33599"/>
                    <a:pt x="77962" y="36161"/>
                    <a:pt x="76600" y="40485"/>
                  </a:cubicBezTo>
                  <a:cubicBezTo>
                    <a:pt x="73809" y="40828"/>
                    <a:pt x="71361" y="43447"/>
                    <a:pt x="69561" y="45181"/>
                  </a:cubicBezTo>
                  <a:cubicBezTo>
                    <a:pt x="65094" y="49458"/>
                    <a:pt x="59693" y="55430"/>
                    <a:pt x="56645" y="59278"/>
                  </a:cubicBezTo>
                  <a:cubicBezTo>
                    <a:pt x="56455" y="59516"/>
                    <a:pt x="56836" y="60211"/>
                    <a:pt x="56645" y="60450"/>
                  </a:cubicBezTo>
                  <a:cubicBezTo>
                    <a:pt x="56321" y="60840"/>
                    <a:pt x="54664" y="60078"/>
                    <a:pt x="54292" y="60450"/>
                  </a:cubicBezTo>
                  <a:cubicBezTo>
                    <a:pt x="53407" y="61335"/>
                    <a:pt x="53292" y="64402"/>
                    <a:pt x="51578" y="64240"/>
                  </a:cubicBezTo>
                  <a:cubicBezTo>
                    <a:pt x="51273" y="64802"/>
                    <a:pt x="50921" y="65336"/>
                    <a:pt x="50530" y="65831"/>
                  </a:cubicBezTo>
                  <a:cubicBezTo>
                    <a:pt x="50606" y="65974"/>
                    <a:pt x="50683" y="66098"/>
                    <a:pt x="50778" y="66317"/>
                  </a:cubicBezTo>
                  <a:cubicBezTo>
                    <a:pt x="47749" y="70336"/>
                    <a:pt x="44263" y="73899"/>
                    <a:pt x="42548" y="79233"/>
                  </a:cubicBezTo>
                  <a:cubicBezTo>
                    <a:pt x="40472" y="79500"/>
                    <a:pt x="36671" y="78052"/>
                    <a:pt x="37852" y="81585"/>
                  </a:cubicBezTo>
                  <a:cubicBezTo>
                    <a:pt x="34538" y="83081"/>
                    <a:pt x="34480" y="87148"/>
                    <a:pt x="33157" y="89806"/>
                  </a:cubicBezTo>
                  <a:cubicBezTo>
                    <a:pt x="32356" y="91434"/>
                    <a:pt x="30880" y="93187"/>
                    <a:pt x="30813" y="94501"/>
                  </a:cubicBezTo>
                  <a:cubicBezTo>
                    <a:pt x="30642" y="97730"/>
                    <a:pt x="27346" y="95730"/>
                    <a:pt x="29642" y="98026"/>
                  </a:cubicBezTo>
                  <a:cubicBezTo>
                    <a:pt x="30413" y="98807"/>
                    <a:pt x="28594" y="99092"/>
                    <a:pt x="28470" y="99197"/>
                  </a:cubicBezTo>
                  <a:cubicBezTo>
                    <a:pt x="28146" y="99464"/>
                    <a:pt x="28642" y="101131"/>
                    <a:pt x="28470" y="101550"/>
                  </a:cubicBezTo>
                  <a:cubicBezTo>
                    <a:pt x="28413" y="101683"/>
                    <a:pt x="27422" y="101445"/>
                    <a:pt x="27299" y="101550"/>
                  </a:cubicBezTo>
                  <a:cubicBezTo>
                    <a:pt x="26956" y="101826"/>
                    <a:pt x="27499" y="103474"/>
                    <a:pt x="27299" y="103893"/>
                  </a:cubicBezTo>
                  <a:cubicBezTo>
                    <a:pt x="27232" y="104045"/>
                    <a:pt x="26260" y="103788"/>
                    <a:pt x="26127" y="103893"/>
                  </a:cubicBezTo>
                  <a:cubicBezTo>
                    <a:pt x="25813" y="104160"/>
                    <a:pt x="26289" y="105836"/>
                    <a:pt x="26127" y="106246"/>
                  </a:cubicBezTo>
                  <a:cubicBezTo>
                    <a:pt x="25451" y="108036"/>
                    <a:pt x="24298" y="109408"/>
                    <a:pt x="23774" y="110951"/>
                  </a:cubicBezTo>
                  <a:cubicBezTo>
                    <a:pt x="23098" y="112951"/>
                    <a:pt x="23155" y="115056"/>
                    <a:pt x="22603" y="116818"/>
                  </a:cubicBezTo>
                  <a:cubicBezTo>
                    <a:pt x="22565" y="116942"/>
                    <a:pt x="21536" y="116714"/>
                    <a:pt x="21441" y="116818"/>
                  </a:cubicBezTo>
                  <a:cubicBezTo>
                    <a:pt x="20812" y="117447"/>
                    <a:pt x="21688" y="120600"/>
                    <a:pt x="21441" y="121524"/>
                  </a:cubicBezTo>
                  <a:cubicBezTo>
                    <a:pt x="20545" y="124762"/>
                    <a:pt x="19250" y="125658"/>
                    <a:pt x="19088" y="128563"/>
                  </a:cubicBezTo>
                  <a:cubicBezTo>
                    <a:pt x="18926" y="131458"/>
                    <a:pt x="17459" y="134049"/>
                    <a:pt x="16735" y="136783"/>
                  </a:cubicBezTo>
                  <a:cubicBezTo>
                    <a:pt x="14564" y="144984"/>
                    <a:pt x="13916" y="151832"/>
                    <a:pt x="9697" y="156747"/>
                  </a:cubicBezTo>
                  <a:cubicBezTo>
                    <a:pt x="11668" y="160633"/>
                    <a:pt x="8820" y="164253"/>
                    <a:pt x="8525" y="168492"/>
                  </a:cubicBezTo>
                  <a:cubicBezTo>
                    <a:pt x="8249" y="172406"/>
                    <a:pt x="8011" y="179341"/>
                    <a:pt x="8525" y="181407"/>
                  </a:cubicBezTo>
                  <a:cubicBezTo>
                    <a:pt x="9239" y="184293"/>
                    <a:pt x="8534" y="183265"/>
                    <a:pt x="8525" y="187275"/>
                  </a:cubicBezTo>
                  <a:cubicBezTo>
                    <a:pt x="8496" y="195866"/>
                    <a:pt x="8020" y="208782"/>
                    <a:pt x="7353" y="214278"/>
                  </a:cubicBezTo>
                  <a:cubicBezTo>
                    <a:pt x="6534" y="220984"/>
                    <a:pt x="7087" y="226870"/>
                    <a:pt x="6182" y="231890"/>
                  </a:cubicBezTo>
                  <a:cubicBezTo>
                    <a:pt x="5667" y="234738"/>
                    <a:pt x="4096" y="237319"/>
                    <a:pt x="3829" y="240120"/>
                  </a:cubicBezTo>
                  <a:cubicBezTo>
                    <a:pt x="3315" y="245635"/>
                    <a:pt x="4029" y="252731"/>
                    <a:pt x="3829" y="256550"/>
                  </a:cubicBezTo>
                  <a:cubicBezTo>
                    <a:pt x="3800" y="257207"/>
                    <a:pt x="2658" y="257960"/>
                    <a:pt x="2658" y="257722"/>
                  </a:cubicBezTo>
                  <a:cubicBezTo>
                    <a:pt x="2638" y="258893"/>
                    <a:pt x="3629" y="259112"/>
                    <a:pt x="3829" y="260074"/>
                  </a:cubicBezTo>
                  <a:cubicBezTo>
                    <a:pt x="4601" y="263608"/>
                    <a:pt x="2972" y="264599"/>
                    <a:pt x="2658" y="265942"/>
                  </a:cubicBezTo>
                  <a:cubicBezTo>
                    <a:pt x="2010" y="268733"/>
                    <a:pt x="1896" y="270771"/>
                    <a:pt x="2010" y="272514"/>
                  </a:cubicBezTo>
                  <a:lnTo>
                    <a:pt x="0" y="280801"/>
                  </a:lnTo>
                  <a:cubicBezTo>
                    <a:pt x="0" y="280801"/>
                    <a:pt x="5810" y="296984"/>
                    <a:pt x="6420" y="297908"/>
                  </a:cubicBezTo>
                  <a:cubicBezTo>
                    <a:pt x="7030" y="298822"/>
                    <a:pt x="40053" y="308604"/>
                    <a:pt x="41272" y="308604"/>
                  </a:cubicBezTo>
                  <a:cubicBezTo>
                    <a:pt x="42491" y="308604"/>
                    <a:pt x="81934" y="307614"/>
                    <a:pt x="82848" y="307042"/>
                  </a:cubicBezTo>
                  <a:cubicBezTo>
                    <a:pt x="83763" y="306471"/>
                    <a:pt x="76124" y="369174"/>
                    <a:pt x="76124" y="369174"/>
                  </a:cubicBezTo>
                  <a:lnTo>
                    <a:pt x="86011" y="424447"/>
                  </a:lnTo>
                  <a:cubicBezTo>
                    <a:pt x="86906" y="424400"/>
                    <a:pt x="87782" y="424447"/>
                    <a:pt x="88621" y="424524"/>
                  </a:cubicBezTo>
                  <a:cubicBezTo>
                    <a:pt x="90478" y="424676"/>
                    <a:pt x="92135" y="424962"/>
                    <a:pt x="93564" y="424905"/>
                  </a:cubicBezTo>
                  <a:lnTo>
                    <a:pt x="99946" y="427438"/>
                  </a:lnTo>
                  <a:cubicBezTo>
                    <a:pt x="100260" y="427714"/>
                    <a:pt x="100641" y="427829"/>
                    <a:pt x="101051" y="427876"/>
                  </a:cubicBezTo>
                  <a:lnTo>
                    <a:pt x="101146" y="427915"/>
                  </a:lnTo>
                  <a:lnTo>
                    <a:pt x="101165" y="427876"/>
                  </a:lnTo>
                  <a:cubicBezTo>
                    <a:pt x="102784" y="427972"/>
                    <a:pt x="104851" y="426762"/>
                    <a:pt x="105975" y="426800"/>
                  </a:cubicBezTo>
                  <a:cubicBezTo>
                    <a:pt x="107480" y="426848"/>
                    <a:pt x="107604" y="428305"/>
                    <a:pt x="109499" y="427962"/>
                  </a:cubicBezTo>
                  <a:cubicBezTo>
                    <a:pt x="112309" y="430543"/>
                    <a:pt x="115633" y="431734"/>
                    <a:pt x="118891" y="433839"/>
                  </a:cubicBezTo>
                  <a:cubicBezTo>
                    <a:pt x="121701" y="435658"/>
                    <a:pt x="124463" y="439078"/>
                    <a:pt x="128283" y="439706"/>
                  </a:cubicBezTo>
                  <a:cubicBezTo>
                    <a:pt x="128997" y="439773"/>
                    <a:pt x="129664" y="439887"/>
                    <a:pt x="129445" y="440878"/>
                  </a:cubicBezTo>
                  <a:cubicBezTo>
                    <a:pt x="131245" y="440421"/>
                    <a:pt x="134236" y="441145"/>
                    <a:pt x="136379" y="441030"/>
                  </a:cubicBezTo>
                  <a:lnTo>
                    <a:pt x="162030" y="445574"/>
                  </a:lnTo>
                  <a:lnTo>
                    <a:pt x="211255" y="445574"/>
                  </a:lnTo>
                  <a:lnTo>
                    <a:pt x="265071" y="437344"/>
                  </a:lnTo>
                  <a:lnTo>
                    <a:pt x="316440" y="418970"/>
                  </a:lnTo>
                  <a:lnTo>
                    <a:pt x="359855" y="388091"/>
                  </a:lnTo>
                  <a:lnTo>
                    <a:pt x="379085" y="357887"/>
                  </a:lnTo>
                  <a:cubicBezTo>
                    <a:pt x="378800" y="355906"/>
                    <a:pt x="378533" y="354096"/>
                    <a:pt x="378304" y="351638"/>
                  </a:cubicBezTo>
                  <a:close/>
                </a:path>
              </a:pathLst>
            </a:custGeom>
            <a:solidFill>
              <a:srgbClr val="87C2E9"/>
            </a:solidFill>
            <a:ln cap="flat">
              <a:noFill/>
              <a:prstDash val="solid"/>
              <a:miter lim="800000"/>
            </a:ln>
          </p:spPr>
          <p:txBody>
            <a:bodyPr vert="horz" anchor="ctr" tIns="45720" lIns="91440" bIns="45720" rIns="91440"/>
            <a:p>
              <a:pPr algn="l" marL="0"/>
            </a:p>
          </p:txBody>
        </p:sp>
        <p:sp>
          <p:nvSpPr>
            <p:cNvPr name="Freeform 7" id="7"/>
            <p:cNvSpPr/>
            <p:nvPr/>
          </p:nvSpPr>
          <p:spPr>
            <a:xfrm>
              <a:off x="7546661" y="2507429"/>
              <a:ext cx="140120" cy="274634"/>
            </a:xfrm>
            <a:custGeom>
              <a:avLst/>
              <a:gdLst/>
              <a:ahLst/>
              <a:cxnLst/>
              <a:rect r="r" b="b" t="t" l="l"/>
              <a:pathLst>
                <a:path w="48418" h="94899" stroke="true" fill="norm" extrusionOk="true">
                  <a:moveTo>
                    <a:pt x="48418" y="45253"/>
                  </a:moveTo>
                  <a:lnTo>
                    <a:pt x="35426" y="21850"/>
                  </a:lnTo>
                  <a:lnTo>
                    <a:pt x="24320" y="8887"/>
                  </a:lnTo>
                  <a:lnTo>
                    <a:pt x="6832" y="0"/>
                  </a:lnTo>
                  <a:cubicBezTo>
                    <a:pt x="4537" y="2600"/>
                    <a:pt x="1136" y="11287"/>
                    <a:pt x="1136" y="11287"/>
                  </a:cubicBezTo>
                  <a:cubicBezTo>
                    <a:pt x="1108" y="11325"/>
                    <a:pt x="1060" y="11354"/>
                    <a:pt x="1031" y="11392"/>
                  </a:cubicBezTo>
                  <a:cubicBezTo>
                    <a:pt x="460" y="16345"/>
                    <a:pt x="-502" y="21298"/>
                    <a:pt x="317" y="26260"/>
                  </a:cubicBezTo>
                  <a:cubicBezTo>
                    <a:pt x="412" y="26794"/>
                    <a:pt x="298" y="27251"/>
                    <a:pt x="117" y="27661"/>
                  </a:cubicBezTo>
                  <a:cubicBezTo>
                    <a:pt x="1660" y="49063"/>
                    <a:pt x="2070" y="75257"/>
                    <a:pt x="10518" y="94640"/>
                  </a:cubicBezTo>
                  <a:cubicBezTo>
                    <a:pt x="16967" y="95726"/>
                    <a:pt x="19110" y="93174"/>
                    <a:pt x="21081" y="91126"/>
                  </a:cubicBezTo>
                  <a:cubicBezTo>
                    <a:pt x="21605" y="90583"/>
                    <a:pt x="22863" y="90421"/>
                    <a:pt x="23434" y="89954"/>
                  </a:cubicBezTo>
                  <a:cubicBezTo>
                    <a:pt x="23834" y="89630"/>
                    <a:pt x="23082" y="87992"/>
                    <a:pt x="23434" y="87601"/>
                  </a:cubicBezTo>
                  <a:cubicBezTo>
                    <a:pt x="24234" y="86725"/>
                    <a:pt x="24996" y="86287"/>
                    <a:pt x="25787" y="85249"/>
                  </a:cubicBezTo>
                  <a:cubicBezTo>
                    <a:pt x="27368" y="83182"/>
                    <a:pt x="27616" y="82620"/>
                    <a:pt x="28130" y="80553"/>
                  </a:cubicBezTo>
                  <a:cubicBezTo>
                    <a:pt x="28416" y="79410"/>
                    <a:pt x="28987" y="79962"/>
                    <a:pt x="29301" y="79381"/>
                  </a:cubicBezTo>
                  <a:cubicBezTo>
                    <a:pt x="32416" y="73781"/>
                    <a:pt x="36150" y="69313"/>
                    <a:pt x="39865" y="64122"/>
                  </a:cubicBezTo>
                  <a:cubicBezTo>
                    <a:pt x="41274" y="62141"/>
                    <a:pt x="43275" y="60608"/>
                    <a:pt x="44570" y="58245"/>
                  </a:cubicBezTo>
                  <a:cubicBezTo>
                    <a:pt x="45837" y="55921"/>
                    <a:pt x="47580" y="53197"/>
                    <a:pt x="46923" y="50025"/>
                  </a:cubicBezTo>
                  <a:lnTo>
                    <a:pt x="48418" y="45253"/>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8" id="8"/>
            <p:cNvSpPr/>
            <p:nvPr/>
          </p:nvSpPr>
          <p:spPr>
            <a:xfrm>
              <a:off x="7712389" y="2460984"/>
              <a:ext cx="184134" cy="290255"/>
            </a:xfrm>
            <a:custGeom>
              <a:avLst/>
              <a:gdLst/>
              <a:ahLst/>
              <a:cxnLst/>
              <a:rect r="r" b="b" t="t" l="l"/>
              <a:pathLst>
                <a:path w="63627" h="100297" stroke="true" fill="norm" extrusionOk="true">
                  <a:moveTo>
                    <a:pt x="62455" y="47292"/>
                  </a:moveTo>
                  <a:cubicBezTo>
                    <a:pt x="62703" y="44815"/>
                    <a:pt x="63646" y="42481"/>
                    <a:pt x="63627" y="40253"/>
                  </a:cubicBezTo>
                  <a:cubicBezTo>
                    <a:pt x="63617" y="38024"/>
                    <a:pt x="62694" y="35662"/>
                    <a:pt x="62455" y="33204"/>
                  </a:cubicBezTo>
                  <a:cubicBezTo>
                    <a:pt x="62170" y="30270"/>
                    <a:pt x="62913" y="27261"/>
                    <a:pt x="62455" y="24984"/>
                  </a:cubicBezTo>
                  <a:cubicBezTo>
                    <a:pt x="61560" y="20488"/>
                    <a:pt x="58826" y="16745"/>
                    <a:pt x="57912" y="12611"/>
                  </a:cubicBezTo>
                  <a:cubicBezTo>
                    <a:pt x="56893" y="11401"/>
                    <a:pt x="56217" y="9963"/>
                    <a:pt x="55569" y="8487"/>
                  </a:cubicBezTo>
                  <a:cubicBezTo>
                    <a:pt x="55521" y="8506"/>
                    <a:pt x="55455" y="8534"/>
                    <a:pt x="55407" y="8553"/>
                  </a:cubicBezTo>
                  <a:cubicBezTo>
                    <a:pt x="55397" y="7048"/>
                    <a:pt x="54092" y="6848"/>
                    <a:pt x="53378" y="6067"/>
                  </a:cubicBezTo>
                  <a:lnTo>
                    <a:pt x="52978" y="4401"/>
                  </a:lnTo>
                  <a:cubicBezTo>
                    <a:pt x="53007" y="4220"/>
                    <a:pt x="52997" y="4067"/>
                    <a:pt x="53054" y="3848"/>
                  </a:cubicBezTo>
                  <a:cubicBezTo>
                    <a:pt x="52997" y="3677"/>
                    <a:pt x="52864" y="3572"/>
                    <a:pt x="52749" y="3448"/>
                  </a:cubicBezTo>
                  <a:lnTo>
                    <a:pt x="44034" y="0"/>
                  </a:lnTo>
                  <a:lnTo>
                    <a:pt x="35100" y="6801"/>
                  </a:lnTo>
                  <a:lnTo>
                    <a:pt x="19726" y="18650"/>
                  </a:lnTo>
                  <a:cubicBezTo>
                    <a:pt x="19726" y="18650"/>
                    <a:pt x="4439" y="52587"/>
                    <a:pt x="4439" y="53045"/>
                  </a:cubicBezTo>
                  <a:cubicBezTo>
                    <a:pt x="4439" y="53502"/>
                    <a:pt x="0" y="64513"/>
                    <a:pt x="0" y="64513"/>
                  </a:cubicBezTo>
                  <a:lnTo>
                    <a:pt x="6582" y="70704"/>
                  </a:lnTo>
                  <a:cubicBezTo>
                    <a:pt x="9115" y="71161"/>
                    <a:pt x="10192" y="73076"/>
                    <a:pt x="13135" y="73123"/>
                  </a:cubicBezTo>
                  <a:cubicBezTo>
                    <a:pt x="13888" y="75533"/>
                    <a:pt x="16574" y="76210"/>
                    <a:pt x="16659" y="77819"/>
                  </a:cubicBezTo>
                  <a:cubicBezTo>
                    <a:pt x="16821" y="80829"/>
                    <a:pt x="20060" y="79067"/>
                    <a:pt x="20184" y="81334"/>
                  </a:cubicBezTo>
                  <a:cubicBezTo>
                    <a:pt x="20260" y="82677"/>
                    <a:pt x="20660" y="81905"/>
                    <a:pt x="21355" y="82506"/>
                  </a:cubicBezTo>
                  <a:cubicBezTo>
                    <a:pt x="24079" y="84868"/>
                    <a:pt x="26832" y="87744"/>
                    <a:pt x="28403" y="89554"/>
                  </a:cubicBezTo>
                  <a:cubicBezTo>
                    <a:pt x="28775" y="89973"/>
                    <a:pt x="30728" y="91459"/>
                    <a:pt x="30747" y="91897"/>
                  </a:cubicBezTo>
                  <a:cubicBezTo>
                    <a:pt x="30842" y="93574"/>
                    <a:pt x="32156" y="92307"/>
                    <a:pt x="33090" y="93069"/>
                  </a:cubicBezTo>
                  <a:cubicBezTo>
                    <a:pt x="33480" y="93393"/>
                    <a:pt x="32709" y="95098"/>
                    <a:pt x="33090" y="95421"/>
                  </a:cubicBezTo>
                  <a:cubicBezTo>
                    <a:pt x="34452" y="96593"/>
                    <a:pt x="36128" y="96841"/>
                    <a:pt x="37786" y="97774"/>
                  </a:cubicBezTo>
                  <a:cubicBezTo>
                    <a:pt x="37948" y="97860"/>
                    <a:pt x="37652" y="98793"/>
                    <a:pt x="37786" y="98946"/>
                  </a:cubicBezTo>
                  <a:cubicBezTo>
                    <a:pt x="37862" y="99041"/>
                    <a:pt x="41348" y="100127"/>
                    <a:pt x="41300" y="100117"/>
                  </a:cubicBezTo>
                  <a:cubicBezTo>
                    <a:pt x="45120" y="101060"/>
                    <a:pt x="44815" y="97955"/>
                    <a:pt x="48349" y="98946"/>
                  </a:cubicBezTo>
                  <a:cubicBezTo>
                    <a:pt x="52092" y="95240"/>
                    <a:pt x="52226" y="89573"/>
                    <a:pt x="54216" y="84849"/>
                  </a:cubicBezTo>
                  <a:cubicBezTo>
                    <a:pt x="54273" y="84715"/>
                    <a:pt x="55264" y="84953"/>
                    <a:pt x="55388" y="84849"/>
                  </a:cubicBezTo>
                  <a:cubicBezTo>
                    <a:pt x="55731" y="84572"/>
                    <a:pt x="55188" y="82925"/>
                    <a:pt x="55388" y="82496"/>
                  </a:cubicBezTo>
                  <a:cubicBezTo>
                    <a:pt x="55455" y="82353"/>
                    <a:pt x="56417" y="82610"/>
                    <a:pt x="56559" y="82496"/>
                  </a:cubicBezTo>
                  <a:cubicBezTo>
                    <a:pt x="56864" y="82248"/>
                    <a:pt x="56426" y="80553"/>
                    <a:pt x="56559" y="80153"/>
                  </a:cubicBezTo>
                  <a:cubicBezTo>
                    <a:pt x="57617" y="76914"/>
                    <a:pt x="58112" y="74924"/>
                    <a:pt x="58903" y="74276"/>
                  </a:cubicBezTo>
                  <a:cubicBezTo>
                    <a:pt x="59141" y="74085"/>
                    <a:pt x="58855" y="72276"/>
                    <a:pt x="58903" y="71923"/>
                  </a:cubicBezTo>
                  <a:cubicBezTo>
                    <a:pt x="59141" y="69999"/>
                    <a:pt x="58931" y="69342"/>
                    <a:pt x="60074" y="68409"/>
                  </a:cubicBezTo>
                  <a:cubicBezTo>
                    <a:pt x="60417" y="68123"/>
                    <a:pt x="59865" y="66484"/>
                    <a:pt x="60074" y="66056"/>
                  </a:cubicBezTo>
                  <a:cubicBezTo>
                    <a:pt x="60141" y="65913"/>
                    <a:pt x="61112" y="66170"/>
                    <a:pt x="61246" y="66056"/>
                  </a:cubicBezTo>
                  <a:cubicBezTo>
                    <a:pt x="61532" y="65827"/>
                    <a:pt x="61141" y="64094"/>
                    <a:pt x="61246" y="63703"/>
                  </a:cubicBezTo>
                  <a:cubicBezTo>
                    <a:pt x="62836" y="58017"/>
                    <a:pt x="61798" y="53807"/>
                    <a:pt x="62455" y="47292"/>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9" id="9"/>
            <p:cNvSpPr/>
            <p:nvPr/>
          </p:nvSpPr>
          <p:spPr>
            <a:xfrm>
              <a:off x="7581180" y="3059915"/>
              <a:ext cx="837118" cy="756961"/>
            </a:xfrm>
            <a:custGeom>
              <a:avLst/>
              <a:gdLst/>
              <a:ahLst/>
              <a:cxnLst/>
              <a:rect r="r" b="b" t="t" l="l"/>
              <a:pathLst>
                <a:path w="289264" h="261566" stroke="true" fill="norm" extrusionOk="true">
                  <a:moveTo>
                    <a:pt x="288607" y="221904"/>
                  </a:moveTo>
                  <a:cubicBezTo>
                    <a:pt x="286760" y="214522"/>
                    <a:pt x="287198" y="205245"/>
                    <a:pt x="286255" y="197244"/>
                  </a:cubicBezTo>
                  <a:cubicBezTo>
                    <a:pt x="286007" y="195091"/>
                    <a:pt x="287436" y="192929"/>
                    <a:pt x="285093" y="191376"/>
                  </a:cubicBezTo>
                  <a:cubicBezTo>
                    <a:pt x="285588" y="189138"/>
                    <a:pt x="287617" y="188424"/>
                    <a:pt x="287436" y="185509"/>
                  </a:cubicBezTo>
                  <a:cubicBezTo>
                    <a:pt x="286321" y="185261"/>
                    <a:pt x="286340" y="184509"/>
                    <a:pt x="286264" y="183156"/>
                  </a:cubicBezTo>
                  <a:cubicBezTo>
                    <a:pt x="286150" y="180927"/>
                    <a:pt x="282102" y="179804"/>
                    <a:pt x="283921" y="176117"/>
                  </a:cubicBezTo>
                  <a:cubicBezTo>
                    <a:pt x="281302" y="172688"/>
                    <a:pt x="277187" y="170755"/>
                    <a:pt x="275701" y="166726"/>
                  </a:cubicBezTo>
                  <a:cubicBezTo>
                    <a:pt x="275472" y="166107"/>
                    <a:pt x="275491" y="165287"/>
                    <a:pt x="275558" y="164440"/>
                  </a:cubicBezTo>
                  <a:cubicBezTo>
                    <a:pt x="272586" y="161935"/>
                    <a:pt x="269776" y="159258"/>
                    <a:pt x="267033" y="156505"/>
                  </a:cubicBezTo>
                  <a:cubicBezTo>
                    <a:pt x="266595" y="156077"/>
                    <a:pt x="266433" y="155601"/>
                    <a:pt x="266376" y="155124"/>
                  </a:cubicBezTo>
                  <a:cubicBezTo>
                    <a:pt x="265119" y="153934"/>
                    <a:pt x="263880" y="152714"/>
                    <a:pt x="262785" y="151457"/>
                  </a:cubicBezTo>
                  <a:cubicBezTo>
                    <a:pt x="262118" y="150705"/>
                    <a:pt x="259337" y="148133"/>
                    <a:pt x="259261" y="146761"/>
                  </a:cubicBezTo>
                  <a:cubicBezTo>
                    <a:pt x="259175" y="145171"/>
                    <a:pt x="257613" y="146409"/>
                    <a:pt x="256908" y="145590"/>
                  </a:cubicBezTo>
                  <a:cubicBezTo>
                    <a:pt x="256575" y="145190"/>
                    <a:pt x="257308" y="143561"/>
                    <a:pt x="256908" y="143237"/>
                  </a:cubicBezTo>
                  <a:cubicBezTo>
                    <a:pt x="254127" y="140961"/>
                    <a:pt x="249574" y="136303"/>
                    <a:pt x="247516" y="131493"/>
                  </a:cubicBezTo>
                  <a:cubicBezTo>
                    <a:pt x="246250" y="131169"/>
                    <a:pt x="245154" y="130674"/>
                    <a:pt x="244106" y="130102"/>
                  </a:cubicBezTo>
                  <a:lnTo>
                    <a:pt x="144837" y="53997"/>
                  </a:lnTo>
                  <a:lnTo>
                    <a:pt x="139293" y="43767"/>
                  </a:lnTo>
                  <a:lnTo>
                    <a:pt x="140741" y="36138"/>
                  </a:lnTo>
                  <a:lnTo>
                    <a:pt x="131254" y="19107"/>
                  </a:lnTo>
                  <a:lnTo>
                    <a:pt x="127759" y="17602"/>
                  </a:lnTo>
                  <a:cubicBezTo>
                    <a:pt x="127854" y="14107"/>
                    <a:pt x="123577" y="14726"/>
                    <a:pt x="121882" y="14078"/>
                  </a:cubicBezTo>
                  <a:cubicBezTo>
                    <a:pt x="121396" y="13897"/>
                    <a:pt x="121805" y="13183"/>
                    <a:pt x="120710" y="12906"/>
                  </a:cubicBezTo>
                  <a:cubicBezTo>
                    <a:pt x="117224" y="12040"/>
                    <a:pt x="116510" y="12611"/>
                    <a:pt x="113671" y="11735"/>
                  </a:cubicBezTo>
                  <a:cubicBezTo>
                    <a:pt x="113223" y="11601"/>
                    <a:pt x="111947" y="9582"/>
                    <a:pt x="111318" y="9392"/>
                  </a:cubicBezTo>
                  <a:cubicBezTo>
                    <a:pt x="109890" y="8954"/>
                    <a:pt x="108080" y="9763"/>
                    <a:pt x="106623" y="9392"/>
                  </a:cubicBezTo>
                  <a:cubicBezTo>
                    <a:pt x="104003" y="8715"/>
                    <a:pt x="101146" y="7439"/>
                    <a:pt x="98403" y="7039"/>
                  </a:cubicBezTo>
                  <a:cubicBezTo>
                    <a:pt x="96526" y="6763"/>
                    <a:pt x="94364" y="7496"/>
                    <a:pt x="92526" y="7039"/>
                  </a:cubicBezTo>
                  <a:cubicBezTo>
                    <a:pt x="92202" y="6953"/>
                    <a:pt x="90878" y="5848"/>
                    <a:pt x="91354" y="5868"/>
                  </a:cubicBezTo>
                  <a:cubicBezTo>
                    <a:pt x="90259" y="5820"/>
                    <a:pt x="90440" y="6991"/>
                    <a:pt x="90183" y="7039"/>
                  </a:cubicBezTo>
                  <a:cubicBezTo>
                    <a:pt x="89468" y="7182"/>
                    <a:pt x="88649" y="5934"/>
                    <a:pt x="89011" y="5868"/>
                  </a:cubicBezTo>
                  <a:cubicBezTo>
                    <a:pt x="87554" y="6125"/>
                    <a:pt x="87354" y="7239"/>
                    <a:pt x="85487" y="7039"/>
                  </a:cubicBezTo>
                  <a:cubicBezTo>
                    <a:pt x="85582" y="7049"/>
                    <a:pt x="84953" y="6029"/>
                    <a:pt x="84315" y="5868"/>
                  </a:cubicBezTo>
                  <a:cubicBezTo>
                    <a:pt x="83610" y="5686"/>
                    <a:pt x="82705" y="5925"/>
                    <a:pt x="81962" y="5868"/>
                  </a:cubicBezTo>
                  <a:cubicBezTo>
                    <a:pt x="78314" y="5610"/>
                    <a:pt x="77467" y="5039"/>
                    <a:pt x="76095" y="4696"/>
                  </a:cubicBezTo>
                  <a:cubicBezTo>
                    <a:pt x="75362" y="4515"/>
                    <a:pt x="74485" y="4867"/>
                    <a:pt x="73742" y="4696"/>
                  </a:cubicBezTo>
                  <a:cubicBezTo>
                    <a:pt x="62341" y="2134"/>
                    <a:pt x="49901" y="943"/>
                    <a:pt x="36176" y="0"/>
                  </a:cubicBezTo>
                  <a:cubicBezTo>
                    <a:pt x="34671" y="67"/>
                    <a:pt x="34585" y="1534"/>
                    <a:pt x="33823" y="2343"/>
                  </a:cubicBezTo>
                  <a:cubicBezTo>
                    <a:pt x="33042" y="3181"/>
                    <a:pt x="32356" y="3972"/>
                    <a:pt x="31480" y="4696"/>
                  </a:cubicBezTo>
                  <a:cubicBezTo>
                    <a:pt x="28156" y="4896"/>
                    <a:pt x="26584" y="6849"/>
                    <a:pt x="23260" y="7049"/>
                  </a:cubicBezTo>
                  <a:cubicBezTo>
                    <a:pt x="21650" y="8887"/>
                    <a:pt x="22746" y="11287"/>
                    <a:pt x="20917" y="11744"/>
                  </a:cubicBezTo>
                  <a:cubicBezTo>
                    <a:pt x="17107" y="12697"/>
                    <a:pt x="18726" y="13726"/>
                    <a:pt x="17393" y="16440"/>
                  </a:cubicBezTo>
                  <a:cubicBezTo>
                    <a:pt x="17335" y="16555"/>
                    <a:pt x="16478" y="17202"/>
                    <a:pt x="16221" y="17612"/>
                  </a:cubicBezTo>
                  <a:cubicBezTo>
                    <a:pt x="15383" y="18926"/>
                    <a:pt x="14687" y="19850"/>
                    <a:pt x="13868" y="21126"/>
                  </a:cubicBezTo>
                  <a:cubicBezTo>
                    <a:pt x="12278" y="23632"/>
                    <a:pt x="10925" y="27918"/>
                    <a:pt x="10353" y="29356"/>
                  </a:cubicBezTo>
                  <a:cubicBezTo>
                    <a:pt x="9410" y="31699"/>
                    <a:pt x="8582" y="34643"/>
                    <a:pt x="8001" y="36395"/>
                  </a:cubicBezTo>
                  <a:cubicBezTo>
                    <a:pt x="7382" y="38272"/>
                    <a:pt x="7286" y="39824"/>
                    <a:pt x="6829" y="41081"/>
                  </a:cubicBezTo>
                  <a:cubicBezTo>
                    <a:pt x="5743" y="44091"/>
                    <a:pt x="4810" y="46139"/>
                    <a:pt x="4477" y="49311"/>
                  </a:cubicBezTo>
                  <a:cubicBezTo>
                    <a:pt x="3924" y="54626"/>
                    <a:pt x="2734" y="61179"/>
                    <a:pt x="2133" y="65742"/>
                  </a:cubicBezTo>
                  <a:cubicBezTo>
                    <a:pt x="1914" y="67380"/>
                    <a:pt x="1143" y="68199"/>
                    <a:pt x="962" y="69266"/>
                  </a:cubicBezTo>
                  <a:cubicBezTo>
                    <a:pt x="-238" y="76114"/>
                    <a:pt x="-400" y="84706"/>
                    <a:pt x="962" y="89230"/>
                  </a:cubicBezTo>
                  <a:cubicBezTo>
                    <a:pt x="1257" y="90202"/>
                    <a:pt x="914" y="91726"/>
                    <a:pt x="962" y="92745"/>
                  </a:cubicBezTo>
                  <a:cubicBezTo>
                    <a:pt x="1629" y="106594"/>
                    <a:pt x="6439" y="114624"/>
                    <a:pt x="10363" y="124444"/>
                  </a:cubicBezTo>
                  <a:cubicBezTo>
                    <a:pt x="10677" y="126863"/>
                    <a:pt x="15564" y="124720"/>
                    <a:pt x="15059" y="127969"/>
                  </a:cubicBezTo>
                  <a:cubicBezTo>
                    <a:pt x="14926" y="131093"/>
                    <a:pt x="17516" y="132683"/>
                    <a:pt x="18583" y="135007"/>
                  </a:cubicBezTo>
                  <a:cubicBezTo>
                    <a:pt x="19945" y="137989"/>
                    <a:pt x="21803" y="143218"/>
                    <a:pt x="22107" y="144399"/>
                  </a:cubicBezTo>
                  <a:cubicBezTo>
                    <a:pt x="22993" y="147942"/>
                    <a:pt x="22717" y="148438"/>
                    <a:pt x="23279" y="151438"/>
                  </a:cubicBezTo>
                  <a:cubicBezTo>
                    <a:pt x="23860" y="154534"/>
                    <a:pt x="23965" y="157439"/>
                    <a:pt x="24451" y="160830"/>
                  </a:cubicBezTo>
                  <a:cubicBezTo>
                    <a:pt x="25355" y="167069"/>
                    <a:pt x="26536" y="172164"/>
                    <a:pt x="26803" y="177270"/>
                  </a:cubicBezTo>
                  <a:cubicBezTo>
                    <a:pt x="26851" y="178241"/>
                    <a:pt x="27937" y="178260"/>
                    <a:pt x="27975" y="178432"/>
                  </a:cubicBezTo>
                  <a:cubicBezTo>
                    <a:pt x="28908" y="183080"/>
                    <a:pt x="29908" y="188519"/>
                    <a:pt x="30318" y="191348"/>
                  </a:cubicBezTo>
                  <a:cubicBezTo>
                    <a:pt x="30604" y="193262"/>
                    <a:pt x="29975" y="195320"/>
                    <a:pt x="30318" y="197215"/>
                  </a:cubicBezTo>
                  <a:cubicBezTo>
                    <a:pt x="30785" y="199787"/>
                    <a:pt x="32118" y="202825"/>
                    <a:pt x="32661" y="205445"/>
                  </a:cubicBezTo>
                  <a:cubicBezTo>
                    <a:pt x="33575" y="209769"/>
                    <a:pt x="34604" y="215522"/>
                    <a:pt x="35014" y="217180"/>
                  </a:cubicBezTo>
                  <a:cubicBezTo>
                    <a:pt x="35852" y="220532"/>
                    <a:pt x="37033" y="229114"/>
                    <a:pt x="35900" y="233067"/>
                  </a:cubicBezTo>
                  <a:cubicBezTo>
                    <a:pt x="36261" y="233448"/>
                    <a:pt x="36519" y="233963"/>
                    <a:pt x="36500" y="234668"/>
                  </a:cubicBezTo>
                  <a:cubicBezTo>
                    <a:pt x="36490" y="235468"/>
                    <a:pt x="36528" y="236315"/>
                    <a:pt x="36623" y="237144"/>
                  </a:cubicBezTo>
                  <a:lnTo>
                    <a:pt x="36595" y="237144"/>
                  </a:lnTo>
                  <a:lnTo>
                    <a:pt x="36671" y="237487"/>
                  </a:lnTo>
                  <a:cubicBezTo>
                    <a:pt x="36738" y="237963"/>
                    <a:pt x="36842" y="238420"/>
                    <a:pt x="36995" y="238859"/>
                  </a:cubicBezTo>
                  <a:lnTo>
                    <a:pt x="39862" y="251241"/>
                  </a:lnTo>
                  <a:lnTo>
                    <a:pt x="72590" y="258270"/>
                  </a:lnTo>
                  <a:lnTo>
                    <a:pt x="140456" y="261566"/>
                  </a:lnTo>
                  <a:lnTo>
                    <a:pt x="167802" y="257185"/>
                  </a:lnTo>
                  <a:lnTo>
                    <a:pt x="213512" y="247698"/>
                  </a:lnTo>
                  <a:lnTo>
                    <a:pt x="269462" y="238668"/>
                  </a:lnTo>
                  <a:lnTo>
                    <a:pt x="289265" y="233553"/>
                  </a:lnTo>
                  <a:lnTo>
                    <a:pt x="289265" y="225114"/>
                  </a:lnTo>
                  <a:cubicBezTo>
                    <a:pt x="289093" y="223771"/>
                    <a:pt x="288788" y="222609"/>
                    <a:pt x="288607" y="221904"/>
                  </a:cubicBezTo>
                  <a:close/>
                </a:path>
              </a:pathLst>
            </a:custGeom>
            <a:solidFill>
              <a:srgbClr val="806932"/>
            </a:solidFill>
            <a:ln cap="flat">
              <a:noFill/>
              <a:prstDash val="solid"/>
              <a:miter lim="800000"/>
            </a:ln>
          </p:spPr>
          <p:txBody>
            <a:bodyPr vert="horz" anchor="ctr" tIns="45720" lIns="91440" bIns="45720" rIns="91440"/>
            <a:p>
              <a:pPr algn="l" marL="0"/>
            </a:p>
          </p:txBody>
        </p:sp>
        <p:sp>
          <p:nvSpPr>
            <p:cNvPr name="Freeform 10" id="10"/>
            <p:cNvSpPr/>
            <p:nvPr/>
          </p:nvSpPr>
          <p:spPr>
            <a:xfrm>
              <a:off x="8139838" y="3663890"/>
              <a:ext cx="27921" cy="121946"/>
            </a:xfrm>
            <a:custGeom>
              <a:avLst/>
              <a:gdLst/>
              <a:ahLst/>
              <a:cxnLst/>
              <a:rect r="r" b="b" t="t" l="l"/>
              <a:pathLst>
                <a:path w="9648" h="42138" stroke="true" fill="norm" extrusionOk="true">
                  <a:moveTo>
                    <a:pt x="9649" y="38605"/>
                  </a:moveTo>
                  <a:cubicBezTo>
                    <a:pt x="9154" y="24489"/>
                    <a:pt x="7153" y="12697"/>
                    <a:pt x="5725" y="0"/>
                  </a:cubicBezTo>
                  <a:cubicBezTo>
                    <a:pt x="3972" y="1733"/>
                    <a:pt x="2029" y="2943"/>
                    <a:pt x="28" y="4086"/>
                  </a:cubicBezTo>
                  <a:cubicBezTo>
                    <a:pt x="19" y="4086"/>
                    <a:pt x="9" y="4086"/>
                    <a:pt x="0" y="4086"/>
                  </a:cubicBezTo>
                  <a:cubicBezTo>
                    <a:pt x="143" y="5686"/>
                    <a:pt x="267" y="7306"/>
                    <a:pt x="467" y="8934"/>
                  </a:cubicBezTo>
                  <a:cubicBezTo>
                    <a:pt x="1553" y="17936"/>
                    <a:pt x="2400" y="30556"/>
                    <a:pt x="3391" y="42139"/>
                  </a:cubicBezTo>
                  <a:cubicBezTo>
                    <a:pt x="3477" y="42081"/>
                    <a:pt x="3524" y="41986"/>
                    <a:pt x="3620" y="41939"/>
                  </a:cubicBezTo>
                  <a:cubicBezTo>
                    <a:pt x="5534" y="40938"/>
                    <a:pt x="7992" y="40786"/>
                    <a:pt x="9573" y="38681"/>
                  </a:cubicBezTo>
                  <a:cubicBezTo>
                    <a:pt x="9592" y="38643"/>
                    <a:pt x="9620" y="38643"/>
                    <a:pt x="9649" y="38605"/>
                  </a:cubicBezTo>
                  <a:close/>
                </a:path>
              </a:pathLst>
            </a:custGeom>
            <a:solidFill>
              <a:srgbClr val="9A7F45"/>
            </a:solidFill>
            <a:ln cap="flat">
              <a:noFill/>
              <a:prstDash val="solid"/>
              <a:miter lim="800000"/>
            </a:ln>
          </p:spPr>
          <p:txBody>
            <a:bodyPr vert="horz" anchor="ctr" tIns="45720" lIns="91440" bIns="45720" rIns="91440"/>
            <a:p>
              <a:pPr algn="l" marL="0"/>
            </a:p>
          </p:txBody>
        </p:sp>
        <p:sp>
          <p:nvSpPr>
            <p:cNvPr name="Freeform 11" id="11"/>
            <p:cNvSpPr/>
            <p:nvPr/>
          </p:nvSpPr>
          <p:spPr>
            <a:xfrm>
              <a:off x="7770285" y="3596327"/>
              <a:ext cx="303588" cy="323620"/>
            </a:xfrm>
            <a:custGeom>
              <a:avLst/>
              <a:gdLst/>
              <a:ahLst/>
              <a:cxnLst/>
              <a:rect r="r" b="b" t="t" l="l"/>
              <a:pathLst>
                <a:path w="104904" h="111826" stroke="true" fill="norm" extrusionOk="true">
                  <a:moveTo>
                    <a:pt x="95075" y="28242"/>
                  </a:moveTo>
                  <a:lnTo>
                    <a:pt x="76730" y="13868"/>
                  </a:lnTo>
                  <a:lnTo>
                    <a:pt x="67462" y="8458"/>
                  </a:lnTo>
                  <a:lnTo>
                    <a:pt x="57271" y="6925"/>
                  </a:lnTo>
                  <a:lnTo>
                    <a:pt x="49460" y="3772"/>
                  </a:lnTo>
                  <a:lnTo>
                    <a:pt x="35353" y="0"/>
                  </a:lnTo>
                  <a:lnTo>
                    <a:pt x="33029" y="1162"/>
                  </a:lnTo>
                  <a:lnTo>
                    <a:pt x="29648" y="5315"/>
                  </a:lnTo>
                  <a:cubicBezTo>
                    <a:pt x="27695" y="7487"/>
                    <a:pt x="25733" y="9630"/>
                    <a:pt x="24028" y="12049"/>
                  </a:cubicBezTo>
                  <a:lnTo>
                    <a:pt x="23942" y="12144"/>
                  </a:lnTo>
                  <a:lnTo>
                    <a:pt x="23962" y="12154"/>
                  </a:lnTo>
                  <a:cubicBezTo>
                    <a:pt x="22352" y="14468"/>
                    <a:pt x="20980" y="17021"/>
                    <a:pt x="20142" y="20107"/>
                  </a:cubicBezTo>
                  <a:cubicBezTo>
                    <a:pt x="17466" y="20145"/>
                    <a:pt x="16599" y="23289"/>
                    <a:pt x="14275" y="25975"/>
                  </a:cubicBezTo>
                  <a:cubicBezTo>
                    <a:pt x="9569" y="31385"/>
                    <a:pt x="-1575" y="39776"/>
                    <a:pt x="187" y="47111"/>
                  </a:cubicBezTo>
                  <a:cubicBezTo>
                    <a:pt x="187" y="47111"/>
                    <a:pt x="1044" y="53759"/>
                    <a:pt x="7779" y="53692"/>
                  </a:cubicBezTo>
                  <a:cubicBezTo>
                    <a:pt x="8941" y="53978"/>
                    <a:pt x="10284" y="54073"/>
                    <a:pt x="11922" y="54150"/>
                  </a:cubicBezTo>
                  <a:cubicBezTo>
                    <a:pt x="14265" y="54264"/>
                    <a:pt x="17466" y="51540"/>
                    <a:pt x="20142" y="54150"/>
                  </a:cubicBezTo>
                  <a:cubicBezTo>
                    <a:pt x="19761" y="60008"/>
                    <a:pt x="14246" y="63637"/>
                    <a:pt x="13094" y="70580"/>
                  </a:cubicBezTo>
                  <a:cubicBezTo>
                    <a:pt x="12046" y="76991"/>
                    <a:pt x="13846" y="84068"/>
                    <a:pt x="14265" y="91716"/>
                  </a:cubicBezTo>
                  <a:cubicBezTo>
                    <a:pt x="14751" y="92516"/>
                    <a:pt x="14532" y="92983"/>
                    <a:pt x="14084" y="93288"/>
                  </a:cubicBezTo>
                  <a:cubicBezTo>
                    <a:pt x="14570" y="93697"/>
                    <a:pt x="15027" y="94136"/>
                    <a:pt x="15389" y="94717"/>
                  </a:cubicBezTo>
                  <a:cubicBezTo>
                    <a:pt x="15818" y="95383"/>
                    <a:pt x="16180" y="96107"/>
                    <a:pt x="16580" y="96793"/>
                  </a:cubicBezTo>
                  <a:cubicBezTo>
                    <a:pt x="16589" y="96669"/>
                    <a:pt x="16589" y="96545"/>
                    <a:pt x="16608" y="96422"/>
                  </a:cubicBezTo>
                  <a:cubicBezTo>
                    <a:pt x="19523" y="97460"/>
                    <a:pt x="19828" y="101375"/>
                    <a:pt x="21304" y="103461"/>
                  </a:cubicBezTo>
                  <a:cubicBezTo>
                    <a:pt x="21599" y="103880"/>
                    <a:pt x="23238" y="104289"/>
                    <a:pt x="23657" y="104632"/>
                  </a:cubicBezTo>
                  <a:cubicBezTo>
                    <a:pt x="24047" y="104956"/>
                    <a:pt x="23333" y="106575"/>
                    <a:pt x="23657" y="106985"/>
                  </a:cubicBezTo>
                  <a:cubicBezTo>
                    <a:pt x="24286" y="107785"/>
                    <a:pt x="27238" y="108633"/>
                    <a:pt x="27181" y="110500"/>
                  </a:cubicBezTo>
                  <a:cubicBezTo>
                    <a:pt x="34239" y="110652"/>
                    <a:pt x="40021" y="112338"/>
                    <a:pt x="45964" y="111671"/>
                  </a:cubicBezTo>
                  <a:cubicBezTo>
                    <a:pt x="47717" y="111481"/>
                    <a:pt x="51213" y="110080"/>
                    <a:pt x="51832" y="109328"/>
                  </a:cubicBezTo>
                  <a:cubicBezTo>
                    <a:pt x="52717" y="108252"/>
                    <a:pt x="56861" y="108556"/>
                    <a:pt x="57709" y="108156"/>
                  </a:cubicBezTo>
                  <a:cubicBezTo>
                    <a:pt x="60376" y="106861"/>
                    <a:pt x="61909" y="104480"/>
                    <a:pt x="63576" y="103461"/>
                  </a:cubicBezTo>
                  <a:cubicBezTo>
                    <a:pt x="65671" y="102184"/>
                    <a:pt x="67567" y="100041"/>
                    <a:pt x="69444" y="99936"/>
                  </a:cubicBezTo>
                  <a:cubicBezTo>
                    <a:pt x="70615" y="99879"/>
                    <a:pt x="72110" y="98241"/>
                    <a:pt x="72968" y="97593"/>
                  </a:cubicBezTo>
                  <a:cubicBezTo>
                    <a:pt x="73949" y="96841"/>
                    <a:pt x="74368" y="95964"/>
                    <a:pt x="75320" y="95240"/>
                  </a:cubicBezTo>
                  <a:cubicBezTo>
                    <a:pt x="81464" y="90507"/>
                    <a:pt x="87027" y="84954"/>
                    <a:pt x="91389" y="80353"/>
                  </a:cubicBezTo>
                  <a:cubicBezTo>
                    <a:pt x="91456" y="79696"/>
                    <a:pt x="91770" y="79048"/>
                    <a:pt x="92503" y="78591"/>
                  </a:cubicBezTo>
                  <a:cubicBezTo>
                    <a:pt x="94809" y="77153"/>
                    <a:pt x="95913" y="74752"/>
                    <a:pt x="96933" y="72314"/>
                  </a:cubicBezTo>
                  <a:cubicBezTo>
                    <a:pt x="95818" y="70104"/>
                    <a:pt x="98057" y="63036"/>
                    <a:pt x="98800" y="61179"/>
                  </a:cubicBezTo>
                  <a:cubicBezTo>
                    <a:pt x="99266" y="60017"/>
                    <a:pt x="99562" y="59303"/>
                    <a:pt x="99971" y="57664"/>
                  </a:cubicBezTo>
                  <a:cubicBezTo>
                    <a:pt x="100190" y="56788"/>
                    <a:pt x="101876" y="53931"/>
                    <a:pt x="102324" y="51787"/>
                  </a:cubicBezTo>
                  <a:cubicBezTo>
                    <a:pt x="102552" y="50702"/>
                    <a:pt x="102000" y="49340"/>
                    <a:pt x="102324" y="48273"/>
                  </a:cubicBezTo>
                  <a:cubicBezTo>
                    <a:pt x="102486" y="47730"/>
                    <a:pt x="104981" y="46149"/>
                    <a:pt x="104896" y="43605"/>
                  </a:cubicBezTo>
                  <a:lnTo>
                    <a:pt x="104905" y="43605"/>
                  </a:lnTo>
                  <a:lnTo>
                    <a:pt x="104905" y="43567"/>
                  </a:lnTo>
                  <a:cubicBezTo>
                    <a:pt x="104905" y="43558"/>
                    <a:pt x="104905" y="43558"/>
                    <a:pt x="104905" y="43548"/>
                  </a:cubicBezTo>
                  <a:lnTo>
                    <a:pt x="104905" y="37081"/>
                  </a:lnTo>
                  <a:lnTo>
                    <a:pt x="95075" y="28242"/>
                  </a:ln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12" id="12"/>
            <p:cNvSpPr/>
            <p:nvPr/>
          </p:nvSpPr>
          <p:spPr>
            <a:xfrm>
              <a:off x="7121920" y="3887112"/>
              <a:ext cx="271685" cy="290796"/>
            </a:xfrm>
            <a:custGeom>
              <a:avLst/>
              <a:gdLst/>
              <a:ahLst/>
              <a:cxnLst/>
              <a:rect r="r" b="b" t="t" l="l"/>
              <a:pathLst>
                <a:path w="93880" h="100484" stroke="true" fill="norm" extrusionOk="true">
                  <a:moveTo>
                    <a:pt x="89212" y="65218"/>
                  </a:moveTo>
                  <a:cubicBezTo>
                    <a:pt x="89840" y="64456"/>
                    <a:pt x="91031" y="63751"/>
                    <a:pt x="91564" y="62865"/>
                  </a:cubicBezTo>
                  <a:cubicBezTo>
                    <a:pt x="95031" y="57112"/>
                    <a:pt x="94250" y="52816"/>
                    <a:pt x="91564" y="47606"/>
                  </a:cubicBezTo>
                  <a:cubicBezTo>
                    <a:pt x="91231" y="46958"/>
                    <a:pt x="89602" y="45996"/>
                    <a:pt x="89212" y="45253"/>
                  </a:cubicBezTo>
                  <a:cubicBezTo>
                    <a:pt x="88364" y="43596"/>
                    <a:pt x="88783" y="42215"/>
                    <a:pt x="88040" y="40558"/>
                  </a:cubicBezTo>
                  <a:cubicBezTo>
                    <a:pt x="87773" y="39967"/>
                    <a:pt x="86011" y="38929"/>
                    <a:pt x="85697" y="38214"/>
                  </a:cubicBezTo>
                  <a:cubicBezTo>
                    <a:pt x="84563" y="35614"/>
                    <a:pt x="84906" y="32690"/>
                    <a:pt x="84525" y="31166"/>
                  </a:cubicBezTo>
                  <a:cubicBezTo>
                    <a:pt x="84306" y="30299"/>
                    <a:pt x="83449" y="30261"/>
                    <a:pt x="83354" y="29994"/>
                  </a:cubicBezTo>
                  <a:cubicBezTo>
                    <a:pt x="81915" y="25927"/>
                    <a:pt x="82630" y="21412"/>
                    <a:pt x="82182" y="17088"/>
                  </a:cubicBezTo>
                  <a:cubicBezTo>
                    <a:pt x="81906" y="14459"/>
                    <a:pt x="81068" y="12440"/>
                    <a:pt x="80458" y="10411"/>
                  </a:cubicBezTo>
                  <a:lnTo>
                    <a:pt x="79858" y="3743"/>
                  </a:lnTo>
                  <a:lnTo>
                    <a:pt x="61208" y="0"/>
                  </a:lnTo>
                  <a:lnTo>
                    <a:pt x="37129" y="381"/>
                  </a:lnTo>
                  <a:lnTo>
                    <a:pt x="13974" y="0"/>
                  </a:lnTo>
                  <a:lnTo>
                    <a:pt x="6173" y="2905"/>
                  </a:lnTo>
                  <a:lnTo>
                    <a:pt x="3515" y="4172"/>
                  </a:lnTo>
                  <a:lnTo>
                    <a:pt x="2296" y="9011"/>
                  </a:lnTo>
                  <a:cubicBezTo>
                    <a:pt x="1620" y="10096"/>
                    <a:pt x="962" y="11078"/>
                    <a:pt x="1172" y="12392"/>
                  </a:cubicBezTo>
                  <a:cubicBezTo>
                    <a:pt x="1296" y="13154"/>
                    <a:pt x="2601" y="12897"/>
                    <a:pt x="2343" y="14745"/>
                  </a:cubicBezTo>
                  <a:cubicBezTo>
                    <a:pt x="2334" y="14811"/>
                    <a:pt x="1248" y="14678"/>
                    <a:pt x="1172" y="14745"/>
                  </a:cubicBezTo>
                  <a:cubicBezTo>
                    <a:pt x="934" y="14945"/>
                    <a:pt x="1220" y="16745"/>
                    <a:pt x="1172" y="17097"/>
                  </a:cubicBezTo>
                  <a:cubicBezTo>
                    <a:pt x="781" y="20403"/>
                    <a:pt x="86" y="21755"/>
                    <a:pt x="0" y="22965"/>
                  </a:cubicBezTo>
                  <a:cubicBezTo>
                    <a:pt x="0" y="22879"/>
                    <a:pt x="1172" y="23260"/>
                    <a:pt x="1172" y="24136"/>
                  </a:cubicBezTo>
                  <a:cubicBezTo>
                    <a:pt x="1172" y="24879"/>
                    <a:pt x="0" y="25489"/>
                    <a:pt x="0" y="25308"/>
                  </a:cubicBezTo>
                  <a:cubicBezTo>
                    <a:pt x="-19" y="27080"/>
                    <a:pt x="972" y="27689"/>
                    <a:pt x="1172" y="28832"/>
                  </a:cubicBezTo>
                  <a:cubicBezTo>
                    <a:pt x="2067" y="33871"/>
                    <a:pt x="1048" y="38519"/>
                    <a:pt x="1172" y="42920"/>
                  </a:cubicBezTo>
                  <a:cubicBezTo>
                    <a:pt x="1248" y="45368"/>
                    <a:pt x="1362" y="47806"/>
                    <a:pt x="1458" y="50244"/>
                  </a:cubicBezTo>
                  <a:lnTo>
                    <a:pt x="1477" y="50244"/>
                  </a:lnTo>
                  <a:cubicBezTo>
                    <a:pt x="1477" y="50244"/>
                    <a:pt x="1943" y="60789"/>
                    <a:pt x="5963" y="65818"/>
                  </a:cubicBezTo>
                  <a:cubicBezTo>
                    <a:pt x="5963" y="65818"/>
                    <a:pt x="5934" y="65846"/>
                    <a:pt x="5925" y="65856"/>
                  </a:cubicBezTo>
                  <a:cubicBezTo>
                    <a:pt x="7296" y="67504"/>
                    <a:pt x="8668" y="69152"/>
                    <a:pt x="9973" y="70857"/>
                  </a:cubicBezTo>
                  <a:cubicBezTo>
                    <a:pt x="13335" y="75210"/>
                    <a:pt x="16526" y="79705"/>
                    <a:pt x="19955" y="84011"/>
                  </a:cubicBezTo>
                  <a:cubicBezTo>
                    <a:pt x="21355" y="86525"/>
                    <a:pt x="21222" y="90564"/>
                    <a:pt x="23480" y="92231"/>
                  </a:cubicBezTo>
                  <a:cubicBezTo>
                    <a:pt x="25337" y="92993"/>
                    <a:pt x="26661" y="94679"/>
                    <a:pt x="28585" y="95307"/>
                  </a:cubicBezTo>
                  <a:cubicBezTo>
                    <a:pt x="30728" y="96022"/>
                    <a:pt x="32338" y="97269"/>
                    <a:pt x="34576" y="97812"/>
                  </a:cubicBezTo>
                  <a:cubicBezTo>
                    <a:pt x="37491" y="98517"/>
                    <a:pt x="40501" y="98717"/>
                    <a:pt x="43444" y="99270"/>
                  </a:cubicBezTo>
                  <a:cubicBezTo>
                    <a:pt x="46663" y="99879"/>
                    <a:pt x="48864" y="100679"/>
                    <a:pt x="51664" y="100441"/>
                  </a:cubicBezTo>
                  <a:cubicBezTo>
                    <a:pt x="57627" y="99946"/>
                    <a:pt x="61913" y="96117"/>
                    <a:pt x="66923" y="94574"/>
                  </a:cubicBezTo>
                  <a:cubicBezTo>
                    <a:pt x="71181" y="92764"/>
                    <a:pt x="70447" y="88697"/>
                    <a:pt x="70447" y="88697"/>
                  </a:cubicBezTo>
                  <a:cubicBezTo>
                    <a:pt x="69571" y="84496"/>
                    <a:pt x="70819" y="78686"/>
                    <a:pt x="70447" y="72266"/>
                  </a:cubicBezTo>
                  <a:cubicBezTo>
                    <a:pt x="70228" y="68418"/>
                    <a:pt x="68428" y="64180"/>
                    <a:pt x="69276" y="60522"/>
                  </a:cubicBezTo>
                  <a:cubicBezTo>
                    <a:pt x="71676" y="61570"/>
                    <a:pt x="73905" y="63589"/>
                    <a:pt x="76343" y="65284"/>
                  </a:cubicBezTo>
                  <a:cubicBezTo>
                    <a:pt x="78601" y="66656"/>
                    <a:pt x="83220" y="68428"/>
                    <a:pt x="89212" y="65218"/>
                  </a:cubicBez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13" id="13"/>
            <p:cNvSpPr/>
            <p:nvPr/>
          </p:nvSpPr>
          <p:spPr>
            <a:xfrm>
              <a:off x="7417746" y="1904699"/>
              <a:ext cx="451677" cy="189033"/>
            </a:xfrm>
            <a:custGeom>
              <a:avLst/>
              <a:gdLst/>
              <a:ahLst/>
              <a:cxnLst/>
              <a:rect r="r" b="b" t="t" l="l"/>
              <a:pathLst>
                <a:path w="156076" h="65320" stroke="true" fill="norm" extrusionOk="true">
                  <a:moveTo>
                    <a:pt x="2200" y="63406"/>
                  </a:moveTo>
                  <a:cubicBezTo>
                    <a:pt x="4496" y="62044"/>
                    <a:pt x="6972" y="61177"/>
                    <a:pt x="9696" y="61101"/>
                  </a:cubicBezTo>
                  <a:cubicBezTo>
                    <a:pt x="10401" y="61082"/>
                    <a:pt x="10925" y="60796"/>
                    <a:pt x="11325" y="60406"/>
                  </a:cubicBezTo>
                  <a:cubicBezTo>
                    <a:pt x="15269" y="59310"/>
                    <a:pt x="19050" y="57158"/>
                    <a:pt x="21041" y="56367"/>
                  </a:cubicBezTo>
                  <a:cubicBezTo>
                    <a:pt x="22831" y="55653"/>
                    <a:pt x="23917" y="55643"/>
                    <a:pt x="25727" y="55196"/>
                  </a:cubicBezTo>
                  <a:cubicBezTo>
                    <a:pt x="27718" y="54700"/>
                    <a:pt x="30128" y="53291"/>
                    <a:pt x="31604" y="52843"/>
                  </a:cubicBezTo>
                  <a:cubicBezTo>
                    <a:pt x="41072" y="49995"/>
                    <a:pt x="48806" y="48633"/>
                    <a:pt x="57426" y="45804"/>
                  </a:cubicBezTo>
                  <a:cubicBezTo>
                    <a:pt x="62655" y="44090"/>
                    <a:pt x="68361" y="41232"/>
                    <a:pt x="73866" y="39927"/>
                  </a:cubicBezTo>
                  <a:cubicBezTo>
                    <a:pt x="75943" y="39441"/>
                    <a:pt x="78991" y="40260"/>
                    <a:pt x="80915" y="39927"/>
                  </a:cubicBezTo>
                  <a:cubicBezTo>
                    <a:pt x="82944" y="39584"/>
                    <a:pt x="84772" y="38108"/>
                    <a:pt x="86782" y="37584"/>
                  </a:cubicBezTo>
                  <a:cubicBezTo>
                    <a:pt x="89135" y="36965"/>
                    <a:pt x="91611" y="36774"/>
                    <a:pt x="93821" y="36412"/>
                  </a:cubicBezTo>
                  <a:cubicBezTo>
                    <a:pt x="96736" y="35927"/>
                    <a:pt x="99793" y="35688"/>
                    <a:pt x="103222" y="35241"/>
                  </a:cubicBezTo>
                  <a:cubicBezTo>
                    <a:pt x="108642" y="34526"/>
                    <a:pt x="114405" y="34107"/>
                    <a:pt x="119748" y="34107"/>
                  </a:cubicBezTo>
                  <a:cubicBezTo>
                    <a:pt x="120044" y="34241"/>
                    <a:pt x="120386" y="34317"/>
                    <a:pt x="120787" y="34317"/>
                  </a:cubicBezTo>
                  <a:cubicBezTo>
                    <a:pt x="122387" y="34307"/>
                    <a:pt x="123958" y="34222"/>
                    <a:pt x="125539" y="34012"/>
                  </a:cubicBezTo>
                  <a:cubicBezTo>
                    <a:pt x="125530" y="34031"/>
                    <a:pt x="125539" y="34050"/>
                    <a:pt x="125530" y="34069"/>
                  </a:cubicBezTo>
                  <a:cubicBezTo>
                    <a:pt x="131407" y="32907"/>
                    <a:pt x="141780" y="34231"/>
                    <a:pt x="147837" y="35241"/>
                  </a:cubicBezTo>
                  <a:cubicBezTo>
                    <a:pt x="147837" y="35174"/>
                    <a:pt x="147799" y="35107"/>
                    <a:pt x="147799" y="35050"/>
                  </a:cubicBezTo>
                  <a:cubicBezTo>
                    <a:pt x="150581" y="35060"/>
                    <a:pt x="153343" y="35126"/>
                    <a:pt x="156077" y="35736"/>
                  </a:cubicBezTo>
                  <a:lnTo>
                    <a:pt x="155477" y="34507"/>
                  </a:lnTo>
                  <a:lnTo>
                    <a:pt x="153476" y="30421"/>
                  </a:lnTo>
                  <a:cubicBezTo>
                    <a:pt x="152800" y="29259"/>
                    <a:pt x="152152" y="28068"/>
                    <a:pt x="151352" y="27030"/>
                  </a:cubicBezTo>
                  <a:cubicBezTo>
                    <a:pt x="148219" y="28564"/>
                    <a:pt x="148819" y="24487"/>
                    <a:pt x="147828" y="23506"/>
                  </a:cubicBezTo>
                  <a:cubicBezTo>
                    <a:pt x="146847" y="22525"/>
                    <a:pt x="142761" y="23125"/>
                    <a:pt x="144304" y="19982"/>
                  </a:cubicBezTo>
                  <a:cubicBezTo>
                    <a:pt x="142256" y="20325"/>
                    <a:pt x="141208" y="18782"/>
                    <a:pt x="139618" y="17639"/>
                  </a:cubicBezTo>
                  <a:cubicBezTo>
                    <a:pt x="139036" y="17219"/>
                    <a:pt x="137779" y="16981"/>
                    <a:pt x="137265" y="16467"/>
                  </a:cubicBezTo>
                  <a:cubicBezTo>
                    <a:pt x="136874" y="16076"/>
                    <a:pt x="136512" y="14371"/>
                    <a:pt x="136093" y="14114"/>
                  </a:cubicBezTo>
                  <a:cubicBezTo>
                    <a:pt x="134588" y="13190"/>
                    <a:pt x="133036" y="13743"/>
                    <a:pt x="131397" y="12943"/>
                  </a:cubicBezTo>
                  <a:cubicBezTo>
                    <a:pt x="130816" y="12666"/>
                    <a:pt x="131512" y="11838"/>
                    <a:pt x="130226" y="11771"/>
                  </a:cubicBezTo>
                  <a:cubicBezTo>
                    <a:pt x="129197" y="11714"/>
                    <a:pt x="127102" y="10438"/>
                    <a:pt x="125520" y="9428"/>
                  </a:cubicBezTo>
                  <a:cubicBezTo>
                    <a:pt x="124377" y="8695"/>
                    <a:pt x="123673" y="8676"/>
                    <a:pt x="121996" y="8256"/>
                  </a:cubicBezTo>
                  <a:cubicBezTo>
                    <a:pt x="120520" y="7894"/>
                    <a:pt x="115481" y="5970"/>
                    <a:pt x="112604" y="4732"/>
                  </a:cubicBezTo>
                  <a:cubicBezTo>
                    <a:pt x="112071" y="4504"/>
                    <a:pt x="112681" y="3627"/>
                    <a:pt x="111433" y="3561"/>
                  </a:cubicBezTo>
                  <a:cubicBezTo>
                    <a:pt x="108795" y="3427"/>
                    <a:pt x="108375" y="1970"/>
                    <a:pt x="105566" y="1208"/>
                  </a:cubicBezTo>
                  <a:cubicBezTo>
                    <a:pt x="104099" y="817"/>
                    <a:pt x="102346" y="1560"/>
                    <a:pt x="100870" y="1208"/>
                  </a:cubicBezTo>
                  <a:cubicBezTo>
                    <a:pt x="99889" y="979"/>
                    <a:pt x="99717" y="132"/>
                    <a:pt x="98517" y="36"/>
                  </a:cubicBezTo>
                  <a:cubicBezTo>
                    <a:pt x="95402" y="-211"/>
                    <a:pt x="91697" y="875"/>
                    <a:pt x="87954" y="1208"/>
                  </a:cubicBezTo>
                  <a:cubicBezTo>
                    <a:pt x="87058" y="1294"/>
                    <a:pt x="80562" y="198"/>
                    <a:pt x="79734" y="1208"/>
                  </a:cubicBezTo>
                  <a:cubicBezTo>
                    <a:pt x="79677" y="1275"/>
                    <a:pt x="79781" y="2379"/>
                    <a:pt x="79734" y="2379"/>
                  </a:cubicBezTo>
                  <a:cubicBezTo>
                    <a:pt x="78953" y="2418"/>
                    <a:pt x="78286" y="1265"/>
                    <a:pt x="78562" y="1208"/>
                  </a:cubicBezTo>
                  <a:cubicBezTo>
                    <a:pt x="77067" y="1513"/>
                    <a:pt x="74667" y="3065"/>
                    <a:pt x="72695" y="3561"/>
                  </a:cubicBezTo>
                  <a:cubicBezTo>
                    <a:pt x="71999" y="3732"/>
                    <a:pt x="71009" y="3284"/>
                    <a:pt x="70352" y="3561"/>
                  </a:cubicBezTo>
                  <a:cubicBezTo>
                    <a:pt x="69799" y="3789"/>
                    <a:pt x="69618" y="5713"/>
                    <a:pt x="69180" y="5913"/>
                  </a:cubicBezTo>
                  <a:cubicBezTo>
                    <a:pt x="67599" y="6618"/>
                    <a:pt x="65751" y="6218"/>
                    <a:pt x="63303" y="7085"/>
                  </a:cubicBezTo>
                  <a:cubicBezTo>
                    <a:pt x="59017" y="8599"/>
                    <a:pt x="54531" y="10066"/>
                    <a:pt x="49978" y="11238"/>
                  </a:cubicBezTo>
                  <a:cubicBezTo>
                    <a:pt x="49863" y="11314"/>
                    <a:pt x="49797" y="11409"/>
                    <a:pt x="49663" y="11476"/>
                  </a:cubicBezTo>
                  <a:cubicBezTo>
                    <a:pt x="47054" y="12695"/>
                    <a:pt x="43396" y="13095"/>
                    <a:pt x="40996" y="14781"/>
                  </a:cubicBezTo>
                  <a:cubicBezTo>
                    <a:pt x="41015" y="14943"/>
                    <a:pt x="41034" y="15095"/>
                    <a:pt x="40996" y="15305"/>
                  </a:cubicBezTo>
                  <a:cubicBezTo>
                    <a:pt x="38776" y="15429"/>
                    <a:pt x="40176" y="19182"/>
                    <a:pt x="37471" y="18829"/>
                  </a:cubicBezTo>
                  <a:cubicBezTo>
                    <a:pt x="34557" y="18648"/>
                    <a:pt x="33842" y="20677"/>
                    <a:pt x="31604" y="21172"/>
                  </a:cubicBezTo>
                  <a:cubicBezTo>
                    <a:pt x="29994" y="21506"/>
                    <a:pt x="28042" y="24639"/>
                    <a:pt x="26908" y="24697"/>
                  </a:cubicBezTo>
                  <a:cubicBezTo>
                    <a:pt x="25022" y="24792"/>
                    <a:pt x="24117" y="28392"/>
                    <a:pt x="23508" y="26268"/>
                  </a:cubicBezTo>
                  <a:cubicBezTo>
                    <a:pt x="22917" y="26725"/>
                    <a:pt x="22317" y="27173"/>
                    <a:pt x="21755" y="27697"/>
                  </a:cubicBezTo>
                  <a:cubicBezTo>
                    <a:pt x="21908" y="27868"/>
                    <a:pt x="22108" y="28002"/>
                    <a:pt x="22212" y="28221"/>
                  </a:cubicBezTo>
                  <a:cubicBezTo>
                    <a:pt x="18317" y="28621"/>
                    <a:pt x="16478" y="32488"/>
                    <a:pt x="15164" y="34098"/>
                  </a:cubicBezTo>
                  <a:cubicBezTo>
                    <a:pt x="14535" y="34860"/>
                    <a:pt x="13373" y="35565"/>
                    <a:pt x="12821" y="36450"/>
                  </a:cubicBezTo>
                  <a:cubicBezTo>
                    <a:pt x="11763" y="38098"/>
                    <a:pt x="12535" y="40213"/>
                    <a:pt x="11649" y="42318"/>
                  </a:cubicBezTo>
                  <a:cubicBezTo>
                    <a:pt x="11478" y="42727"/>
                    <a:pt x="9534" y="42985"/>
                    <a:pt x="9296" y="43489"/>
                  </a:cubicBezTo>
                  <a:cubicBezTo>
                    <a:pt x="8849" y="44442"/>
                    <a:pt x="9773" y="46071"/>
                    <a:pt x="9296" y="47014"/>
                  </a:cubicBezTo>
                  <a:cubicBezTo>
                    <a:pt x="8849" y="47890"/>
                    <a:pt x="7029" y="47842"/>
                    <a:pt x="6944" y="49357"/>
                  </a:cubicBezTo>
                  <a:cubicBezTo>
                    <a:pt x="6839" y="51338"/>
                    <a:pt x="4334" y="54415"/>
                    <a:pt x="3419" y="55224"/>
                  </a:cubicBezTo>
                  <a:cubicBezTo>
                    <a:pt x="3200" y="56062"/>
                    <a:pt x="2981" y="56891"/>
                    <a:pt x="2772" y="57729"/>
                  </a:cubicBezTo>
                  <a:lnTo>
                    <a:pt x="0" y="65321"/>
                  </a:lnTo>
                  <a:cubicBezTo>
                    <a:pt x="752" y="65102"/>
                    <a:pt x="1476" y="64806"/>
                    <a:pt x="2257" y="64616"/>
                  </a:cubicBezTo>
                  <a:cubicBezTo>
                    <a:pt x="2200" y="64149"/>
                    <a:pt x="2219" y="63797"/>
                    <a:pt x="2200" y="63406"/>
                  </a:cubicBezTo>
                  <a:close/>
                </a:path>
              </a:pathLst>
            </a:custGeom>
            <a:solidFill>
              <a:srgbClr val="FCF172"/>
            </a:solidFill>
            <a:ln cap="flat">
              <a:noFill/>
              <a:prstDash val="solid"/>
              <a:miter lim="800000"/>
            </a:ln>
          </p:spPr>
          <p:txBody>
            <a:bodyPr vert="horz" anchor="ctr" tIns="45720" lIns="91440" bIns="45720" rIns="91440"/>
            <a:p>
              <a:pPr algn="l" marL="0"/>
            </a:p>
          </p:txBody>
        </p:sp>
        <p:sp>
          <p:nvSpPr>
            <p:cNvPr name="Freeform 14" id="14"/>
            <p:cNvSpPr/>
            <p:nvPr/>
          </p:nvSpPr>
          <p:spPr>
            <a:xfrm>
              <a:off x="7144861" y="2001974"/>
              <a:ext cx="1004649" cy="473509"/>
            </a:xfrm>
            <a:custGeom>
              <a:avLst/>
              <a:gdLst/>
              <a:ahLst/>
              <a:cxnLst/>
              <a:rect r="r" b="b" t="t" l="l"/>
              <a:pathLst>
                <a:path w="347154" h="163620" stroke="true" fill="norm" extrusionOk="true">
                  <a:moveTo>
                    <a:pt x="346622" y="48577"/>
                  </a:moveTo>
                  <a:cubicBezTo>
                    <a:pt x="346384" y="47463"/>
                    <a:pt x="346898" y="46158"/>
                    <a:pt x="346622" y="45053"/>
                  </a:cubicBezTo>
                  <a:cubicBezTo>
                    <a:pt x="345079" y="38976"/>
                    <a:pt x="341221" y="34204"/>
                    <a:pt x="339583" y="27441"/>
                  </a:cubicBezTo>
                  <a:cubicBezTo>
                    <a:pt x="337859" y="25298"/>
                    <a:pt x="334887" y="25127"/>
                    <a:pt x="332544" y="23917"/>
                  </a:cubicBezTo>
                  <a:cubicBezTo>
                    <a:pt x="331096" y="23174"/>
                    <a:pt x="330372" y="22345"/>
                    <a:pt x="329020" y="21574"/>
                  </a:cubicBezTo>
                  <a:cubicBezTo>
                    <a:pt x="327819" y="20888"/>
                    <a:pt x="326391" y="21098"/>
                    <a:pt x="325800" y="20126"/>
                  </a:cubicBezTo>
                  <a:cubicBezTo>
                    <a:pt x="323486" y="19555"/>
                    <a:pt x="321209" y="18850"/>
                    <a:pt x="318971" y="18002"/>
                  </a:cubicBezTo>
                  <a:cubicBezTo>
                    <a:pt x="318590" y="18202"/>
                    <a:pt x="318066" y="18250"/>
                    <a:pt x="317275" y="18050"/>
                  </a:cubicBezTo>
                  <a:cubicBezTo>
                    <a:pt x="311208" y="12573"/>
                    <a:pt x="301750" y="12106"/>
                    <a:pt x="294968" y="11011"/>
                  </a:cubicBezTo>
                  <a:cubicBezTo>
                    <a:pt x="294882" y="10992"/>
                    <a:pt x="294711" y="9887"/>
                    <a:pt x="293796" y="9839"/>
                  </a:cubicBezTo>
                  <a:cubicBezTo>
                    <a:pt x="291834" y="9734"/>
                    <a:pt x="288738" y="10411"/>
                    <a:pt x="285576" y="9839"/>
                  </a:cubicBezTo>
                  <a:cubicBezTo>
                    <a:pt x="285443" y="9811"/>
                    <a:pt x="285347" y="8715"/>
                    <a:pt x="284404" y="8668"/>
                  </a:cubicBezTo>
                  <a:cubicBezTo>
                    <a:pt x="284100" y="8658"/>
                    <a:pt x="283528" y="8782"/>
                    <a:pt x="283242" y="8668"/>
                  </a:cubicBezTo>
                  <a:cubicBezTo>
                    <a:pt x="280642" y="7629"/>
                    <a:pt x="272660" y="7239"/>
                    <a:pt x="267974" y="6315"/>
                  </a:cubicBezTo>
                  <a:cubicBezTo>
                    <a:pt x="262440" y="5239"/>
                    <a:pt x="257249" y="2057"/>
                    <a:pt x="251543" y="2800"/>
                  </a:cubicBezTo>
                  <a:cubicBezTo>
                    <a:pt x="251391" y="2600"/>
                    <a:pt x="251286" y="2362"/>
                    <a:pt x="251143" y="2153"/>
                  </a:cubicBezTo>
                  <a:cubicBezTo>
                    <a:pt x="250943" y="2162"/>
                    <a:pt x="250753" y="2191"/>
                    <a:pt x="250534" y="2143"/>
                  </a:cubicBezTo>
                  <a:cubicBezTo>
                    <a:pt x="250486" y="2134"/>
                    <a:pt x="250438" y="2134"/>
                    <a:pt x="250391" y="2124"/>
                  </a:cubicBezTo>
                  <a:cubicBezTo>
                    <a:pt x="247657" y="1514"/>
                    <a:pt x="244895" y="1448"/>
                    <a:pt x="242113" y="1438"/>
                  </a:cubicBezTo>
                  <a:cubicBezTo>
                    <a:pt x="242113" y="1495"/>
                    <a:pt x="242152" y="1562"/>
                    <a:pt x="242152" y="1629"/>
                  </a:cubicBezTo>
                  <a:cubicBezTo>
                    <a:pt x="236084" y="619"/>
                    <a:pt x="225721" y="-715"/>
                    <a:pt x="219844" y="457"/>
                  </a:cubicBezTo>
                  <a:cubicBezTo>
                    <a:pt x="219853" y="438"/>
                    <a:pt x="219844" y="419"/>
                    <a:pt x="219853" y="400"/>
                  </a:cubicBezTo>
                  <a:cubicBezTo>
                    <a:pt x="218263" y="609"/>
                    <a:pt x="216701" y="695"/>
                    <a:pt x="215101" y="705"/>
                  </a:cubicBezTo>
                  <a:cubicBezTo>
                    <a:pt x="214700" y="705"/>
                    <a:pt x="214358" y="629"/>
                    <a:pt x="214062" y="495"/>
                  </a:cubicBezTo>
                  <a:cubicBezTo>
                    <a:pt x="208719" y="495"/>
                    <a:pt x="202956" y="924"/>
                    <a:pt x="197537" y="1629"/>
                  </a:cubicBezTo>
                  <a:cubicBezTo>
                    <a:pt x="194117" y="2076"/>
                    <a:pt x="191059" y="2314"/>
                    <a:pt x="188145" y="2800"/>
                  </a:cubicBezTo>
                  <a:cubicBezTo>
                    <a:pt x="185925" y="3162"/>
                    <a:pt x="183458" y="3353"/>
                    <a:pt x="181106" y="3972"/>
                  </a:cubicBezTo>
                  <a:cubicBezTo>
                    <a:pt x="179096" y="4496"/>
                    <a:pt x="177267" y="5972"/>
                    <a:pt x="175238" y="6315"/>
                  </a:cubicBezTo>
                  <a:cubicBezTo>
                    <a:pt x="173305" y="6648"/>
                    <a:pt x="170266" y="5829"/>
                    <a:pt x="168190" y="6315"/>
                  </a:cubicBezTo>
                  <a:cubicBezTo>
                    <a:pt x="162684" y="7610"/>
                    <a:pt x="156979" y="10477"/>
                    <a:pt x="151759" y="12192"/>
                  </a:cubicBezTo>
                  <a:cubicBezTo>
                    <a:pt x="143130" y="15021"/>
                    <a:pt x="135395" y="16383"/>
                    <a:pt x="125937" y="19231"/>
                  </a:cubicBezTo>
                  <a:cubicBezTo>
                    <a:pt x="124461" y="19679"/>
                    <a:pt x="122051" y="21088"/>
                    <a:pt x="120060" y="21584"/>
                  </a:cubicBezTo>
                  <a:cubicBezTo>
                    <a:pt x="118250" y="22031"/>
                    <a:pt x="117155" y="22041"/>
                    <a:pt x="115374" y="22755"/>
                  </a:cubicBezTo>
                  <a:cubicBezTo>
                    <a:pt x="113373" y="23546"/>
                    <a:pt x="109602" y="25698"/>
                    <a:pt x="105658" y="26794"/>
                  </a:cubicBezTo>
                  <a:cubicBezTo>
                    <a:pt x="105268" y="27184"/>
                    <a:pt x="104744" y="27470"/>
                    <a:pt x="104030" y="27489"/>
                  </a:cubicBezTo>
                  <a:cubicBezTo>
                    <a:pt x="101305" y="27565"/>
                    <a:pt x="98829" y="28422"/>
                    <a:pt x="96533" y="29794"/>
                  </a:cubicBezTo>
                  <a:cubicBezTo>
                    <a:pt x="96552" y="30194"/>
                    <a:pt x="96533" y="30537"/>
                    <a:pt x="96591" y="30966"/>
                  </a:cubicBezTo>
                  <a:cubicBezTo>
                    <a:pt x="95809" y="31156"/>
                    <a:pt x="95086" y="31451"/>
                    <a:pt x="94333" y="31671"/>
                  </a:cubicBezTo>
                  <a:cubicBezTo>
                    <a:pt x="85923" y="34118"/>
                    <a:pt x="78512" y="38319"/>
                    <a:pt x="71930" y="42710"/>
                  </a:cubicBezTo>
                  <a:cubicBezTo>
                    <a:pt x="70816" y="43453"/>
                    <a:pt x="70511" y="44358"/>
                    <a:pt x="69587" y="45053"/>
                  </a:cubicBezTo>
                  <a:cubicBezTo>
                    <a:pt x="68587" y="45825"/>
                    <a:pt x="67158" y="45434"/>
                    <a:pt x="66063" y="46225"/>
                  </a:cubicBezTo>
                  <a:cubicBezTo>
                    <a:pt x="64310" y="47492"/>
                    <a:pt x="63158" y="49587"/>
                    <a:pt x="61367" y="50920"/>
                  </a:cubicBezTo>
                  <a:cubicBezTo>
                    <a:pt x="60348" y="51683"/>
                    <a:pt x="58757" y="51397"/>
                    <a:pt x="57852" y="52092"/>
                  </a:cubicBezTo>
                  <a:cubicBezTo>
                    <a:pt x="57128" y="52635"/>
                    <a:pt x="56290" y="53778"/>
                    <a:pt x="55500" y="54435"/>
                  </a:cubicBezTo>
                  <a:cubicBezTo>
                    <a:pt x="53347" y="56255"/>
                    <a:pt x="52004" y="57512"/>
                    <a:pt x="50804" y="59131"/>
                  </a:cubicBezTo>
                  <a:cubicBezTo>
                    <a:pt x="47832" y="60750"/>
                    <a:pt x="44651" y="62541"/>
                    <a:pt x="42584" y="63827"/>
                  </a:cubicBezTo>
                  <a:cubicBezTo>
                    <a:pt x="41879" y="64265"/>
                    <a:pt x="41031" y="65703"/>
                    <a:pt x="40241" y="66180"/>
                  </a:cubicBezTo>
                  <a:cubicBezTo>
                    <a:pt x="39393" y="66694"/>
                    <a:pt x="37650" y="65808"/>
                    <a:pt x="36716" y="66180"/>
                  </a:cubicBezTo>
                  <a:cubicBezTo>
                    <a:pt x="36345" y="66332"/>
                    <a:pt x="35011" y="68123"/>
                    <a:pt x="34364" y="68532"/>
                  </a:cubicBezTo>
                  <a:cubicBezTo>
                    <a:pt x="33649" y="68980"/>
                    <a:pt x="32811" y="70390"/>
                    <a:pt x="32011" y="70885"/>
                  </a:cubicBezTo>
                  <a:cubicBezTo>
                    <a:pt x="31058" y="71475"/>
                    <a:pt x="29439" y="71304"/>
                    <a:pt x="28496" y="72056"/>
                  </a:cubicBezTo>
                  <a:cubicBezTo>
                    <a:pt x="26134" y="73923"/>
                    <a:pt x="24191" y="77533"/>
                    <a:pt x="21448" y="80277"/>
                  </a:cubicBezTo>
                  <a:cubicBezTo>
                    <a:pt x="18800" y="82925"/>
                    <a:pt x="14876" y="84944"/>
                    <a:pt x="13228" y="87316"/>
                  </a:cubicBezTo>
                  <a:cubicBezTo>
                    <a:pt x="12742" y="88020"/>
                    <a:pt x="13485" y="89992"/>
                    <a:pt x="13228" y="90840"/>
                  </a:cubicBezTo>
                  <a:cubicBezTo>
                    <a:pt x="13113" y="91240"/>
                    <a:pt x="11161" y="92650"/>
                    <a:pt x="10885" y="93183"/>
                  </a:cubicBezTo>
                  <a:cubicBezTo>
                    <a:pt x="9884" y="95117"/>
                    <a:pt x="9151" y="96955"/>
                    <a:pt x="8541" y="97879"/>
                  </a:cubicBezTo>
                  <a:cubicBezTo>
                    <a:pt x="7322" y="99708"/>
                    <a:pt x="6970" y="102298"/>
                    <a:pt x="6189" y="104918"/>
                  </a:cubicBezTo>
                  <a:cubicBezTo>
                    <a:pt x="5169" y="108347"/>
                    <a:pt x="2693" y="116853"/>
                    <a:pt x="1493" y="117834"/>
                  </a:cubicBezTo>
                  <a:cubicBezTo>
                    <a:pt x="1398" y="117910"/>
                    <a:pt x="312" y="121396"/>
                    <a:pt x="321" y="121348"/>
                  </a:cubicBezTo>
                  <a:cubicBezTo>
                    <a:pt x="-641" y="125216"/>
                    <a:pt x="798" y="126444"/>
                    <a:pt x="1493" y="129578"/>
                  </a:cubicBezTo>
                  <a:cubicBezTo>
                    <a:pt x="2722" y="135036"/>
                    <a:pt x="2760" y="135950"/>
                    <a:pt x="5017" y="137798"/>
                  </a:cubicBezTo>
                  <a:cubicBezTo>
                    <a:pt x="5398" y="138112"/>
                    <a:pt x="4731" y="139722"/>
                    <a:pt x="5017" y="140151"/>
                  </a:cubicBezTo>
                  <a:cubicBezTo>
                    <a:pt x="5636" y="141056"/>
                    <a:pt x="11266" y="146218"/>
                    <a:pt x="12066" y="147190"/>
                  </a:cubicBezTo>
                  <a:cubicBezTo>
                    <a:pt x="12390" y="147580"/>
                    <a:pt x="13999" y="146866"/>
                    <a:pt x="14409" y="147190"/>
                  </a:cubicBezTo>
                  <a:cubicBezTo>
                    <a:pt x="16638" y="148980"/>
                    <a:pt x="17562" y="151752"/>
                    <a:pt x="20276" y="151886"/>
                  </a:cubicBezTo>
                  <a:cubicBezTo>
                    <a:pt x="22438" y="152000"/>
                    <a:pt x="23286" y="154152"/>
                    <a:pt x="24972" y="154238"/>
                  </a:cubicBezTo>
                  <a:cubicBezTo>
                    <a:pt x="26248" y="154305"/>
                    <a:pt x="25582" y="155153"/>
                    <a:pt x="26144" y="155410"/>
                  </a:cubicBezTo>
                  <a:cubicBezTo>
                    <a:pt x="27106" y="155857"/>
                    <a:pt x="28706" y="154962"/>
                    <a:pt x="29668" y="155410"/>
                  </a:cubicBezTo>
                  <a:cubicBezTo>
                    <a:pt x="30125" y="155629"/>
                    <a:pt x="30287" y="157515"/>
                    <a:pt x="30839" y="157762"/>
                  </a:cubicBezTo>
                  <a:cubicBezTo>
                    <a:pt x="32744" y="158601"/>
                    <a:pt x="34135" y="158001"/>
                    <a:pt x="35535" y="158934"/>
                  </a:cubicBezTo>
                  <a:cubicBezTo>
                    <a:pt x="38707" y="161049"/>
                    <a:pt x="44965" y="160820"/>
                    <a:pt x="48451" y="161287"/>
                  </a:cubicBezTo>
                  <a:cubicBezTo>
                    <a:pt x="49985" y="161487"/>
                    <a:pt x="51013" y="162354"/>
                    <a:pt x="51966" y="162449"/>
                  </a:cubicBezTo>
                  <a:cubicBezTo>
                    <a:pt x="54147" y="162677"/>
                    <a:pt x="55519" y="161287"/>
                    <a:pt x="56671" y="161287"/>
                  </a:cubicBezTo>
                  <a:cubicBezTo>
                    <a:pt x="57490" y="161287"/>
                    <a:pt x="57919" y="162458"/>
                    <a:pt x="57843" y="162449"/>
                  </a:cubicBezTo>
                  <a:cubicBezTo>
                    <a:pt x="61091" y="162639"/>
                    <a:pt x="63405" y="161715"/>
                    <a:pt x="66063" y="163620"/>
                  </a:cubicBezTo>
                  <a:cubicBezTo>
                    <a:pt x="67349" y="160458"/>
                    <a:pt x="71968" y="161772"/>
                    <a:pt x="74283" y="161277"/>
                  </a:cubicBezTo>
                  <a:cubicBezTo>
                    <a:pt x="75931" y="160915"/>
                    <a:pt x="75674" y="160096"/>
                    <a:pt x="76636" y="161277"/>
                  </a:cubicBezTo>
                  <a:cubicBezTo>
                    <a:pt x="76836" y="161515"/>
                    <a:pt x="78626" y="161220"/>
                    <a:pt x="78979" y="161277"/>
                  </a:cubicBezTo>
                  <a:cubicBezTo>
                    <a:pt x="90352" y="162906"/>
                    <a:pt x="107897" y="161439"/>
                    <a:pt x="115374" y="160106"/>
                  </a:cubicBezTo>
                  <a:cubicBezTo>
                    <a:pt x="116231" y="159953"/>
                    <a:pt x="116383" y="158972"/>
                    <a:pt x="116545" y="158934"/>
                  </a:cubicBezTo>
                  <a:cubicBezTo>
                    <a:pt x="117669" y="158639"/>
                    <a:pt x="117984" y="160210"/>
                    <a:pt x="118889" y="160106"/>
                  </a:cubicBezTo>
                  <a:cubicBezTo>
                    <a:pt x="118717" y="160125"/>
                    <a:pt x="119536" y="159096"/>
                    <a:pt x="120060" y="158934"/>
                  </a:cubicBezTo>
                  <a:cubicBezTo>
                    <a:pt x="121651" y="158448"/>
                    <a:pt x="123156" y="158601"/>
                    <a:pt x="124613" y="158801"/>
                  </a:cubicBezTo>
                  <a:lnTo>
                    <a:pt x="258135" y="134236"/>
                  </a:lnTo>
                  <a:cubicBezTo>
                    <a:pt x="260459" y="133674"/>
                    <a:pt x="262907" y="133245"/>
                    <a:pt x="265640" y="133102"/>
                  </a:cubicBezTo>
                  <a:cubicBezTo>
                    <a:pt x="265869" y="131035"/>
                    <a:pt x="267507" y="131483"/>
                    <a:pt x="269164" y="130759"/>
                  </a:cubicBezTo>
                  <a:cubicBezTo>
                    <a:pt x="272641" y="129235"/>
                    <a:pt x="277042" y="127902"/>
                    <a:pt x="278556" y="126063"/>
                  </a:cubicBezTo>
                  <a:cubicBezTo>
                    <a:pt x="278832" y="125720"/>
                    <a:pt x="280480" y="126263"/>
                    <a:pt x="280909" y="126063"/>
                  </a:cubicBezTo>
                  <a:cubicBezTo>
                    <a:pt x="281052" y="125997"/>
                    <a:pt x="280795" y="125035"/>
                    <a:pt x="280909" y="124892"/>
                  </a:cubicBezTo>
                  <a:cubicBezTo>
                    <a:pt x="281195" y="124539"/>
                    <a:pt x="282833" y="125111"/>
                    <a:pt x="283262" y="124892"/>
                  </a:cubicBezTo>
                  <a:cubicBezTo>
                    <a:pt x="285986" y="123482"/>
                    <a:pt x="287786" y="121825"/>
                    <a:pt x="289129" y="120196"/>
                  </a:cubicBezTo>
                  <a:cubicBezTo>
                    <a:pt x="289443" y="119805"/>
                    <a:pt x="292253" y="119272"/>
                    <a:pt x="292653" y="119024"/>
                  </a:cubicBezTo>
                  <a:cubicBezTo>
                    <a:pt x="293958" y="118186"/>
                    <a:pt x="294053" y="117824"/>
                    <a:pt x="294996" y="116672"/>
                  </a:cubicBezTo>
                  <a:cubicBezTo>
                    <a:pt x="295282" y="116329"/>
                    <a:pt x="296920" y="116872"/>
                    <a:pt x="297349" y="116672"/>
                  </a:cubicBezTo>
                  <a:cubicBezTo>
                    <a:pt x="297492" y="116605"/>
                    <a:pt x="297235" y="115633"/>
                    <a:pt x="297349" y="115500"/>
                  </a:cubicBezTo>
                  <a:cubicBezTo>
                    <a:pt x="297654" y="115129"/>
                    <a:pt x="299273" y="115776"/>
                    <a:pt x="299702" y="115500"/>
                  </a:cubicBezTo>
                  <a:cubicBezTo>
                    <a:pt x="300083" y="115252"/>
                    <a:pt x="300559" y="113538"/>
                    <a:pt x="300873" y="113147"/>
                  </a:cubicBezTo>
                  <a:cubicBezTo>
                    <a:pt x="301187" y="112757"/>
                    <a:pt x="302807" y="113471"/>
                    <a:pt x="303226" y="113147"/>
                  </a:cubicBezTo>
                  <a:cubicBezTo>
                    <a:pt x="304378" y="112252"/>
                    <a:pt x="305226" y="110766"/>
                    <a:pt x="306741" y="109633"/>
                  </a:cubicBezTo>
                  <a:cubicBezTo>
                    <a:pt x="307941" y="108728"/>
                    <a:pt x="309103" y="108204"/>
                    <a:pt x="310265" y="107280"/>
                  </a:cubicBezTo>
                  <a:cubicBezTo>
                    <a:pt x="311455" y="106327"/>
                    <a:pt x="312427" y="104775"/>
                    <a:pt x="313780" y="103756"/>
                  </a:cubicBezTo>
                  <a:cubicBezTo>
                    <a:pt x="314275" y="103394"/>
                    <a:pt x="315561" y="104013"/>
                    <a:pt x="316132" y="103756"/>
                  </a:cubicBezTo>
                  <a:cubicBezTo>
                    <a:pt x="316475" y="103603"/>
                    <a:pt x="316923" y="101698"/>
                    <a:pt x="317304" y="101413"/>
                  </a:cubicBezTo>
                  <a:cubicBezTo>
                    <a:pt x="318475" y="100517"/>
                    <a:pt x="318723" y="100193"/>
                    <a:pt x="319657" y="99060"/>
                  </a:cubicBezTo>
                  <a:cubicBezTo>
                    <a:pt x="319971" y="98669"/>
                    <a:pt x="321600" y="99384"/>
                    <a:pt x="322009" y="99060"/>
                  </a:cubicBezTo>
                  <a:cubicBezTo>
                    <a:pt x="322990" y="98279"/>
                    <a:pt x="323371" y="96374"/>
                    <a:pt x="324352" y="95536"/>
                  </a:cubicBezTo>
                  <a:cubicBezTo>
                    <a:pt x="325953" y="94183"/>
                    <a:pt x="328277" y="94031"/>
                    <a:pt x="329058" y="93183"/>
                  </a:cubicBezTo>
                  <a:cubicBezTo>
                    <a:pt x="329610" y="92583"/>
                    <a:pt x="329867" y="90268"/>
                    <a:pt x="330229" y="89668"/>
                  </a:cubicBezTo>
                  <a:cubicBezTo>
                    <a:pt x="330401" y="89363"/>
                    <a:pt x="331048" y="89049"/>
                    <a:pt x="331401" y="88497"/>
                  </a:cubicBezTo>
                  <a:cubicBezTo>
                    <a:pt x="332191" y="87258"/>
                    <a:pt x="332763" y="86001"/>
                    <a:pt x="333744" y="84972"/>
                  </a:cubicBezTo>
                  <a:cubicBezTo>
                    <a:pt x="334744" y="83934"/>
                    <a:pt x="335154" y="82629"/>
                    <a:pt x="336097" y="81458"/>
                  </a:cubicBezTo>
                  <a:cubicBezTo>
                    <a:pt x="336287" y="81220"/>
                    <a:pt x="335906" y="80515"/>
                    <a:pt x="336097" y="80277"/>
                  </a:cubicBezTo>
                  <a:cubicBezTo>
                    <a:pt x="336373" y="79943"/>
                    <a:pt x="338240" y="80639"/>
                    <a:pt x="338449" y="80277"/>
                  </a:cubicBezTo>
                  <a:cubicBezTo>
                    <a:pt x="339164" y="79029"/>
                    <a:pt x="339249" y="76495"/>
                    <a:pt x="339621" y="75581"/>
                  </a:cubicBezTo>
                  <a:cubicBezTo>
                    <a:pt x="340526" y="73361"/>
                    <a:pt x="341888" y="71304"/>
                    <a:pt x="341974" y="69713"/>
                  </a:cubicBezTo>
                  <a:cubicBezTo>
                    <a:pt x="342040" y="68361"/>
                    <a:pt x="342716" y="69190"/>
                    <a:pt x="343136" y="68542"/>
                  </a:cubicBezTo>
                  <a:cubicBezTo>
                    <a:pt x="344136" y="67008"/>
                    <a:pt x="345441" y="63646"/>
                    <a:pt x="345488" y="62665"/>
                  </a:cubicBezTo>
                  <a:cubicBezTo>
                    <a:pt x="345622" y="60112"/>
                    <a:pt x="347946" y="59941"/>
                    <a:pt x="345488" y="57969"/>
                  </a:cubicBezTo>
                  <a:cubicBezTo>
                    <a:pt x="344698" y="57340"/>
                    <a:pt x="346698" y="56588"/>
                    <a:pt x="346660" y="56797"/>
                  </a:cubicBezTo>
                  <a:cubicBezTo>
                    <a:pt x="347451" y="51844"/>
                    <a:pt x="347184" y="51178"/>
                    <a:pt x="346622" y="48577"/>
                  </a:cubicBezTo>
                  <a:close/>
                </a:path>
              </a:pathLst>
            </a:custGeom>
            <a:solidFill>
              <a:srgbClr val="E8B836"/>
            </a:solidFill>
            <a:ln cap="flat">
              <a:noFill/>
              <a:prstDash val="solid"/>
              <a:miter lim="800000"/>
            </a:ln>
          </p:spPr>
          <p:txBody>
            <a:bodyPr vert="horz" anchor="ctr" tIns="45720" lIns="91440" bIns="45720" rIns="91440"/>
            <a:p>
              <a:pPr algn="l" marL="0"/>
            </a:p>
          </p:txBody>
        </p:sp>
        <p:sp>
          <p:nvSpPr>
            <p:cNvPr name="Freeform 15" id="15"/>
            <p:cNvSpPr/>
            <p:nvPr/>
          </p:nvSpPr>
          <p:spPr>
            <a:xfrm>
              <a:off x="7617071" y="2534693"/>
              <a:ext cx="164452" cy="121043"/>
            </a:xfrm>
            <a:custGeom>
              <a:avLst/>
              <a:gdLst/>
              <a:ahLst/>
              <a:cxnLst/>
              <a:rect r="r" b="b" t="t" l="l"/>
              <a:pathLst>
                <a:path w="56826" h="41826" stroke="true" fill="norm" extrusionOk="true">
                  <a:moveTo>
                    <a:pt x="53207" y="1114"/>
                  </a:moveTo>
                  <a:cubicBezTo>
                    <a:pt x="52702" y="1143"/>
                    <a:pt x="52187" y="1286"/>
                    <a:pt x="51721" y="1686"/>
                  </a:cubicBezTo>
                  <a:cubicBezTo>
                    <a:pt x="50149" y="3000"/>
                    <a:pt x="48682" y="4420"/>
                    <a:pt x="46682" y="5029"/>
                  </a:cubicBezTo>
                  <a:cubicBezTo>
                    <a:pt x="46263" y="5153"/>
                    <a:pt x="45939" y="5372"/>
                    <a:pt x="45682" y="5620"/>
                  </a:cubicBezTo>
                  <a:cubicBezTo>
                    <a:pt x="40329" y="6610"/>
                    <a:pt x="36004" y="10297"/>
                    <a:pt x="32013" y="11249"/>
                  </a:cubicBezTo>
                  <a:cubicBezTo>
                    <a:pt x="30023" y="11716"/>
                    <a:pt x="27537" y="10878"/>
                    <a:pt x="24965" y="11249"/>
                  </a:cubicBezTo>
                  <a:cubicBezTo>
                    <a:pt x="23212" y="11506"/>
                    <a:pt x="22860" y="12449"/>
                    <a:pt x="20279" y="12421"/>
                  </a:cubicBezTo>
                  <a:cubicBezTo>
                    <a:pt x="18383" y="12402"/>
                    <a:pt x="16764" y="12011"/>
                    <a:pt x="15088" y="11678"/>
                  </a:cubicBezTo>
                  <a:cubicBezTo>
                    <a:pt x="14564" y="11259"/>
                    <a:pt x="13887" y="11011"/>
                    <a:pt x="13059" y="11144"/>
                  </a:cubicBezTo>
                  <a:cubicBezTo>
                    <a:pt x="9496" y="11725"/>
                    <a:pt x="5972" y="9363"/>
                    <a:pt x="2391" y="9220"/>
                  </a:cubicBezTo>
                  <a:cubicBezTo>
                    <a:pt x="2191" y="9211"/>
                    <a:pt x="2048" y="9268"/>
                    <a:pt x="1876" y="9296"/>
                  </a:cubicBezTo>
                  <a:cubicBezTo>
                    <a:pt x="1333" y="8753"/>
                    <a:pt x="686" y="8306"/>
                    <a:pt x="0" y="7906"/>
                  </a:cubicBezTo>
                  <a:lnTo>
                    <a:pt x="4715" y="14535"/>
                  </a:lnTo>
                  <a:lnTo>
                    <a:pt x="5001" y="14773"/>
                  </a:lnTo>
                  <a:cubicBezTo>
                    <a:pt x="5334" y="15059"/>
                    <a:pt x="4791" y="16697"/>
                    <a:pt x="4991" y="17116"/>
                  </a:cubicBezTo>
                  <a:cubicBezTo>
                    <a:pt x="5067" y="17269"/>
                    <a:pt x="6029" y="17012"/>
                    <a:pt x="6163" y="17116"/>
                  </a:cubicBezTo>
                  <a:cubicBezTo>
                    <a:pt x="6534" y="17421"/>
                    <a:pt x="5915" y="19040"/>
                    <a:pt x="6163" y="19469"/>
                  </a:cubicBezTo>
                  <a:cubicBezTo>
                    <a:pt x="6353" y="19793"/>
                    <a:pt x="8182" y="20374"/>
                    <a:pt x="8515" y="20641"/>
                  </a:cubicBezTo>
                  <a:cubicBezTo>
                    <a:pt x="8906" y="20955"/>
                    <a:pt x="8211" y="22574"/>
                    <a:pt x="8515" y="22993"/>
                  </a:cubicBezTo>
                  <a:cubicBezTo>
                    <a:pt x="9468" y="24279"/>
                    <a:pt x="11868" y="25175"/>
                    <a:pt x="13211" y="26508"/>
                  </a:cubicBezTo>
                  <a:cubicBezTo>
                    <a:pt x="15602" y="28899"/>
                    <a:pt x="17335" y="31042"/>
                    <a:pt x="19078" y="32385"/>
                  </a:cubicBezTo>
                  <a:cubicBezTo>
                    <a:pt x="20945" y="33814"/>
                    <a:pt x="21707" y="35919"/>
                    <a:pt x="22603" y="37081"/>
                  </a:cubicBezTo>
                  <a:cubicBezTo>
                    <a:pt x="23355" y="38062"/>
                    <a:pt x="24089" y="38595"/>
                    <a:pt x="24946" y="39433"/>
                  </a:cubicBezTo>
                  <a:cubicBezTo>
                    <a:pt x="28270" y="40043"/>
                    <a:pt x="32309" y="43234"/>
                    <a:pt x="35900" y="41100"/>
                  </a:cubicBezTo>
                  <a:cubicBezTo>
                    <a:pt x="36576" y="39862"/>
                    <a:pt x="37471" y="38748"/>
                    <a:pt x="38557" y="37776"/>
                  </a:cubicBezTo>
                  <a:cubicBezTo>
                    <a:pt x="38710" y="37633"/>
                    <a:pt x="38871" y="37586"/>
                    <a:pt x="39033" y="37490"/>
                  </a:cubicBezTo>
                  <a:lnTo>
                    <a:pt x="39033" y="37090"/>
                  </a:lnTo>
                  <a:cubicBezTo>
                    <a:pt x="42396" y="35881"/>
                    <a:pt x="42434" y="31433"/>
                    <a:pt x="43729" y="28870"/>
                  </a:cubicBezTo>
                  <a:cubicBezTo>
                    <a:pt x="44034" y="28280"/>
                    <a:pt x="44834" y="29004"/>
                    <a:pt x="44901" y="27699"/>
                  </a:cubicBezTo>
                  <a:cubicBezTo>
                    <a:pt x="45015" y="25508"/>
                    <a:pt x="47396" y="23136"/>
                    <a:pt x="48425" y="20660"/>
                  </a:cubicBezTo>
                  <a:cubicBezTo>
                    <a:pt x="48596" y="20241"/>
                    <a:pt x="48101" y="18574"/>
                    <a:pt x="48425" y="18307"/>
                  </a:cubicBezTo>
                  <a:cubicBezTo>
                    <a:pt x="48558" y="18202"/>
                    <a:pt x="49530" y="18459"/>
                    <a:pt x="49597" y="18307"/>
                  </a:cubicBezTo>
                  <a:cubicBezTo>
                    <a:pt x="49797" y="17888"/>
                    <a:pt x="49254" y="16240"/>
                    <a:pt x="49597" y="15964"/>
                  </a:cubicBezTo>
                  <a:cubicBezTo>
                    <a:pt x="50949" y="14859"/>
                    <a:pt x="49597" y="12430"/>
                    <a:pt x="50768" y="11259"/>
                  </a:cubicBezTo>
                  <a:cubicBezTo>
                    <a:pt x="51406" y="10620"/>
                    <a:pt x="52340" y="9020"/>
                    <a:pt x="52930" y="6972"/>
                  </a:cubicBezTo>
                  <a:lnTo>
                    <a:pt x="56826" y="0"/>
                  </a:lnTo>
                  <a:cubicBezTo>
                    <a:pt x="55635" y="267"/>
                    <a:pt x="53854" y="143"/>
                    <a:pt x="53121" y="695"/>
                  </a:cubicBezTo>
                  <a:cubicBezTo>
                    <a:pt x="53169" y="829"/>
                    <a:pt x="53169" y="972"/>
                    <a:pt x="53207" y="1114"/>
                  </a:cubicBezTo>
                  <a:close/>
                </a:path>
              </a:pathLst>
            </a:custGeom>
            <a:solidFill>
              <a:srgbClr val="DE8D48"/>
            </a:solidFill>
            <a:ln cap="flat">
              <a:noFill/>
              <a:prstDash val="solid"/>
              <a:miter lim="800000"/>
            </a:ln>
          </p:spPr>
          <p:txBody>
            <a:bodyPr vert="horz" anchor="ctr" tIns="45720" lIns="91440" bIns="45720" rIns="91440"/>
            <a:p>
              <a:pPr algn="l" marL="0"/>
            </a:p>
          </p:txBody>
        </p:sp>
        <p:sp>
          <p:nvSpPr>
            <p:cNvPr name="Freeform 16" id="16"/>
            <p:cNvSpPr/>
            <p:nvPr/>
          </p:nvSpPr>
          <p:spPr>
            <a:xfrm>
              <a:off x="7487265" y="2215930"/>
              <a:ext cx="450465" cy="354733"/>
            </a:xfrm>
            <a:custGeom>
              <a:avLst/>
              <a:gdLst/>
              <a:ahLst/>
              <a:cxnLst/>
              <a:rect r="r" b="b" t="t" l="l"/>
              <a:pathLst>
                <a:path w="155657" h="122577" stroke="true" fill="norm" extrusionOk="true">
                  <a:moveTo>
                    <a:pt x="153162" y="12211"/>
                  </a:moveTo>
                  <a:cubicBezTo>
                    <a:pt x="153019" y="11868"/>
                    <a:pt x="152219" y="11982"/>
                    <a:pt x="151990" y="11040"/>
                  </a:cubicBezTo>
                  <a:cubicBezTo>
                    <a:pt x="151305" y="8306"/>
                    <a:pt x="148523" y="4896"/>
                    <a:pt x="144447" y="4001"/>
                  </a:cubicBezTo>
                  <a:lnTo>
                    <a:pt x="139094" y="0"/>
                  </a:lnTo>
                  <a:lnTo>
                    <a:pt x="139075" y="0"/>
                  </a:lnTo>
                  <a:cubicBezTo>
                    <a:pt x="139294" y="686"/>
                    <a:pt x="139541" y="1362"/>
                    <a:pt x="139732" y="2096"/>
                  </a:cubicBezTo>
                  <a:cubicBezTo>
                    <a:pt x="139598" y="4467"/>
                    <a:pt x="139027" y="6791"/>
                    <a:pt x="138732" y="9144"/>
                  </a:cubicBezTo>
                  <a:cubicBezTo>
                    <a:pt x="134750" y="10792"/>
                    <a:pt x="133807" y="16755"/>
                    <a:pt x="130854" y="16916"/>
                  </a:cubicBezTo>
                  <a:cubicBezTo>
                    <a:pt x="129502" y="16983"/>
                    <a:pt x="130331" y="17659"/>
                    <a:pt x="129683" y="18078"/>
                  </a:cubicBezTo>
                  <a:cubicBezTo>
                    <a:pt x="127378" y="19583"/>
                    <a:pt x="123444" y="21498"/>
                    <a:pt x="121463" y="21603"/>
                  </a:cubicBezTo>
                  <a:cubicBezTo>
                    <a:pt x="120139" y="21669"/>
                    <a:pt x="120910" y="22431"/>
                    <a:pt x="120291" y="22774"/>
                  </a:cubicBezTo>
                  <a:cubicBezTo>
                    <a:pt x="114795" y="25832"/>
                    <a:pt x="102499" y="26308"/>
                    <a:pt x="93288" y="25127"/>
                  </a:cubicBezTo>
                  <a:cubicBezTo>
                    <a:pt x="91764" y="24927"/>
                    <a:pt x="91659" y="24051"/>
                    <a:pt x="89764" y="23955"/>
                  </a:cubicBezTo>
                  <a:cubicBezTo>
                    <a:pt x="88697" y="23898"/>
                    <a:pt x="88897" y="22860"/>
                    <a:pt x="88592" y="22784"/>
                  </a:cubicBezTo>
                  <a:cubicBezTo>
                    <a:pt x="87201" y="22422"/>
                    <a:pt x="85344" y="22860"/>
                    <a:pt x="83896" y="22784"/>
                  </a:cubicBezTo>
                  <a:cubicBezTo>
                    <a:pt x="82772" y="22727"/>
                    <a:pt x="83087" y="21727"/>
                    <a:pt x="82725" y="21612"/>
                  </a:cubicBezTo>
                  <a:cubicBezTo>
                    <a:pt x="80515" y="20946"/>
                    <a:pt x="78734" y="21126"/>
                    <a:pt x="76857" y="20441"/>
                  </a:cubicBezTo>
                  <a:cubicBezTo>
                    <a:pt x="71476" y="18459"/>
                    <a:pt x="63017" y="14230"/>
                    <a:pt x="60417" y="11049"/>
                  </a:cubicBezTo>
                  <a:cubicBezTo>
                    <a:pt x="60103" y="10668"/>
                    <a:pt x="58493" y="11354"/>
                    <a:pt x="58074" y="11049"/>
                  </a:cubicBezTo>
                  <a:cubicBezTo>
                    <a:pt x="57550" y="10668"/>
                    <a:pt x="57417" y="9163"/>
                    <a:pt x="56902" y="8696"/>
                  </a:cubicBezTo>
                  <a:cubicBezTo>
                    <a:pt x="56474" y="8325"/>
                    <a:pt x="54950" y="9096"/>
                    <a:pt x="54550" y="8696"/>
                  </a:cubicBezTo>
                  <a:cubicBezTo>
                    <a:pt x="54235" y="8392"/>
                    <a:pt x="54912" y="6563"/>
                    <a:pt x="54550" y="6353"/>
                  </a:cubicBezTo>
                  <a:cubicBezTo>
                    <a:pt x="53283" y="5610"/>
                    <a:pt x="50549" y="5963"/>
                    <a:pt x="48682" y="5182"/>
                  </a:cubicBezTo>
                  <a:cubicBezTo>
                    <a:pt x="48549" y="5124"/>
                    <a:pt x="48787" y="4134"/>
                    <a:pt x="48682" y="4010"/>
                  </a:cubicBezTo>
                  <a:cubicBezTo>
                    <a:pt x="48396" y="3667"/>
                    <a:pt x="46758" y="4210"/>
                    <a:pt x="46339" y="4010"/>
                  </a:cubicBezTo>
                  <a:cubicBezTo>
                    <a:pt x="46187" y="3943"/>
                    <a:pt x="46453" y="2972"/>
                    <a:pt x="46339" y="2838"/>
                  </a:cubicBezTo>
                  <a:cubicBezTo>
                    <a:pt x="45596" y="1934"/>
                    <a:pt x="37738" y="4048"/>
                    <a:pt x="36947" y="4010"/>
                  </a:cubicBezTo>
                  <a:cubicBezTo>
                    <a:pt x="36157" y="3972"/>
                    <a:pt x="35709" y="2829"/>
                    <a:pt x="35776" y="2838"/>
                  </a:cubicBezTo>
                  <a:cubicBezTo>
                    <a:pt x="33737" y="2648"/>
                    <a:pt x="30537" y="5848"/>
                    <a:pt x="29908" y="6363"/>
                  </a:cubicBezTo>
                  <a:cubicBezTo>
                    <a:pt x="28842" y="7230"/>
                    <a:pt x="28470" y="7725"/>
                    <a:pt x="27565" y="8706"/>
                  </a:cubicBezTo>
                  <a:cubicBezTo>
                    <a:pt x="24365" y="12163"/>
                    <a:pt x="21250" y="15659"/>
                    <a:pt x="19345" y="19269"/>
                  </a:cubicBezTo>
                  <a:cubicBezTo>
                    <a:pt x="18345" y="21174"/>
                    <a:pt x="17259" y="22908"/>
                    <a:pt x="17002" y="23965"/>
                  </a:cubicBezTo>
                  <a:cubicBezTo>
                    <a:pt x="16621" y="25479"/>
                    <a:pt x="16088" y="26451"/>
                    <a:pt x="15830" y="27489"/>
                  </a:cubicBezTo>
                  <a:cubicBezTo>
                    <a:pt x="15449" y="28994"/>
                    <a:pt x="14916" y="29975"/>
                    <a:pt x="14659" y="31004"/>
                  </a:cubicBezTo>
                  <a:cubicBezTo>
                    <a:pt x="14278" y="32518"/>
                    <a:pt x="13745" y="33490"/>
                    <a:pt x="13487" y="34528"/>
                  </a:cubicBezTo>
                  <a:cubicBezTo>
                    <a:pt x="13116" y="36043"/>
                    <a:pt x="12573" y="37014"/>
                    <a:pt x="12316" y="38043"/>
                  </a:cubicBezTo>
                  <a:cubicBezTo>
                    <a:pt x="11944" y="39557"/>
                    <a:pt x="11401" y="40538"/>
                    <a:pt x="11144" y="41567"/>
                  </a:cubicBezTo>
                  <a:cubicBezTo>
                    <a:pt x="10325" y="44825"/>
                    <a:pt x="9858" y="44177"/>
                    <a:pt x="8801" y="46263"/>
                  </a:cubicBezTo>
                  <a:cubicBezTo>
                    <a:pt x="8496" y="46854"/>
                    <a:pt x="8963" y="47958"/>
                    <a:pt x="8801" y="48606"/>
                  </a:cubicBezTo>
                  <a:cubicBezTo>
                    <a:pt x="8696" y="49035"/>
                    <a:pt x="8506" y="49406"/>
                    <a:pt x="8306" y="49768"/>
                  </a:cubicBezTo>
                  <a:lnTo>
                    <a:pt x="8296" y="49787"/>
                  </a:lnTo>
                  <a:cubicBezTo>
                    <a:pt x="8239" y="49882"/>
                    <a:pt x="8220" y="49987"/>
                    <a:pt x="8163" y="50073"/>
                  </a:cubicBezTo>
                  <a:lnTo>
                    <a:pt x="4105" y="58626"/>
                  </a:lnTo>
                  <a:cubicBezTo>
                    <a:pt x="4200" y="58665"/>
                    <a:pt x="4286" y="58703"/>
                    <a:pt x="4381" y="58741"/>
                  </a:cubicBezTo>
                  <a:cubicBezTo>
                    <a:pt x="3086" y="60779"/>
                    <a:pt x="1695" y="62808"/>
                    <a:pt x="0" y="64551"/>
                  </a:cubicBezTo>
                  <a:lnTo>
                    <a:pt x="2705" y="68656"/>
                  </a:lnTo>
                  <a:cubicBezTo>
                    <a:pt x="4124" y="70618"/>
                    <a:pt x="5763" y="73428"/>
                    <a:pt x="6239" y="76724"/>
                  </a:cubicBezTo>
                  <a:cubicBezTo>
                    <a:pt x="6515" y="76867"/>
                    <a:pt x="6782" y="77076"/>
                    <a:pt x="7020" y="77381"/>
                  </a:cubicBezTo>
                  <a:cubicBezTo>
                    <a:pt x="8791" y="79629"/>
                    <a:pt x="10401" y="81953"/>
                    <a:pt x="11887" y="84401"/>
                  </a:cubicBezTo>
                  <a:cubicBezTo>
                    <a:pt x="12411" y="85258"/>
                    <a:pt x="12306" y="86068"/>
                    <a:pt x="11906" y="86725"/>
                  </a:cubicBezTo>
                  <a:cubicBezTo>
                    <a:pt x="13040" y="89154"/>
                    <a:pt x="14316" y="90792"/>
                    <a:pt x="15850" y="92050"/>
                  </a:cubicBezTo>
                  <a:cubicBezTo>
                    <a:pt x="16240" y="92374"/>
                    <a:pt x="15535" y="93983"/>
                    <a:pt x="15850" y="94402"/>
                  </a:cubicBezTo>
                  <a:cubicBezTo>
                    <a:pt x="17793" y="96936"/>
                    <a:pt x="22346" y="99974"/>
                    <a:pt x="24070" y="101441"/>
                  </a:cubicBezTo>
                  <a:cubicBezTo>
                    <a:pt x="24974" y="102213"/>
                    <a:pt x="26165" y="102575"/>
                    <a:pt x="26375" y="104004"/>
                  </a:cubicBezTo>
                  <a:cubicBezTo>
                    <a:pt x="26508" y="104127"/>
                    <a:pt x="26660" y="104213"/>
                    <a:pt x="26775" y="104375"/>
                  </a:cubicBezTo>
                  <a:cubicBezTo>
                    <a:pt x="28356" y="106575"/>
                    <a:pt x="30671" y="107909"/>
                    <a:pt x="32928" y="109318"/>
                  </a:cubicBezTo>
                  <a:cubicBezTo>
                    <a:pt x="33128" y="109452"/>
                    <a:pt x="33252" y="109623"/>
                    <a:pt x="33395" y="109785"/>
                  </a:cubicBezTo>
                  <a:cubicBezTo>
                    <a:pt x="34595" y="110128"/>
                    <a:pt x="34985" y="111262"/>
                    <a:pt x="35814" y="112014"/>
                  </a:cubicBezTo>
                  <a:cubicBezTo>
                    <a:pt x="37033" y="113138"/>
                    <a:pt x="38167" y="114357"/>
                    <a:pt x="39338" y="115538"/>
                  </a:cubicBezTo>
                  <a:cubicBezTo>
                    <a:pt x="41215" y="116348"/>
                    <a:pt x="43215" y="117053"/>
                    <a:pt x="44901" y="118062"/>
                  </a:cubicBezTo>
                  <a:cubicBezTo>
                    <a:pt x="45587" y="118462"/>
                    <a:pt x="46225" y="118910"/>
                    <a:pt x="46777" y="119453"/>
                  </a:cubicBezTo>
                  <a:cubicBezTo>
                    <a:pt x="46949" y="119424"/>
                    <a:pt x="47092" y="119367"/>
                    <a:pt x="47292" y="119377"/>
                  </a:cubicBezTo>
                  <a:cubicBezTo>
                    <a:pt x="50873" y="119520"/>
                    <a:pt x="54388" y="121882"/>
                    <a:pt x="57960" y="121301"/>
                  </a:cubicBezTo>
                  <a:cubicBezTo>
                    <a:pt x="58779" y="121168"/>
                    <a:pt x="59465" y="121415"/>
                    <a:pt x="59988" y="121834"/>
                  </a:cubicBezTo>
                  <a:cubicBezTo>
                    <a:pt x="61665" y="122168"/>
                    <a:pt x="63284" y="122558"/>
                    <a:pt x="65179" y="122577"/>
                  </a:cubicBezTo>
                  <a:cubicBezTo>
                    <a:pt x="67770" y="122606"/>
                    <a:pt x="68113" y="121663"/>
                    <a:pt x="69866" y="121406"/>
                  </a:cubicBezTo>
                  <a:cubicBezTo>
                    <a:pt x="72438" y="121034"/>
                    <a:pt x="74933" y="121872"/>
                    <a:pt x="76914" y="121406"/>
                  </a:cubicBezTo>
                  <a:cubicBezTo>
                    <a:pt x="80915" y="120453"/>
                    <a:pt x="85230" y="116767"/>
                    <a:pt x="90583" y="115776"/>
                  </a:cubicBezTo>
                  <a:cubicBezTo>
                    <a:pt x="90849" y="115529"/>
                    <a:pt x="91164" y="115310"/>
                    <a:pt x="91583" y="115186"/>
                  </a:cubicBezTo>
                  <a:cubicBezTo>
                    <a:pt x="93583" y="114576"/>
                    <a:pt x="95050" y="113157"/>
                    <a:pt x="96622" y="111843"/>
                  </a:cubicBezTo>
                  <a:cubicBezTo>
                    <a:pt x="97088" y="111443"/>
                    <a:pt x="97603" y="111300"/>
                    <a:pt x="98107" y="111271"/>
                  </a:cubicBezTo>
                  <a:cubicBezTo>
                    <a:pt x="98079" y="111128"/>
                    <a:pt x="98069" y="110985"/>
                    <a:pt x="98031" y="110842"/>
                  </a:cubicBezTo>
                  <a:cubicBezTo>
                    <a:pt x="98765" y="110290"/>
                    <a:pt x="100546" y="110414"/>
                    <a:pt x="101737" y="110147"/>
                  </a:cubicBezTo>
                  <a:cubicBezTo>
                    <a:pt x="102165" y="110061"/>
                    <a:pt x="102527" y="109919"/>
                    <a:pt x="102727" y="109671"/>
                  </a:cubicBezTo>
                  <a:cubicBezTo>
                    <a:pt x="102860" y="109518"/>
                    <a:pt x="102556" y="108604"/>
                    <a:pt x="102727" y="108499"/>
                  </a:cubicBezTo>
                  <a:cubicBezTo>
                    <a:pt x="104099" y="107699"/>
                    <a:pt x="106261" y="106994"/>
                    <a:pt x="107423" y="106156"/>
                  </a:cubicBezTo>
                  <a:cubicBezTo>
                    <a:pt x="108814" y="105146"/>
                    <a:pt x="109757" y="103613"/>
                    <a:pt x="110947" y="102632"/>
                  </a:cubicBezTo>
                  <a:cubicBezTo>
                    <a:pt x="112033" y="101737"/>
                    <a:pt x="113424" y="101251"/>
                    <a:pt x="114471" y="100279"/>
                  </a:cubicBezTo>
                  <a:cubicBezTo>
                    <a:pt x="116043" y="98851"/>
                    <a:pt x="117824" y="97184"/>
                    <a:pt x="119167" y="95583"/>
                  </a:cubicBezTo>
                  <a:cubicBezTo>
                    <a:pt x="120234" y="94307"/>
                    <a:pt x="120910" y="91669"/>
                    <a:pt x="122768" y="91030"/>
                  </a:cubicBezTo>
                  <a:cubicBezTo>
                    <a:pt x="123273" y="89373"/>
                    <a:pt x="124320" y="88163"/>
                    <a:pt x="125397" y="86935"/>
                  </a:cubicBezTo>
                  <a:cubicBezTo>
                    <a:pt x="125206" y="86754"/>
                    <a:pt x="125073" y="86516"/>
                    <a:pt x="125035" y="86192"/>
                  </a:cubicBezTo>
                  <a:cubicBezTo>
                    <a:pt x="127387" y="82286"/>
                    <a:pt x="130312" y="78296"/>
                    <a:pt x="132074" y="73276"/>
                  </a:cubicBezTo>
                  <a:cubicBezTo>
                    <a:pt x="133217" y="70028"/>
                    <a:pt x="132921" y="66037"/>
                    <a:pt x="134636" y="62932"/>
                  </a:cubicBezTo>
                  <a:cubicBezTo>
                    <a:pt x="135103" y="60074"/>
                    <a:pt x="134941" y="57169"/>
                    <a:pt x="134922" y="54264"/>
                  </a:cubicBezTo>
                  <a:cubicBezTo>
                    <a:pt x="134922" y="54216"/>
                    <a:pt x="134941" y="54188"/>
                    <a:pt x="134950" y="54150"/>
                  </a:cubicBezTo>
                  <a:cubicBezTo>
                    <a:pt x="134684" y="53969"/>
                    <a:pt x="134483" y="53711"/>
                    <a:pt x="134426" y="53321"/>
                  </a:cubicBezTo>
                  <a:cubicBezTo>
                    <a:pt x="133969" y="50892"/>
                    <a:pt x="134588" y="49597"/>
                    <a:pt x="135598" y="48625"/>
                  </a:cubicBezTo>
                  <a:cubicBezTo>
                    <a:pt x="135779" y="48444"/>
                    <a:pt x="138408" y="46739"/>
                    <a:pt x="139113" y="47454"/>
                  </a:cubicBezTo>
                  <a:cubicBezTo>
                    <a:pt x="139151" y="47492"/>
                    <a:pt x="139132" y="48625"/>
                    <a:pt x="139113" y="48625"/>
                  </a:cubicBezTo>
                  <a:cubicBezTo>
                    <a:pt x="141227" y="47673"/>
                    <a:pt x="143837" y="46901"/>
                    <a:pt x="146161" y="45110"/>
                  </a:cubicBezTo>
                  <a:cubicBezTo>
                    <a:pt x="146609" y="44768"/>
                    <a:pt x="148190" y="44358"/>
                    <a:pt x="148504" y="43939"/>
                  </a:cubicBezTo>
                  <a:cubicBezTo>
                    <a:pt x="148819" y="43520"/>
                    <a:pt x="148114" y="41900"/>
                    <a:pt x="148504" y="41586"/>
                  </a:cubicBezTo>
                  <a:cubicBezTo>
                    <a:pt x="149657" y="40643"/>
                    <a:pt x="150009" y="40557"/>
                    <a:pt x="150857" y="39234"/>
                  </a:cubicBezTo>
                  <a:cubicBezTo>
                    <a:pt x="151228" y="38653"/>
                    <a:pt x="154286" y="34071"/>
                    <a:pt x="154381" y="32195"/>
                  </a:cubicBezTo>
                  <a:cubicBezTo>
                    <a:pt x="154429" y="31318"/>
                    <a:pt x="155381" y="30918"/>
                    <a:pt x="155553" y="29842"/>
                  </a:cubicBezTo>
                  <a:cubicBezTo>
                    <a:pt x="156029" y="26603"/>
                    <a:pt x="154819" y="16393"/>
                    <a:pt x="153162" y="12211"/>
                  </a:cubicBez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17" id="17"/>
            <p:cNvSpPr/>
            <p:nvPr/>
          </p:nvSpPr>
          <p:spPr>
            <a:xfrm>
              <a:off x="7179640" y="4476062"/>
              <a:ext cx="387342" cy="38278"/>
            </a:xfrm>
            <a:custGeom>
              <a:avLst/>
              <a:gdLst/>
              <a:ahLst/>
              <a:cxnLst/>
              <a:rect r="r" b="b" t="t" l="l"/>
              <a:pathLst>
                <a:path w="133845" h="13227" stroke="true" fill="norm" extrusionOk="true">
                  <a:moveTo>
                    <a:pt x="129140" y="2592"/>
                  </a:moveTo>
                  <a:cubicBezTo>
                    <a:pt x="129092" y="2058"/>
                    <a:pt x="132883" y="2887"/>
                    <a:pt x="130312" y="1420"/>
                  </a:cubicBezTo>
                  <a:cubicBezTo>
                    <a:pt x="129511" y="972"/>
                    <a:pt x="127911" y="1544"/>
                    <a:pt x="127959" y="258"/>
                  </a:cubicBezTo>
                  <a:cubicBezTo>
                    <a:pt x="126444" y="496"/>
                    <a:pt x="126349" y="1525"/>
                    <a:pt x="124444" y="1420"/>
                  </a:cubicBezTo>
                  <a:cubicBezTo>
                    <a:pt x="123720" y="1392"/>
                    <a:pt x="123111" y="248"/>
                    <a:pt x="123273" y="258"/>
                  </a:cubicBezTo>
                  <a:cubicBezTo>
                    <a:pt x="114005" y="-237"/>
                    <a:pt x="102098" y="106"/>
                    <a:pt x="93917" y="258"/>
                  </a:cubicBezTo>
                  <a:cubicBezTo>
                    <a:pt x="91450" y="296"/>
                    <a:pt x="91497" y="1354"/>
                    <a:pt x="90392" y="258"/>
                  </a:cubicBezTo>
                  <a:cubicBezTo>
                    <a:pt x="89945" y="-190"/>
                    <a:pt x="83858" y="125"/>
                    <a:pt x="83353" y="258"/>
                  </a:cubicBezTo>
                  <a:cubicBezTo>
                    <a:pt x="82991" y="344"/>
                    <a:pt x="81763" y="1458"/>
                    <a:pt x="82182" y="1420"/>
                  </a:cubicBezTo>
                  <a:cubicBezTo>
                    <a:pt x="80572" y="1534"/>
                    <a:pt x="79553" y="191"/>
                    <a:pt x="78657" y="258"/>
                  </a:cubicBezTo>
                  <a:cubicBezTo>
                    <a:pt x="75133" y="515"/>
                    <a:pt x="72438" y="1334"/>
                    <a:pt x="69266" y="1420"/>
                  </a:cubicBezTo>
                  <a:cubicBezTo>
                    <a:pt x="59169" y="1715"/>
                    <a:pt x="48111" y="2135"/>
                    <a:pt x="41091" y="2592"/>
                  </a:cubicBezTo>
                  <a:cubicBezTo>
                    <a:pt x="35881" y="2935"/>
                    <a:pt x="29356" y="2411"/>
                    <a:pt x="25832" y="2592"/>
                  </a:cubicBezTo>
                  <a:cubicBezTo>
                    <a:pt x="25146" y="2630"/>
                    <a:pt x="24451" y="3773"/>
                    <a:pt x="24660" y="3763"/>
                  </a:cubicBezTo>
                  <a:cubicBezTo>
                    <a:pt x="22469" y="3849"/>
                    <a:pt x="22022" y="2344"/>
                    <a:pt x="19955" y="2592"/>
                  </a:cubicBezTo>
                  <a:cubicBezTo>
                    <a:pt x="20126" y="2573"/>
                    <a:pt x="19317" y="3601"/>
                    <a:pt x="18783" y="3763"/>
                  </a:cubicBezTo>
                  <a:cubicBezTo>
                    <a:pt x="17707" y="4087"/>
                    <a:pt x="16354" y="3525"/>
                    <a:pt x="15259" y="3763"/>
                  </a:cubicBezTo>
                  <a:cubicBezTo>
                    <a:pt x="15164" y="3792"/>
                    <a:pt x="15345" y="4849"/>
                    <a:pt x="15259" y="4935"/>
                  </a:cubicBezTo>
                  <a:cubicBezTo>
                    <a:pt x="14678" y="5506"/>
                    <a:pt x="11421" y="4773"/>
                    <a:pt x="10563" y="4935"/>
                  </a:cubicBezTo>
                  <a:cubicBezTo>
                    <a:pt x="8506" y="5325"/>
                    <a:pt x="7163" y="5783"/>
                    <a:pt x="5867" y="6106"/>
                  </a:cubicBezTo>
                  <a:cubicBezTo>
                    <a:pt x="4658" y="6411"/>
                    <a:pt x="105" y="4716"/>
                    <a:pt x="1172" y="8459"/>
                  </a:cubicBezTo>
                  <a:cubicBezTo>
                    <a:pt x="1181" y="9631"/>
                    <a:pt x="229" y="9850"/>
                    <a:pt x="0" y="10812"/>
                  </a:cubicBezTo>
                  <a:cubicBezTo>
                    <a:pt x="1619" y="10755"/>
                    <a:pt x="2572" y="11355"/>
                    <a:pt x="3524" y="11974"/>
                  </a:cubicBezTo>
                  <a:cubicBezTo>
                    <a:pt x="9830" y="10612"/>
                    <a:pt x="15269" y="11783"/>
                    <a:pt x="22308" y="11974"/>
                  </a:cubicBezTo>
                  <a:cubicBezTo>
                    <a:pt x="29728" y="12183"/>
                    <a:pt x="37776" y="11421"/>
                    <a:pt x="44615" y="11974"/>
                  </a:cubicBezTo>
                  <a:cubicBezTo>
                    <a:pt x="50740" y="12479"/>
                    <a:pt x="56045" y="13526"/>
                    <a:pt x="62227" y="13145"/>
                  </a:cubicBezTo>
                  <a:cubicBezTo>
                    <a:pt x="65646" y="12945"/>
                    <a:pt x="65751" y="11383"/>
                    <a:pt x="68094" y="11974"/>
                  </a:cubicBezTo>
                  <a:cubicBezTo>
                    <a:pt x="71123" y="12736"/>
                    <a:pt x="73495" y="12212"/>
                    <a:pt x="77486" y="11974"/>
                  </a:cubicBezTo>
                  <a:cubicBezTo>
                    <a:pt x="90621" y="11212"/>
                    <a:pt x="100403" y="10640"/>
                    <a:pt x="111538" y="9631"/>
                  </a:cubicBezTo>
                  <a:cubicBezTo>
                    <a:pt x="115300" y="9288"/>
                    <a:pt x="119377" y="8859"/>
                    <a:pt x="123282" y="8459"/>
                  </a:cubicBezTo>
                  <a:cubicBezTo>
                    <a:pt x="126673" y="8107"/>
                    <a:pt x="131388" y="9726"/>
                    <a:pt x="133845" y="6106"/>
                  </a:cubicBezTo>
                  <a:cubicBezTo>
                    <a:pt x="130569" y="4516"/>
                    <a:pt x="129302" y="4582"/>
                    <a:pt x="129140" y="2592"/>
                  </a:cubicBezTo>
                  <a:close/>
                </a:path>
              </a:pathLst>
            </a:custGeom>
            <a:solidFill>
              <a:srgbClr val="F8D657"/>
            </a:solidFill>
            <a:ln cap="flat">
              <a:noFill/>
              <a:prstDash val="solid"/>
              <a:miter lim="800000"/>
            </a:ln>
          </p:spPr>
          <p:txBody>
            <a:bodyPr vert="horz" anchor="ctr" tIns="45720" lIns="91440" bIns="45720" rIns="91440"/>
            <a:p>
              <a:pPr algn="l" marL="0"/>
            </a:p>
          </p:txBody>
        </p:sp>
        <p:sp>
          <p:nvSpPr>
            <p:cNvPr name="Freeform 18" id="18"/>
            <p:cNvSpPr/>
            <p:nvPr/>
          </p:nvSpPr>
          <p:spPr>
            <a:xfrm>
              <a:off x="7942563" y="2818278"/>
              <a:ext cx="55434" cy="368317"/>
            </a:xfrm>
            <a:custGeom>
              <a:avLst/>
              <a:gdLst/>
              <a:ahLst/>
              <a:cxnLst/>
              <a:rect r="r" b="b" t="t" l="l"/>
              <a:pathLst>
                <a:path w="19155" h="127271" stroke="true" fill="norm" extrusionOk="true">
                  <a:moveTo>
                    <a:pt x="531" y="84687"/>
                  </a:moveTo>
                  <a:cubicBezTo>
                    <a:pt x="855" y="84945"/>
                    <a:pt x="369" y="86621"/>
                    <a:pt x="531" y="87031"/>
                  </a:cubicBezTo>
                  <a:cubicBezTo>
                    <a:pt x="874" y="87878"/>
                    <a:pt x="1579" y="88640"/>
                    <a:pt x="1703" y="89383"/>
                  </a:cubicBezTo>
                  <a:cubicBezTo>
                    <a:pt x="2379" y="93431"/>
                    <a:pt x="1579" y="95127"/>
                    <a:pt x="2874" y="96422"/>
                  </a:cubicBezTo>
                  <a:cubicBezTo>
                    <a:pt x="2989" y="96546"/>
                    <a:pt x="4055" y="100108"/>
                    <a:pt x="4046" y="99946"/>
                  </a:cubicBezTo>
                  <a:cubicBezTo>
                    <a:pt x="4113" y="101242"/>
                    <a:pt x="4941" y="100537"/>
                    <a:pt x="5217" y="101118"/>
                  </a:cubicBezTo>
                  <a:cubicBezTo>
                    <a:pt x="6037" y="102813"/>
                    <a:pt x="5694" y="104118"/>
                    <a:pt x="6389" y="105804"/>
                  </a:cubicBezTo>
                  <a:cubicBezTo>
                    <a:pt x="6446" y="105947"/>
                    <a:pt x="7437" y="105690"/>
                    <a:pt x="7561" y="105804"/>
                  </a:cubicBezTo>
                  <a:cubicBezTo>
                    <a:pt x="8599" y="106852"/>
                    <a:pt x="7942" y="110443"/>
                    <a:pt x="8732" y="111681"/>
                  </a:cubicBezTo>
                  <a:cubicBezTo>
                    <a:pt x="9180" y="112377"/>
                    <a:pt x="9647" y="113339"/>
                    <a:pt x="9904" y="114034"/>
                  </a:cubicBezTo>
                  <a:cubicBezTo>
                    <a:pt x="11618" y="118596"/>
                    <a:pt x="13057" y="123007"/>
                    <a:pt x="14390" y="127264"/>
                  </a:cubicBezTo>
                  <a:cubicBezTo>
                    <a:pt x="14485" y="127417"/>
                    <a:pt x="17524" y="125112"/>
                    <a:pt x="17657" y="124959"/>
                  </a:cubicBezTo>
                  <a:cubicBezTo>
                    <a:pt x="19038" y="123454"/>
                    <a:pt x="19334" y="122845"/>
                    <a:pt x="19067" y="120835"/>
                  </a:cubicBezTo>
                  <a:cubicBezTo>
                    <a:pt x="18686" y="117892"/>
                    <a:pt x="17886" y="114501"/>
                    <a:pt x="16952" y="111681"/>
                  </a:cubicBezTo>
                  <a:cubicBezTo>
                    <a:pt x="17019" y="111891"/>
                    <a:pt x="15895" y="110700"/>
                    <a:pt x="15781" y="110510"/>
                  </a:cubicBezTo>
                  <a:cubicBezTo>
                    <a:pt x="14095" y="107871"/>
                    <a:pt x="12999" y="105614"/>
                    <a:pt x="13428" y="102290"/>
                  </a:cubicBezTo>
                  <a:cubicBezTo>
                    <a:pt x="8104" y="97479"/>
                    <a:pt x="8256" y="91726"/>
                    <a:pt x="7561" y="84678"/>
                  </a:cubicBezTo>
                  <a:cubicBezTo>
                    <a:pt x="7437" y="83516"/>
                    <a:pt x="6561" y="83954"/>
                    <a:pt x="6389" y="83497"/>
                  </a:cubicBezTo>
                  <a:cubicBezTo>
                    <a:pt x="5970" y="82401"/>
                    <a:pt x="7570" y="81287"/>
                    <a:pt x="7561" y="81144"/>
                  </a:cubicBezTo>
                  <a:cubicBezTo>
                    <a:pt x="7342" y="77182"/>
                    <a:pt x="6275" y="72848"/>
                    <a:pt x="6389" y="69400"/>
                  </a:cubicBezTo>
                  <a:cubicBezTo>
                    <a:pt x="6494" y="66285"/>
                    <a:pt x="7570" y="62999"/>
                    <a:pt x="7561" y="60008"/>
                  </a:cubicBezTo>
                  <a:cubicBezTo>
                    <a:pt x="7542" y="56322"/>
                    <a:pt x="6503" y="52407"/>
                    <a:pt x="6389" y="48264"/>
                  </a:cubicBezTo>
                  <a:cubicBezTo>
                    <a:pt x="6361" y="47445"/>
                    <a:pt x="7942" y="48369"/>
                    <a:pt x="6389" y="47092"/>
                  </a:cubicBezTo>
                  <a:cubicBezTo>
                    <a:pt x="5579" y="46435"/>
                    <a:pt x="7465" y="44816"/>
                    <a:pt x="7561" y="44749"/>
                  </a:cubicBezTo>
                  <a:cubicBezTo>
                    <a:pt x="8342" y="44111"/>
                    <a:pt x="6342" y="43359"/>
                    <a:pt x="6389" y="43578"/>
                  </a:cubicBezTo>
                  <a:cubicBezTo>
                    <a:pt x="5856" y="40187"/>
                    <a:pt x="6475" y="38567"/>
                    <a:pt x="7561" y="37701"/>
                  </a:cubicBezTo>
                  <a:cubicBezTo>
                    <a:pt x="8304" y="37110"/>
                    <a:pt x="6380" y="36224"/>
                    <a:pt x="6389" y="36529"/>
                  </a:cubicBezTo>
                  <a:cubicBezTo>
                    <a:pt x="6322" y="33729"/>
                    <a:pt x="6427" y="31900"/>
                    <a:pt x="6389" y="29490"/>
                  </a:cubicBezTo>
                  <a:cubicBezTo>
                    <a:pt x="6256" y="21175"/>
                    <a:pt x="7380" y="14098"/>
                    <a:pt x="7561" y="8354"/>
                  </a:cubicBezTo>
                  <a:cubicBezTo>
                    <a:pt x="7665" y="4916"/>
                    <a:pt x="8856" y="-961"/>
                    <a:pt x="5208" y="134"/>
                  </a:cubicBezTo>
                  <a:cubicBezTo>
                    <a:pt x="1008" y="5249"/>
                    <a:pt x="779" y="12440"/>
                    <a:pt x="512" y="18917"/>
                  </a:cubicBezTo>
                  <a:cubicBezTo>
                    <a:pt x="360" y="22632"/>
                    <a:pt x="703" y="23985"/>
                    <a:pt x="1684" y="24794"/>
                  </a:cubicBezTo>
                  <a:cubicBezTo>
                    <a:pt x="2846" y="25737"/>
                    <a:pt x="503" y="29281"/>
                    <a:pt x="512" y="29490"/>
                  </a:cubicBezTo>
                  <a:cubicBezTo>
                    <a:pt x="760" y="33995"/>
                    <a:pt x="1798" y="38005"/>
                    <a:pt x="1684" y="42406"/>
                  </a:cubicBezTo>
                  <a:cubicBezTo>
                    <a:pt x="1598" y="45702"/>
                    <a:pt x="760" y="48369"/>
                    <a:pt x="512" y="51798"/>
                  </a:cubicBezTo>
                  <a:cubicBezTo>
                    <a:pt x="-117" y="60846"/>
                    <a:pt x="1484" y="73781"/>
                    <a:pt x="512" y="81154"/>
                  </a:cubicBezTo>
                  <a:cubicBezTo>
                    <a:pt x="236" y="83402"/>
                    <a:pt x="-497" y="83830"/>
                    <a:pt x="531" y="84687"/>
                  </a:cubicBez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19" id="19"/>
            <p:cNvSpPr/>
            <p:nvPr/>
          </p:nvSpPr>
          <p:spPr>
            <a:xfrm>
              <a:off x="7504322" y="1996655"/>
              <a:ext cx="41656" cy="37980"/>
            </a:xfrm>
            <a:custGeom>
              <a:avLst/>
              <a:gdLst/>
              <a:ahLst/>
              <a:cxnLst/>
              <a:rect r="r" b="b" t="t" l="l"/>
              <a:pathLst>
                <a:path w="14394" h="13124" stroke="true" fill="norm" extrusionOk="true">
                  <a:moveTo>
                    <a:pt x="307" y="13115"/>
                  </a:moveTo>
                  <a:cubicBezTo>
                    <a:pt x="307" y="12334"/>
                    <a:pt x="307" y="11553"/>
                    <a:pt x="307" y="10772"/>
                  </a:cubicBezTo>
                  <a:cubicBezTo>
                    <a:pt x="-1265" y="8562"/>
                    <a:pt x="3707" y="7248"/>
                    <a:pt x="3831" y="4904"/>
                  </a:cubicBezTo>
                  <a:cubicBezTo>
                    <a:pt x="3964" y="2399"/>
                    <a:pt x="9879" y="-2354"/>
                    <a:pt x="14394" y="1380"/>
                  </a:cubicBezTo>
                  <a:cubicBezTo>
                    <a:pt x="12994" y="6638"/>
                    <a:pt x="7974" y="8267"/>
                    <a:pt x="6174" y="13125"/>
                  </a:cubicBezTo>
                  <a:cubicBezTo>
                    <a:pt x="4222" y="13115"/>
                    <a:pt x="2259" y="13115"/>
                    <a:pt x="307" y="13115"/>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0" id="20"/>
            <p:cNvSpPr/>
            <p:nvPr/>
          </p:nvSpPr>
          <p:spPr>
            <a:xfrm>
              <a:off x="7552344" y="2381560"/>
              <a:ext cx="35202" cy="36189"/>
            </a:xfrm>
            <a:custGeom>
              <a:avLst/>
              <a:gdLst/>
              <a:ahLst/>
              <a:cxnLst/>
              <a:rect r="r" b="b" t="t" l="l"/>
              <a:pathLst>
                <a:path w="12164" h="12505" stroke="true" fill="norm" extrusionOk="true">
                  <a:moveTo>
                    <a:pt x="639" y="2184"/>
                  </a:moveTo>
                  <a:cubicBezTo>
                    <a:pt x="2030" y="546"/>
                    <a:pt x="5992" y="-959"/>
                    <a:pt x="7402" y="765"/>
                  </a:cubicBezTo>
                  <a:cubicBezTo>
                    <a:pt x="8230" y="1784"/>
                    <a:pt x="9202" y="298"/>
                    <a:pt x="9745" y="1936"/>
                  </a:cubicBezTo>
                  <a:cubicBezTo>
                    <a:pt x="10259" y="3470"/>
                    <a:pt x="11907" y="4060"/>
                    <a:pt x="12136" y="5756"/>
                  </a:cubicBezTo>
                  <a:cubicBezTo>
                    <a:pt x="12393" y="7642"/>
                    <a:pt x="10840" y="9328"/>
                    <a:pt x="10783" y="11185"/>
                  </a:cubicBezTo>
                  <a:cubicBezTo>
                    <a:pt x="10736" y="12500"/>
                    <a:pt x="7545" y="12604"/>
                    <a:pt x="6668" y="12452"/>
                  </a:cubicBezTo>
                  <a:cubicBezTo>
                    <a:pt x="4811" y="12128"/>
                    <a:pt x="2763" y="10518"/>
                    <a:pt x="1687" y="9032"/>
                  </a:cubicBezTo>
                  <a:cubicBezTo>
                    <a:pt x="639" y="7547"/>
                    <a:pt x="-571" y="4470"/>
                    <a:pt x="296" y="2708"/>
                  </a:cubicBezTo>
                  <a:cubicBezTo>
                    <a:pt x="363" y="2546"/>
                    <a:pt x="487" y="2355"/>
                    <a:pt x="639" y="2184"/>
                  </a:cubicBezTo>
                  <a:close/>
                </a:path>
              </a:pathLst>
            </a:custGeom>
            <a:solidFill>
              <a:srgbClr val="40210F"/>
            </a:solidFill>
            <a:ln cap="flat">
              <a:noFill/>
              <a:prstDash val="solid"/>
              <a:miter lim="800000"/>
            </a:ln>
          </p:spPr>
          <p:txBody>
            <a:bodyPr vert="horz" anchor="ctr" tIns="45720" lIns="91440" bIns="45720" rIns="91440"/>
            <a:p>
              <a:pPr algn="l" marL="0"/>
            </a:p>
          </p:txBody>
        </p:sp>
        <p:sp>
          <p:nvSpPr>
            <p:cNvPr name="Freeform 21" id="21"/>
            <p:cNvSpPr/>
            <p:nvPr/>
          </p:nvSpPr>
          <p:spPr>
            <a:xfrm>
              <a:off x="7672198" y="2348979"/>
              <a:ext cx="35202" cy="36189"/>
            </a:xfrm>
            <a:custGeom>
              <a:avLst/>
              <a:gdLst/>
              <a:ahLst/>
              <a:cxnLst/>
              <a:rect r="r" b="b" t="t" l="l"/>
              <a:pathLst>
                <a:path w="12164" h="12505" stroke="true" fill="norm" extrusionOk="true">
                  <a:moveTo>
                    <a:pt x="639" y="2184"/>
                  </a:moveTo>
                  <a:cubicBezTo>
                    <a:pt x="2030" y="546"/>
                    <a:pt x="5992" y="-959"/>
                    <a:pt x="7402" y="765"/>
                  </a:cubicBezTo>
                  <a:cubicBezTo>
                    <a:pt x="8231" y="1784"/>
                    <a:pt x="9202" y="298"/>
                    <a:pt x="9745" y="1936"/>
                  </a:cubicBezTo>
                  <a:cubicBezTo>
                    <a:pt x="10259" y="3470"/>
                    <a:pt x="11907" y="4060"/>
                    <a:pt x="12136" y="5746"/>
                  </a:cubicBezTo>
                  <a:cubicBezTo>
                    <a:pt x="12393" y="7632"/>
                    <a:pt x="10840" y="9328"/>
                    <a:pt x="10783" y="11185"/>
                  </a:cubicBezTo>
                  <a:cubicBezTo>
                    <a:pt x="10736" y="12500"/>
                    <a:pt x="7545" y="12604"/>
                    <a:pt x="6668" y="12452"/>
                  </a:cubicBezTo>
                  <a:cubicBezTo>
                    <a:pt x="4811" y="12128"/>
                    <a:pt x="2763" y="10518"/>
                    <a:pt x="1687" y="9023"/>
                  </a:cubicBezTo>
                  <a:cubicBezTo>
                    <a:pt x="639" y="7556"/>
                    <a:pt x="-571" y="4470"/>
                    <a:pt x="296" y="2708"/>
                  </a:cubicBezTo>
                  <a:cubicBezTo>
                    <a:pt x="363" y="2536"/>
                    <a:pt x="477" y="2355"/>
                    <a:pt x="639" y="2184"/>
                  </a:cubicBezTo>
                  <a:close/>
                </a:path>
              </a:pathLst>
            </a:custGeom>
            <a:solidFill>
              <a:srgbClr val="40210F"/>
            </a:solidFill>
            <a:ln cap="flat">
              <a:noFill/>
              <a:prstDash val="solid"/>
              <a:miter lim="800000"/>
            </a:ln>
          </p:spPr>
          <p:txBody>
            <a:bodyPr vert="horz" anchor="ctr" tIns="45720" lIns="91440" bIns="45720" rIns="91440"/>
            <a:p>
              <a:pPr algn="l" marL="0"/>
            </a:p>
          </p:txBody>
        </p:sp>
        <p:sp>
          <p:nvSpPr>
            <p:cNvPr name="Freeform 22" id="22"/>
            <p:cNvSpPr/>
            <p:nvPr/>
          </p:nvSpPr>
          <p:spPr>
            <a:xfrm>
              <a:off x="7571505" y="1966633"/>
              <a:ext cx="29275" cy="41114"/>
            </a:xfrm>
            <a:custGeom>
              <a:avLst/>
              <a:gdLst/>
              <a:ahLst/>
              <a:cxnLst/>
              <a:rect r="r" b="b" t="t" l="l"/>
              <a:pathLst>
                <a:path w="10116" h="14207" stroke="true" fill="norm" extrusionOk="true">
                  <a:moveTo>
                    <a:pt x="0" y="12916"/>
                  </a:moveTo>
                  <a:cubicBezTo>
                    <a:pt x="1600" y="7087"/>
                    <a:pt x="2372" y="419"/>
                    <a:pt x="9392" y="0"/>
                  </a:cubicBezTo>
                  <a:cubicBezTo>
                    <a:pt x="11982" y="4372"/>
                    <a:pt x="6877" y="9582"/>
                    <a:pt x="5867" y="14088"/>
                  </a:cubicBezTo>
                  <a:cubicBezTo>
                    <a:pt x="3143" y="14469"/>
                    <a:pt x="1362" y="13906"/>
                    <a:pt x="0" y="12916"/>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3" id="23"/>
            <p:cNvSpPr/>
            <p:nvPr/>
          </p:nvSpPr>
          <p:spPr>
            <a:xfrm>
              <a:off x="7752904" y="1947524"/>
              <a:ext cx="32392" cy="39494"/>
            </a:xfrm>
            <a:custGeom>
              <a:avLst/>
              <a:gdLst/>
              <a:ahLst/>
              <a:cxnLst/>
              <a:rect r="r" b="b" t="t" l="l"/>
              <a:pathLst>
                <a:path w="11193" h="13647" stroke="true" fill="norm" extrusionOk="true">
                  <a:moveTo>
                    <a:pt x="11194" y="11852"/>
                  </a:moveTo>
                  <a:cubicBezTo>
                    <a:pt x="8965" y="6223"/>
                    <a:pt x="7489" y="-321"/>
                    <a:pt x="469" y="12"/>
                  </a:cubicBezTo>
                  <a:cubicBezTo>
                    <a:pt x="-1646" y="4641"/>
                    <a:pt x="3993" y="9271"/>
                    <a:pt x="5479" y="13643"/>
                  </a:cubicBezTo>
                  <a:cubicBezTo>
                    <a:pt x="8232" y="13719"/>
                    <a:pt x="9946" y="12976"/>
                    <a:pt x="11194" y="11852"/>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4" id="24"/>
            <p:cNvSpPr/>
            <p:nvPr/>
          </p:nvSpPr>
          <p:spPr>
            <a:xfrm>
              <a:off x="7635928" y="1963226"/>
              <a:ext cx="22414" cy="41291"/>
            </a:xfrm>
            <a:custGeom>
              <a:avLst/>
              <a:gdLst/>
              <a:ahLst/>
              <a:cxnLst/>
              <a:rect r="r" b="b" t="t" l="l"/>
              <a:pathLst>
                <a:path w="7745" h="14268" stroke="true" fill="norm" extrusionOk="true">
                  <a:moveTo>
                    <a:pt x="7028" y="15"/>
                  </a:moveTo>
                  <a:cubicBezTo>
                    <a:pt x="9152" y="3282"/>
                    <a:pt x="5885" y="9283"/>
                    <a:pt x="5857" y="14103"/>
                  </a:cubicBezTo>
                  <a:cubicBezTo>
                    <a:pt x="-2935" y="15760"/>
                    <a:pt x="208" y="4520"/>
                    <a:pt x="2333" y="1187"/>
                  </a:cubicBezTo>
                  <a:cubicBezTo>
                    <a:pt x="3371" y="272"/>
                    <a:pt x="4981" y="-80"/>
                    <a:pt x="7028" y="15"/>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5" id="25"/>
            <p:cNvSpPr/>
            <p:nvPr/>
          </p:nvSpPr>
          <p:spPr>
            <a:xfrm>
              <a:off x="7682697" y="2776854"/>
              <a:ext cx="57208" cy="62932"/>
            </a:xfrm>
            <a:custGeom>
              <a:avLst/>
              <a:gdLst/>
              <a:ahLst/>
              <a:cxnLst/>
              <a:rect r="r" b="b" t="t" l="l"/>
              <a:pathLst>
                <a:path w="19768" h="21746" stroke="true" fill="norm" extrusionOk="true">
                  <a:moveTo>
                    <a:pt x="16366" y="370"/>
                  </a:moveTo>
                  <a:cubicBezTo>
                    <a:pt x="15585" y="-620"/>
                    <a:pt x="8803" y="656"/>
                    <a:pt x="7660" y="970"/>
                  </a:cubicBezTo>
                  <a:cubicBezTo>
                    <a:pt x="4869" y="1723"/>
                    <a:pt x="2269" y="3037"/>
                    <a:pt x="954" y="5761"/>
                  </a:cubicBezTo>
                  <a:cubicBezTo>
                    <a:pt x="-2751" y="13467"/>
                    <a:pt x="4993" y="23459"/>
                    <a:pt x="12842" y="21497"/>
                  </a:cubicBezTo>
                  <a:cubicBezTo>
                    <a:pt x="15489" y="20839"/>
                    <a:pt x="16423" y="20497"/>
                    <a:pt x="17547" y="19153"/>
                  </a:cubicBezTo>
                  <a:cubicBezTo>
                    <a:pt x="18023" y="18582"/>
                    <a:pt x="18509" y="16124"/>
                    <a:pt x="18718" y="15629"/>
                  </a:cubicBezTo>
                  <a:cubicBezTo>
                    <a:pt x="20843" y="10667"/>
                    <a:pt x="19585" y="4466"/>
                    <a:pt x="16366" y="37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6" id="26"/>
            <p:cNvSpPr/>
            <p:nvPr/>
          </p:nvSpPr>
          <p:spPr>
            <a:xfrm>
              <a:off x="7691408" y="2884330"/>
              <a:ext cx="57199" cy="62932"/>
            </a:xfrm>
            <a:custGeom>
              <a:avLst/>
              <a:gdLst/>
              <a:ahLst/>
              <a:cxnLst/>
              <a:rect r="r" b="b" t="t" l="l"/>
              <a:pathLst>
                <a:path w="19765" h="21746" stroke="true" fill="norm" extrusionOk="true">
                  <a:moveTo>
                    <a:pt x="16366" y="370"/>
                  </a:moveTo>
                  <a:cubicBezTo>
                    <a:pt x="15585" y="-620"/>
                    <a:pt x="8803" y="656"/>
                    <a:pt x="7660" y="970"/>
                  </a:cubicBezTo>
                  <a:cubicBezTo>
                    <a:pt x="4869" y="1723"/>
                    <a:pt x="2269" y="3037"/>
                    <a:pt x="954" y="5761"/>
                  </a:cubicBezTo>
                  <a:cubicBezTo>
                    <a:pt x="-2751" y="13467"/>
                    <a:pt x="4993" y="23459"/>
                    <a:pt x="12842" y="21497"/>
                  </a:cubicBezTo>
                  <a:cubicBezTo>
                    <a:pt x="15490" y="20839"/>
                    <a:pt x="16423" y="20496"/>
                    <a:pt x="17537" y="19153"/>
                  </a:cubicBezTo>
                  <a:cubicBezTo>
                    <a:pt x="18014" y="18582"/>
                    <a:pt x="18499" y="16124"/>
                    <a:pt x="18709" y="15629"/>
                  </a:cubicBezTo>
                  <a:cubicBezTo>
                    <a:pt x="20843" y="10667"/>
                    <a:pt x="19585" y="4466"/>
                    <a:pt x="16366" y="37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7" id="27"/>
            <p:cNvSpPr/>
            <p:nvPr/>
          </p:nvSpPr>
          <p:spPr>
            <a:xfrm>
              <a:off x="7696594" y="1959852"/>
              <a:ext cx="23045" cy="33990"/>
            </a:xfrm>
            <a:custGeom>
              <a:avLst/>
              <a:gdLst/>
              <a:ahLst/>
              <a:cxnLst/>
              <a:rect r="r" b="b" t="t" l="l"/>
              <a:pathLst>
                <a:path w="7963" h="11745" stroke="true" fill="norm" extrusionOk="true">
                  <a:moveTo>
                    <a:pt x="0" y="0"/>
                  </a:moveTo>
                  <a:cubicBezTo>
                    <a:pt x="1953" y="0"/>
                    <a:pt x="3915" y="0"/>
                    <a:pt x="5867" y="0"/>
                  </a:cubicBezTo>
                  <a:cubicBezTo>
                    <a:pt x="6763" y="3324"/>
                    <a:pt x="9325" y="8858"/>
                    <a:pt x="7039" y="11735"/>
                  </a:cubicBezTo>
                  <a:cubicBezTo>
                    <a:pt x="486" y="12030"/>
                    <a:pt x="172" y="6086"/>
                    <a:pt x="0" y="0"/>
                  </a:cubicBezTo>
                  <a:close/>
                </a:path>
              </a:pathLst>
            </a:custGeom>
            <a:solidFill>
              <a:srgbClr val="DDAF34"/>
            </a:solidFill>
            <a:ln cap="flat">
              <a:noFill/>
              <a:prstDash val="solid"/>
              <a:miter lim="800000"/>
            </a:ln>
          </p:spPr>
          <p:txBody>
            <a:bodyPr vert="horz" anchor="ctr" tIns="45720" lIns="91440" bIns="45720" rIns="91440"/>
            <a:p>
              <a:pPr algn="l" marL="0"/>
            </a:p>
          </p:txBody>
        </p:sp>
        <p:grpSp>
          <p:nvGrpSpPr>
            <p:cNvPr name="Group 28" id="28"/>
            <p:cNvGrpSpPr/>
            <p:nvPr/>
          </p:nvGrpSpPr>
          <p:grpSpPr>
            <a:xfrm>
              <a:off x="7227191" y="2047426"/>
              <a:ext cx="856614" cy="363556"/>
              <a:chOff x="1416567" y="907427"/>
              <a:chExt cx="296001" cy="125626"/>
            </a:xfrm>
            <a:solidFill>
              <a:srgbClr val="CDA032"/>
            </a:solidFill>
          </p:grpSpPr>
          <p:sp>
            <p:nvSpPr>
              <p:cNvPr name="Freeform 29" id="29"/>
              <p:cNvSpPr/>
              <p:nvPr/>
            </p:nvSpPr>
            <p:spPr>
              <a:xfrm>
                <a:off x="1485842" y="943556"/>
                <a:ext cx="11272" cy="7524"/>
              </a:xfrm>
              <a:custGeom>
                <a:avLst/>
                <a:gdLst/>
                <a:ahLst/>
                <a:cxnLst/>
                <a:rect r="r" b="b" t="t" l="l"/>
                <a:pathLst>
                  <a:path w="11272" h="7524" stroke="true" fill="norm" extrusionOk="true">
                    <a:moveTo>
                      <a:pt x="0" y="2610"/>
                    </a:moveTo>
                    <a:cubicBezTo>
                      <a:pt x="905" y="-1086"/>
                      <a:pt x="7991" y="-258"/>
                      <a:pt x="9392" y="1438"/>
                    </a:cubicBezTo>
                    <a:cubicBezTo>
                      <a:pt x="11020" y="3410"/>
                      <a:pt x="12649" y="4267"/>
                      <a:pt x="9392" y="6143"/>
                    </a:cubicBezTo>
                    <a:cubicBezTo>
                      <a:pt x="9439" y="6115"/>
                      <a:pt x="8896" y="8172"/>
                      <a:pt x="8220" y="7315"/>
                    </a:cubicBezTo>
                    <a:cubicBezTo>
                      <a:pt x="7477" y="6391"/>
                      <a:pt x="5601" y="5638"/>
                      <a:pt x="1172" y="6143"/>
                    </a:cubicBezTo>
                    <a:cubicBezTo>
                      <a:pt x="1267" y="4467"/>
                      <a:pt x="1362" y="2810"/>
                      <a:pt x="0" y="261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0" id="30"/>
              <p:cNvSpPr/>
              <p:nvPr/>
            </p:nvSpPr>
            <p:spPr>
              <a:xfrm>
                <a:off x="1507230" y="922686"/>
                <a:ext cx="9130" cy="8988"/>
              </a:xfrm>
              <a:custGeom>
                <a:avLst/>
                <a:gdLst/>
                <a:ahLst/>
                <a:cxnLst/>
                <a:rect r="r" b="b" t="t" l="l"/>
                <a:pathLst>
                  <a:path w="9130" h="8988" stroke="true" fill="norm" extrusionOk="true">
                    <a:moveTo>
                      <a:pt x="911" y="0"/>
                    </a:moveTo>
                    <a:cubicBezTo>
                      <a:pt x="4492" y="1905"/>
                      <a:pt x="8255" y="3610"/>
                      <a:pt x="9131" y="8220"/>
                    </a:cubicBezTo>
                    <a:cubicBezTo>
                      <a:pt x="3464" y="11097"/>
                      <a:pt x="-2270" y="5353"/>
                      <a:pt x="911"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1" id="31"/>
              <p:cNvSpPr/>
              <p:nvPr/>
            </p:nvSpPr>
            <p:spPr>
              <a:xfrm>
                <a:off x="1605907" y="907427"/>
                <a:ext cx="8015" cy="8220"/>
              </a:xfrm>
              <a:custGeom>
                <a:avLst/>
                <a:gdLst/>
                <a:ahLst/>
                <a:cxnLst/>
                <a:rect r="r" b="b" t="t" l="l"/>
                <a:pathLst>
                  <a:path w="8015" h="8220" stroke="true" fill="norm" extrusionOk="true">
                    <a:moveTo>
                      <a:pt x="855" y="0"/>
                    </a:moveTo>
                    <a:cubicBezTo>
                      <a:pt x="5075" y="867"/>
                      <a:pt x="8704" y="2324"/>
                      <a:pt x="7904" y="8220"/>
                    </a:cubicBezTo>
                    <a:cubicBezTo>
                      <a:pt x="2408" y="8115"/>
                      <a:pt x="-1898" y="5010"/>
                      <a:pt x="855"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2" id="32"/>
              <p:cNvSpPr/>
              <p:nvPr/>
            </p:nvSpPr>
            <p:spPr>
              <a:xfrm>
                <a:off x="1630797" y="919162"/>
                <a:ext cx="7432" cy="9436"/>
              </a:xfrm>
              <a:custGeom>
                <a:avLst/>
                <a:gdLst/>
                <a:ahLst/>
                <a:cxnLst/>
                <a:rect r="r" b="b" t="t" l="l"/>
                <a:pathLst>
                  <a:path w="7432" h="9436" stroke="true" fill="norm" extrusionOk="true">
                    <a:moveTo>
                      <a:pt x="6493" y="0"/>
                    </a:moveTo>
                    <a:cubicBezTo>
                      <a:pt x="9065" y="3715"/>
                      <a:pt x="6112" y="10030"/>
                      <a:pt x="626" y="9392"/>
                    </a:cubicBezTo>
                    <a:cubicBezTo>
                      <a:pt x="-1203" y="5305"/>
                      <a:pt x="1045" y="152"/>
                      <a:pt x="6493"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3" id="33"/>
              <p:cNvSpPr/>
              <p:nvPr/>
            </p:nvSpPr>
            <p:spPr>
              <a:xfrm>
                <a:off x="1639634" y="933096"/>
                <a:ext cx="12924" cy="7201"/>
              </a:xfrm>
              <a:custGeom>
                <a:avLst/>
                <a:gdLst/>
                <a:ahLst/>
                <a:cxnLst/>
                <a:rect r="r" b="b" t="t" l="l"/>
                <a:pathLst>
                  <a:path w="12924" h="7201" stroke="true" fill="norm" extrusionOk="true">
                    <a:moveTo>
                      <a:pt x="9" y="4849"/>
                    </a:moveTo>
                    <a:cubicBezTo>
                      <a:pt x="-363" y="-142"/>
                      <a:pt x="11277" y="-1876"/>
                      <a:pt x="12924" y="2506"/>
                    </a:cubicBezTo>
                    <a:cubicBezTo>
                      <a:pt x="12848" y="7516"/>
                      <a:pt x="5486" y="5240"/>
                      <a:pt x="2361" y="7202"/>
                    </a:cubicBezTo>
                    <a:cubicBezTo>
                      <a:pt x="1075" y="6916"/>
                      <a:pt x="1552" y="4868"/>
                      <a:pt x="9" y="4849"/>
                    </a:cubicBezTo>
                    <a:close/>
                  </a:path>
                </a:pathLst>
              </a:custGeom>
              <a:solidFill>
                <a:srgbClr val="CDA032"/>
              </a:solidFill>
              <a:ln cap="flat">
                <a:noFill/>
                <a:prstDash val="solid"/>
                <a:miter lim="800000"/>
              </a:ln>
            </p:spPr>
            <p:txBody>
              <a:bodyPr vert="horz" anchor="ctr" tIns="45720" lIns="91440" bIns="45720" rIns="91440"/>
              <a:p>
                <a:pPr algn="l" marL="0"/>
              </a:p>
            </p:txBody>
          </p:sp>
          <p:grpSp>
            <p:nvGrpSpPr>
              <p:cNvPr name="Group 34" id="34"/>
              <p:cNvGrpSpPr/>
              <p:nvPr/>
            </p:nvGrpSpPr>
            <p:grpSpPr>
              <a:xfrm>
                <a:off x="1416567" y="915503"/>
                <a:ext cx="296001" cy="117550"/>
                <a:chOff x="1416567" y="915503"/>
                <a:chExt cx="296001" cy="117550"/>
              </a:xfrm>
              <a:solidFill>
                <a:srgbClr val="CDA032"/>
              </a:solidFill>
            </p:grpSpPr>
            <p:sp>
              <p:nvSpPr>
                <p:cNvPr name="Freeform 35" id="35"/>
                <p:cNvSpPr/>
                <p:nvPr/>
              </p:nvSpPr>
              <p:spPr>
                <a:xfrm>
                  <a:off x="1416567" y="1008339"/>
                  <a:ext cx="17797" cy="9543"/>
                </a:xfrm>
                <a:custGeom>
                  <a:avLst/>
                  <a:gdLst/>
                  <a:ahLst/>
                  <a:cxnLst/>
                  <a:rect r="r" b="b" t="t" l="l"/>
                  <a:pathLst>
                    <a:path w="17797" h="9543" stroke="true" fill="norm" extrusionOk="true">
                      <a:moveTo>
                        <a:pt x="0" y="8273"/>
                      </a:moveTo>
                      <a:cubicBezTo>
                        <a:pt x="0" y="7102"/>
                        <a:pt x="0" y="5921"/>
                        <a:pt x="0" y="4749"/>
                      </a:cubicBezTo>
                      <a:cubicBezTo>
                        <a:pt x="1505" y="4482"/>
                        <a:pt x="4048" y="2501"/>
                        <a:pt x="5868" y="2406"/>
                      </a:cubicBezTo>
                      <a:cubicBezTo>
                        <a:pt x="7334" y="2330"/>
                        <a:pt x="6325" y="225"/>
                        <a:pt x="7039" y="53"/>
                      </a:cubicBezTo>
                      <a:cubicBezTo>
                        <a:pt x="8439" y="-290"/>
                        <a:pt x="7734" y="1130"/>
                        <a:pt x="8211" y="1225"/>
                      </a:cubicBezTo>
                      <a:cubicBezTo>
                        <a:pt x="9201" y="1425"/>
                        <a:pt x="9468" y="72"/>
                        <a:pt x="9382" y="53"/>
                      </a:cubicBezTo>
                      <a:cubicBezTo>
                        <a:pt x="10620" y="310"/>
                        <a:pt x="12621" y="1682"/>
                        <a:pt x="14078" y="2406"/>
                      </a:cubicBezTo>
                      <a:cubicBezTo>
                        <a:pt x="15669" y="3187"/>
                        <a:pt x="17431" y="2644"/>
                        <a:pt x="17602" y="4749"/>
                      </a:cubicBezTo>
                      <a:cubicBezTo>
                        <a:pt x="18860" y="8978"/>
                        <a:pt x="13745" y="7683"/>
                        <a:pt x="10563" y="8273"/>
                      </a:cubicBezTo>
                      <a:cubicBezTo>
                        <a:pt x="7020" y="8931"/>
                        <a:pt x="3486" y="10769"/>
                        <a:pt x="0" y="8273"/>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6" id="36"/>
                <p:cNvSpPr/>
                <p:nvPr/>
              </p:nvSpPr>
              <p:spPr>
                <a:xfrm>
                  <a:off x="1421263" y="1024613"/>
                  <a:ext cx="16440" cy="6390"/>
                </a:xfrm>
                <a:custGeom>
                  <a:avLst/>
                  <a:gdLst/>
                  <a:ahLst/>
                  <a:cxnLst/>
                  <a:rect r="r" b="b" t="t" l="l"/>
                  <a:pathLst>
                    <a:path w="16440" h="6390" stroke="true" fill="norm" extrusionOk="true">
                      <a:moveTo>
                        <a:pt x="0" y="4915"/>
                      </a:moveTo>
                      <a:cubicBezTo>
                        <a:pt x="152" y="-1057"/>
                        <a:pt x="13678" y="-1267"/>
                        <a:pt x="16440" y="2562"/>
                      </a:cubicBezTo>
                      <a:cubicBezTo>
                        <a:pt x="16154" y="8154"/>
                        <a:pt x="3581" y="6382"/>
                        <a:pt x="0" y="4915"/>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7" id="37"/>
                <p:cNvSpPr/>
                <p:nvPr/>
              </p:nvSpPr>
              <p:spPr>
                <a:xfrm>
                  <a:off x="1423616" y="993091"/>
                  <a:ext cx="16837" cy="8783"/>
                </a:xfrm>
                <a:custGeom>
                  <a:avLst/>
                  <a:gdLst/>
                  <a:ahLst/>
                  <a:cxnLst/>
                  <a:rect r="r" b="b" t="t" l="l"/>
                  <a:pathLst>
                    <a:path w="16837" h="8783" stroke="true" fill="norm" extrusionOk="true">
                      <a:moveTo>
                        <a:pt x="0" y="7081"/>
                      </a:moveTo>
                      <a:cubicBezTo>
                        <a:pt x="0" y="5910"/>
                        <a:pt x="0" y="4729"/>
                        <a:pt x="0" y="3557"/>
                      </a:cubicBezTo>
                      <a:cubicBezTo>
                        <a:pt x="3705" y="4129"/>
                        <a:pt x="4143" y="1443"/>
                        <a:pt x="8220" y="2386"/>
                      </a:cubicBezTo>
                      <a:cubicBezTo>
                        <a:pt x="9411" y="1624"/>
                        <a:pt x="9430" y="-310"/>
                        <a:pt x="11744" y="42"/>
                      </a:cubicBezTo>
                      <a:cubicBezTo>
                        <a:pt x="11544" y="4548"/>
                        <a:pt x="18574" y="1814"/>
                        <a:pt x="16431" y="8263"/>
                      </a:cubicBezTo>
                      <a:cubicBezTo>
                        <a:pt x="13316" y="9596"/>
                        <a:pt x="4543" y="8063"/>
                        <a:pt x="0" y="7081"/>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8" id="38"/>
                <p:cNvSpPr/>
                <p:nvPr/>
              </p:nvSpPr>
              <p:spPr>
                <a:xfrm>
                  <a:off x="1434179" y="978938"/>
                  <a:ext cx="15351" cy="6081"/>
                </a:xfrm>
                <a:custGeom>
                  <a:avLst/>
                  <a:gdLst/>
                  <a:ahLst/>
                  <a:cxnLst/>
                  <a:rect r="r" b="b" t="t" l="l"/>
                  <a:pathLst>
                    <a:path w="15351" h="6081" stroke="true" fill="norm" extrusionOk="true">
                      <a:moveTo>
                        <a:pt x="0" y="4794"/>
                      </a:moveTo>
                      <a:cubicBezTo>
                        <a:pt x="0" y="3242"/>
                        <a:pt x="0" y="1670"/>
                        <a:pt x="0" y="99"/>
                      </a:cubicBezTo>
                      <a:cubicBezTo>
                        <a:pt x="6582" y="565"/>
                        <a:pt x="16411" y="-2226"/>
                        <a:pt x="15259" y="5966"/>
                      </a:cubicBezTo>
                      <a:cubicBezTo>
                        <a:pt x="10258" y="5499"/>
                        <a:pt x="3172" y="7109"/>
                        <a:pt x="0" y="479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9" id="39"/>
                <p:cNvSpPr/>
                <p:nvPr/>
              </p:nvSpPr>
              <p:spPr>
                <a:xfrm>
                  <a:off x="1442399" y="961336"/>
                  <a:ext cx="11744" cy="6082"/>
                </a:xfrm>
                <a:custGeom>
                  <a:avLst/>
                  <a:gdLst/>
                  <a:ahLst/>
                  <a:cxnLst/>
                  <a:rect r="r" b="b" t="t" l="l"/>
                  <a:pathLst>
                    <a:path w="11744" h="6082" stroke="true" fill="norm" extrusionOk="true">
                      <a:moveTo>
                        <a:pt x="0" y="4784"/>
                      </a:moveTo>
                      <a:cubicBezTo>
                        <a:pt x="0" y="3612"/>
                        <a:pt x="0" y="2441"/>
                        <a:pt x="0" y="1269"/>
                      </a:cubicBezTo>
                      <a:cubicBezTo>
                        <a:pt x="3734" y="1069"/>
                        <a:pt x="8649" y="-1484"/>
                        <a:pt x="11744" y="1269"/>
                      </a:cubicBezTo>
                      <a:cubicBezTo>
                        <a:pt x="11516" y="5898"/>
                        <a:pt x="3800" y="7441"/>
                        <a:pt x="0" y="478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0" id="40"/>
                <p:cNvSpPr/>
                <p:nvPr/>
              </p:nvSpPr>
              <p:spPr>
                <a:xfrm>
                  <a:off x="1460001" y="1024844"/>
                  <a:ext cx="22307" cy="8209"/>
                </a:xfrm>
                <a:custGeom>
                  <a:avLst/>
                  <a:gdLst/>
                  <a:ahLst/>
                  <a:cxnLst/>
                  <a:rect r="r" b="b" t="t" l="l"/>
                  <a:pathLst>
                    <a:path w="22307" h="8209" stroke="true" fill="norm" extrusionOk="true">
                      <a:moveTo>
                        <a:pt x="0" y="7037"/>
                      </a:moveTo>
                      <a:cubicBezTo>
                        <a:pt x="686" y="4589"/>
                        <a:pt x="2467" y="3236"/>
                        <a:pt x="3524" y="1160"/>
                      </a:cubicBezTo>
                      <a:cubicBezTo>
                        <a:pt x="10068" y="350"/>
                        <a:pt x="21974" y="-2603"/>
                        <a:pt x="22308" y="5856"/>
                      </a:cubicBezTo>
                      <a:cubicBezTo>
                        <a:pt x="14783" y="7856"/>
                        <a:pt x="12078" y="4713"/>
                        <a:pt x="4696" y="8199"/>
                      </a:cubicBezTo>
                      <a:cubicBezTo>
                        <a:pt x="2591" y="8351"/>
                        <a:pt x="2229" y="6770"/>
                        <a:pt x="0" y="7037"/>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1" id="41"/>
                <p:cNvSpPr/>
                <p:nvPr/>
              </p:nvSpPr>
              <p:spPr>
                <a:xfrm>
                  <a:off x="1459790" y="1003228"/>
                  <a:ext cx="14381" cy="7624"/>
                </a:xfrm>
                <a:custGeom>
                  <a:avLst/>
                  <a:gdLst/>
                  <a:ahLst/>
                  <a:cxnLst/>
                  <a:rect r="r" b="b" t="t" l="l"/>
                  <a:pathLst>
                    <a:path w="14381" h="7624" stroke="true" fill="norm" extrusionOk="true">
                      <a:moveTo>
                        <a:pt x="211" y="6336"/>
                      </a:moveTo>
                      <a:cubicBezTo>
                        <a:pt x="-789" y="2592"/>
                        <a:pt x="2068" y="2707"/>
                        <a:pt x="2563" y="459"/>
                      </a:cubicBezTo>
                      <a:cubicBezTo>
                        <a:pt x="3487" y="1583"/>
                        <a:pt x="8412" y="-998"/>
                        <a:pt x="9602" y="459"/>
                      </a:cubicBezTo>
                      <a:cubicBezTo>
                        <a:pt x="9698" y="573"/>
                        <a:pt x="9488" y="1592"/>
                        <a:pt x="9602" y="1630"/>
                      </a:cubicBezTo>
                      <a:cubicBezTo>
                        <a:pt x="11050" y="2145"/>
                        <a:pt x="14965" y="2040"/>
                        <a:pt x="14308" y="5155"/>
                      </a:cubicBezTo>
                      <a:cubicBezTo>
                        <a:pt x="13212" y="5821"/>
                        <a:pt x="12527" y="8422"/>
                        <a:pt x="11955" y="6326"/>
                      </a:cubicBezTo>
                      <a:cubicBezTo>
                        <a:pt x="9050" y="7364"/>
                        <a:pt x="2849" y="8631"/>
                        <a:pt x="211" y="6336"/>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2" id="42"/>
                <p:cNvSpPr/>
                <p:nvPr/>
              </p:nvSpPr>
              <p:spPr>
                <a:xfrm>
                  <a:off x="1461088" y="980217"/>
                  <a:ext cx="17706" cy="6997"/>
                </a:xfrm>
                <a:custGeom>
                  <a:avLst/>
                  <a:gdLst/>
                  <a:ahLst/>
                  <a:cxnLst/>
                  <a:rect r="r" b="b" t="t" l="l"/>
                  <a:pathLst>
                    <a:path w="17706" h="6997" stroke="true" fill="norm" extrusionOk="true">
                      <a:moveTo>
                        <a:pt x="94" y="3515"/>
                      </a:moveTo>
                      <a:cubicBezTo>
                        <a:pt x="-553" y="914"/>
                        <a:pt x="2342" y="1848"/>
                        <a:pt x="2447" y="0"/>
                      </a:cubicBezTo>
                      <a:cubicBezTo>
                        <a:pt x="5000" y="1829"/>
                        <a:pt x="17116" y="-1191"/>
                        <a:pt x="17706" y="5867"/>
                      </a:cubicBezTo>
                      <a:cubicBezTo>
                        <a:pt x="11715" y="8591"/>
                        <a:pt x="9915" y="5486"/>
                        <a:pt x="3619" y="5867"/>
                      </a:cubicBezTo>
                      <a:cubicBezTo>
                        <a:pt x="2076" y="5458"/>
                        <a:pt x="1771" y="3800"/>
                        <a:pt x="94" y="3515"/>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3" id="43"/>
                <p:cNvSpPr/>
                <p:nvPr/>
              </p:nvSpPr>
              <p:spPr>
                <a:xfrm>
                  <a:off x="1471745" y="956907"/>
                  <a:ext cx="15258" cy="6935"/>
                </a:xfrm>
                <a:custGeom>
                  <a:avLst/>
                  <a:gdLst/>
                  <a:ahLst/>
                  <a:cxnLst/>
                  <a:rect r="r" b="b" t="t" l="l"/>
                  <a:pathLst>
                    <a:path w="15258" h="6935" stroke="true" fill="norm" extrusionOk="true">
                      <a:moveTo>
                        <a:pt x="0" y="5699"/>
                      </a:moveTo>
                      <a:cubicBezTo>
                        <a:pt x="0" y="4137"/>
                        <a:pt x="0" y="2565"/>
                        <a:pt x="0" y="1003"/>
                      </a:cubicBezTo>
                      <a:cubicBezTo>
                        <a:pt x="6391" y="1718"/>
                        <a:pt x="14564" y="-3474"/>
                        <a:pt x="15259" y="4527"/>
                      </a:cubicBezTo>
                      <a:cubicBezTo>
                        <a:pt x="14440" y="5070"/>
                        <a:pt x="13925" y="5289"/>
                        <a:pt x="12916" y="5699"/>
                      </a:cubicBezTo>
                      <a:cubicBezTo>
                        <a:pt x="12497" y="5861"/>
                        <a:pt x="10830" y="5375"/>
                        <a:pt x="10563" y="5699"/>
                      </a:cubicBezTo>
                      <a:cubicBezTo>
                        <a:pt x="8496" y="8223"/>
                        <a:pt x="6229" y="5985"/>
                        <a:pt x="3524" y="5699"/>
                      </a:cubicBezTo>
                      <a:cubicBezTo>
                        <a:pt x="3457" y="5689"/>
                        <a:pt x="2210" y="7271"/>
                        <a:pt x="1171" y="6871"/>
                      </a:cubicBezTo>
                      <a:cubicBezTo>
                        <a:pt x="1038" y="6813"/>
                        <a:pt x="1000" y="5042"/>
                        <a:pt x="0" y="5699"/>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4" id="44"/>
                <p:cNvSpPr/>
                <p:nvPr/>
              </p:nvSpPr>
              <p:spPr>
                <a:xfrm>
                  <a:off x="1654902" y="950861"/>
                  <a:ext cx="15292" cy="10490"/>
                </a:xfrm>
                <a:custGeom>
                  <a:avLst/>
                  <a:gdLst/>
                  <a:ahLst/>
                  <a:cxnLst/>
                  <a:rect r="r" b="b" t="t" l="l"/>
                  <a:pathLst>
                    <a:path w="15292" h="10490" stroke="true" fill="norm" extrusionOk="true">
                      <a:moveTo>
                        <a:pt x="0" y="9392"/>
                      </a:moveTo>
                      <a:cubicBezTo>
                        <a:pt x="0" y="8220"/>
                        <a:pt x="0" y="7039"/>
                        <a:pt x="0" y="5867"/>
                      </a:cubicBezTo>
                      <a:cubicBezTo>
                        <a:pt x="5439" y="5439"/>
                        <a:pt x="6658" y="781"/>
                        <a:pt x="11744" y="0"/>
                      </a:cubicBezTo>
                      <a:cubicBezTo>
                        <a:pt x="13059" y="1819"/>
                        <a:pt x="15564" y="2448"/>
                        <a:pt x="15269" y="5867"/>
                      </a:cubicBezTo>
                      <a:cubicBezTo>
                        <a:pt x="9763" y="6239"/>
                        <a:pt x="5829" y="13106"/>
                        <a:pt x="0" y="9392"/>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5" id="45"/>
                <p:cNvSpPr/>
                <p:nvPr/>
              </p:nvSpPr>
              <p:spPr>
                <a:xfrm>
                  <a:off x="1664293" y="915503"/>
                  <a:ext cx="10821" cy="6735"/>
                </a:xfrm>
                <a:custGeom>
                  <a:avLst/>
                  <a:gdLst/>
                  <a:ahLst/>
                  <a:cxnLst/>
                  <a:rect r="r" b="b" t="t" l="l"/>
                  <a:pathLst>
                    <a:path w="10821" h="6735" stroke="true" fill="norm" extrusionOk="true">
                      <a:moveTo>
                        <a:pt x="0" y="4831"/>
                      </a:moveTo>
                      <a:cubicBezTo>
                        <a:pt x="1724" y="2249"/>
                        <a:pt x="3115" y="-665"/>
                        <a:pt x="8220" y="135"/>
                      </a:cubicBezTo>
                      <a:cubicBezTo>
                        <a:pt x="6772" y="3935"/>
                        <a:pt x="12020" y="1030"/>
                        <a:pt x="10563" y="4831"/>
                      </a:cubicBezTo>
                      <a:cubicBezTo>
                        <a:pt x="6886" y="6298"/>
                        <a:pt x="2429" y="8260"/>
                        <a:pt x="0" y="4831"/>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6" id="46"/>
                <p:cNvSpPr/>
                <p:nvPr/>
              </p:nvSpPr>
              <p:spPr>
                <a:xfrm>
                  <a:off x="1668151" y="968473"/>
                  <a:ext cx="13753" cy="10572"/>
                </a:xfrm>
                <a:custGeom>
                  <a:avLst/>
                  <a:gdLst/>
                  <a:ahLst/>
                  <a:cxnLst/>
                  <a:rect r="r" b="b" t="t" l="l"/>
                  <a:pathLst>
                    <a:path w="13753" h="10572" stroke="true" fill="norm" extrusionOk="true">
                      <a:moveTo>
                        <a:pt x="12582" y="0"/>
                      </a:moveTo>
                      <a:cubicBezTo>
                        <a:pt x="12392" y="1362"/>
                        <a:pt x="12839" y="2096"/>
                        <a:pt x="13754" y="2353"/>
                      </a:cubicBezTo>
                      <a:cubicBezTo>
                        <a:pt x="13478" y="6763"/>
                        <a:pt x="8944" y="6925"/>
                        <a:pt x="5534" y="8220"/>
                      </a:cubicBezTo>
                      <a:cubicBezTo>
                        <a:pt x="4391" y="8258"/>
                        <a:pt x="4619" y="9658"/>
                        <a:pt x="4362" y="10573"/>
                      </a:cubicBezTo>
                      <a:cubicBezTo>
                        <a:pt x="3191" y="10573"/>
                        <a:pt x="2019" y="10573"/>
                        <a:pt x="838" y="10573"/>
                      </a:cubicBezTo>
                      <a:cubicBezTo>
                        <a:pt x="-2734" y="3848"/>
                        <a:pt x="5858" y="229"/>
                        <a:pt x="12582"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7" id="47"/>
                <p:cNvSpPr/>
                <p:nvPr/>
              </p:nvSpPr>
              <p:spPr>
                <a:xfrm>
                  <a:off x="1672513" y="983722"/>
                  <a:ext cx="15527" cy="10619"/>
                </a:xfrm>
                <a:custGeom>
                  <a:avLst/>
                  <a:gdLst/>
                  <a:ahLst/>
                  <a:cxnLst/>
                  <a:rect r="r" b="b" t="t" l="l"/>
                  <a:pathLst>
                    <a:path w="15527" h="10619" stroke="true" fill="norm" extrusionOk="true">
                      <a:moveTo>
                        <a:pt x="0" y="10573"/>
                      </a:moveTo>
                      <a:cubicBezTo>
                        <a:pt x="0" y="9020"/>
                        <a:pt x="0" y="7449"/>
                        <a:pt x="0" y="5877"/>
                      </a:cubicBezTo>
                      <a:cubicBezTo>
                        <a:pt x="3448" y="7220"/>
                        <a:pt x="4363" y="238"/>
                        <a:pt x="5867" y="3524"/>
                      </a:cubicBezTo>
                      <a:cubicBezTo>
                        <a:pt x="6963" y="2667"/>
                        <a:pt x="7649" y="1391"/>
                        <a:pt x="8220" y="0"/>
                      </a:cubicBezTo>
                      <a:cubicBezTo>
                        <a:pt x="9877" y="1610"/>
                        <a:pt x="9820" y="1962"/>
                        <a:pt x="11735" y="3524"/>
                      </a:cubicBezTo>
                      <a:cubicBezTo>
                        <a:pt x="12802" y="4391"/>
                        <a:pt x="16555" y="3629"/>
                        <a:pt x="15259" y="7048"/>
                      </a:cubicBezTo>
                      <a:cubicBezTo>
                        <a:pt x="11173" y="9230"/>
                        <a:pt x="6610" y="10925"/>
                        <a:pt x="0" y="10573"/>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8" id="48"/>
                <p:cNvSpPr/>
                <p:nvPr/>
              </p:nvSpPr>
              <p:spPr>
                <a:xfrm>
                  <a:off x="1679486" y="923429"/>
                  <a:ext cx="14163" cy="8763"/>
                </a:xfrm>
                <a:custGeom>
                  <a:avLst/>
                  <a:gdLst/>
                  <a:ahLst/>
                  <a:cxnLst/>
                  <a:rect r="r" b="b" t="t" l="l"/>
                  <a:pathLst>
                    <a:path w="14163" h="8763" stroke="true" fill="norm" extrusionOk="true">
                      <a:moveTo>
                        <a:pt x="76" y="1600"/>
                      </a:moveTo>
                      <a:cubicBezTo>
                        <a:pt x="5295" y="-533"/>
                        <a:pt x="9943" y="-895"/>
                        <a:pt x="14163" y="2772"/>
                      </a:cubicBezTo>
                      <a:cubicBezTo>
                        <a:pt x="12982" y="2810"/>
                        <a:pt x="13677" y="5867"/>
                        <a:pt x="12992" y="6296"/>
                      </a:cubicBezTo>
                      <a:cubicBezTo>
                        <a:pt x="11877" y="6991"/>
                        <a:pt x="9534" y="5810"/>
                        <a:pt x="8296" y="6296"/>
                      </a:cubicBezTo>
                      <a:cubicBezTo>
                        <a:pt x="5953" y="7220"/>
                        <a:pt x="3733" y="9268"/>
                        <a:pt x="1257" y="8649"/>
                      </a:cubicBezTo>
                      <a:cubicBezTo>
                        <a:pt x="-105" y="7268"/>
                        <a:pt x="-86" y="4496"/>
                        <a:pt x="76" y="160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9" id="49"/>
                <p:cNvSpPr/>
                <p:nvPr/>
              </p:nvSpPr>
              <p:spPr>
                <a:xfrm>
                  <a:off x="1687782" y="933838"/>
                  <a:ext cx="15258" cy="11263"/>
                </a:xfrm>
                <a:custGeom>
                  <a:avLst/>
                  <a:gdLst/>
                  <a:ahLst/>
                  <a:cxnLst/>
                  <a:rect r="r" b="b" t="t" l="l"/>
                  <a:pathLst>
                    <a:path w="15258" h="11263" stroke="true" fill="norm" extrusionOk="true">
                      <a:moveTo>
                        <a:pt x="0" y="9984"/>
                      </a:moveTo>
                      <a:cubicBezTo>
                        <a:pt x="0" y="8813"/>
                        <a:pt x="0" y="7632"/>
                        <a:pt x="0" y="6460"/>
                      </a:cubicBezTo>
                      <a:cubicBezTo>
                        <a:pt x="4153" y="3860"/>
                        <a:pt x="8449" y="-1846"/>
                        <a:pt x="14087" y="593"/>
                      </a:cubicBezTo>
                      <a:cubicBezTo>
                        <a:pt x="13897" y="1955"/>
                        <a:pt x="14354" y="2679"/>
                        <a:pt x="15259" y="2936"/>
                      </a:cubicBezTo>
                      <a:cubicBezTo>
                        <a:pt x="13764" y="7708"/>
                        <a:pt x="6687" y="6889"/>
                        <a:pt x="4696" y="11156"/>
                      </a:cubicBezTo>
                      <a:cubicBezTo>
                        <a:pt x="2238" y="11642"/>
                        <a:pt x="1581" y="10346"/>
                        <a:pt x="0" y="998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0" id="50"/>
                <p:cNvSpPr/>
                <p:nvPr/>
              </p:nvSpPr>
              <p:spPr>
                <a:xfrm>
                  <a:off x="1698328" y="944672"/>
                  <a:ext cx="14240" cy="12676"/>
                </a:xfrm>
                <a:custGeom>
                  <a:avLst/>
                  <a:gdLst/>
                  <a:ahLst/>
                  <a:cxnLst/>
                  <a:rect r="r" b="b" t="t" l="l"/>
                  <a:pathLst>
                    <a:path w="14240" h="12676" stroke="true" fill="norm" extrusionOk="true">
                      <a:moveTo>
                        <a:pt x="17" y="12057"/>
                      </a:moveTo>
                      <a:cubicBezTo>
                        <a:pt x="17" y="11276"/>
                        <a:pt x="17" y="10494"/>
                        <a:pt x="17" y="9704"/>
                      </a:cubicBezTo>
                      <a:cubicBezTo>
                        <a:pt x="-260" y="6504"/>
                        <a:pt x="2960" y="5380"/>
                        <a:pt x="4712" y="3837"/>
                      </a:cubicBezTo>
                      <a:cubicBezTo>
                        <a:pt x="5941" y="2760"/>
                        <a:pt x="7265" y="-1117"/>
                        <a:pt x="10580" y="312"/>
                      </a:cubicBezTo>
                      <a:cubicBezTo>
                        <a:pt x="11437" y="1408"/>
                        <a:pt x="12713" y="2103"/>
                        <a:pt x="14104" y="2665"/>
                      </a:cubicBezTo>
                      <a:cubicBezTo>
                        <a:pt x="15000" y="5113"/>
                        <a:pt x="11256" y="5580"/>
                        <a:pt x="9408" y="7370"/>
                      </a:cubicBezTo>
                      <a:cubicBezTo>
                        <a:pt x="6703" y="9980"/>
                        <a:pt x="5008" y="14285"/>
                        <a:pt x="17" y="12057"/>
                      </a:cubicBezTo>
                      <a:close/>
                    </a:path>
                  </a:pathLst>
                </a:custGeom>
                <a:solidFill>
                  <a:srgbClr val="CDA032"/>
                </a:solidFill>
                <a:ln cap="flat">
                  <a:noFill/>
                  <a:prstDash val="solid"/>
                  <a:miter lim="800000"/>
                </a:ln>
              </p:spPr>
              <p:txBody>
                <a:bodyPr vert="horz" anchor="ctr" tIns="45720" lIns="91440" bIns="45720" rIns="91440"/>
                <a:p>
                  <a:pPr algn="l" marL="0"/>
                </a:p>
              </p:txBody>
            </p:sp>
          </p:grpSp>
        </p:grpSp>
        <p:sp>
          <p:nvSpPr>
            <p:cNvPr name="Freeform 51" id="51"/>
            <p:cNvSpPr/>
            <p:nvPr/>
          </p:nvSpPr>
          <p:spPr>
            <a:xfrm>
              <a:off x="8057707" y="4454152"/>
              <a:ext cx="584825" cy="43806"/>
            </a:xfrm>
            <a:custGeom>
              <a:avLst/>
              <a:gdLst/>
              <a:ahLst/>
              <a:cxnLst/>
              <a:rect r="r" b="b" t="t" l="l"/>
              <a:pathLst>
                <a:path w="202085" h="15137" stroke="true" fill="norm" extrusionOk="true">
                  <a:moveTo>
                    <a:pt x="198459" y="9020"/>
                  </a:moveTo>
                  <a:cubicBezTo>
                    <a:pt x="197944" y="8734"/>
                    <a:pt x="197897" y="6963"/>
                    <a:pt x="197287" y="6677"/>
                  </a:cubicBezTo>
                  <a:cubicBezTo>
                    <a:pt x="196344" y="6229"/>
                    <a:pt x="194763" y="6972"/>
                    <a:pt x="193763" y="6677"/>
                  </a:cubicBezTo>
                  <a:cubicBezTo>
                    <a:pt x="189029" y="5286"/>
                    <a:pt x="182057" y="3772"/>
                    <a:pt x="177332" y="4324"/>
                  </a:cubicBezTo>
                  <a:cubicBezTo>
                    <a:pt x="176189" y="4457"/>
                    <a:pt x="176599" y="5324"/>
                    <a:pt x="176161" y="5496"/>
                  </a:cubicBezTo>
                  <a:cubicBezTo>
                    <a:pt x="175018" y="5934"/>
                    <a:pt x="174036" y="4324"/>
                    <a:pt x="173808" y="4324"/>
                  </a:cubicBezTo>
                  <a:cubicBezTo>
                    <a:pt x="165845" y="4229"/>
                    <a:pt x="159568" y="3486"/>
                    <a:pt x="153843" y="3153"/>
                  </a:cubicBezTo>
                  <a:cubicBezTo>
                    <a:pt x="141080" y="2410"/>
                    <a:pt x="133031" y="2286"/>
                    <a:pt x="123316" y="1981"/>
                  </a:cubicBezTo>
                  <a:cubicBezTo>
                    <a:pt x="119734" y="1876"/>
                    <a:pt x="118649" y="962"/>
                    <a:pt x="117448" y="809"/>
                  </a:cubicBezTo>
                  <a:cubicBezTo>
                    <a:pt x="116258" y="667"/>
                    <a:pt x="116067" y="1971"/>
                    <a:pt x="115096" y="1981"/>
                  </a:cubicBezTo>
                  <a:cubicBezTo>
                    <a:pt x="110781" y="2048"/>
                    <a:pt x="107466" y="2038"/>
                    <a:pt x="103351" y="1981"/>
                  </a:cubicBezTo>
                  <a:cubicBezTo>
                    <a:pt x="100570" y="1943"/>
                    <a:pt x="97941" y="933"/>
                    <a:pt x="95131" y="809"/>
                  </a:cubicBezTo>
                  <a:cubicBezTo>
                    <a:pt x="91588" y="657"/>
                    <a:pt x="90340" y="1981"/>
                    <a:pt x="89264" y="1981"/>
                  </a:cubicBezTo>
                  <a:cubicBezTo>
                    <a:pt x="88492" y="1981"/>
                    <a:pt x="87949" y="809"/>
                    <a:pt x="88092" y="809"/>
                  </a:cubicBezTo>
                  <a:cubicBezTo>
                    <a:pt x="86444" y="762"/>
                    <a:pt x="85540" y="1981"/>
                    <a:pt x="84568" y="1981"/>
                  </a:cubicBezTo>
                  <a:cubicBezTo>
                    <a:pt x="83101" y="1981"/>
                    <a:pt x="82901" y="876"/>
                    <a:pt x="81053" y="809"/>
                  </a:cubicBezTo>
                  <a:cubicBezTo>
                    <a:pt x="65604" y="285"/>
                    <a:pt x="49649" y="-715"/>
                    <a:pt x="36429" y="809"/>
                  </a:cubicBezTo>
                  <a:cubicBezTo>
                    <a:pt x="33009" y="1209"/>
                    <a:pt x="29304" y="2972"/>
                    <a:pt x="25865" y="3162"/>
                  </a:cubicBezTo>
                  <a:cubicBezTo>
                    <a:pt x="23227" y="3305"/>
                    <a:pt x="21532" y="2257"/>
                    <a:pt x="18827" y="1990"/>
                  </a:cubicBezTo>
                  <a:cubicBezTo>
                    <a:pt x="16560" y="1771"/>
                    <a:pt x="12978" y="1914"/>
                    <a:pt x="10607" y="1990"/>
                  </a:cubicBezTo>
                  <a:cubicBezTo>
                    <a:pt x="9768" y="2019"/>
                    <a:pt x="10683" y="3524"/>
                    <a:pt x="9435" y="1990"/>
                  </a:cubicBezTo>
                  <a:cubicBezTo>
                    <a:pt x="7730" y="-86"/>
                    <a:pt x="2996" y="5477"/>
                    <a:pt x="1215" y="3162"/>
                  </a:cubicBezTo>
                  <a:cubicBezTo>
                    <a:pt x="300" y="3419"/>
                    <a:pt x="-147" y="4143"/>
                    <a:pt x="43" y="5515"/>
                  </a:cubicBezTo>
                  <a:cubicBezTo>
                    <a:pt x="1215" y="5515"/>
                    <a:pt x="2386" y="5515"/>
                    <a:pt x="3568" y="5515"/>
                  </a:cubicBezTo>
                  <a:cubicBezTo>
                    <a:pt x="14464" y="5039"/>
                    <a:pt x="27837" y="6391"/>
                    <a:pt x="34086" y="7858"/>
                  </a:cubicBezTo>
                  <a:cubicBezTo>
                    <a:pt x="35505" y="8201"/>
                    <a:pt x="37324" y="7791"/>
                    <a:pt x="38781" y="7858"/>
                  </a:cubicBezTo>
                  <a:cubicBezTo>
                    <a:pt x="43420" y="8086"/>
                    <a:pt x="47640" y="8629"/>
                    <a:pt x="49345" y="9029"/>
                  </a:cubicBezTo>
                  <a:cubicBezTo>
                    <a:pt x="50811" y="9372"/>
                    <a:pt x="52545" y="8858"/>
                    <a:pt x="54040" y="9029"/>
                  </a:cubicBezTo>
                  <a:cubicBezTo>
                    <a:pt x="55174" y="9163"/>
                    <a:pt x="55450" y="10134"/>
                    <a:pt x="56393" y="10201"/>
                  </a:cubicBezTo>
                  <a:cubicBezTo>
                    <a:pt x="56307" y="10201"/>
                    <a:pt x="56688" y="9029"/>
                    <a:pt x="57565" y="9029"/>
                  </a:cubicBezTo>
                  <a:cubicBezTo>
                    <a:pt x="58431" y="9029"/>
                    <a:pt x="58746" y="10201"/>
                    <a:pt x="58736" y="10201"/>
                  </a:cubicBezTo>
                  <a:cubicBezTo>
                    <a:pt x="67956" y="11020"/>
                    <a:pt x="74691" y="10734"/>
                    <a:pt x="82215" y="11373"/>
                  </a:cubicBezTo>
                  <a:cubicBezTo>
                    <a:pt x="86140" y="11706"/>
                    <a:pt x="87826" y="13135"/>
                    <a:pt x="89264" y="11373"/>
                  </a:cubicBezTo>
                  <a:cubicBezTo>
                    <a:pt x="89969" y="10515"/>
                    <a:pt x="92540" y="12592"/>
                    <a:pt x="92779" y="12544"/>
                  </a:cubicBezTo>
                  <a:cubicBezTo>
                    <a:pt x="93617" y="12373"/>
                    <a:pt x="92769" y="11058"/>
                    <a:pt x="93950" y="12544"/>
                  </a:cubicBezTo>
                  <a:cubicBezTo>
                    <a:pt x="94503" y="13230"/>
                    <a:pt x="95522" y="11420"/>
                    <a:pt x="95122" y="11373"/>
                  </a:cubicBezTo>
                  <a:cubicBezTo>
                    <a:pt x="96655" y="11563"/>
                    <a:pt x="96731" y="12468"/>
                    <a:pt x="98646" y="12544"/>
                  </a:cubicBezTo>
                  <a:cubicBezTo>
                    <a:pt x="101713" y="12668"/>
                    <a:pt x="106771" y="12478"/>
                    <a:pt x="108038" y="12544"/>
                  </a:cubicBezTo>
                  <a:cubicBezTo>
                    <a:pt x="108943" y="12592"/>
                    <a:pt x="109114" y="13697"/>
                    <a:pt x="109209" y="13716"/>
                  </a:cubicBezTo>
                  <a:cubicBezTo>
                    <a:pt x="110867" y="13982"/>
                    <a:pt x="111800" y="12468"/>
                    <a:pt x="112724" y="12544"/>
                  </a:cubicBezTo>
                  <a:cubicBezTo>
                    <a:pt x="117629" y="12963"/>
                    <a:pt x="121973" y="14668"/>
                    <a:pt x="126821" y="14897"/>
                  </a:cubicBezTo>
                  <a:cubicBezTo>
                    <a:pt x="130374" y="15068"/>
                    <a:pt x="131612" y="13725"/>
                    <a:pt x="132688" y="13725"/>
                  </a:cubicBezTo>
                  <a:cubicBezTo>
                    <a:pt x="133336" y="13725"/>
                    <a:pt x="134174" y="14887"/>
                    <a:pt x="133860" y="14897"/>
                  </a:cubicBezTo>
                  <a:cubicBezTo>
                    <a:pt x="135517" y="14830"/>
                    <a:pt x="136365" y="13792"/>
                    <a:pt x="137384" y="13725"/>
                  </a:cubicBezTo>
                  <a:cubicBezTo>
                    <a:pt x="139594" y="13563"/>
                    <a:pt x="139985" y="14849"/>
                    <a:pt x="142071" y="14897"/>
                  </a:cubicBezTo>
                  <a:cubicBezTo>
                    <a:pt x="148700" y="15021"/>
                    <a:pt x="155748" y="14897"/>
                    <a:pt x="163207" y="14897"/>
                  </a:cubicBezTo>
                  <a:cubicBezTo>
                    <a:pt x="174589" y="14897"/>
                    <a:pt x="190858" y="15926"/>
                    <a:pt x="198440" y="13725"/>
                  </a:cubicBezTo>
                  <a:cubicBezTo>
                    <a:pt x="200173" y="13220"/>
                    <a:pt x="202592" y="14173"/>
                    <a:pt x="201954" y="11373"/>
                  </a:cubicBezTo>
                  <a:cubicBezTo>
                    <a:pt x="202707" y="8268"/>
                    <a:pt x="200059" y="9934"/>
                    <a:pt x="198459" y="9020"/>
                  </a:cubicBezTo>
                  <a:close/>
                </a:path>
              </a:pathLst>
            </a:custGeom>
            <a:solidFill>
              <a:srgbClr val="F6BE6C"/>
            </a:solidFill>
            <a:ln cap="flat">
              <a:noFill/>
              <a:prstDash val="solid"/>
              <a:miter lim="800000"/>
            </a:ln>
          </p:spPr>
          <p:txBody>
            <a:bodyPr vert="horz" anchor="ctr" tIns="45720" lIns="91440" bIns="45720" rIns="91440"/>
            <a:p>
              <a:pPr algn="l" marL="0"/>
            </a:p>
          </p:txBody>
        </p:sp>
        <p:sp>
          <p:nvSpPr>
            <p:cNvPr name="Freeform 52" id="52"/>
            <p:cNvSpPr/>
            <p:nvPr/>
          </p:nvSpPr>
          <p:spPr>
            <a:xfrm>
              <a:off x="7899880" y="4499598"/>
              <a:ext cx="455405" cy="50549"/>
            </a:xfrm>
            <a:custGeom>
              <a:avLst/>
              <a:gdLst/>
              <a:ahLst/>
              <a:cxnLst/>
              <a:rect r="r" b="b" t="t" l="l"/>
              <a:pathLst>
                <a:path w="157364" h="17467" stroke="true" fill="norm" extrusionOk="true">
                  <a:moveTo>
                    <a:pt x="147954" y="7384"/>
                  </a:moveTo>
                  <a:cubicBezTo>
                    <a:pt x="147040" y="7184"/>
                    <a:pt x="145354" y="7260"/>
                    <a:pt x="144430" y="7384"/>
                  </a:cubicBezTo>
                  <a:cubicBezTo>
                    <a:pt x="143601" y="7499"/>
                    <a:pt x="143344" y="8537"/>
                    <a:pt x="143258" y="8556"/>
                  </a:cubicBezTo>
                  <a:cubicBezTo>
                    <a:pt x="142373" y="8737"/>
                    <a:pt x="141963" y="7394"/>
                    <a:pt x="142087" y="7384"/>
                  </a:cubicBezTo>
                  <a:cubicBezTo>
                    <a:pt x="138763" y="7556"/>
                    <a:pt x="137105" y="8556"/>
                    <a:pt x="136219" y="8556"/>
                  </a:cubicBezTo>
                  <a:cubicBezTo>
                    <a:pt x="135457" y="8556"/>
                    <a:pt x="134895" y="7384"/>
                    <a:pt x="135048" y="7384"/>
                  </a:cubicBezTo>
                  <a:cubicBezTo>
                    <a:pt x="125342" y="7118"/>
                    <a:pt x="114331" y="6851"/>
                    <a:pt x="104520" y="6203"/>
                  </a:cubicBezTo>
                  <a:cubicBezTo>
                    <a:pt x="103330" y="6127"/>
                    <a:pt x="103168" y="5165"/>
                    <a:pt x="102177" y="5032"/>
                  </a:cubicBezTo>
                  <a:cubicBezTo>
                    <a:pt x="101015" y="4879"/>
                    <a:pt x="101282" y="6146"/>
                    <a:pt x="101006" y="6203"/>
                  </a:cubicBezTo>
                  <a:cubicBezTo>
                    <a:pt x="99843" y="6432"/>
                    <a:pt x="99586" y="4984"/>
                    <a:pt x="98653" y="5032"/>
                  </a:cubicBezTo>
                  <a:cubicBezTo>
                    <a:pt x="97738" y="5079"/>
                    <a:pt x="97577" y="6194"/>
                    <a:pt x="97481" y="6203"/>
                  </a:cubicBezTo>
                  <a:cubicBezTo>
                    <a:pt x="95748" y="6489"/>
                    <a:pt x="95024" y="5117"/>
                    <a:pt x="93957" y="5032"/>
                  </a:cubicBezTo>
                  <a:cubicBezTo>
                    <a:pt x="85423" y="4365"/>
                    <a:pt x="71907" y="3374"/>
                    <a:pt x="65782" y="2688"/>
                  </a:cubicBezTo>
                  <a:cubicBezTo>
                    <a:pt x="65706" y="2679"/>
                    <a:pt x="65725" y="4079"/>
                    <a:pt x="64611" y="3850"/>
                  </a:cubicBezTo>
                  <a:cubicBezTo>
                    <a:pt x="64248" y="3784"/>
                    <a:pt x="64601" y="2784"/>
                    <a:pt x="63439" y="2688"/>
                  </a:cubicBezTo>
                  <a:cubicBezTo>
                    <a:pt x="61601" y="2526"/>
                    <a:pt x="59429" y="3993"/>
                    <a:pt x="58743" y="3850"/>
                  </a:cubicBezTo>
                  <a:cubicBezTo>
                    <a:pt x="58410" y="3784"/>
                    <a:pt x="58676" y="2812"/>
                    <a:pt x="57572" y="2688"/>
                  </a:cubicBezTo>
                  <a:cubicBezTo>
                    <a:pt x="51294" y="1974"/>
                    <a:pt x="45303" y="1422"/>
                    <a:pt x="38788" y="1517"/>
                  </a:cubicBezTo>
                  <a:cubicBezTo>
                    <a:pt x="38883" y="1517"/>
                    <a:pt x="38379" y="2593"/>
                    <a:pt x="37617" y="2688"/>
                  </a:cubicBezTo>
                  <a:cubicBezTo>
                    <a:pt x="36455" y="2831"/>
                    <a:pt x="36216" y="1603"/>
                    <a:pt x="35264" y="1517"/>
                  </a:cubicBezTo>
                  <a:cubicBezTo>
                    <a:pt x="28320" y="831"/>
                    <a:pt x="24339" y="2917"/>
                    <a:pt x="18833" y="2688"/>
                  </a:cubicBezTo>
                  <a:cubicBezTo>
                    <a:pt x="13033" y="2441"/>
                    <a:pt x="7194" y="-1084"/>
                    <a:pt x="1222" y="336"/>
                  </a:cubicBezTo>
                  <a:cubicBezTo>
                    <a:pt x="1155" y="1841"/>
                    <a:pt x="-283" y="1955"/>
                    <a:pt x="50" y="3850"/>
                  </a:cubicBezTo>
                  <a:cubicBezTo>
                    <a:pt x="1555" y="3917"/>
                    <a:pt x="1679" y="5365"/>
                    <a:pt x="3574" y="5022"/>
                  </a:cubicBezTo>
                  <a:cubicBezTo>
                    <a:pt x="8775" y="4393"/>
                    <a:pt x="12823" y="5641"/>
                    <a:pt x="15319" y="6194"/>
                  </a:cubicBezTo>
                  <a:cubicBezTo>
                    <a:pt x="20072" y="7260"/>
                    <a:pt x="23196" y="6651"/>
                    <a:pt x="28235" y="7375"/>
                  </a:cubicBezTo>
                  <a:cubicBezTo>
                    <a:pt x="28216" y="7375"/>
                    <a:pt x="28711" y="8375"/>
                    <a:pt x="29406" y="8546"/>
                  </a:cubicBezTo>
                  <a:cubicBezTo>
                    <a:pt x="34578" y="9842"/>
                    <a:pt x="39379" y="9499"/>
                    <a:pt x="43493" y="9718"/>
                  </a:cubicBezTo>
                  <a:cubicBezTo>
                    <a:pt x="44398" y="9766"/>
                    <a:pt x="44589" y="10870"/>
                    <a:pt x="44665" y="10889"/>
                  </a:cubicBezTo>
                  <a:cubicBezTo>
                    <a:pt x="51485" y="11947"/>
                    <a:pt x="59724" y="12433"/>
                    <a:pt x="65792" y="13233"/>
                  </a:cubicBezTo>
                  <a:cubicBezTo>
                    <a:pt x="67401" y="13452"/>
                    <a:pt x="68278" y="14252"/>
                    <a:pt x="69316" y="14404"/>
                  </a:cubicBezTo>
                  <a:cubicBezTo>
                    <a:pt x="81460" y="16281"/>
                    <a:pt x="99824" y="15995"/>
                    <a:pt x="110407" y="16757"/>
                  </a:cubicBezTo>
                  <a:cubicBezTo>
                    <a:pt x="117446" y="17271"/>
                    <a:pt x="139753" y="18529"/>
                    <a:pt x="142096" y="15585"/>
                  </a:cubicBezTo>
                  <a:cubicBezTo>
                    <a:pt x="142735" y="14804"/>
                    <a:pt x="143487" y="16795"/>
                    <a:pt x="143268" y="16757"/>
                  </a:cubicBezTo>
                  <a:cubicBezTo>
                    <a:pt x="149240" y="17700"/>
                    <a:pt x="153155" y="16242"/>
                    <a:pt x="157365" y="14404"/>
                  </a:cubicBezTo>
                  <a:cubicBezTo>
                    <a:pt x="156689" y="9213"/>
                    <a:pt x="151659" y="8184"/>
                    <a:pt x="147954" y="7384"/>
                  </a:cubicBezTo>
                  <a:close/>
                </a:path>
              </a:pathLst>
            </a:custGeom>
            <a:solidFill>
              <a:srgbClr val="F8D657"/>
            </a:solidFill>
            <a:ln cap="flat">
              <a:noFill/>
              <a:prstDash val="solid"/>
              <a:miter lim="800000"/>
            </a:ln>
          </p:spPr>
          <p:txBody>
            <a:bodyPr vert="horz" anchor="ctr" tIns="45720" lIns="91440" bIns="45720" rIns="91440"/>
            <a:p>
              <a:pPr algn="l" marL="0"/>
            </a:p>
          </p:txBody>
        </p:sp>
        <p:sp>
          <p:nvSpPr>
            <p:cNvPr name="Freeform 53" id="53"/>
            <p:cNvSpPr/>
            <p:nvPr/>
          </p:nvSpPr>
          <p:spPr>
            <a:xfrm>
              <a:off x="7450546" y="2074606"/>
              <a:ext cx="441068" cy="328050"/>
            </a:xfrm>
            <a:custGeom>
              <a:avLst/>
              <a:gdLst/>
              <a:ahLst/>
              <a:cxnLst/>
              <a:rect r="r" b="b" t="t" l="l"/>
              <a:pathLst>
                <a:path w="152410" h="113357" stroke="true" fill="norm" extrusionOk="true">
                  <a:moveTo>
                    <a:pt x="151763" y="48825"/>
                  </a:moveTo>
                  <a:cubicBezTo>
                    <a:pt x="148905" y="40100"/>
                    <a:pt x="143771" y="33661"/>
                    <a:pt x="140028" y="25832"/>
                  </a:cubicBezTo>
                  <a:cubicBezTo>
                    <a:pt x="138771" y="23822"/>
                    <a:pt x="137008" y="24213"/>
                    <a:pt x="135332" y="22308"/>
                  </a:cubicBezTo>
                  <a:cubicBezTo>
                    <a:pt x="134056" y="20860"/>
                    <a:pt x="134284" y="18821"/>
                    <a:pt x="132980" y="17612"/>
                  </a:cubicBezTo>
                  <a:cubicBezTo>
                    <a:pt x="131865" y="16574"/>
                    <a:pt x="128960" y="15469"/>
                    <a:pt x="127112" y="14088"/>
                  </a:cubicBezTo>
                  <a:cubicBezTo>
                    <a:pt x="125255" y="12697"/>
                    <a:pt x="124121" y="10582"/>
                    <a:pt x="122416" y="9392"/>
                  </a:cubicBezTo>
                  <a:cubicBezTo>
                    <a:pt x="121321" y="8630"/>
                    <a:pt x="119940" y="8868"/>
                    <a:pt x="118902" y="8220"/>
                  </a:cubicBezTo>
                  <a:cubicBezTo>
                    <a:pt x="118121" y="7734"/>
                    <a:pt x="117254" y="6306"/>
                    <a:pt x="116549" y="5877"/>
                  </a:cubicBezTo>
                  <a:cubicBezTo>
                    <a:pt x="115511" y="5229"/>
                    <a:pt x="114320" y="5401"/>
                    <a:pt x="113025" y="4705"/>
                  </a:cubicBezTo>
                  <a:cubicBezTo>
                    <a:pt x="112444" y="4391"/>
                    <a:pt x="111148" y="2524"/>
                    <a:pt x="110681" y="2353"/>
                  </a:cubicBezTo>
                  <a:cubicBezTo>
                    <a:pt x="106795" y="962"/>
                    <a:pt x="102233" y="2086"/>
                    <a:pt x="97766" y="10"/>
                  </a:cubicBezTo>
                  <a:cubicBezTo>
                    <a:pt x="97470" y="38"/>
                    <a:pt x="97299" y="0"/>
                    <a:pt x="97070" y="0"/>
                  </a:cubicBezTo>
                  <a:cubicBezTo>
                    <a:pt x="96289" y="305"/>
                    <a:pt x="95422" y="476"/>
                    <a:pt x="94413" y="676"/>
                  </a:cubicBezTo>
                  <a:cubicBezTo>
                    <a:pt x="93946" y="772"/>
                    <a:pt x="93536" y="724"/>
                    <a:pt x="93165" y="600"/>
                  </a:cubicBezTo>
                  <a:cubicBezTo>
                    <a:pt x="90479" y="1572"/>
                    <a:pt x="86574" y="29"/>
                    <a:pt x="86031" y="1172"/>
                  </a:cubicBezTo>
                  <a:cubicBezTo>
                    <a:pt x="82354" y="1410"/>
                    <a:pt x="77411" y="381"/>
                    <a:pt x="75458" y="2343"/>
                  </a:cubicBezTo>
                  <a:cubicBezTo>
                    <a:pt x="74544" y="2448"/>
                    <a:pt x="73925" y="2257"/>
                    <a:pt x="73458" y="1905"/>
                  </a:cubicBezTo>
                  <a:cubicBezTo>
                    <a:pt x="73048" y="2410"/>
                    <a:pt x="72515" y="2800"/>
                    <a:pt x="71753" y="2800"/>
                  </a:cubicBezTo>
                  <a:cubicBezTo>
                    <a:pt x="70276" y="2781"/>
                    <a:pt x="68876" y="2638"/>
                    <a:pt x="67457" y="2467"/>
                  </a:cubicBezTo>
                  <a:cubicBezTo>
                    <a:pt x="67438" y="2810"/>
                    <a:pt x="67400" y="3153"/>
                    <a:pt x="67247" y="3515"/>
                  </a:cubicBezTo>
                  <a:cubicBezTo>
                    <a:pt x="64285" y="3696"/>
                    <a:pt x="61237" y="3791"/>
                    <a:pt x="58523" y="4210"/>
                  </a:cubicBezTo>
                  <a:cubicBezTo>
                    <a:pt x="56351" y="5001"/>
                    <a:pt x="54208" y="5848"/>
                    <a:pt x="52055" y="6725"/>
                  </a:cubicBezTo>
                  <a:cubicBezTo>
                    <a:pt x="51569" y="7153"/>
                    <a:pt x="51150" y="7639"/>
                    <a:pt x="50807" y="8211"/>
                  </a:cubicBezTo>
                  <a:cubicBezTo>
                    <a:pt x="50236" y="8192"/>
                    <a:pt x="49855" y="7982"/>
                    <a:pt x="49540" y="7715"/>
                  </a:cubicBezTo>
                  <a:cubicBezTo>
                    <a:pt x="48416" y="8163"/>
                    <a:pt x="47293" y="8592"/>
                    <a:pt x="46150" y="8982"/>
                  </a:cubicBezTo>
                  <a:cubicBezTo>
                    <a:pt x="46131" y="9125"/>
                    <a:pt x="46159" y="9211"/>
                    <a:pt x="46121" y="9382"/>
                  </a:cubicBezTo>
                  <a:cubicBezTo>
                    <a:pt x="44083" y="9068"/>
                    <a:pt x="42854" y="10687"/>
                    <a:pt x="41425" y="11725"/>
                  </a:cubicBezTo>
                  <a:cubicBezTo>
                    <a:pt x="40054" y="12725"/>
                    <a:pt x="38911" y="14621"/>
                    <a:pt x="37901" y="15250"/>
                  </a:cubicBezTo>
                  <a:cubicBezTo>
                    <a:pt x="37472" y="15516"/>
                    <a:pt x="35853" y="14878"/>
                    <a:pt x="35548" y="15250"/>
                  </a:cubicBezTo>
                  <a:cubicBezTo>
                    <a:pt x="35434" y="15383"/>
                    <a:pt x="35701" y="16354"/>
                    <a:pt x="35548" y="16421"/>
                  </a:cubicBezTo>
                  <a:cubicBezTo>
                    <a:pt x="35120" y="16621"/>
                    <a:pt x="33481" y="16078"/>
                    <a:pt x="33205" y="16421"/>
                  </a:cubicBezTo>
                  <a:cubicBezTo>
                    <a:pt x="33072" y="16574"/>
                    <a:pt x="33377" y="17497"/>
                    <a:pt x="33205" y="17593"/>
                  </a:cubicBezTo>
                  <a:cubicBezTo>
                    <a:pt x="32776" y="17840"/>
                    <a:pt x="31157" y="17221"/>
                    <a:pt x="30862" y="17593"/>
                  </a:cubicBezTo>
                  <a:cubicBezTo>
                    <a:pt x="30509" y="18021"/>
                    <a:pt x="30109" y="19631"/>
                    <a:pt x="29690" y="19936"/>
                  </a:cubicBezTo>
                  <a:cubicBezTo>
                    <a:pt x="29271" y="20241"/>
                    <a:pt x="27652" y="19555"/>
                    <a:pt x="27338" y="19936"/>
                  </a:cubicBezTo>
                  <a:cubicBezTo>
                    <a:pt x="25042" y="22746"/>
                    <a:pt x="21480" y="26032"/>
                    <a:pt x="17946" y="29327"/>
                  </a:cubicBezTo>
                  <a:cubicBezTo>
                    <a:pt x="17060" y="30156"/>
                    <a:pt x="15755" y="30499"/>
                    <a:pt x="15631" y="32071"/>
                  </a:cubicBezTo>
                  <a:lnTo>
                    <a:pt x="9174" y="39710"/>
                  </a:lnTo>
                  <a:cubicBezTo>
                    <a:pt x="8021" y="41015"/>
                    <a:pt x="7011" y="42434"/>
                    <a:pt x="6202" y="43425"/>
                  </a:cubicBezTo>
                  <a:cubicBezTo>
                    <a:pt x="4468" y="45549"/>
                    <a:pt x="2601" y="49625"/>
                    <a:pt x="1506" y="53988"/>
                  </a:cubicBezTo>
                  <a:cubicBezTo>
                    <a:pt x="268" y="58960"/>
                    <a:pt x="-466" y="71799"/>
                    <a:pt x="334" y="79810"/>
                  </a:cubicBezTo>
                  <a:cubicBezTo>
                    <a:pt x="1230" y="88954"/>
                    <a:pt x="4811" y="97746"/>
                    <a:pt x="8554" y="105642"/>
                  </a:cubicBezTo>
                  <a:cubicBezTo>
                    <a:pt x="9221" y="107051"/>
                    <a:pt x="10202" y="107690"/>
                    <a:pt x="10907" y="109156"/>
                  </a:cubicBezTo>
                  <a:cubicBezTo>
                    <a:pt x="11641" y="110690"/>
                    <a:pt x="12050" y="112014"/>
                    <a:pt x="12679" y="113357"/>
                  </a:cubicBezTo>
                  <a:cubicBezTo>
                    <a:pt x="14374" y="111614"/>
                    <a:pt x="15765" y="109585"/>
                    <a:pt x="17060" y="107547"/>
                  </a:cubicBezTo>
                  <a:cubicBezTo>
                    <a:pt x="16965" y="107509"/>
                    <a:pt x="16879" y="107471"/>
                    <a:pt x="16784" y="107432"/>
                  </a:cubicBezTo>
                  <a:lnTo>
                    <a:pt x="20842" y="98879"/>
                  </a:lnTo>
                  <a:cubicBezTo>
                    <a:pt x="20899" y="98793"/>
                    <a:pt x="20918" y="98689"/>
                    <a:pt x="20975" y="98593"/>
                  </a:cubicBezTo>
                  <a:lnTo>
                    <a:pt x="20984" y="98574"/>
                  </a:lnTo>
                  <a:cubicBezTo>
                    <a:pt x="21185" y="98212"/>
                    <a:pt x="21375" y="97841"/>
                    <a:pt x="21480" y="97412"/>
                  </a:cubicBezTo>
                  <a:cubicBezTo>
                    <a:pt x="21642" y="96765"/>
                    <a:pt x="21175" y="95660"/>
                    <a:pt x="21480" y="95069"/>
                  </a:cubicBezTo>
                  <a:cubicBezTo>
                    <a:pt x="22537" y="92974"/>
                    <a:pt x="23013" y="93631"/>
                    <a:pt x="23823" y="90373"/>
                  </a:cubicBezTo>
                  <a:cubicBezTo>
                    <a:pt x="24080" y="89345"/>
                    <a:pt x="24623" y="88354"/>
                    <a:pt x="24995" y="86849"/>
                  </a:cubicBezTo>
                  <a:cubicBezTo>
                    <a:pt x="25252" y="85820"/>
                    <a:pt x="25795" y="84839"/>
                    <a:pt x="26166" y="83334"/>
                  </a:cubicBezTo>
                  <a:cubicBezTo>
                    <a:pt x="26423" y="82296"/>
                    <a:pt x="26966" y="81315"/>
                    <a:pt x="27338" y="79810"/>
                  </a:cubicBezTo>
                  <a:cubicBezTo>
                    <a:pt x="27595" y="78781"/>
                    <a:pt x="28138" y="77791"/>
                    <a:pt x="28509" y="76295"/>
                  </a:cubicBezTo>
                  <a:cubicBezTo>
                    <a:pt x="28766" y="75257"/>
                    <a:pt x="29300" y="74276"/>
                    <a:pt x="29681" y="72771"/>
                  </a:cubicBezTo>
                  <a:cubicBezTo>
                    <a:pt x="29948" y="71714"/>
                    <a:pt x="31024" y="69971"/>
                    <a:pt x="32024" y="68075"/>
                  </a:cubicBezTo>
                  <a:cubicBezTo>
                    <a:pt x="33938" y="64465"/>
                    <a:pt x="37044" y="60970"/>
                    <a:pt x="40244" y="57512"/>
                  </a:cubicBezTo>
                  <a:cubicBezTo>
                    <a:pt x="41149" y="56531"/>
                    <a:pt x="41520" y="56045"/>
                    <a:pt x="42587" y="55169"/>
                  </a:cubicBezTo>
                  <a:cubicBezTo>
                    <a:pt x="43225" y="54654"/>
                    <a:pt x="46426" y="51454"/>
                    <a:pt x="48455" y="51645"/>
                  </a:cubicBezTo>
                  <a:cubicBezTo>
                    <a:pt x="48388" y="51635"/>
                    <a:pt x="48836" y="52778"/>
                    <a:pt x="49626" y="52816"/>
                  </a:cubicBezTo>
                  <a:cubicBezTo>
                    <a:pt x="50417" y="52854"/>
                    <a:pt x="58275" y="50730"/>
                    <a:pt x="59018" y="51645"/>
                  </a:cubicBezTo>
                  <a:cubicBezTo>
                    <a:pt x="59132" y="51778"/>
                    <a:pt x="58865" y="52749"/>
                    <a:pt x="59018" y="52816"/>
                  </a:cubicBezTo>
                  <a:cubicBezTo>
                    <a:pt x="59446" y="53016"/>
                    <a:pt x="61085" y="52473"/>
                    <a:pt x="61361" y="52816"/>
                  </a:cubicBezTo>
                  <a:cubicBezTo>
                    <a:pt x="61466" y="52940"/>
                    <a:pt x="61228" y="53931"/>
                    <a:pt x="61361" y="53988"/>
                  </a:cubicBezTo>
                  <a:cubicBezTo>
                    <a:pt x="63228" y="54769"/>
                    <a:pt x="65961" y="54416"/>
                    <a:pt x="67228" y="55159"/>
                  </a:cubicBezTo>
                  <a:cubicBezTo>
                    <a:pt x="67590" y="55369"/>
                    <a:pt x="66914" y="57198"/>
                    <a:pt x="67228" y="57502"/>
                  </a:cubicBezTo>
                  <a:cubicBezTo>
                    <a:pt x="67628" y="57902"/>
                    <a:pt x="69152" y="57131"/>
                    <a:pt x="69581" y="57502"/>
                  </a:cubicBezTo>
                  <a:cubicBezTo>
                    <a:pt x="70095" y="57969"/>
                    <a:pt x="70229" y="59474"/>
                    <a:pt x="70753" y="59855"/>
                  </a:cubicBezTo>
                  <a:cubicBezTo>
                    <a:pt x="71172" y="60160"/>
                    <a:pt x="72781" y="59474"/>
                    <a:pt x="73096" y="59855"/>
                  </a:cubicBezTo>
                  <a:cubicBezTo>
                    <a:pt x="75696" y="63036"/>
                    <a:pt x="84164" y="67266"/>
                    <a:pt x="89536" y="69247"/>
                  </a:cubicBezTo>
                  <a:cubicBezTo>
                    <a:pt x="91412" y="69933"/>
                    <a:pt x="93194" y="69752"/>
                    <a:pt x="95403" y="70418"/>
                  </a:cubicBezTo>
                  <a:cubicBezTo>
                    <a:pt x="95775" y="70533"/>
                    <a:pt x="95451" y="71533"/>
                    <a:pt x="96575" y="71590"/>
                  </a:cubicBezTo>
                  <a:cubicBezTo>
                    <a:pt x="98023" y="71666"/>
                    <a:pt x="99880" y="71228"/>
                    <a:pt x="101271" y="71590"/>
                  </a:cubicBezTo>
                  <a:cubicBezTo>
                    <a:pt x="101576" y="71666"/>
                    <a:pt x="101375" y="72704"/>
                    <a:pt x="102442" y="72761"/>
                  </a:cubicBezTo>
                  <a:cubicBezTo>
                    <a:pt x="104347" y="72857"/>
                    <a:pt x="104443" y="73733"/>
                    <a:pt x="105967" y="73933"/>
                  </a:cubicBezTo>
                  <a:cubicBezTo>
                    <a:pt x="115168" y="75114"/>
                    <a:pt x="127474" y="74638"/>
                    <a:pt x="132970" y="71580"/>
                  </a:cubicBezTo>
                  <a:cubicBezTo>
                    <a:pt x="133589" y="71238"/>
                    <a:pt x="132818" y="70475"/>
                    <a:pt x="134141" y="70409"/>
                  </a:cubicBezTo>
                  <a:cubicBezTo>
                    <a:pt x="136123" y="70304"/>
                    <a:pt x="140057" y="68380"/>
                    <a:pt x="142362" y="66885"/>
                  </a:cubicBezTo>
                  <a:cubicBezTo>
                    <a:pt x="143019" y="66465"/>
                    <a:pt x="142181" y="65789"/>
                    <a:pt x="143533" y="65723"/>
                  </a:cubicBezTo>
                  <a:cubicBezTo>
                    <a:pt x="146486" y="65561"/>
                    <a:pt x="147419" y="59588"/>
                    <a:pt x="151410" y="57950"/>
                  </a:cubicBezTo>
                  <a:cubicBezTo>
                    <a:pt x="151706" y="55588"/>
                    <a:pt x="152277" y="53264"/>
                    <a:pt x="152410" y="50902"/>
                  </a:cubicBezTo>
                  <a:cubicBezTo>
                    <a:pt x="152229" y="50187"/>
                    <a:pt x="151982" y="49511"/>
                    <a:pt x="151763" y="48825"/>
                  </a:cubicBezTo>
                  <a:close/>
                </a:path>
              </a:pathLst>
            </a:custGeom>
            <a:solidFill>
              <a:srgbClr val="2F2B29"/>
            </a:solidFill>
            <a:ln cap="flat">
              <a:noFill/>
              <a:prstDash val="solid"/>
              <a:miter lim="800000"/>
            </a:ln>
          </p:spPr>
          <p:txBody>
            <a:bodyPr vert="horz" anchor="ctr" tIns="45720" lIns="91440" bIns="45720" rIns="91440"/>
            <a:p>
              <a:pPr algn="l" marL="0"/>
            </a:p>
          </p:txBody>
        </p:sp>
        <p:sp>
          <p:nvSpPr>
            <p:cNvPr name="Freeform 54" id="54"/>
            <p:cNvSpPr/>
            <p:nvPr/>
          </p:nvSpPr>
          <p:spPr>
            <a:xfrm>
              <a:off x="7636842" y="2450117"/>
              <a:ext cx="54557" cy="34618"/>
            </a:xfrm>
            <a:custGeom>
              <a:avLst/>
              <a:gdLst/>
              <a:ahLst/>
              <a:cxnLst/>
              <a:rect r="r" b="b" t="t" l="l"/>
              <a:pathLst>
                <a:path w="18852" h="11962" stroke="true" fill="norm" extrusionOk="true">
                  <a:moveTo>
                    <a:pt x="15475" y="250"/>
                  </a:moveTo>
                  <a:cubicBezTo>
                    <a:pt x="14456" y="755"/>
                    <a:pt x="13989" y="1669"/>
                    <a:pt x="13570" y="2641"/>
                  </a:cubicBezTo>
                  <a:cubicBezTo>
                    <a:pt x="12246" y="9422"/>
                    <a:pt x="5207" y="5022"/>
                    <a:pt x="5207" y="5022"/>
                  </a:cubicBezTo>
                  <a:cubicBezTo>
                    <a:pt x="3426" y="4460"/>
                    <a:pt x="1035" y="3908"/>
                    <a:pt x="254" y="5108"/>
                  </a:cubicBezTo>
                  <a:cubicBezTo>
                    <a:pt x="-13" y="5527"/>
                    <a:pt x="-89" y="6146"/>
                    <a:pt x="120" y="7060"/>
                  </a:cubicBezTo>
                  <a:cubicBezTo>
                    <a:pt x="244" y="7565"/>
                    <a:pt x="520" y="8146"/>
                    <a:pt x="854" y="8727"/>
                  </a:cubicBezTo>
                  <a:cubicBezTo>
                    <a:pt x="1044" y="8899"/>
                    <a:pt x="4950" y="12347"/>
                    <a:pt x="10465" y="11928"/>
                  </a:cubicBezTo>
                  <a:lnTo>
                    <a:pt x="10465" y="11928"/>
                  </a:lnTo>
                  <a:cubicBezTo>
                    <a:pt x="14294" y="11204"/>
                    <a:pt x="18075" y="9156"/>
                    <a:pt x="18751" y="5793"/>
                  </a:cubicBezTo>
                  <a:cubicBezTo>
                    <a:pt x="19161" y="3765"/>
                    <a:pt x="18370" y="-1160"/>
                    <a:pt x="15475" y="250"/>
                  </a:cubicBezTo>
                  <a:close/>
                </a:path>
              </a:pathLst>
            </a:custGeom>
            <a:solidFill>
              <a:srgbClr val="CD6B29"/>
            </a:solidFill>
            <a:ln cap="flat">
              <a:noFill/>
              <a:prstDash val="solid"/>
              <a:miter lim="800000"/>
            </a:ln>
          </p:spPr>
          <p:txBody>
            <a:bodyPr vert="horz" anchor="ctr" tIns="45720" lIns="91440" bIns="45720" rIns="91440"/>
            <a:p>
              <a:pPr algn="l" marL="0"/>
            </a:p>
          </p:txBody>
        </p:sp>
        <p:sp>
          <p:nvSpPr>
            <p:cNvPr name="Freeform 55" id="55"/>
            <p:cNvSpPr/>
            <p:nvPr/>
          </p:nvSpPr>
          <p:spPr>
            <a:xfrm>
              <a:off x="7744034" y="2354527"/>
              <a:ext cx="108604" cy="108604"/>
            </a:xfrm>
            <a:custGeom>
              <a:avLst/>
              <a:gdLst/>
              <a:ahLst/>
              <a:cxnLst/>
              <a:rect r="r" b="b" t="t" l="l"/>
              <a:pathLst>
                <a:path w="37528" h="37528" stroke="true" fill="norm" extrusionOk="true">
                  <a:moveTo>
                    <a:pt x="37528" y="18764"/>
                  </a:moveTo>
                  <a:cubicBezTo>
                    <a:pt x="37528" y="29127"/>
                    <a:pt x="29127" y="37528"/>
                    <a:pt x="18764" y="37528"/>
                  </a:cubicBezTo>
                  <a:cubicBezTo>
                    <a:pt x="8401" y="37528"/>
                    <a:pt x="0" y="29127"/>
                    <a:pt x="0" y="18764"/>
                  </a:cubicBezTo>
                  <a:cubicBezTo>
                    <a:pt x="0" y="8401"/>
                    <a:pt x="8401" y="0"/>
                    <a:pt x="18764" y="0"/>
                  </a:cubicBezTo>
                  <a:cubicBezTo>
                    <a:pt x="29127" y="0"/>
                    <a:pt x="37528" y="8401"/>
                    <a:pt x="37528" y="18764"/>
                  </a:cubicBezTo>
                  <a:close/>
                </a:path>
              </a:pathLst>
            </a:custGeom>
            <a:solidFill>
              <a:srgbClr val="D97B60"/>
            </a:solidFill>
            <a:ln cap="flat">
              <a:noFill/>
              <a:prstDash val="solid"/>
              <a:miter lim="800000"/>
            </a:ln>
          </p:spPr>
          <p:txBody>
            <a:bodyPr vert="horz" anchor="ctr" tIns="45720" lIns="91440" bIns="45720" rIns="91440"/>
            <a:p>
              <a:pPr algn="l" marL="0"/>
            </a:p>
          </p:txBody>
        </p:sp>
        <p:sp>
          <p:nvSpPr>
            <p:cNvPr name="Freeform 56" id="56"/>
            <p:cNvSpPr/>
            <p:nvPr/>
          </p:nvSpPr>
          <p:spPr>
            <a:xfrm>
              <a:off x="7506866" y="2430800"/>
              <a:ext cx="83384" cy="94601"/>
            </a:xfrm>
            <a:custGeom>
              <a:avLst/>
              <a:gdLst/>
              <a:ahLst/>
              <a:cxnLst/>
              <a:rect r="r" b="b" t="t" l="l"/>
              <a:pathLst>
                <a:path w="28813" h="32689" stroke="true" fill="norm" extrusionOk="true">
                  <a:moveTo>
                    <a:pt x="28813" y="18764"/>
                  </a:moveTo>
                  <a:cubicBezTo>
                    <a:pt x="28813" y="8401"/>
                    <a:pt x="20412" y="0"/>
                    <a:pt x="10049" y="0"/>
                  </a:cubicBezTo>
                  <a:cubicBezTo>
                    <a:pt x="6344" y="0"/>
                    <a:pt x="2905" y="1105"/>
                    <a:pt x="0" y="2962"/>
                  </a:cubicBezTo>
                  <a:cubicBezTo>
                    <a:pt x="67" y="3038"/>
                    <a:pt x="143" y="3058"/>
                    <a:pt x="200" y="3134"/>
                  </a:cubicBezTo>
                  <a:cubicBezTo>
                    <a:pt x="1972" y="5382"/>
                    <a:pt x="3581" y="7706"/>
                    <a:pt x="5067" y="10154"/>
                  </a:cubicBezTo>
                  <a:cubicBezTo>
                    <a:pt x="5591" y="11011"/>
                    <a:pt x="5486" y="11820"/>
                    <a:pt x="5086" y="12478"/>
                  </a:cubicBezTo>
                  <a:cubicBezTo>
                    <a:pt x="6220" y="14907"/>
                    <a:pt x="7496" y="16545"/>
                    <a:pt x="9030" y="17802"/>
                  </a:cubicBezTo>
                  <a:cubicBezTo>
                    <a:pt x="9420" y="18126"/>
                    <a:pt x="8715" y="19736"/>
                    <a:pt x="9030" y="20155"/>
                  </a:cubicBezTo>
                  <a:cubicBezTo>
                    <a:pt x="10973" y="22689"/>
                    <a:pt x="15526" y="25727"/>
                    <a:pt x="17250" y="27194"/>
                  </a:cubicBezTo>
                  <a:cubicBezTo>
                    <a:pt x="18155" y="27965"/>
                    <a:pt x="19345" y="28327"/>
                    <a:pt x="19555" y="29756"/>
                  </a:cubicBezTo>
                  <a:cubicBezTo>
                    <a:pt x="19688" y="29880"/>
                    <a:pt x="19841" y="29966"/>
                    <a:pt x="19955" y="30128"/>
                  </a:cubicBezTo>
                  <a:cubicBezTo>
                    <a:pt x="20679" y="31137"/>
                    <a:pt x="21574" y="31956"/>
                    <a:pt x="22527" y="32690"/>
                  </a:cubicBezTo>
                  <a:cubicBezTo>
                    <a:pt x="26346" y="29261"/>
                    <a:pt x="28813" y="24317"/>
                    <a:pt x="28813" y="18764"/>
                  </a:cubicBezTo>
                  <a:close/>
                </a:path>
              </a:pathLst>
            </a:custGeom>
            <a:solidFill>
              <a:srgbClr val="D97B60"/>
            </a:solidFill>
            <a:ln cap="flat">
              <a:noFill/>
              <a:prstDash val="solid"/>
              <a:miter lim="800000"/>
            </a:ln>
          </p:spPr>
          <p:txBody>
            <a:bodyPr vert="horz" anchor="ctr" tIns="45720" lIns="91440" bIns="45720" rIns="91440"/>
            <a:p>
              <a:pPr algn="l" marL="0"/>
            </a:p>
          </p:txBody>
        </p:sp>
        <p:sp>
          <p:nvSpPr>
            <p:cNvPr name="Freeform 57" id="57"/>
            <p:cNvSpPr/>
            <p:nvPr/>
          </p:nvSpPr>
          <p:spPr>
            <a:xfrm>
              <a:off x="7832789" y="3823208"/>
              <a:ext cx="39798" cy="62663"/>
            </a:xfrm>
            <a:custGeom>
              <a:avLst/>
              <a:gdLst/>
              <a:ahLst/>
              <a:cxnLst/>
              <a:rect r="r" b="b" t="t" l="l"/>
              <a:pathLst>
                <a:path w="13752" h="21653" stroke="true" fill="norm" extrusionOk="true">
                  <a:moveTo>
                    <a:pt x="11460" y="9814"/>
                  </a:moveTo>
                  <a:cubicBezTo>
                    <a:pt x="12127" y="8252"/>
                    <a:pt x="15460" y="3232"/>
                    <a:pt x="12631" y="422"/>
                  </a:cubicBezTo>
                  <a:cubicBezTo>
                    <a:pt x="7783" y="-1454"/>
                    <a:pt x="9879" y="3432"/>
                    <a:pt x="9107" y="5118"/>
                  </a:cubicBezTo>
                  <a:cubicBezTo>
                    <a:pt x="8850" y="5671"/>
                    <a:pt x="8002" y="5013"/>
                    <a:pt x="7935" y="6290"/>
                  </a:cubicBezTo>
                  <a:cubicBezTo>
                    <a:pt x="7926" y="6414"/>
                    <a:pt x="7059" y="9328"/>
                    <a:pt x="6764" y="9814"/>
                  </a:cubicBezTo>
                  <a:cubicBezTo>
                    <a:pt x="6240" y="10652"/>
                    <a:pt x="4954" y="11414"/>
                    <a:pt x="4411" y="12157"/>
                  </a:cubicBezTo>
                  <a:cubicBezTo>
                    <a:pt x="4087" y="12595"/>
                    <a:pt x="3649" y="13110"/>
                    <a:pt x="3182" y="13662"/>
                  </a:cubicBezTo>
                  <a:cubicBezTo>
                    <a:pt x="2278" y="14710"/>
                    <a:pt x="573" y="16043"/>
                    <a:pt x="115" y="17396"/>
                  </a:cubicBezTo>
                  <a:cubicBezTo>
                    <a:pt x="-475" y="19148"/>
                    <a:pt x="1316" y="21063"/>
                    <a:pt x="2849" y="21653"/>
                  </a:cubicBezTo>
                  <a:cubicBezTo>
                    <a:pt x="3706" y="20615"/>
                    <a:pt x="5507" y="19501"/>
                    <a:pt x="5592" y="18034"/>
                  </a:cubicBezTo>
                  <a:cubicBezTo>
                    <a:pt x="5621" y="17548"/>
                    <a:pt x="5802" y="17367"/>
                    <a:pt x="6050" y="17272"/>
                  </a:cubicBezTo>
                  <a:cubicBezTo>
                    <a:pt x="6573" y="17053"/>
                    <a:pt x="7421" y="17377"/>
                    <a:pt x="7945" y="16863"/>
                  </a:cubicBezTo>
                  <a:cubicBezTo>
                    <a:pt x="8345" y="16462"/>
                    <a:pt x="7564" y="14938"/>
                    <a:pt x="7945" y="14510"/>
                  </a:cubicBezTo>
                  <a:cubicBezTo>
                    <a:pt x="9088" y="13214"/>
                    <a:pt x="10298" y="12519"/>
                    <a:pt x="11460" y="9814"/>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58" id="58"/>
            <p:cNvSpPr/>
            <p:nvPr/>
          </p:nvSpPr>
          <p:spPr>
            <a:xfrm>
              <a:off x="7860722" y="3852984"/>
              <a:ext cx="39222" cy="53451"/>
            </a:xfrm>
            <a:custGeom>
              <a:avLst/>
              <a:gdLst/>
              <a:ahLst/>
              <a:cxnLst/>
              <a:rect r="r" b="b" t="t" l="l"/>
              <a:pathLst>
                <a:path w="13553" h="18470" stroke="true" fill="norm" extrusionOk="true">
                  <a:moveTo>
                    <a:pt x="8856" y="1868"/>
                  </a:moveTo>
                  <a:cubicBezTo>
                    <a:pt x="7218" y="3716"/>
                    <a:pt x="7656" y="6040"/>
                    <a:pt x="6513" y="7745"/>
                  </a:cubicBezTo>
                  <a:cubicBezTo>
                    <a:pt x="5951" y="8564"/>
                    <a:pt x="4713" y="9345"/>
                    <a:pt x="4161" y="10098"/>
                  </a:cubicBezTo>
                  <a:cubicBezTo>
                    <a:pt x="3618" y="10831"/>
                    <a:pt x="2960" y="12060"/>
                    <a:pt x="2217" y="13317"/>
                  </a:cubicBezTo>
                  <a:cubicBezTo>
                    <a:pt x="1732" y="14146"/>
                    <a:pt x="122" y="15413"/>
                    <a:pt x="8" y="16336"/>
                  </a:cubicBezTo>
                  <a:cubicBezTo>
                    <a:pt x="-173" y="17861"/>
                    <a:pt x="2913" y="18565"/>
                    <a:pt x="4027" y="18460"/>
                  </a:cubicBezTo>
                  <a:cubicBezTo>
                    <a:pt x="5913" y="18280"/>
                    <a:pt x="6380" y="15965"/>
                    <a:pt x="7313" y="14574"/>
                  </a:cubicBezTo>
                  <a:cubicBezTo>
                    <a:pt x="10009" y="10574"/>
                    <a:pt x="13638" y="7497"/>
                    <a:pt x="13552" y="715"/>
                  </a:cubicBezTo>
                  <a:cubicBezTo>
                    <a:pt x="9752" y="-751"/>
                    <a:pt x="10304" y="239"/>
                    <a:pt x="8856" y="1868"/>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59" id="59"/>
            <p:cNvSpPr/>
            <p:nvPr/>
          </p:nvSpPr>
          <p:spPr>
            <a:xfrm>
              <a:off x="7913036" y="3857730"/>
              <a:ext cx="34701" cy="40209"/>
            </a:xfrm>
            <a:custGeom>
              <a:avLst/>
              <a:gdLst/>
              <a:ahLst/>
              <a:cxnLst/>
              <a:rect r="r" b="b" t="t" l="l"/>
              <a:pathLst>
                <a:path w="11991" h="13894" stroke="true" fill="norm" extrusionOk="true">
                  <a:moveTo>
                    <a:pt x="11906" y="228"/>
                  </a:moveTo>
                  <a:cubicBezTo>
                    <a:pt x="7496" y="-887"/>
                    <a:pt x="7705" y="2314"/>
                    <a:pt x="6038" y="4924"/>
                  </a:cubicBezTo>
                  <a:cubicBezTo>
                    <a:pt x="5743" y="5381"/>
                    <a:pt x="5372" y="6057"/>
                    <a:pt x="4953" y="6829"/>
                  </a:cubicBezTo>
                  <a:cubicBezTo>
                    <a:pt x="4324" y="7943"/>
                    <a:pt x="3562" y="9296"/>
                    <a:pt x="2524" y="10791"/>
                  </a:cubicBezTo>
                  <a:cubicBezTo>
                    <a:pt x="1981" y="11572"/>
                    <a:pt x="-715" y="12220"/>
                    <a:pt x="181" y="13563"/>
                  </a:cubicBezTo>
                  <a:cubicBezTo>
                    <a:pt x="876" y="14611"/>
                    <a:pt x="4419" y="12867"/>
                    <a:pt x="5181" y="12553"/>
                  </a:cubicBezTo>
                  <a:cubicBezTo>
                    <a:pt x="7801" y="11458"/>
                    <a:pt x="8191" y="10658"/>
                    <a:pt x="9639" y="8229"/>
                  </a:cubicBezTo>
                  <a:cubicBezTo>
                    <a:pt x="10906" y="6076"/>
                    <a:pt x="12363" y="4114"/>
                    <a:pt x="11906" y="228"/>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60" id="60"/>
            <p:cNvSpPr/>
            <p:nvPr/>
          </p:nvSpPr>
          <p:spPr>
            <a:xfrm>
              <a:off x="7268499" y="4105919"/>
              <a:ext cx="27695" cy="57393"/>
            </a:xfrm>
            <a:custGeom>
              <a:avLst/>
              <a:gdLst/>
              <a:ahLst/>
              <a:cxnLst/>
              <a:rect r="r" b="b" t="t" l="l"/>
              <a:pathLst>
                <a:path w="9570" h="19832" stroke="true" fill="norm" extrusionOk="true">
                  <a:moveTo>
                    <a:pt x="9548" y="18261"/>
                  </a:moveTo>
                  <a:cubicBezTo>
                    <a:pt x="9624" y="17994"/>
                    <a:pt x="9510" y="17689"/>
                    <a:pt x="9138" y="17337"/>
                  </a:cubicBezTo>
                  <a:cubicBezTo>
                    <a:pt x="8824" y="17051"/>
                    <a:pt x="8386" y="16908"/>
                    <a:pt x="8053" y="16651"/>
                  </a:cubicBezTo>
                  <a:cubicBezTo>
                    <a:pt x="7033" y="15879"/>
                    <a:pt x="6986" y="14879"/>
                    <a:pt x="7357" y="13660"/>
                  </a:cubicBezTo>
                  <a:cubicBezTo>
                    <a:pt x="7386" y="13574"/>
                    <a:pt x="7386" y="13508"/>
                    <a:pt x="7424" y="13412"/>
                  </a:cubicBezTo>
                  <a:cubicBezTo>
                    <a:pt x="3481" y="11003"/>
                    <a:pt x="7948" y="-132"/>
                    <a:pt x="1557" y="1"/>
                  </a:cubicBezTo>
                  <a:cubicBezTo>
                    <a:pt x="99" y="68"/>
                    <a:pt x="-434" y="5726"/>
                    <a:pt x="385" y="8545"/>
                  </a:cubicBezTo>
                  <a:cubicBezTo>
                    <a:pt x="566" y="9164"/>
                    <a:pt x="1566" y="9850"/>
                    <a:pt x="1557" y="9755"/>
                  </a:cubicBezTo>
                  <a:cubicBezTo>
                    <a:pt x="1833" y="11650"/>
                    <a:pt x="1928" y="13641"/>
                    <a:pt x="2204" y="15422"/>
                  </a:cubicBezTo>
                  <a:cubicBezTo>
                    <a:pt x="2347" y="16289"/>
                    <a:pt x="2538" y="17184"/>
                    <a:pt x="2890" y="17994"/>
                  </a:cubicBezTo>
                  <a:cubicBezTo>
                    <a:pt x="3461" y="19289"/>
                    <a:pt x="4538" y="19918"/>
                    <a:pt x="5881" y="19823"/>
                  </a:cubicBezTo>
                  <a:cubicBezTo>
                    <a:pt x="6757" y="19737"/>
                    <a:pt x="9234" y="19347"/>
                    <a:pt x="9548" y="18261"/>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61" id="61"/>
            <p:cNvSpPr/>
            <p:nvPr/>
          </p:nvSpPr>
          <p:spPr>
            <a:xfrm>
              <a:off x="7221736" y="4102275"/>
              <a:ext cx="35998" cy="64619"/>
            </a:xfrm>
            <a:custGeom>
              <a:avLst/>
              <a:gdLst/>
              <a:ahLst/>
              <a:cxnLst/>
              <a:rect r="r" b="b" t="t" l="l"/>
              <a:pathLst>
                <a:path w="12439" h="22329" stroke="true" fill="norm" extrusionOk="true">
                  <a:moveTo>
                    <a:pt x="12125" y="21120"/>
                  </a:moveTo>
                  <a:cubicBezTo>
                    <a:pt x="11772" y="20758"/>
                    <a:pt x="11125" y="20920"/>
                    <a:pt x="10467" y="20587"/>
                  </a:cubicBezTo>
                  <a:cubicBezTo>
                    <a:pt x="9886" y="20301"/>
                    <a:pt x="9439" y="19825"/>
                    <a:pt x="9134" y="19244"/>
                  </a:cubicBezTo>
                  <a:cubicBezTo>
                    <a:pt x="9010" y="19015"/>
                    <a:pt x="8877" y="18777"/>
                    <a:pt x="8791" y="18510"/>
                  </a:cubicBezTo>
                  <a:cubicBezTo>
                    <a:pt x="7410" y="16672"/>
                    <a:pt x="7896" y="13567"/>
                    <a:pt x="6448" y="11224"/>
                  </a:cubicBezTo>
                  <a:cubicBezTo>
                    <a:pt x="5410" y="9528"/>
                    <a:pt x="6467" y="2518"/>
                    <a:pt x="2924" y="279"/>
                  </a:cubicBezTo>
                  <a:cubicBezTo>
                    <a:pt x="-229" y="-1111"/>
                    <a:pt x="1552" y="3099"/>
                    <a:pt x="571" y="3918"/>
                  </a:cubicBezTo>
                  <a:cubicBezTo>
                    <a:pt x="-296" y="4651"/>
                    <a:pt x="-77" y="5975"/>
                    <a:pt x="571" y="9995"/>
                  </a:cubicBezTo>
                  <a:cubicBezTo>
                    <a:pt x="590" y="10109"/>
                    <a:pt x="1695" y="10262"/>
                    <a:pt x="1742" y="11214"/>
                  </a:cubicBezTo>
                  <a:cubicBezTo>
                    <a:pt x="1771" y="11671"/>
                    <a:pt x="1447" y="14605"/>
                    <a:pt x="1742" y="14853"/>
                  </a:cubicBezTo>
                  <a:cubicBezTo>
                    <a:pt x="1914" y="15005"/>
                    <a:pt x="3619" y="16739"/>
                    <a:pt x="4152" y="18672"/>
                  </a:cubicBezTo>
                  <a:cubicBezTo>
                    <a:pt x="4352" y="19406"/>
                    <a:pt x="3819" y="20310"/>
                    <a:pt x="4352" y="20996"/>
                  </a:cubicBezTo>
                  <a:cubicBezTo>
                    <a:pt x="4686" y="21425"/>
                    <a:pt x="5362" y="21501"/>
                    <a:pt x="5857" y="21615"/>
                  </a:cubicBezTo>
                  <a:cubicBezTo>
                    <a:pt x="7086" y="21911"/>
                    <a:pt x="8324" y="22168"/>
                    <a:pt x="9582" y="22292"/>
                  </a:cubicBezTo>
                  <a:cubicBezTo>
                    <a:pt x="10067" y="22349"/>
                    <a:pt x="13477" y="22520"/>
                    <a:pt x="12125" y="21120"/>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62" id="62"/>
            <p:cNvSpPr/>
            <p:nvPr/>
          </p:nvSpPr>
          <p:spPr>
            <a:xfrm>
              <a:off x="7862956" y="3178857"/>
              <a:ext cx="444726" cy="532416"/>
            </a:xfrm>
            <a:custGeom>
              <a:avLst/>
              <a:gdLst/>
              <a:ahLst/>
              <a:cxnLst/>
              <a:rect r="r" b="b" t="t" l="l"/>
              <a:pathLst>
                <a:path w="153674" h="183975" stroke="true" fill="norm" extrusionOk="true">
                  <a:moveTo>
                    <a:pt x="153674" y="41091"/>
                  </a:moveTo>
                  <a:cubicBezTo>
                    <a:pt x="152017" y="36871"/>
                    <a:pt x="153741" y="29280"/>
                    <a:pt x="150150" y="27003"/>
                  </a:cubicBezTo>
                  <a:cubicBezTo>
                    <a:pt x="150226" y="26899"/>
                    <a:pt x="150293" y="26746"/>
                    <a:pt x="150369" y="26641"/>
                  </a:cubicBezTo>
                  <a:cubicBezTo>
                    <a:pt x="149274" y="26441"/>
                    <a:pt x="148188" y="26346"/>
                    <a:pt x="147035" y="26346"/>
                  </a:cubicBezTo>
                  <a:cubicBezTo>
                    <a:pt x="146407" y="26337"/>
                    <a:pt x="145931" y="26108"/>
                    <a:pt x="145549" y="25794"/>
                  </a:cubicBezTo>
                  <a:cubicBezTo>
                    <a:pt x="139244" y="25641"/>
                    <a:pt x="135510" y="23508"/>
                    <a:pt x="131357" y="21126"/>
                  </a:cubicBezTo>
                  <a:cubicBezTo>
                    <a:pt x="130110" y="20422"/>
                    <a:pt x="129976" y="19479"/>
                    <a:pt x="129004" y="18783"/>
                  </a:cubicBezTo>
                  <a:cubicBezTo>
                    <a:pt x="128500" y="18412"/>
                    <a:pt x="127233" y="19041"/>
                    <a:pt x="126652" y="18783"/>
                  </a:cubicBezTo>
                  <a:cubicBezTo>
                    <a:pt x="126328" y="18631"/>
                    <a:pt x="125842" y="16716"/>
                    <a:pt x="125480" y="16431"/>
                  </a:cubicBezTo>
                  <a:cubicBezTo>
                    <a:pt x="123890" y="15135"/>
                    <a:pt x="122004" y="12973"/>
                    <a:pt x="120785" y="12906"/>
                  </a:cubicBezTo>
                  <a:cubicBezTo>
                    <a:pt x="119470" y="12840"/>
                    <a:pt x="120213" y="12059"/>
                    <a:pt x="119613" y="11735"/>
                  </a:cubicBezTo>
                  <a:cubicBezTo>
                    <a:pt x="118032" y="10897"/>
                    <a:pt x="116584" y="11106"/>
                    <a:pt x="114908" y="10563"/>
                  </a:cubicBezTo>
                  <a:cubicBezTo>
                    <a:pt x="114603" y="10468"/>
                    <a:pt x="114631" y="9668"/>
                    <a:pt x="113746" y="9392"/>
                  </a:cubicBezTo>
                  <a:cubicBezTo>
                    <a:pt x="112669" y="9068"/>
                    <a:pt x="111317" y="9658"/>
                    <a:pt x="110221" y="9392"/>
                  </a:cubicBezTo>
                  <a:cubicBezTo>
                    <a:pt x="108735" y="6572"/>
                    <a:pt x="103973" y="7030"/>
                    <a:pt x="102001" y="4705"/>
                  </a:cubicBezTo>
                  <a:cubicBezTo>
                    <a:pt x="91495" y="7868"/>
                    <a:pt x="83808" y="2496"/>
                    <a:pt x="73826" y="4705"/>
                  </a:cubicBezTo>
                  <a:cubicBezTo>
                    <a:pt x="70264" y="3172"/>
                    <a:pt x="67054" y="1305"/>
                    <a:pt x="63263" y="0"/>
                  </a:cubicBezTo>
                  <a:cubicBezTo>
                    <a:pt x="63139" y="1724"/>
                    <a:pt x="61301" y="829"/>
                    <a:pt x="59739" y="1172"/>
                  </a:cubicBezTo>
                  <a:cubicBezTo>
                    <a:pt x="55938" y="2019"/>
                    <a:pt x="53357" y="3591"/>
                    <a:pt x="49366" y="3524"/>
                  </a:cubicBezTo>
                  <a:cubicBezTo>
                    <a:pt x="47480" y="5229"/>
                    <a:pt x="45318" y="6515"/>
                    <a:pt x="43003" y="7544"/>
                  </a:cubicBezTo>
                  <a:cubicBezTo>
                    <a:pt x="42041" y="9439"/>
                    <a:pt x="39936" y="10211"/>
                    <a:pt x="37431" y="10563"/>
                  </a:cubicBezTo>
                  <a:cubicBezTo>
                    <a:pt x="36726" y="12611"/>
                    <a:pt x="33974" y="14068"/>
                    <a:pt x="33916" y="15259"/>
                  </a:cubicBezTo>
                  <a:cubicBezTo>
                    <a:pt x="33793" y="17583"/>
                    <a:pt x="30497" y="17974"/>
                    <a:pt x="30392" y="19955"/>
                  </a:cubicBezTo>
                  <a:cubicBezTo>
                    <a:pt x="30297" y="21774"/>
                    <a:pt x="28601" y="23470"/>
                    <a:pt x="28040" y="24651"/>
                  </a:cubicBezTo>
                  <a:cubicBezTo>
                    <a:pt x="27078" y="26689"/>
                    <a:pt x="25868" y="28689"/>
                    <a:pt x="25696" y="30518"/>
                  </a:cubicBezTo>
                  <a:cubicBezTo>
                    <a:pt x="25344" y="34080"/>
                    <a:pt x="27487" y="35890"/>
                    <a:pt x="28040" y="39910"/>
                  </a:cubicBezTo>
                  <a:cubicBezTo>
                    <a:pt x="28525" y="43377"/>
                    <a:pt x="27687" y="47749"/>
                    <a:pt x="28040" y="51654"/>
                  </a:cubicBezTo>
                  <a:cubicBezTo>
                    <a:pt x="27687" y="54826"/>
                    <a:pt x="23096" y="53769"/>
                    <a:pt x="22172" y="56359"/>
                  </a:cubicBezTo>
                  <a:cubicBezTo>
                    <a:pt x="21039" y="60922"/>
                    <a:pt x="16733" y="62770"/>
                    <a:pt x="13952" y="65751"/>
                  </a:cubicBezTo>
                  <a:cubicBezTo>
                    <a:pt x="11075" y="68818"/>
                    <a:pt x="8532" y="71990"/>
                    <a:pt x="5732" y="75143"/>
                  </a:cubicBezTo>
                  <a:cubicBezTo>
                    <a:pt x="5008" y="85954"/>
                    <a:pt x="4846" y="99298"/>
                    <a:pt x="4560" y="109185"/>
                  </a:cubicBezTo>
                  <a:cubicBezTo>
                    <a:pt x="4522" y="110376"/>
                    <a:pt x="3446" y="110557"/>
                    <a:pt x="3389" y="111538"/>
                  </a:cubicBezTo>
                  <a:cubicBezTo>
                    <a:pt x="3294" y="113024"/>
                    <a:pt x="5018" y="113167"/>
                    <a:pt x="4560" y="115062"/>
                  </a:cubicBezTo>
                  <a:cubicBezTo>
                    <a:pt x="560" y="115957"/>
                    <a:pt x="2770" y="121225"/>
                    <a:pt x="2208" y="124454"/>
                  </a:cubicBezTo>
                  <a:cubicBezTo>
                    <a:pt x="2217" y="124416"/>
                    <a:pt x="1227" y="124997"/>
                    <a:pt x="1036" y="125625"/>
                  </a:cubicBezTo>
                  <a:cubicBezTo>
                    <a:pt x="722" y="126663"/>
                    <a:pt x="1189" y="128064"/>
                    <a:pt x="1036" y="129140"/>
                  </a:cubicBezTo>
                  <a:cubicBezTo>
                    <a:pt x="198" y="134941"/>
                    <a:pt x="-783" y="140446"/>
                    <a:pt x="998" y="145418"/>
                  </a:cubicBezTo>
                  <a:cubicBezTo>
                    <a:pt x="3027" y="145533"/>
                    <a:pt x="4894" y="146209"/>
                    <a:pt x="6742" y="147209"/>
                  </a:cubicBezTo>
                  <a:lnTo>
                    <a:pt x="12276" y="149276"/>
                  </a:lnTo>
                  <a:cubicBezTo>
                    <a:pt x="13200" y="149552"/>
                    <a:pt x="14514" y="149533"/>
                    <a:pt x="15133" y="150276"/>
                  </a:cubicBezTo>
                  <a:cubicBezTo>
                    <a:pt x="15267" y="150438"/>
                    <a:pt x="14962" y="151343"/>
                    <a:pt x="15133" y="151448"/>
                  </a:cubicBezTo>
                  <a:cubicBezTo>
                    <a:pt x="15562" y="151705"/>
                    <a:pt x="17181" y="151076"/>
                    <a:pt x="17476" y="151448"/>
                  </a:cubicBezTo>
                  <a:cubicBezTo>
                    <a:pt x="17591" y="151581"/>
                    <a:pt x="17333" y="152552"/>
                    <a:pt x="17476" y="152619"/>
                  </a:cubicBezTo>
                  <a:cubicBezTo>
                    <a:pt x="17905" y="152819"/>
                    <a:pt x="19553" y="152276"/>
                    <a:pt x="19829" y="152619"/>
                  </a:cubicBezTo>
                  <a:cubicBezTo>
                    <a:pt x="21753" y="154962"/>
                    <a:pt x="25354" y="152162"/>
                    <a:pt x="31573" y="153791"/>
                  </a:cubicBezTo>
                  <a:cubicBezTo>
                    <a:pt x="31630" y="153800"/>
                    <a:pt x="32030" y="154781"/>
                    <a:pt x="32745" y="154962"/>
                  </a:cubicBezTo>
                  <a:cubicBezTo>
                    <a:pt x="33431" y="155134"/>
                    <a:pt x="34450" y="154676"/>
                    <a:pt x="35098" y="154962"/>
                  </a:cubicBezTo>
                  <a:cubicBezTo>
                    <a:pt x="35841" y="155277"/>
                    <a:pt x="36831" y="157020"/>
                    <a:pt x="37441" y="157305"/>
                  </a:cubicBezTo>
                  <a:cubicBezTo>
                    <a:pt x="39327" y="158201"/>
                    <a:pt x="41565" y="158572"/>
                    <a:pt x="43318" y="159658"/>
                  </a:cubicBezTo>
                  <a:cubicBezTo>
                    <a:pt x="44746" y="160544"/>
                    <a:pt x="46318" y="161820"/>
                    <a:pt x="48004" y="163182"/>
                  </a:cubicBezTo>
                  <a:cubicBezTo>
                    <a:pt x="49909" y="164706"/>
                    <a:pt x="51500" y="165535"/>
                    <a:pt x="52709" y="166697"/>
                  </a:cubicBezTo>
                  <a:cubicBezTo>
                    <a:pt x="55576" y="169488"/>
                    <a:pt x="57129" y="173431"/>
                    <a:pt x="59748" y="176089"/>
                  </a:cubicBezTo>
                  <a:cubicBezTo>
                    <a:pt x="60891" y="177251"/>
                    <a:pt x="62930" y="178394"/>
                    <a:pt x="64444" y="179613"/>
                  </a:cubicBezTo>
                  <a:cubicBezTo>
                    <a:pt x="65273" y="180280"/>
                    <a:pt x="70864" y="186109"/>
                    <a:pt x="73836" y="183137"/>
                  </a:cubicBezTo>
                  <a:cubicBezTo>
                    <a:pt x="75760" y="181213"/>
                    <a:pt x="73874" y="184128"/>
                    <a:pt x="78532" y="183137"/>
                  </a:cubicBezTo>
                  <a:cubicBezTo>
                    <a:pt x="80103" y="182804"/>
                    <a:pt x="83447" y="180966"/>
                    <a:pt x="85571" y="179613"/>
                  </a:cubicBezTo>
                  <a:cubicBezTo>
                    <a:pt x="87247" y="178546"/>
                    <a:pt x="91295" y="176098"/>
                    <a:pt x="93800" y="173746"/>
                  </a:cubicBezTo>
                  <a:cubicBezTo>
                    <a:pt x="93934" y="173908"/>
                    <a:pt x="94000" y="174098"/>
                    <a:pt x="94114" y="174269"/>
                  </a:cubicBezTo>
                  <a:cubicBezTo>
                    <a:pt x="94219" y="174212"/>
                    <a:pt x="94286" y="174127"/>
                    <a:pt x="94410" y="174089"/>
                  </a:cubicBezTo>
                  <a:cubicBezTo>
                    <a:pt x="95629" y="173631"/>
                    <a:pt x="96810" y="173174"/>
                    <a:pt x="97915" y="172564"/>
                  </a:cubicBezTo>
                  <a:lnTo>
                    <a:pt x="97315" y="172564"/>
                  </a:lnTo>
                  <a:cubicBezTo>
                    <a:pt x="97105" y="171564"/>
                    <a:pt x="97772" y="171460"/>
                    <a:pt x="98486" y="171393"/>
                  </a:cubicBezTo>
                  <a:cubicBezTo>
                    <a:pt x="102506" y="168602"/>
                    <a:pt x="104211" y="163754"/>
                    <a:pt x="106707" y="159649"/>
                  </a:cubicBezTo>
                  <a:cubicBezTo>
                    <a:pt x="109069" y="155781"/>
                    <a:pt x="111450" y="151914"/>
                    <a:pt x="113755" y="147904"/>
                  </a:cubicBezTo>
                  <a:cubicBezTo>
                    <a:pt x="116155" y="143751"/>
                    <a:pt x="118270" y="139075"/>
                    <a:pt x="120794" y="134998"/>
                  </a:cubicBezTo>
                  <a:cubicBezTo>
                    <a:pt x="122509" y="132226"/>
                    <a:pt x="124442" y="129673"/>
                    <a:pt x="126661" y="126768"/>
                  </a:cubicBezTo>
                  <a:cubicBezTo>
                    <a:pt x="127833" y="125235"/>
                    <a:pt x="129166" y="123606"/>
                    <a:pt x="130186" y="120901"/>
                  </a:cubicBezTo>
                  <a:cubicBezTo>
                    <a:pt x="130338" y="120491"/>
                    <a:pt x="129871" y="118805"/>
                    <a:pt x="130186" y="118548"/>
                  </a:cubicBezTo>
                  <a:cubicBezTo>
                    <a:pt x="131138" y="117767"/>
                    <a:pt x="130995" y="117662"/>
                    <a:pt x="131357" y="116205"/>
                  </a:cubicBezTo>
                  <a:cubicBezTo>
                    <a:pt x="131348" y="116243"/>
                    <a:pt x="132424" y="112767"/>
                    <a:pt x="132529" y="112681"/>
                  </a:cubicBezTo>
                  <a:cubicBezTo>
                    <a:pt x="134681" y="110928"/>
                    <a:pt x="134253" y="104813"/>
                    <a:pt x="138396" y="102118"/>
                  </a:cubicBezTo>
                  <a:cubicBezTo>
                    <a:pt x="139053" y="100041"/>
                    <a:pt x="139339" y="97584"/>
                    <a:pt x="140025" y="95545"/>
                  </a:cubicBezTo>
                  <a:cubicBezTo>
                    <a:pt x="140063" y="92212"/>
                    <a:pt x="141473" y="89278"/>
                    <a:pt x="142587" y="86211"/>
                  </a:cubicBezTo>
                  <a:cubicBezTo>
                    <a:pt x="142368" y="86030"/>
                    <a:pt x="142139" y="85858"/>
                    <a:pt x="141920" y="85687"/>
                  </a:cubicBezTo>
                  <a:cubicBezTo>
                    <a:pt x="141158" y="82810"/>
                    <a:pt x="142721" y="78743"/>
                    <a:pt x="144273" y="76295"/>
                  </a:cubicBezTo>
                  <a:cubicBezTo>
                    <a:pt x="144797" y="75457"/>
                    <a:pt x="145921" y="74695"/>
                    <a:pt x="146616" y="73943"/>
                  </a:cubicBezTo>
                  <a:cubicBezTo>
                    <a:pt x="147378" y="73123"/>
                    <a:pt x="147464" y="71666"/>
                    <a:pt x="148969" y="71590"/>
                  </a:cubicBezTo>
                  <a:cubicBezTo>
                    <a:pt x="149779" y="64970"/>
                    <a:pt x="150884" y="58636"/>
                    <a:pt x="152493" y="52807"/>
                  </a:cubicBezTo>
                  <a:cubicBezTo>
                    <a:pt x="149740" y="50387"/>
                    <a:pt x="154808" y="46854"/>
                    <a:pt x="148969" y="46939"/>
                  </a:cubicBezTo>
                  <a:cubicBezTo>
                    <a:pt x="149293" y="45491"/>
                    <a:pt x="151817" y="45625"/>
                    <a:pt x="152493" y="44587"/>
                  </a:cubicBezTo>
                  <a:cubicBezTo>
                    <a:pt x="153227" y="43501"/>
                    <a:pt x="151655" y="40872"/>
                    <a:pt x="153674" y="41091"/>
                  </a:cubicBezTo>
                  <a:close/>
                </a:path>
              </a:pathLst>
            </a:custGeom>
            <a:solidFill>
              <a:srgbClr val="80AC8D"/>
            </a:solidFill>
            <a:ln cap="flat">
              <a:noFill/>
              <a:prstDash val="solid"/>
              <a:miter lim="800000"/>
            </a:ln>
          </p:spPr>
          <p:txBody>
            <a:bodyPr vert="horz" anchor="ctr" tIns="45720" lIns="91440" bIns="45720" rIns="91440"/>
            <a:p>
              <a:pPr algn="l" marL="0"/>
            </a:p>
          </p:txBody>
        </p:sp>
        <p:grpSp>
          <p:nvGrpSpPr>
            <p:cNvPr name="Group 63" id="63"/>
            <p:cNvGrpSpPr/>
            <p:nvPr/>
          </p:nvGrpSpPr>
          <p:grpSpPr>
            <a:xfrm>
              <a:off x="8032325" y="3419735"/>
              <a:ext cx="160091" cy="98858"/>
              <a:chOff x="1694779" y="1381625"/>
              <a:chExt cx="55319" cy="34160"/>
            </a:xfrm>
            <a:solidFill>
              <a:srgbClr val="5D8467"/>
            </a:solidFill>
          </p:grpSpPr>
          <p:sp>
            <p:nvSpPr>
              <p:cNvPr name="Freeform 64" id="64"/>
              <p:cNvSpPr/>
              <p:nvPr/>
            </p:nvSpPr>
            <p:spPr>
              <a:xfrm>
                <a:off x="1694779" y="1381625"/>
                <a:ext cx="55319" cy="34160"/>
              </a:xfrm>
              <a:custGeom>
                <a:avLst/>
                <a:gdLst/>
                <a:ahLst/>
                <a:cxnLst/>
                <a:rect r="r" b="b" t="t" l="l"/>
                <a:pathLst>
                  <a:path w="55319" h="34160" stroke="true" fill="norm" extrusionOk="true">
                    <a:moveTo>
                      <a:pt x="55230" y="128"/>
                    </a:moveTo>
                    <a:cubicBezTo>
                      <a:pt x="55601" y="1719"/>
                      <a:pt x="54744" y="1928"/>
                      <a:pt x="54058" y="2481"/>
                    </a:cubicBezTo>
                    <a:cubicBezTo>
                      <a:pt x="52687" y="3566"/>
                      <a:pt x="49401" y="2433"/>
                      <a:pt x="48181" y="3652"/>
                    </a:cubicBezTo>
                    <a:cubicBezTo>
                      <a:pt x="46924" y="4909"/>
                      <a:pt x="43181" y="5681"/>
                      <a:pt x="39961" y="7167"/>
                    </a:cubicBezTo>
                    <a:cubicBezTo>
                      <a:pt x="38228" y="7967"/>
                      <a:pt x="36361" y="9243"/>
                      <a:pt x="34094" y="10691"/>
                    </a:cubicBezTo>
                    <a:cubicBezTo>
                      <a:pt x="32751" y="11539"/>
                      <a:pt x="28284" y="13749"/>
                      <a:pt x="25874" y="15378"/>
                    </a:cubicBezTo>
                    <a:cubicBezTo>
                      <a:pt x="23740" y="16835"/>
                      <a:pt x="21911" y="18378"/>
                      <a:pt x="19997" y="20083"/>
                    </a:cubicBezTo>
                    <a:cubicBezTo>
                      <a:pt x="18292" y="21588"/>
                      <a:pt x="16968" y="23255"/>
                      <a:pt x="15301" y="24769"/>
                    </a:cubicBezTo>
                    <a:cubicBezTo>
                      <a:pt x="11996" y="27789"/>
                      <a:pt x="8310" y="31008"/>
                      <a:pt x="4738" y="34161"/>
                    </a:cubicBezTo>
                    <a:cubicBezTo>
                      <a:pt x="3566" y="34161"/>
                      <a:pt x="2385" y="34161"/>
                      <a:pt x="1214" y="34161"/>
                    </a:cubicBezTo>
                    <a:cubicBezTo>
                      <a:pt x="1947" y="33065"/>
                      <a:pt x="80" y="33199"/>
                      <a:pt x="42" y="32999"/>
                    </a:cubicBezTo>
                    <a:cubicBezTo>
                      <a:pt x="-244" y="31551"/>
                      <a:pt x="1013" y="32399"/>
                      <a:pt x="1214" y="31827"/>
                    </a:cubicBezTo>
                    <a:cubicBezTo>
                      <a:pt x="2090" y="29341"/>
                      <a:pt x="3500" y="27979"/>
                      <a:pt x="5909" y="25950"/>
                    </a:cubicBezTo>
                    <a:cubicBezTo>
                      <a:pt x="9548" y="22902"/>
                      <a:pt x="15349" y="17816"/>
                      <a:pt x="19997" y="14206"/>
                    </a:cubicBezTo>
                    <a:cubicBezTo>
                      <a:pt x="20892" y="13520"/>
                      <a:pt x="21559" y="12453"/>
                      <a:pt x="22350" y="11863"/>
                    </a:cubicBezTo>
                    <a:cubicBezTo>
                      <a:pt x="23883" y="10691"/>
                      <a:pt x="27217" y="9748"/>
                      <a:pt x="29389" y="8338"/>
                    </a:cubicBezTo>
                    <a:cubicBezTo>
                      <a:pt x="34342" y="5138"/>
                      <a:pt x="45362" y="-958"/>
                      <a:pt x="55230" y="128"/>
                    </a:cubicBezTo>
                    <a:close/>
                  </a:path>
                </a:pathLst>
              </a:custGeom>
              <a:solidFill>
                <a:srgbClr val="5D8467"/>
              </a:solidFill>
              <a:ln cap="flat">
                <a:noFill/>
                <a:prstDash val="solid"/>
                <a:miter lim="800000"/>
              </a:ln>
            </p:spPr>
            <p:txBody>
              <a:bodyPr vert="horz" anchor="ctr" tIns="45720" lIns="91440" bIns="45720" rIns="91440"/>
              <a:p>
                <a:pPr algn="l" marL="0"/>
              </a:p>
            </p:txBody>
          </p:sp>
          <p:sp>
            <p:nvSpPr>
              <p:cNvPr name="Freeform 65" id="65"/>
              <p:cNvSpPr/>
              <p:nvPr/>
            </p:nvSpPr>
            <p:spPr>
              <a:xfrm>
                <a:off x="1731126" y="1396814"/>
                <a:ext cx="16520" cy="7403"/>
              </a:xfrm>
              <a:custGeom>
                <a:avLst/>
                <a:gdLst/>
                <a:ahLst/>
                <a:cxnLst/>
                <a:rect r="r" b="b" t="t" l="l"/>
                <a:pathLst>
                  <a:path w="16520" h="7403" stroke="true" fill="norm" extrusionOk="true">
                    <a:moveTo>
                      <a:pt x="90" y="4894"/>
                    </a:moveTo>
                    <a:cubicBezTo>
                      <a:pt x="-282" y="3304"/>
                      <a:pt x="576" y="3085"/>
                      <a:pt x="1261" y="2542"/>
                    </a:cubicBezTo>
                    <a:cubicBezTo>
                      <a:pt x="1909" y="2037"/>
                      <a:pt x="3443" y="1027"/>
                      <a:pt x="4786" y="1370"/>
                    </a:cubicBezTo>
                    <a:cubicBezTo>
                      <a:pt x="5033" y="1437"/>
                      <a:pt x="6653" y="2389"/>
                      <a:pt x="5957" y="2542"/>
                    </a:cubicBezTo>
                    <a:cubicBezTo>
                      <a:pt x="8815" y="1885"/>
                      <a:pt x="12101" y="-716"/>
                      <a:pt x="16520" y="189"/>
                    </a:cubicBezTo>
                    <a:cubicBezTo>
                      <a:pt x="15663" y="2208"/>
                      <a:pt x="14025" y="3485"/>
                      <a:pt x="11815" y="4894"/>
                    </a:cubicBezTo>
                    <a:cubicBezTo>
                      <a:pt x="10548" y="5704"/>
                      <a:pt x="7862" y="6323"/>
                      <a:pt x="3595" y="6066"/>
                    </a:cubicBezTo>
                    <a:cubicBezTo>
                      <a:pt x="3947" y="6085"/>
                      <a:pt x="2995" y="7961"/>
                      <a:pt x="2423" y="7238"/>
                    </a:cubicBezTo>
                    <a:cubicBezTo>
                      <a:pt x="1728" y="6352"/>
                      <a:pt x="1557" y="5028"/>
                      <a:pt x="90" y="4894"/>
                    </a:cubicBezTo>
                    <a:close/>
                  </a:path>
                </a:pathLst>
              </a:custGeom>
              <a:solidFill>
                <a:srgbClr val="5D8467"/>
              </a:solidFill>
              <a:ln cap="flat">
                <a:noFill/>
                <a:prstDash val="solid"/>
                <a:miter lim="800000"/>
              </a:ln>
            </p:spPr>
            <p:txBody>
              <a:bodyPr vert="horz" anchor="ctr" tIns="45720" lIns="91440" bIns="45720" rIns="91440"/>
              <a:p>
                <a:pPr algn="l" marL="0"/>
              </a:p>
            </p:txBody>
          </p:sp>
        </p:grpSp>
        <p:sp>
          <p:nvSpPr>
            <p:cNvPr name="Freeform 66" id="66"/>
            <p:cNvSpPr/>
            <p:nvPr/>
          </p:nvSpPr>
          <p:spPr>
            <a:xfrm>
              <a:off x="7438195" y="2920426"/>
              <a:ext cx="91273" cy="399922"/>
            </a:xfrm>
            <a:custGeom>
              <a:avLst/>
              <a:gdLst/>
              <a:ahLst/>
              <a:cxnLst/>
              <a:rect r="r" b="b" t="t" l="l"/>
              <a:pathLst>
                <a:path w="31539" h="138192" stroke="true" fill="norm" extrusionOk="true">
                  <a:moveTo>
                    <a:pt x="5755" y="39980"/>
                  </a:moveTo>
                  <a:cubicBezTo>
                    <a:pt x="6050" y="41638"/>
                    <a:pt x="6574" y="42314"/>
                    <a:pt x="6927" y="44676"/>
                  </a:cubicBezTo>
                  <a:cubicBezTo>
                    <a:pt x="7098" y="45810"/>
                    <a:pt x="6860" y="47057"/>
                    <a:pt x="6927" y="48200"/>
                  </a:cubicBezTo>
                  <a:cubicBezTo>
                    <a:pt x="6974" y="49105"/>
                    <a:pt x="8089" y="49277"/>
                    <a:pt x="8098" y="49381"/>
                  </a:cubicBezTo>
                  <a:cubicBezTo>
                    <a:pt x="8755" y="53477"/>
                    <a:pt x="8451" y="57640"/>
                    <a:pt x="9270" y="61116"/>
                  </a:cubicBezTo>
                  <a:cubicBezTo>
                    <a:pt x="9260" y="61059"/>
                    <a:pt x="10241" y="61783"/>
                    <a:pt x="10451" y="62288"/>
                  </a:cubicBezTo>
                  <a:cubicBezTo>
                    <a:pt x="10565" y="62574"/>
                    <a:pt x="10432" y="63145"/>
                    <a:pt x="10451" y="63459"/>
                  </a:cubicBezTo>
                  <a:cubicBezTo>
                    <a:pt x="10508" y="64469"/>
                    <a:pt x="11575" y="64412"/>
                    <a:pt x="11622" y="64631"/>
                  </a:cubicBezTo>
                  <a:cubicBezTo>
                    <a:pt x="12432" y="68289"/>
                    <a:pt x="12241" y="70298"/>
                    <a:pt x="12794" y="71670"/>
                  </a:cubicBezTo>
                  <a:cubicBezTo>
                    <a:pt x="12908" y="71956"/>
                    <a:pt x="12775" y="72527"/>
                    <a:pt x="12794" y="72842"/>
                  </a:cubicBezTo>
                  <a:cubicBezTo>
                    <a:pt x="12927" y="75413"/>
                    <a:pt x="16499" y="76042"/>
                    <a:pt x="13965" y="78719"/>
                  </a:cubicBezTo>
                  <a:cubicBezTo>
                    <a:pt x="17118" y="77909"/>
                    <a:pt x="16232" y="81147"/>
                    <a:pt x="17490" y="82233"/>
                  </a:cubicBezTo>
                  <a:cubicBezTo>
                    <a:pt x="14299" y="85557"/>
                    <a:pt x="17214" y="91568"/>
                    <a:pt x="17490" y="92796"/>
                  </a:cubicBezTo>
                  <a:cubicBezTo>
                    <a:pt x="17737" y="93911"/>
                    <a:pt x="17299" y="95187"/>
                    <a:pt x="17490" y="96321"/>
                  </a:cubicBezTo>
                  <a:cubicBezTo>
                    <a:pt x="18318" y="101312"/>
                    <a:pt x="19423" y="107655"/>
                    <a:pt x="19833" y="111580"/>
                  </a:cubicBezTo>
                  <a:cubicBezTo>
                    <a:pt x="20014" y="113275"/>
                    <a:pt x="20795" y="113999"/>
                    <a:pt x="21004" y="115104"/>
                  </a:cubicBezTo>
                  <a:cubicBezTo>
                    <a:pt x="21881" y="119628"/>
                    <a:pt x="22738" y="124172"/>
                    <a:pt x="23557" y="128706"/>
                  </a:cubicBezTo>
                  <a:cubicBezTo>
                    <a:pt x="24443" y="133544"/>
                    <a:pt x="26958" y="136354"/>
                    <a:pt x="31539" y="138193"/>
                  </a:cubicBezTo>
                  <a:cubicBezTo>
                    <a:pt x="31368" y="138126"/>
                    <a:pt x="30472" y="133059"/>
                    <a:pt x="30406" y="132706"/>
                  </a:cubicBezTo>
                  <a:cubicBezTo>
                    <a:pt x="29529" y="127715"/>
                    <a:pt x="29406" y="124257"/>
                    <a:pt x="29234" y="120962"/>
                  </a:cubicBezTo>
                  <a:cubicBezTo>
                    <a:pt x="29186" y="119990"/>
                    <a:pt x="28101" y="119971"/>
                    <a:pt x="28063" y="119790"/>
                  </a:cubicBezTo>
                  <a:cubicBezTo>
                    <a:pt x="27158" y="115342"/>
                    <a:pt x="26119" y="110837"/>
                    <a:pt x="25719" y="108056"/>
                  </a:cubicBezTo>
                  <a:cubicBezTo>
                    <a:pt x="25024" y="103312"/>
                    <a:pt x="25462" y="101312"/>
                    <a:pt x="24548" y="98654"/>
                  </a:cubicBezTo>
                  <a:cubicBezTo>
                    <a:pt x="23957" y="96959"/>
                    <a:pt x="23910" y="96292"/>
                    <a:pt x="23376" y="93968"/>
                  </a:cubicBezTo>
                  <a:cubicBezTo>
                    <a:pt x="21986" y="87939"/>
                    <a:pt x="20233" y="83338"/>
                    <a:pt x="22205" y="78709"/>
                  </a:cubicBezTo>
                  <a:cubicBezTo>
                    <a:pt x="20538" y="77452"/>
                    <a:pt x="20595" y="75642"/>
                    <a:pt x="19852" y="74004"/>
                  </a:cubicBezTo>
                  <a:cubicBezTo>
                    <a:pt x="19033" y="72213"/>
                    <a:pt x="18042" y="71089"/>
                    <a:pt x="17509" y="69308"/>
                  </a:cubicBezTo>
                  <a:cubicBezTo>
                    <a:pt x="16728" y="66717"/>
                    <a:pt x="17052" y="62850"/>
                    <a:pt x="16337" y="59916"/>
                  </a:cubicBezTo>
                  <a:cubicBezTo>
                    <a:pt x="15566" y="56792"/>
                    <a:pt x="14594" y="54392"/>
                    <a:pt x="13994" y="51696"/>
                  </a:cubicBezTo>
                  <a:cubicBezTo>
                    <a:pt x="11908" y="42333"/>
                    <a:pt x="10584" y="33322"/>
                    <a:pt x="9289" y="24693"/>
                  </a:cubicBezTo>
                  <a:cubicBezTo>
                    <a:pt x="9222" y="24245"/>
                    <a:pt x="7841" y="24893"/>
                    <a:pt x="8117" y="23521"/>
                  </a:cubicBezTo>
                  <a:cubicBezTo>
                    <a:pt x="8212" y="23035"/>
                    <a:pt x="9403" y="23721"/>
                    <a:pt x="9289" y="22350"/>
                  </a:cubicBezTo>
                  <a:cubicBezTo>
                    <a:pt x="9165" y="20845"/>
                    <a:pt x="8432" y="19911"/>
                    <a:pt x="8117" y="17663"/>
                  </a:cubicBezTo>
                  <a:cubicBezTo>
                    <a:pt x="7717" y="14806"/>
                    <a:pt x="7603" y="11491"/>
                    <a:pt x="6946" y="8272"/>
                  </a:cubicBezTo>
                  <a:cubicBezTo>
                    <a:pt x="6326" y="5262"/>
                    <a:pt x="6650" y="-177"/>
                    <a:pt x="3421" y="52"/>
                  </a:cubicBezTo>
                  <a:cubicBezTo>
                    <a:pt x="-2475" y="-644"/>
                    <a:pt x="1031" y="5909"/>
                    <a:pt x="1069" y="7090"/>
                  </a:cubicBezTo>
                  <a:cubicBezTo>
                    <a:pt x="1516" y="19349"/>
                    <a:pt x="3850" y="29417"/>
                    <a:pt x="5755" y="39980"/>
                  </a:cubicBez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67" id="67"/>
            <p:cNvSpPr/>
            <p:nvPr/>
          </p:nvSpPr>
          <p:spPr>
            <a:xfrm>
              <a:off x="7118572" y="3282090"/>
              <a:ext cx="445102" cy="623269"/>
            </a:xfrm>
            <a:custGeom>
              <a:avLst/>
              <a:gdLst/>
              <a:ahLst/>
              <a:cxnLst/>
              <a:rect r="r" b="b" t="t" l="l"/>
              <a:pathLst>
                <a:path w="153804" h="215369" stroke="true" fill="norm" extrusionOk="true">
                  <a:moveTo>
                    <a:pt x="152595" y="101689"/>
                  </a:moveTo>
                  <a:cubicBezTo>
                    <a:pt x="151290" y="96479"/>
                    <a:pt x="152919" y="89135"/>
                    <a:pt x="152595" y="85258"/>
                  </a:cubicBezTo>
                  <a:cubicBezTo>
                    <a:pt x="151862" y="76467"/>
                    <a:pt x="148766" y="66427"/>
                    <a:pt x="147899" y="57083"/>
                  </a:cubicBezTo>
                  <a:cubicBezTo>
                    <a:pt x="147576" y="53597"/>
                    <a:pt x="148357" y="50949"/>
                    <a:pt x="147899" y="47692"/>
                  </a:cubicBezTo>
                  <a:cubicBezTo>
                    <a:pt x="147728" y="46511"/>
                    <a:pt x="146956" y="46330"/>
                    <a:pt x="146718" y="45339"/>
                  </a:cubicBezTo>
                  <a:cubicBezTo>
                    <a:pt x="146175" y="43034"/>
                    <a:pt x="147042" y="41862"/>
                    <a:pt x="145547" y="40643"/>
                  </a:cubicBezTo>
                  <a:cubicBezTo>
                    <a:pt x="144985" y="40186"/>
                    <a:pt x="145737" y="36719"/>
                    <a:pt x="145547" y="35947"/>
                  </a:cubicBezTo>
                  <a:cubicBezTo>
                    <a:pt x="145385" y="35319"/>
                    <a:pt x="144366" y="34738"/>
                    <a:pt x="144375" y="34776"/>
                  </a:cubicBezTo>
                  <a:cubicBezTo>
                    <a:pt x="143327" y="30004"/>
                    <a:pt x="144404" y="23993"/>
                    <a:pt x="140851" y="20688"/>
                  </a:cubicBezTo>
                  <a:cubicBezTo>
                    <a:pt x="141260" y="20107"/>
                    <a:pt x="141537" y="19479"/>
                    <a:pt x="141756" y="18821"/>
                  </a:cubicBezTo>
                  <a:cubicBezTo>
                    <a:pt x="139946" y="17697"/>
                    <a:pt x="138060" y="16726"/>
                    <a:pt x="136136" y="15859"/>
                  </a:cubicBezTo>
                  <a:cubicBezTo>
                    <a:pt x="136136" y="15897"/>
                    <a:pt x="136146" y="15945"/>
                    <a:pt x="136155" y="15983"/>
                  </a:cubicBezTo>
                  <a:cubicBezTo>
                    <a:pt x="131859" y="15726"/>
                    <a:pt x="131650" y="14373"/>
                    <a:pt x="127935" y="15983"/>
                  </a:cubicBezTo>
                  <a:cubicBezTo>
                    <a:pt x="126792" y="17878"/>
                    <a:pt x="123906" y="17688"/>
                    <a:pt x="122067" y="18336"/>
                  </a:cubicBezTo>
                  <a:cubicBezTo>
                    <a:pt x="121953" y="18374"/>
                    <a:pt x="122163" y="19393"/>
                    <a:pt x="122067" y="19507"/>
                  </a:cubicBezTo>
                  <a:cubicBezTo>
                    <a:pt x="121829" y="19793"/>
                    <a:pt x="120115" y="19393"/>
                    <a:pt x="119715" y="19507"/>
                  </a:cubicBezTo>
                  <a:cubicBezTo>
                    <a:pt x="115686" y="20641"/>
                    <a:pt x="113085" y="19945"/>
                    <a:pt x="107980" y="20679"/>
                  </a:cubicBezTo>
                  <a:cubicBezTo>
                    <a:pt x="107990" y="20669"/>
                    <a:pt x="107504" y="21669"/>
                    <a:pt x="106809" y="21850"/>
                  </a:cubicBezTo>
                  <a:cubicBezTo>
                    <a:pt x="106066" y="22031"/>
                    <a:pt x="105199" y="21679"/>
                    <a:pt x="104456" y="21850"/>
                  </a:cubicBezTo>
                  <a:cubicBezTo>
                    <a:pt x="102332" y="22317"/>
                    <a:pt x="101675" y="22755"/>
                    <a:pt x="100932" y="21850"/>
                  </a:cubicBezTo>
                  <a:cubicBezTo>
                    <a:pt x="100408" y="21203"/>
                    <a:pt x="95988" y="21993"/>
                    <a:pt x="95064" y="21850"/>
                  </a:cubicBezTo>
                  <a:cubicBezTo>
                    <a:pt x="92064" y="21384"/>
                    <a:pt x="88502" y="19621"/>
                    <a:pt x="85672" y="19498"/>
                  </a:cubicBezTo>
                  <a:cubicBezTo>
                    <a:pt x="84853" y="19460"/>
                    <a:pt x="85768" y="21050"/>
                    <a:pt x="84501" y="19498"/>
                  </a:cubicBezTo>
                  <a:cubicBezTo>
                    <a:pt x="83834" y="18688"/>
                    <a:pt x="82224" y="20574"/>
                    <a:pt x="82148" y="20669"/>
                  </a:cubicBezTo>
                  <a:cubicBezTo>
                    <a:pt x="81367" y="21622"/>
                    <a:pt x="77357" y="19945"/>
                    <a:pt x="76281" y="20669"/>
                  </a:cubicBezTo>
                  <a:cubicBezTo>
                    <a:pt x="76033" y="19545"/>
                    <a:pt x="75281" y="19564"/>
                    <a:pt x="73928" y="19498"/>
                  </a:cubicBezTo>
                  <a:cubicBezTo>
                    <a:pt x="72242" y="19412"/>
                    <a:pt x="71966" y="17231"/>
                    <a:pt x="70404" y="17145"/>
                  </a:cubicBezTo>
                  <a:cubicBezTo>
                    <a:pt x="68870" y="17069"/>
                    <a:pt x="66432" y="14364"/>
                    <a:pt x="65718" y="13621"/>
                  </a:cubicBezTo>
                  <a:cubicBezTo>
                    <a:pt x="63670" y="11506"/>
                    <a:pt x="63251" y="7620"/>
                    <a:pt x="63289" y="3677"/>
                  </a:cubicBezTo>
                  <a:cubicBezTo>
                    <a:pt x="62813" y="3410"/>
                    <a:pt x="62412" y="2981"/>
                    <a:pt x="62212" y="2315"/>
                  </a:cubicBezTo>
                  <a:cubicBezTo>
                    <a:pt x="61679" y="533"/>
                    <a:pt x="59717" y="276"/>
                    <a:pt x="58117" y="38"/>
                  </a:cubicBezTo>
                  <a:cubicBezTo>
                    <a:pt x="58069" y="38"/>
                    <a:pt x="58050" y="9"/>
                    <a:pt x="58012" y="0"/>
                  </a:cubicBezTo>
                  <a:cubicBezTo>
                    <a:pt x="53392" y="3277"/>
                    <a:pt x="45515" y="8668"/>
                    <a:pt x="44591" y="13611"/>
                  </a:cubicBezTo>
                  <a:cubicBezTo>
                    <a:pt x="44325" y="15040"/>
                    <a:pt x="42962" y="16002"/>
                    <a:pt x="42238" y="17135"/>
                  </a:cubicBezTo>
                  <a:cubicBezTo>
                    <a:pt x="41724" y="17945"/>
                    <a:pt x="41515" y="18707"/>
                    <a:pt x="41067" y="19488"/>
                  </a:cubicBezTo>
                  <a:cubicBezTo>
                    <a:pt x="39848" y="21641"/>
                    <a:pt x="37638" y="23631"/>
                    <a:pt x="37552" y="25355"/>
                  </a:cubicBezTo>
                  <a:cubicBezTo>
                    <a:pt x="37486" y="26679"/>
                    <a:pt x="36695" y="25927"/>
                    <a:pt x="36381" y="26527"/>
                  </a:cubicBezTo>
                  <a:cubicBezTo>
                    <a:pt x="35066" y="29013"/>
                    <a:pt x="33933" y="32109"/>
                    <a:pt x="32856" y="34747"/>
                  </a:cubicBezTo>
                  <a:cubicBezTo>
                    <a:pt x="31475" y="38138"/>
                    <a:pt x="29618" y="41681"/>
                    <a:pt x="29332" y="44139"/>
                  </a:cubicBezTo>
                  <a:cubicBezTo>
                    <a:pt x="28646" y="50082"/>
                    <a:pt x="28923" y="57359"/>
                    <a:pt x="32856" y="62922"/>
                  </a:cubicBezTo>
                  <a:cubicBezTo>
                    <a:pt x="30532" y="64532"/>
                    <a:pt x="31180" y="67827"/>
                    <a:pt x="30513" y="69971"/>
                  </a:cubicBezTo>
                  <a:cubicBezTo>
                    <a:pt x="29856" y="72047"/>
                    <a:pt x="28227" y="74704"/>
                    <a:pt x="28170" y="75838"/>
                  </a:cubicBezTo>
                  <a:cubicBezTo>
                    <a:pt x="28103" y="77019"/>
                    <a:pt x="27151" y="76571"/>
                    <a:pt x="26989" y="77010"/>
                  </a:cubicBezTo>
                  <a:cubicBezTo>
                    <a:pt x="25760" y="80467"/>
                    <a:pt x="27322" y="81305"/>
                    <a:pt x="25817" y="82877"/>
                  </a:cubicBezTo>
                  <a:cubicBezTo>
                    <a:pt x="23379" y="85420"/>
                    <a:pt x="22931" y="89983"/>
                    <a:pt x="22293" y="93440"/>
                  </a:cubicBezTo>
                  <a:cubicBezTo>
                    <a:pt x="19064" y="95374"/>
                    <a:pt x="17597" y="98460"/>
                    <a:pt x="16426" y="100489"/>
                  </a:cubicBezTo>
                  <a:cubicBezTo>
                    <a:pt x="14949" y="103041"/>
                    <a:pt x="14206" y="104756"/>
                    <a:pt x="12901" y="106356"/>
                  </a:cubicBezTo>
                  <a:cubicBezTo>
                    <a:pt x="11206" y="108432"/>
                    <a:pt x="10406" y="110461"/>
                    <a:pt x="9377" y="112224"/>
                  </a:cubicBezTo>
                  <a:cubicBezTo>
                    <a:pt x="7844" y="114881"/>
                    <a:pt x="7206" y="114795"/>
                    <a:pt x="7034" y="118100"/>
                  </a:cubicBezTo>
                  <a:cubicBezTo>
                    <a:pt x="6987" y="118986"/>
                    <a:pt x="5872" y="119205"/>
                    <a:pt x="5863" y="119272"/>
                  </a:cubicBezTo>
                  <a:cubicBezTo>
                    <a:pt x="4653" y="127321"/>
                    <a:pt x="5434" y="136531"/>
                    <a:pt x="4691" y="145094"/>
                  </a:cubicBezTo>
                  <a:cubicBezTo>
                    <a:pt x="4520" y="147066"/>
                    <a:pt x="3605" y="149019"/>
                    <a:pt x="3519" y="150962"/>
                  </a:cubicBezTo>
                  <a:cubicBezTo>
                    <a:pt x="3176" y="158610"/>
                    <a:pt x="4034" y="166268"/>
                    <a:pt x="3519" y="173269"/>
                  </a:cubicBezTo>
                  <a:cubicBezTo>
                    <a:pt x="3138" y="178594"/>
                    <a:pt x="1405" y="186442"/>
                    <a:pt x="1176" y="190881"/>
                  </a:cubicBezTo>
                  <a:cubicBezTo>
                    <a:pt x="1138" y="191576"/>
                    <a:pt x="-5" y="192253"/>
                    <a:pt x="5" y="192053"/>
                  </a:cubicBezTo>
                  <a:cubicBezTo>
                    <a:pt x="-81" y="194110"/>
                    <a:pt x="1024" y="197044"/>
                    <a:pt x="1176" y="199091"/>
                  </a:cubicBezTo>
                  <a:cubicBezTo>
                    <a:pt x="1433" y="202587"/>
                    <a:pt x="967" y="205626"/>
                    <a:pt x="1176" y="208493"/>
                  </a:cubicBezTo>
                  <a:cubicBezTo>
                    <a:pt x="1652" y="210750"/>
                    <a:pt x="5729" y="209417"/>
                    <a:pt x="4701" y="213179"/>
                  </a:cubicBezTo>
                  <a:cubicBezTo>
                    <a:pt x="4710" y="213255"/>
                    <a:pt x="4701" y="213322"/>
                    <a:pt x="4710" y="213408"/>
                  </a:cubicBezTo>
                  <a:cubicBezTo>
                    <a:pt x="4815" y="213427"/>
                    <a:pt x="4910" y="213408"/>
                    <a:pt x="5024" y="213446"/>
                  </a:cubicBezTo>
                  <a:cubicBezTo>
                    <a:pt x="6320" y="213884"/>
                    <a:pt x="7615" y="213798"/>
                    <a:pt x="8911" y="213808"/>
                  </a:cubicBezTo>
                  <a:cubicBezTo>
                    <a:pt x="10797" y="212750"/>
                    <a:pt x="15721" y="211731"/>
                    <a:pt x="16445" y="213179"/>
                  </a:cubicBezTo>
                  <a:cubicBezTo>
                    <a:pt x="17416" y="211912"/>
                    <a:pt x="19188" y="212388"/>
                    <a:pt x="21141" y="212007"/>
                  </a:cubicBezTo>
                  <a:cubicBezTo>
                    <a:pt x="23493" y="211550"/>
                    <a:pt x="23398" y="212093"/>
                    <a:pt x="24665" y="210836"/>
                  </a:cubicBezTo>
                  <a:cubicBezTo>
                    <a:pt x="25093" y="210407"/>
                    <a:pt x="35152" y="211865"/>
                    <a:pt x="38752" y="212007"/>
                  </a:cubicBezTo>
                  <a:cubicBezTo>
                    <a:pt x="39733" y="212045"/>
                    <a:pt x="39895" y="213246"/>
                    <a:pt x="41096" y="213179"/>
                  </a:cubicBezTo>
                  <a:cubicBezTo>
                    <a:pt x="40953" y="213188"/>
                    <a:pt x="41543" y="212045"/>
                    <a:pt x="42267" y="212007"/>
                  </a:cubicBezTo>
                  <a:cubicBezTo>
                    <a:pt x="42877" y="211979"/>
                    <a:pt x="46973" y="212255"/>
                    <a:pt x="49316" y="212007"/>
                  </a:cubicBezTo>
                  <a:cubicBezTo>
                    <a:pt x="52364" y="211693"/>
                    <a:pt x="54783" y="210779"/>
                    <a:pt x="57536" y="210836"/>
                  </a:cubicBezTo>
                  <a:cubicBezTo>
                    <a:pt x="62879" y="210941"/>
                    <a:pt x="68061" y="212846"/>
                    <a:pt x="73452" y="213084"/>
                  </a:cubicBezTo>
                  <a:cubicBezTo>
                    <a:pt x="73757" y="212950"/>
                    <a:pt x="74119" y="212874"/>
                    <a:pt x="74538" y="212912"/>
                  </a:cubicBezTo>
                  <a:cubicBezTo>
                    <a:pt x="76586" y="213055"/>
                    <a:pt x="78386" y="213893"/>
                    <a:pt x="80386" y="214217"/>
                  </a:cubicBezTo>
                  <a:cubicBezTo>
                    <a:pt x="82101" y="214484"/>
                    <a:pt x="83748" y="214751"/>
                    <a:pt x="85377" y="215370"/>
                  </a:cubicBezTo>
                  <a:cubicBezTo>
                    <a:pt x="88587" y="215170"/>
                    <a:pt x="90702" y="214808"/>
                    <a:pt x="92750" y="214360"/>
                  </a:cubicBezTo>
                  <a:cubicBezTo>
                    <a:pt x="92178" y="211464"/>
                    <a:pt x="95979" y="211083"/>
                    <a:pt x="96274" y="210836"/>
                  </a:cubicBezTo>
                  <a:cubicBezTo>
                    <a:pt x="96617" y="210560"/>
                    <a:pt x="96064" y="208912"/>
                    <a:pt x="96274" y="208493"/>
                  </a:cubicBezTo>
                  <a:cubicBezTo>
                    <a:pt x="96341" y="208340"/>
                    <a:pt x="97303" y="208597"/>
                    <a:pt x="97445" y="208493"/>
                  </a:cubicBezTo>
                  <a:cubicBezTo>
                    <a:pt x="97836" y="208169"/>
                    <a:pt x="97131" y="206550"/>
                    <a:pt x="97445" y="206140"/>
                  </a:cubicBezTo>
                  <a:cubicBezTo>
                    <a:pt x="98293" y="205035"/>
                    <a:pt x="99951" y="203768"/>
                    <a:pt x="100970" y="202616"/>
                  </a:cubicBezTo>
                  <a:cubicBezTo>
                    <a:pt x="102065" y="201378"/>
                    <a:pt x="103408" y="200339"/>
                    <a:pt x="104494" y="199091"/>
                  </a:cubicBezTo>
                  <a:cubicBezTo>
                    <a:pt x="106780" y="196472"/>
                    <a:pt x="109123" y="194491"/>
                    <a:pt x="111533" y="192053"/>
                  </a:cubicBezTo>
                  <a:cubicBezTo>
                    <a:pt x="112400" y="191186"/>
                    <a:pt x="111904" y="189519"/>
                    <a:pt x="112705" y="188538"/>
                  </a:cubicBezTo>
                  <a:cubicBezTo>
                    <a:pt x="113028" y="188138"/>
                    <a:pt x="114676" y="188890"/>
                    <a:pt x="115057" y="188538"/>
                  </a:cubicBezTo>
                  <a:cubicBezTo>
                    <a:pt x="118296" y="185433"/>
                    <a:pt x="119620" y="182442"/>
                    <a:pt x="122096" y="179146"/>
                  </a:cubicBezTo>
                  <a:cubicBezTo>
                    <a:pt x="123563" y="177194"/>
                    <a:pt x="125525" y="176270"/>
                    <a:pt x="126792" y="174450"/>
                  </a:cubicBezTo>
                  <a:cubicBezTo>
                    <a:pt x="127468" y="173488"/>
                    <a:pt x="127478" y="171774"/>
                    <a:pt x="127964" y="170926"/>
                  </a:cubicBezTo>
                  <a:cubicBezTo>
                    <a:pt x="129259" y="168688"/>
                    <a:pt x="130335" y="166545"/>
                    <a:pt x="131488" y="165059"/>
                  </a:cubicBezTo>
                  <a:cubicBezTo>
                    <a:pt x="132259" y="164078"/>
                    <a:pt x="134155" y="163668"/>
                    <a:pt x="135012" y="162706"/>
                  </a:cubicBezTo>
                  <a:cubicBezTo>
                    <a:pt x="135022" y="158906"/>
                    <a:pt x="137679" y="154657"/>
                    <a:pt x="138536" y="153314"/>
                  </a:cubicBezTo>
                  <a:cubicBezTo>
                    <a:pt x="139936" y="151114"/>
                    <a:pt x="140165" y="148371"/>
                    <a:pt x="142061" y="147447"/>
                  </a:cubicBezTo>
                  <a:lnTo>
                    <a:pt x="144032" y="139246"/>
                  </a:lnTo>
                  <a:lnTo>
                    <a:pt x="144089" y="139179"/>
                  </a:lnTo>
                  <a:cubicBezTo>
                    <a:pt x="142146" y="132217"/>
                    <a:pt x="146309" y="123339"/>
                    <a:pt x="147937" y="119272"/>
                  </a:cubicBezTo>
                  <a:cubicBezTo>
                    <a:pt x="148052" y="118986"/>
                    <a:pt x="147918" y="118405"/>
                    <a:pt x="147937" y="118100"/>
                  </a:cubicBezTo>
                  <a:cubicBezTo>
                    <a:pt x="148004" y="116862"/>
                    <a:pt x="148899" y="117434"/>
                    <a:pt x="149109" y="116929"/>
                  </a:cubicBezTo>
                  <a:cubicBezTo>
                    <a:pt x="149852" y="115110"/>
                    <a:pt x="149642" y="114014"/>
                    <a:pt x="150281" y="112224"/>
                  </a:cubicBezTo>
                  <a:cubicBezTo>
                    <a:pt x="151395" y="109137"/>
                    <a:pt x="153491" y="105708"/>
                    <a:pt x="153805" y="102832"/>
                  </a:cubicBezTo>
                  <a:cubicBezTo>
                    <a:pt x="153710" y="103413"/>
                    <a:pt x="152681" y="102022"/>
                    <a:pt x="152595" y="101689"/>
                  </a:cubicBezTo>
                  <a:close/>
                </a:path>
              </a:pathLst>
            </a:custGeom>
            <a:solidFill>
              <a:srgbClr val="80AC8D"/>
            </a:solidFill>
            <a:ln cap="flat">
              <a:noFill/>
              <a:prstDash val="solid"/>
              <a:miter lim="800000"/>
            </a:ln>
          </p:spPr>
          <p:txBody>
            <a:bodyPr vert="horz" anchor="ctr" tIns="45720" lIns="91440" bIns="45720" rIns="91440"/>
            <a:p>
              <a:pPr algn="l" marL="0"/>
            </a:p>
          </p:txBody>
        </p:sp>
        <p:grpSp>
          <p:nvGrpSpPr>
            <p:cNvPr name="Group 68" id="68"/>
            <p:cNvGrpSpPr/>
            <p:nvPr/>
          </p:nvGrpSpPr>
          <p:grpSpPr>
            <a:xfrm>
              <a:off x="7216344" y="3458335"/>
              <a:ext cx="129921" cy="218737"/>
              <a:chOff x="1412819" y="1394963"/>
              <a:chExt cx="44894" cy="75584"/>
            </a:xfrm>
            <a:solidFill>
              <a:srgbClr val="5D8467"/>
            </a:solidFill>
          </p:grpSpPr>
          <p:sp>
            <p:nvSpPr>
              <p:cNvPr name="Freeform 69" id="69"/>
              <p:cNvSpPr/>
              <p:nvPr/>
            </p:nvSpPr>
            <p:spPr>
              <a:xfrm>
                <a:off x="1449466" y="1426273"/>
                <a:ext cx="8247" cy="24222"/>
              </a:xfrm>
              <a:custGeom>
                <a:avLst/>
                <a:gdLst/>
                <a:ahLst/>
                <a:cxnLst/>
                <a:rect r="r" b="b" t="t" l="l"/>
                <a:pathLst>
                  <a:path w="8247" h="24222" stroke="true" fill="norm" extrusionOk="true">
                    <a:moveTo>
                      <a:pt x="1839" y="0"/>
                    </a:moveTo>
                    <a:cubicBezTo>
                      <a:pt x="5934" y="476"/>
                      <a:pt x="5334" y="4334"/>
                      <a:pt x="6115" y="7868"/>
                    </a:cubicBezTo>
                    <a:cubicBezTo>
                      <a:pt x="6677" y="10392"/>
                      <a:pt x="8192" y="11373"/>
                      <a:pt x="8058" y="15935"/>
                    </a:cubicBezTo>
                    <a:cubicBezTo>
                      <a:pt x="8068" y="15697"/>
                      <a:pt x="6163" y="16669"/>
                      <a:pt x="7001" y="17212"/>
                    </a:cubicBezTo>
                    <a:cubicBezTo>
                      <a:pt x="8487" y="18193"/>
                      <a:pt x="8563" y="21231"/>
                      <a:pt x="7658" y="24222"/>
                    </a:cubicBezTo>
                    <a:cubicBezTo>
                      <a:pt x="6449" y="23079"/>
                      <a:pt x="3315" y="24270"/>
                      <a:pt x="3820" y="21050"/>
                    </a:cubicBezTo>
                    <a:cubicBezTo>
                      <a:pt x="153" y="17764"/>
                      <a:pt x="-1571" y="3848"/>
                      <a:pt x="1839" y="0"/>
                    </a:cubicBezTo>
                    <a:close/>
                  </a:path>
                </a:pathLst>
              </a:custGeom>
              <a:solidFill>
                <a:srgbClr val="5D8467"/>
              </a:solidFill>
              <a:ln cap="flat">
                <a:noFill/>
                <a:prstDash val="solid"/>
                <a:miter lim="800000"/>
              </a:ln>
            </p:spPr>
            <p:txBody>
              <a:bodyPr vert="horz" anchor="ctr" tIns="45720" lIns="91440" bIns="45720" rIns="91440"/>
              <a:p>
                <a:pPr algn="l" marL="0"/>
              </a:p>
            </p:txBody>
          </p:sp>
          <p:grpSp>
            <p:nvGrpSpPr>
              <p:cNvPr name="Group 70" id="70"/>
              <p:cNvGrpSpPr/>
              <p:nvPr/>
            </p:nvGrpSpPr>
            <p:grpSpPr>
              <a:xfrm>
                <a:off x="1412819" y="1394963"/>
                <a:ext cx="33198" cy="75584"/>
                <a:chOff x="1412819" y="1394963"/>
                <a:chExt cx="33198" cy="75584"/>
              </a:xfrm>
              <a:solidFill>
                <a:srgbClr val="5D8467"/>
              </a:solidFill>
            </p:grpSpPr>
            <p:sp>
              <p:nvSpPr>
                <p:cNvPr name="Freeform 71" id="71"/>
                <p:cNvSpPr/>
                <p:nvPr/>
              </p:nvSpPr>
              <p:spPr>
                <a:xfrm>
                  <a:off x="1432039" y="1432504"/>
                  <a:ext cx="13979" cy="38042"/>
                </a:xfrm>
                <a:custGeom>
                  <a:avLst/>
                  <a:gdLst/>
                  <a:ahLst/>
                  <a:cxnLst/>
                  <a:rect r="r" b="b" t="t" l="l"/>
                  <a:pathLst>
                    <a:path w="13979" h="38042" stroke="true" fill="norm" extrusionOk="true">
                      <a:moveTo>
                        <a:pt x="2168" y="103"/>
                      </a:moveTo>
                      <a:cubicBezTo>
                        <a:pt x="6283" y="-849"/>
                        <a:pt x="6531" y="5037"/>
                        <a:pt x="7617" y="7847"/>
                      </a:cubicBezTo>
                      <a:cubicBezTo>
                        <a:pt x="8331" y="9723"/>
                        <a:pt x="8550" y="10438"/>
                        <a:pt x="9226" y="12410"/>
                      </a:cubicBezTo>
                      <a:cubicBezTo>
                        <a:pt x="11398" y="18839"/>
                        <a:pt x="12474" y="30412"/>
                        <a:pt x="13979" y="37898"/>
                      </a:cubicBezTo>
                      <a:cubicBezTo>
                        <a:pt x="11093" y="38346"/>
                        <a:pt x="9064" y="37755"/>
                        <a:pt x="7912" y="36108"/>
                      </a:cubicBezTo>
                      <a:cubicBezTo>
                        <a:pt x="7445" y="33174"/>
                        <a:pt x="7655" y="30688"/>
                        <a:pt x="7150" y="27926"/>
                      </a:cubicBezTo>
                      <a:cubicBezTo>
                        <a:pt x="6140" y="22487"/>
                        <a:pt x="3768" y="16677"/>
                        <a:pt x="1987" y="10714"/>
                      </a:cubicBezTo>
                      <a:cubicBezTo>
                        <a:pt x="1730" y="9876"/>
                        <a:pt x="2178" y="6571"/>
                        <a:pt x="1549" y="6047"/>
                      </a:cubicBezTo>
                      <a:cubicBezTo>
                        <a:pt x="1483" y="5990"/>
                        <a:pt x="387" y="6209"/>
                        <a:pt x="387" y="6151"/>
                      </a:cubicBezTo>
                      <a:cubicBezTo>
                        <a:pt x="111" y="4142"/>
                        <a:pt x="-918" y="1141"/>
                        <a:pt x="2168" y="103"/>
                      </a:cubicBezTo>
                      <a:close/>
                    </a:path>
                  </a:pathLst>
                </a:custGeom>
                <a:solidFill>
                  <a:srgbClr val="5D8467"/>
                </a:solidFill>
                <a:ln cap="flat">
                  <a:noFill/>
                  <a:prstDash val="solid"/>
                  <a:miter lim="800000"/>
                </a:ln>
              </p:spPr>
              <p:txBody>
                <a:bodyPr vert="horz" anchor="ctr" tIns="45720" lIns="91440" bIns="45720" rIns="91440"/>
                <a:p>
                  <a:pPr algn="l" marL="0"/>
                </a:p>
              </p:txBody>
            </p:sp>
            <p:sp>
              <p:nvSpPr>
                <p:cNvPr name="Freeform 72" id="72"/>
                <p:cNvSpPr/>
                <p:nvPr/>
              </p:nvSpPr>
              <p:spPr>
                <a:xfrm>
                  <a:off x="1412819" y="1394963"/>
                  <a:ext cx="19749" cy="35626"/>
                </a:xfrm>
                <a:custGeom>
                  <a:avLst/>
                  <a:gdLst/>
                  <a:ahLst/>
                  <a:cxnLst/>
                  <a:rect r="r" b="b" t="t" l="l"/>
                  <a:pathLst>
                    <a:path w="19749" h="35626" stroke="true" fill="norm" extrusionOk="true">
                      <a:moveTo>
                        <a:pt x="19550" y="30739"/>
                      </a:moveTo>
                      <a:cubicBezTo>
                        <a:pt x="19426" y="30653"/>
                        <a:pt x="18445" y="30967"/>
                        <a:pt x="18388" y="30853"/>
                      </a:cubicBezTo>
                      <a:cubicBezTo>
                        <a:pt x="18197" y="30453"/>
                        <a:pt x="18502" y="28738"/>
                        <a:pt x="18168" y="28510"/>
                      </a:cubicBezTo>
                      <a:cubicBezTo>
                        <a:pt x="17178" y="27843"/>
                        <a:pt x="15578" y="26624"/>
                        <a:pt x="14225" y="24167"/>
                      </a:cubicBezTo>
                      <a:cubicBezTo>
                        <a:pt x="14006" y="23766"/>
                        <a:pt x="14359" y="22071"/>
                        <a:pt x="14006" y="21823"/>
                      </a:cubicBezTo>
                      <a:cubicBezTo>
                        <a:pt x="13854" y="21728"/>
                        <a:pt x="12920" y="22080"/>
                        <a:pt x="12844" y="21938"/>
                      </a:cubicBezTo>
                      <a:cubicBezTo>
                        <a:pt x="12596" y="21538"/>
                        <a:pt x="12987" y="19842"/>
                        <a:pt x="12625" y="19594"/>
                      </a:cubicBezTo>
                      <a:cubicBezTo>
                        <a:pt x="12501" y="19518"/>
                        <a:pt x="11510" y="19823"/>
                        <a:pt x="11453" y="19709"/>
                      </a:cubicBezTo>
                      <a:cubicBezTo>
                        <a:pt x="10472" y="17528"/>
                        <a:pt x="10463" y="14318"/>
                        <a:pt x="9510" y="11632"/>
                      </a:cubicBezTo>
                      <a:cubicBezTo>
                        <a:pt x="9358" y="11184"/>
                        <a:pt x="9186" y="10622"/>
                        <a:pt x="9015" y="10088"/>
                      </a:cubicBezTo>
                      <a:cubicBezTo>
                        <a:pt x="8282" y="7764"/>
                        <a:pt x="6796" y="-646"/>
                        <a:pt x="2938" y="40"/>
                      </a:cubicBezTo>
                      <a:cubicBezTo>
                        <a:pt x="338" y="516"/>
                        <a:pt x="-120" y="5431"/>
                        <a:pt x="23" y="7383"/>
                      </a:cubicBezTo>
                      <a:cubicBezTo>
                        <a:pt x="404" y="12508"/>
                        <a:pt x="5272" y="15146"/>
                        <a:pt x="6643" y="19718"/>
                      </a:cubicBezTo>
                      <a:cubicBezTo>
                        <a:pt x="6691" y="19861"/>
                        <a:pt x="6758" y="20004"/>
                        <a:pt x="6777" y="20147"/>
                      </a:cubicBezTo>
                      <a:cubicBezTo>
                        <a:pt x="6853" y="20690"/>
                        <a:pt x="7805" y="21766"/>
                        <a:pt x="8158" y="22376"/>
                      </a:cubicBezTo>
                      <a:cubicBezTo>
                        <a:pt x="8586" y="23109"/>
                        <a:pt x="8967" y="24900"/>
                        <a:pt x="9663" y="25767"/>
                      </a:cubicBezTo>
                      <a:cubicBezTo>
                        <a:pt x="11110" y="27605"/>
                        <a:pt x="12892" y="28710"/>
                        <a:pt x="14778" y="30005"/>
                      </a:cubicBezTo>
                      <a:cubicBezTo>
                        <a:pt x="14873" y="32920"/>
                        <a:pt x="15092" y="35701"/>
                        <a:pt x="17664" y="35625"/>
                      </a:cubicBezTo>
                      <a:cubicBezTo>
                        <a:pt x="20950" y="34749"/>
                        <a:pt x="18645" y="33282"/>
                        <a:pt x="18502" y="32015"/>
                      </a:cubicBezTo>
                      <a:cubicBezTo>
                        <a:pt x="18530" y="32339"/>
                        <a:pt x="20340" y="31253"/>
                        <a:pt x="19550" y="30739"/>
                      </a:cubicBezTo>
                      <a:close/>
                    </a:path>
                  </a:pathLst>
                </a:custGeom>
                <a:solidFill>
                  <a:srgbClr val="5D8467"/>
                </a:solidFill>
                <a:ln cap="flat">
                  <a:noFill/>
                  <a:prstDash val="solid"/>
                  <a:miter lim="800000"/>
                </a:ln>
              </p:spPr>
              <p:txBody>
                <a:bodyPr vert="horz" anchor="ctr" tIns="45720" lIns="91440" bIns="45720" rIns="91440"/>
                <a:p>
                  <a:pPr algn="l" marL="0"/>
                </a:p>
              </p:txBody>
            </p:sp>
          </p:grpSp>
        </p:grpSp>
        <p:sp>
          <p:nvSpPr>
            <p:cNvPr name="Freeform 73" id="73"/>
            <p:cNvSpPr/>
            <p:nvPr/>
          </p:nvSpPr>
          <p:spPr>
            <a:xfrm>
              <a:off x="7961075" y="2586515"/>
              <a:ext cx="122307" cy="191571"/>
            </a:xfrm>
            <a:custGeom>
              <a:avLst/>
              <a:gdLst/>
              <a:ahLst/>
              <a:cxnLst/>
              <a:rect r="r" b="b" t="t" l="l"/>
              <a:pathLst>
                <a:path w="42263" h="66197" stroke="true" fill="norm" extrusionOk="true">
                  <a:moveTo>
                    <a:pt x="39063" y="0"/>
                  </a:moveTo>
                  <a:cubicBezTo>
                    <a:pt x="38930" y="172"/>
                    <a:pt x="38816" y="305"/>
                    <a:pt x="38749" y="391"/>
                  </a:cubicBezTo>
                  <a:cubicBezTo>
                    <a:pt x="38492" y="714"/>
                    <a:pt x="36815" y="238"/>
                    <a:pt x="36396" y="391"/>
                  </a:cubicBezTo>
                  <a:cubicBezTo>
                    <a:pt x="34072" y="1267"/>
                    <a:pt x="31434" y="2724"/>
                    <a:pt x="30529" y="3915"/>
                  </a:cubicBezTo>
                  <a:cubicBezTo>
                    <a:pt x="29776" y="4886"/>
                    <a:pt x="30148" y="6401"/>
                    <a:pt x="29357" y="7439"/>
                  </a:cubicBezTo>
                  <a:cubicBezTo>
                    <a:pt x="28005" y="9211"/>
                    <a:pt x="25966" y="10325"/>
                    <a:pt x="24662" y="12135"/>
                  </a:cubicBezTo>
                  <a:cubicBezTo>
                    <a:pt x="23395" y="13887"/>
                    <a:pt x="22280" y="16288"/>
                    <a:pt x="21147" y="18012"/>
                  </a:cubicBezTo>
                  <a:cubicBezTo>
                    <a:pt x="20661" y="18736"/>
                    <a:pt x="19299" y="19545"/>
                    <a:pt x="18794" y="20355"/>
                  </a:cubicBezTo>
                  <a:cubicBezTo>
                    <a:pt x="18127" y="21422"/>
                    <a:pt x="18384" y="22736"/>
                    <a:pt x="17623" y="23879"/>
                  </a:cubicBezTo>
                  <a:cubicBezTo>
                    <a:pt x="16451" y="25632"/>
                    <a:pt x="14184" y="26727"/>
                    <a:pt x="12927" y="28575"/>
                  </a:cubicBezTo>
                  <a:cubicBezTo>
                    <a:pt x="12222" y="29613"/>
                    <a:pt x="12307" y="31204"/>
                    <a:pt x="11755" y="32099"/>
                  </a:cubicBezTo>
                  <a:cubicBezTo>
                    <a:pt x="11317" y="32795"/>
                    <a:pt x="9917" y="33699"/>
                    <a:pt x="9412" y="34452"/>
                  </a:cubicBezTo>
                  <a:cubicBezTo>
                    <a:pt x="8640" y="35595"/>
                    <a:pt x="8964" y="36624"/>
                    <a:pt x="8231" y="37967"/>
                  </a:cubicBezTo>
                  <a:cubicBezTo>
                    <a:pt x="7888" y="38605"/>
                    <a:pt x="6354" y="39643"/>
                    <a:pt x="5878" y="40319"/>
                  </a:cubicBezTo>
                  <a:cubicBezTo>
                    <a:pt x="5135" y="41396"/>
                    <a:pt x="4211" y="41767"/>
                    <a:pt x="3535" y="42672"/>
                  </a:cubicBezTo>
                  <a:cubicBezTo>
                    <a:pt x="1373" y="45501"/>
                    <a:pt x="1506" y="53007"/>
                    <a:pt x="1192" y="56769"/>
                  </a:cubicBezTo>
                  <a:cubicBezTo>
                    <a:pt x="1039" y="58512"/>
                    <a:pt x="-170" y="58865"/>
                    <a:pt x="20" y="61465"/>
                  </a:cubicBezTo>
                  <a:cubicBezTo>
                    <a:pt x="1" y="61189"/>
                    <a:pt x="1049" y="62179"/>
                    <a:pt x="1192" y="62636"/>
                  </a:cubicBezTo>
                  <a:cubicBezTo>
                    <a:pt x="1516" y="63713"/>
                    <a:pt x="925" y="65065"/>
                    <a:pt x="1192" y="66161"/>
                  </a:cubicBezTo>
                  <a:cubicBezTo>
                    <a:pt x="4164" y="66599"/>
                    <a:pt x="4173" y="62998"/>
                    <a:pt x="4707" y="61465"/>
                  </a:cubicBezTo>
                  <a:cubicBezTo>
                    <a:pt x="5450" y="59322"/>
                    <a:pt x="5202" y="56236"/>
                    <a:pt x="5878" y="54426"/>
                  </a:cubicBezTo>
                  <a:cubicBezTo>
                    <a:pt x="5926" y="54302"/>
                    <a:pt x="6935" y="54521"/>
                    <a:pt x="7050" y="54426"/>
                  </a:cubicBezTo>
                  <a:cubicBezTo>
                    <a:pt x="7459" y="54092"/>
                    <a:pt x="7936" y="51330"/>
                    <a:pt x="8221" y="50902"/>
                  </a:cubicBezTo>
                  <a:cubicBezTo>
                    <a:pt x="9802" y="48539"/>
                    <a:pt x="11031" y="45825"/>
                    <a:pt x="10574" y="42682"/>
                  </a:cubicBezTo>
                  <a:cubicBezTo>
                    <a:pt x="14441" y="40224"/>
                    <a:pt x="15232" y="35728"/>
                    <a:pt x="17613" y="32109"/>
                  </a:cubicBezTo>
                  <a:cubicBezTo>
                    <a:pt x="17727" y="31928"/>
                    <a:pt x="18613" y="32252"/>
                    <a:pt x="18785" y="32109"/>
                  </a:cubicBezTo>
                  <a:cubicBezTo>
                    <a:pt x="19165" y="31794"/>
                    <a:pt x="18489" y="30185"/>
                    <a:pt x="18785" y="29756"/>
                  </a:cubicBezTo>
                  <a:cubicBezTo>
                    <a:pt x="19327" y="28985"/>
                    <a:pt x="20480" y="28356"/>
                    <a:pt x="21137" y="27413"/>
                  </a:cubicBezTo>
                  <a:cubicBezTo>
                    <a:pt x="21928" y="26280"/>
                    <a:pt x="22652" y="26003"/>
                    <a:pt x="23480" y="25060"/>
                  </a:cubicBezTo>
                  <a:cubicBezTo>
                    <a:pt x="23861" y="24632"/>
                    <a:pt x="23080" y="23108"/>
                    <a:pt x="23480" y="22708"/>
                  </a:cubicBezTo>
                  <a:cubicBezTo>
                    <a:pt x="24242" y="21946"/>
                    <a:pt x="25757" y="23070"/>
                    <a:pt x="25833" y="21536"/>
                  </a:cubicBezTo>
                  <a:cubicBezTo>
                    <a:pt x="25909" y="20203"/>
                    <a:pt x="26662" y="20984"/>
                    <a:pt x="27005" y="20364"/>
                  </a:cubicBezTo>
                  <a:cubicBezTo>
                    <a:pt x="29014" y="16755"/>
                    <a:pt x="30576" y="14678"/>
                    <a:pt x="32872" y="12144"/>
                  </a:cubicBezTo>
                  <a:cubicBezTo>
                    <a:pt x="33139" y="11859"/>
                    <a:pt x="33396" y="11611"/>
                    <a:pt x="33663" y="11335"/>
                  </a:cubicBezTo>
                  <a:cubicBezTo>
                    <a:pt x="36339" y="8525"/>
                    <a:pt x="39073" y="6315"/>
                    <a:pt x="42264" y="3934"/>
                  </a:cubicBezTo>
                  <a:lnTo>
                    <a:pt x="39063" y="0"/>
                  </a:ln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74" id="74"/>
            <p:cNvSpPr/>
            <p:nvPr/>
          </p:nvSpPr>
          <p:spPr>
            <a:xfrm>
              <a:off x="8290014" y="3121964"/>
              <a:ext cx="24448" cy="121399"/>
            </a:xfrm>
            <a:custGeom>
              <a:avLst/>
              <a:gdLst/>
              <a:ahLst/>
              <a:cxnLst/>
              <a:rect r="r" b="b" t="t" l="l"/>
              <a:pathLst>
                <a:path w="8448" h="41949" stroke="true" fill="norm" extrusionOk="true">
                  <a:moveTo>
                    <a:pt x="3324" y="0"/>
                  </a:moveTo>
                  <a:cubicBezTo>
                    <a:pt x="2657" y="3762"/>
                    <a:pt x="1733" y="7772"/>
                    <a:pt x="1400" y="11440"/>
                  </a:cubicBezTo>
                  <a:cubicBezTo>
                    <a:pt x="1248" y="13183"/>
                    <a:pt x="1333" y="15288"/>
                    <a:pt x="1438" y="17278"/>
                  </a:cubicBezTo>
                  <a:cubicBezTo>
                    <a:pt x="1562" y="19726"/>
                    <a:pt x="1695" y="21993"/>
                    <a:pt x="1400" y="23184"/>
                  </a:cubicBezTo>
                  <a:cubicBezTo>
                    <a:pt x="1314" y="23546"/>
                    <a:pt x="200" y="24775"/>
                    <a:pt x="228" y="24355"/>
                  </a:cubicBezTo>
                  <a:cubicBezTo>
                    <a:pt x="114" y="25984"/>
                    <a:pt x="1448" y="26946"/>
                    <a:pt x="1400" y="27880"/>
                  </a:cubicBezTo>
                  <a:cubicBezTo>
                    <a:pt x="1286" y="30375"/>
                    <a:pt x="457" y="33461"/>
                    <a:pt x="228" y="36100"/>
                  </a:cubicBezTo>
                  <a:cubicBezTo>
                    <a:pt x="143" y="37166"/>
                    <a:pt x="-296" y="39424"/>
                    <a:pt x="333" y="40348"/>
                  </a:cubicBezTo>
                  <a:cubicBezTo>
                    <a:pt x="2781" y="43882"/>
                    <a:pt x="5086" y="40824"/>
                    <a:pt x="5629" y="38310"/>
                  </a:cubicBezTo>
                  <a:cubicBezTo>
                    <a:pt x="6448" y="34480"/>
                    <a:pt x="6867" y="30585"/>
                    <a:pt x="7277" y="26699"/>
                  </a:cubicBezTo>
                  <a:cubicBezTo>
                    <a:pt x="7477" y="24775"/>
                    <a:pt x="7553" y="22841"/>
                    <a:pt x="7591" y="20907"/>
                  </a:cubicBezTo>
                  <a:cubicBezTo>
                    <a:pt x="7696" y="16831"/>
                    <a:pt x="7677" y="12773"/>
                    <a:pt x="8448" y="9087"/>
                  </a:cubicBezTo>
                  <a:lnTo>
                    <a:pt x="3324" y="0"/>
                  </a:lnTo>
                  <a:close/>
                </a:path>
              </a:pathLst>
            </a:custGeom>
            <a:solidFill>
              <a:srgbClr val="6FAACE"/>
            </a:solidFill>
            <a:ln cap="flat">
              <a:noFill/>
              <a:prstDash val="solid"/>
              <a:miter lim="800000"/>
            </a:ln>
          </p:spPr>
          <p:txBody>
            <a:bodyPr vert="horz" anchor="ctr" tIns="45720" lIns="91440" bIns="45720" rIns="91440"/>
            <a:p>
              <a:pPr algn="l" marL="0"/>
            </a:p>
          </p:txBody>
        </p:sp>
        <p:grpSp>
          <p:nvGrpSpPr>
            <p:cNvPr name="Group 75" id="75"/>
            <p:cNvGrpSpPr/>
            <p:nvPr/>
          </p:nvGrpSpPr>
          <p:grpSpPr>
            <a:xfrm>
              <a:off x="6578982" y="3883752"/>
              <a:ext cx="2092143" cy="436834"/>
              <a:chOff x="1192580" y="1541965"/>
              <a:chExt cx="722935" cy="150947"/>
            </a:xfrm>
            <a:solidFill>
              <a:srgbClr val="CEA945"/>
            </a:solidFill>
          </p:grpSpPr>
          <p:sp>
            <p:nvSpPr>
              <p:cNvPr name="Freeform 76" id="76"/>
              <p:cNvSpPr/>
              <p:nvPr/>
            </p:nvSpPr>
            <p:spPr>
              <a:xfrm>
                <a:off x="1192580" y="1608143"/>
                <a:ext cx="62304" cy="18983"/>
              </a:xfrm>
              <a:custGeom>
                <a:avLst/>
                <a:gdLst/>
                <a:ahLst/>
                <a:cxnLst/>
                <a:rect r="r" b="b" t="t" l="l"/>
                <a:pathLst>
                  <a:path w="62304" h="18983" stroke="true" fill="norm" extrusionOk="true">
                    <a:moveTo>
                      <a:pt x="61967" y="2553"/>
                    </a:moveTo>
                    <a:cubicBezTo>
                      <a:pt x="64053" y="8125"/>
                      <a:pt x="55881" y="2762"/>
                      <a:pt x="53747" y="4896"/>
                    </a:cubicBezTo>
                    <a:cubicBezTo>
                      <a:pt x="53661" y="4991"/>
                      <a:pt x="53852" y="6048"/>
                      <a:pt x="53747" y="6067"/>
                    </a:cubicBezTo>
                    <a:cubicBezTo>
                      <a:pt x="52861" y="6277"/>
                      <a:pt x="49651" y="5467"/>
                      <a:pt x="49051" y="6067"/>
                    </a:cubicBezTo>
                    <a:cubicBezTo>
                      <a:pt x="48956" y="6163"/>
                      <a:pt x="49165" y="7211"/>
                      <a:pt x="49051" y="7239"/>
                    </a:cubicBezTo>
                    <a:cubicBezTo>
                      <a:pt x="45755" y="8153"/>
                      <a:pt x="44365" y="7791"/>
                      <a:pt x="39659" y="8411"/>
                    </a:cubicBezTo>
                    <a:cubicBezTo>
                      <a:pt x="34973" y="9030"/>
                      <a:pt x="26677" y="11821"/>
                      <a:pt x="20876" y="13107"/>
                    </a:cubicBezTo>
                    <a:cubicBezTo>
                      <a:pt x="18514" y="13630"/>
                      <a:pt x="16171" y="13516"/>
                      <a:pt x="13828" y="14278"/>
                    </a:cubicBezTo>
                    <a:cubicBezTo>
                      <a:pt x="13913" y="14259"/>
                      <a:pt x="9217" y="15345"/>
                      <a:pt x="9132" y="15459"/>
                    </a:cubicBezTo>
                    <a:cubicBezTo>
                      <a:pt x="9017" y="15592"/>
                      <a:pt x="9275" y="16564"/>
                      <a:pt x="9132" y="16631"/>
                    </a:cubicBezTo>
                    <a:cubicBezTo>
                      <a:pt x="7493" y="17393"/>
                      <a:pt x="5322" y="17412"/>
                      <a:pt x="4436" y="18983"/>
                    </a:cubicBezTo>
                    <a:cubicBezTo>
                      <a:pt x="3264" y="18983"/>
                      <a:pt x="2083" y="18983"/>
                      <a:pt x="912" y="18983"/>
                    </a:cubicBezTo>
                    <a:cubicBezTo>
                      <a:pt x="-1441" y="16583"/>
                      <a:pt x="1426" y="16678"/>
                      <a:pt x="2083" y="14278"/>
                    </a:cubicBezTo>
                    <a:cubicBezTo>
                      <a:pt x="10351" y="10563"/>
                      <a:pt x="20781" y="7344"/>
                      <a:pt x="31439" y="4886"/>
                    </a:cubicBezTo>
                    <a:cubicBezTo>
                      <a:pt x="35354" y="3991"/>
                      <a:pt x="38574" y="3582"/>
                      <a:pt x="43184" y="2543"/>
                    </a:cubicBezTo>
                    <a:cubicBezTo>
                      <a:pt x="45441" y="2029"/>
                      <a:pt x="50880" y="114"/>
                      <a:pt x="54928" y="191"/>
                    </a:cubicBezTo>
                    <a:cubicBezTo>
                      <a:pt x="56223" y="210"/>
                      <a:pt x="58424" y="-248"/>
                      <a:pt x="59624" y="191"/>
                    </a:cubicBezTo>
                    <a:cubicBezTo>
                      <a:pt x="60833" y="648"/>
                      <a:pt x="60452" y="2419"/>
                      <a:pt x="61967" y="255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77" id="77"/>
              <p:cNvSpPr/>
              <p:nvPr/>
            </p:nvSpPr>
            <p:spPr>
              <a:xfrm>
                <a:off x="1209911" y="1541965"/>
                <a:ext cx="46013" cy="6599"/>
              </a:xfrm>
              <a:custGeom>
                <a:avLst/>
                <a:gdLst/>
                <a:ahLst/>
                <a:cxnLst/>
                <a:rect r="r" b="b" t="t" l="l"/>
                <a:pathLst>
                  <a:path w="46013" h="6599" stroke="true" fill="norm" extrusionOk="true">
                    <a:moveTo>
                      <a:pt x="21" y="6504"/>
                    </a:moveTo>
                    <a:cubicBezTo>
                      <a:pt x="-313" y="4065"/>
                      <a:pt x="3488" y="5656"/>
                      <a:pt x="4716" y="4151"/>
                    </a:cubicBezTo>
                    <a:cubicBezTo>
                      <a:pt x="6469" y="2008"/>
                      <a:pt x="11146" y="2703"/>
                      <a:pt x="15280" y="1798"/>
                    </a:cubicBezTo>
                    <a:cubicBezTo>
                      <a:pt x="16270" y="1589"/>
                      <a:pt x="16442" y="779"/>
                      <a:pt x="17632" y="636"/>
                    </a:cubicBezTo>
                    <a:cubicBezTo>
                      <a:pt x="21309" y="189"/>
                      <a:pt x="27100" y="1713"/>
                      <a:pt x="31720" y="636"/>
                    </a:cubicBezTo>
                    <a:cubicBezTo>
                      <a:pt x="33549" y="198"/>
                      <a:pt x="36806" y="-545"/>
                      <a:pt x="41112" y="636"/>
                    </a:cubicBezTo>
                    <a:cubicBezTo>
                      <a:pt x="42988" y="1141"/>
                      <a:pt x="46960" y="608"/>
                      <a:pt x="45807" y="4151"/>
                    </a:cubicBezTo>
                    <a:cubicBezTo>
                      <a:pt x="31672" y="4294"/>
                      <a:pt x="17880" y="7151"/>
                      <a:pt x="21" y="6504"/>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78" id="78"/>
              <p:cNvSpPr/>
              <p:nvPr/>
            </p:nvSpPr>
            <p:spPr>
              <a:xfrm>
                <a:off x="1229886" y="1580551"/>
                <a:ext cx="44793" cy="10296"/>
              </a:xfrm>
              <a:custGeom>
                <a:avLst/>
                <a:gdLst/>
                <a:ahLst/>
                <a:cxnLst/>
                <a:rect r="r" b="b" t="t" l="l"/>
                <a:pathLst>
                  <a:path w="44793" h="10296" stroke="true" fill="norm" extrusionOk="true">
                    <a:moveTo>
                      <a:pt x="0" y="9009"/>
                    </a:moveTo>
                    <a:cubicBezTo>
                      <a:pt x="419" y="7456"/>
                      <a:pt x="2067" y="7151"/>
                      <a:pt x="2353" y="5484"/>
                    </a:cubicBezTo>
                    <a:cubicBezTo>
                      <a:pt x="4820" y="6123"/>
                      <a:pt x="5439" y="4494"/>
                      <a:pt x="7049" y="4313"/>
                    </a:cubicBezTo>
                    <a:cubicBezTo>
                      <a:pt x="7115" y="4303"/>
                      <a:pt x="8363" y="5884"/>
                      <a:pt x="9401" y="5484"/>
                    </a:cubicBezTo>
                    <a:cubicBezTo>
                      <a:pt x="9849" y="5313"/>
                      <a:pt x="9420" y="4437"/>
                      <a:pt x="10573" y="4313"/>
                    </a:cubicBezTo>
                    <a:cubicBezTo>
                      <a:pt x="12497" y="4113"/>
                      <a:pt x="14507" y="4408"/>
                      <a:pt x="16440" y="4313"/>
                    </a:cubicBezTo>
                    <a:cubicBezTo>
                      <a:pt x="16497" y="4313"/>
                      <a:pt x="16593" y="2941"/>
                      <a:pt x="17612" y="3141"/>
                    </a:cubicBezTo>
                    <a:cubicBezTo>
                      <a:pt x="17888" y="3198"/>
                      <a:pt x="17621" y="4456"/>
                      <a:pt x="18783" y="4313"/>
                    </a:cubicBezTo>
                    <a:cubicBezTo>
                      <a:pt x="23432" y="3751"/>
                      <a:pt x="28289" y="2665"/>
                      <a:pt x="32871" y="1960"/>
                    </a:cubicBezTo>
                    <a:cubicBezTo>
                      <a:pt x="36624" y="1398"/>
                      <a:pt x="41701" y="-2155"/>
                      <a:pt x="44615" y="1960"/>
                    </a:cubicBezTo>
                    <a:cubicBezTo>
                      <a:pt x="45796" y="5904"/>
                      <a:pt x="40815" y="3665"/>
                      <a:pt x="38748" y="4313"/>
                    </a:cubicBezTo>
                    <a:cubicBezTo>
                      <a:pt x="38376" y="4427"/>
                      <a:pt x="38710" y="5427"/>
                      <a:pt x="37576" y="5484"/>
                    </a:cubicBezTo>
                    <a:cubicBezTo>
                      <a:pt x="34814" y="5627"/>
                      <a:pt x="32385" y="7028"/>
                      <a:pt x="28184" y="7837"/>
                    </a:cubicBezTo>
                    <a:cubicBezTo>
                      <a:pt x="27051" y="8047"/>
                      <a:pt x="25784" y="7589"/>
                      <a:pt x="24660" y="7837"/>
                    </a:cubicBezTo>
                    <a:cubicBezTo>
                      <a:pt x="23679" y="8047"/>
                      <a:pt x="23498" y="8847"/>
                      <a:pt x="22308" y="9018"/>
                    </a:cubicBezTo>
                    <a:cubicBezTo>
                      <a:pt x="19517" y="9380"/>
                      <a:pt x="16116" y="8761"/>
                      <a:pt x="12916" y="9018"/>
                    </a:cubicBezTo>
                    <a:cubicBezTo>
                      <a:pt x="8858" y="9323"/>
                      <a:pt x="3820" y="11742"/>
                      <a:pt x="0" y="9009"/>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79" id="79"/>
              <p:cNvSpPr/>
              <p:nvPr/>
            </p:nvSpPr>
            <p:spPr>
              <a:xfrm>
                <a:off x="1229886" y="1559044"/>
                <a:ext cx="41214" cy="15996"/>
              </a:xfrm>
              <a:custGeom>
                <a:avLst/>
                <a:gdLst/>
                <a:ahLst/>
                <a:cxnLst/>
                <a:rect r="r" b="b" t="t" l="l"/>
                <a:pathLst>
                  <a:path w="41214" h="15996" stroke="true" fill="norm" extrusionOk="true">
                    <a:moveTo>
                      <a:pt x="0" y="15248"/>
                    </a:moveTo>
                    <a:cubicBezTo>
                      <a:pt x="0" y="14076"/>
                      <a:pt x="0" y="12904"/>
                      <a:pt x="0" y="11733"/>
                    </a:cubicBezTo>
                    <a:cubicBezTo>
                      <a:pt x="3667" y="8628"/>
                      <a:pt x="8515" y="8847"/>
                      <a:pt x="14088" y="7037"/>
                    </a:cubicBezTo>
                    <a:cubicBezTo>
                      <a:pt x="14488" y="6904"/>
                      <a:pt x="14107" y="5932"/>
                      <a:pt x="15259" y="5865"/>
                    </a:cubicBezTo>
                    <a:cubicBezTo>
                      <a:pt x="18679" y="5684"/>
                      <a:pt x="21241" y="4580"/>
                      <a:pt x="24651" y="3513"/>
                    </a:cubicBezTo>
                    <a:cubicBezTo>
                      <a:pt x="26603" y="2913"/>
                      <a:pt x="28394" y="2836"/>
                      <a:pt x="30518" y="2351"/>
                    </a:cubicBezTo>
                    <a:cubicBezTo>
                      <a:pt x="30747" y="2294"/>
                      <a:pt x="30671" y="1227"/>
                      <a:pt x="31690" y="1179"/>
                    </a:cubicBezTo>
                    <a:cubicBezTo>
                      <a:pt x="33242" y="1093"/>
                      <a:pt x="34842" y="1351"/>
                      <a:pt x="36386" y="1179"/>
                    </a:cubicBezTo>
                    <a:cubicBezTo>
                      <a:pt x="36357" y="1179"/>
                      <a:pt x="36738" y="46"/>
                      <a:pt x="37557" y="7"/>
                    </a:cubicBezTo>
                    <a:cubicBezTo>
                      <a:pt x="39462" y="-97"/>
                      <a:pt x="39567" y="931"/>
                      <a:pt x="41081" y="1179"/>
                    </a:cubicBezTo>
                    <a:cubicBezTo>
                      <a:pt x="42062" y="4656"/>
                      <a:pt x="37367" y="5008"/>
                      <a:pt x="35214" y="5875"/>
                    </a:cubicBezTo>
                    <a:cubicBezTo>
                      <a:pt x="27403" y="8999"/>
                      <a:pt x="12449" y="11819"/>
                      <a:pt x="3515" y="15267"/>
                    </a:cubicBezTo>
                    <a:cubicBezTo>
                      <a:pt x="1981" y="16667"/>
                      <a:pt x="1676" y="15705"/>
                      <a:pt x="0" y="15248"/>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0" id="80"/>
              <p:cNvSpPr/>
              <p:nvPr/>
            </p:nvSpPr>
            <p:spPr>
              <a:xfrm>
                <a:off x="1273330" y="1644722"/>
                <a:ext cx="107994" cy="6141"/>
              </a:xfrm>
              <a:custGeom>
                <a:avLst/>
                <a:gdLst/>
                <a:ahLst/>
                <a:cxnLst/>
                <a:rect r="r" b="b" t="t" l="l"/>
                <a:pathLst>
                  <a:path w="107994" h="6141" stroke="true" fill="norm" extrusionOk="true">
                    <a:moveTo>
                      <a:pt x="0" y="5884"/>
                    </a:moveTo>
                    <a:cubicBezTo>
                      <a:pt x="524" y="4845"/>
                      <a:pt x="1029" y="3788"/>
                      <a:pt x="2343" y="3540"/>
                    </a:cubicBezTo>
                    <a:cubicBezTo>
                      <a:pt x="5105" y="1312"/>
                      <a:pt x="8268" y="2978"/>
                      <a:pt x="11735" y="2369"/>
                    </a:cubicBezTo>
                    <a:cubicBezTo>
                      <a:pt x="13840" y="1997"/>
                      <a:pt x="16421" y="226"/>
                      <a:pt x="18783" y="16"/>
                    </a:cubicBezTo>
                    <a:cubicBezTo>
                      <a:pt x="20660" y="-155"/>
                      <a:pt x="22460" y="1093"/>
                      <a:pt x="24651" y="1188"/>
                    </a:cubicBezTo>
                    <a:cubicBezTo>
                      <a:pt x="27956" y="1331"/>
                      <a:pt x="32195" y="-50"/>
                      <a:pt x="35214" y="16"/>
                    </a:cubicBezTo>
                    <a:cubicBezTo>
                      <a:pt x="38662" y="92"/>
                      <a:pt x="42510" y="1073"/>
                      <a:pt x="45777" y="1188"/>
                    </a:cubicBezTo>
                    <a:cubicBezTo>
                      <a:pt x="47273" y="1235"/>
                      <a:pt x="48997" y="1378"/>
                      <a:pt x="50473" y="1188"/>
                    </a:cubicBezTo>
                    <a:cubicBezTo>
                      <a:pt x="52188" y="959"/>
                      <a:pt x="52635" y="26"/>
                      <a:pt x="53997" y="16"/>
                    </a:cubicBezTo>
                    <a:cubicBezTo>
                      <a:pt x="56159" y="7"/>
                      <a:pt x="57826" y="1283"/>
                      <a:pt x="59865" y="1188"/>
                    </a:cubicBezTo>
                    <a:cubicBezTo>
                      <a:pt x="62951" y="1045"/>
                      <a:pt x="66084" y="-69"/>
                      <a:pt x="69256" y="16"/>
                    </a:cubicBezTo>
                    <a:cubicBezTo>
                      <a:pt x="71780" y="83"/>
                      <a:pt x="74790" y="969"/>
                      <a:pt x="77476" y="1188"/>
                    </a:cubicBezTo>
                    <a:cubicBezTo>
                      <a:pt x="87563" y="2007"/>
                      <a:pt x="99917" y="-1441"/>
                      <a:pt x="107994" y="4712"/>
                    </a:cubicBezTo>
                    <a:cubicBezTo>
                      <a:pt x="106632" y="7598"/>
                      <a:pt x="95688" y="5322"/>
                      <a:pt x="92735" y="4712"/>
                    </a:cubicBezTo>
                    <a:cubicBezTo>
                      <a:pt x="91869" y="4531"/>
                      <a:pt x="88630" y="5293"/>
                      <a:pt x="88030" y="4712"/>
                    </a:cubicBezTo>
                    <a:cubicBezTo>
                      <a:pt x="86935" y="3617"/>
                      <a:pt x="87563" y="4407"/>
                      <a:pt x="83334" y="4712"/>
                    </a:cubicBezTo>
                    <a:cubicBezTo>
                      <a:pt x="74076" y="5369"/>
                      <a:pt x="60350" y="5055"/>
                      <a:pt x="49282" y="4712"/>
                    </a:cubicBezTo>
                    <a:cubicBezTo>
                      <a:pt x="43882" y="4541"/>
                      <a:pt x="38129" y="3607"/>
                      <a:pt x="32842" y="3540"/>
                    </a:cubicBezTo>
                    <a:cubicBezTo>
                      <a:pt x="30918" y="3512"/>
                      <a:pt x="30851" y="4636"/>
                      <a:pt x="29318" y="4712"/>
                    </a:cubicBezTo>
                    <a:cubicBezTo>
                      <a:pt x="27384" y="4798"/>
                      <a:pt x="27327" y="3550"/>
                      <a:pt x="25794" y="3540"/>
                    </a:cubicBezTo>
                    <a:cubicBezTo>
                      <a:pt x="23889" y="3521"/>
                      <a:pt x="23774" y="4712"/>
                      <a:pt x="22269" y="4712"/>
                    </a:cubicBezTo>
                    <a:cubicBezTo>
                      <a:pt x="21279" y="4712"/>
                      <a:pt x="20422" y="3436"/>
                      <a:pt x="18745" y="3540"/>
                    </a:cubicBezTo>
                    <a:cubicBezTo>
                      <a:pt x="16678" y="3664"/>
                      <a:pt x="16202" y="4464"/>
                      <a:pt x="14049" y="4712"/>
                    </a:cubicBezTo>
                    <a:cubicBezTo>
                      <a:pt x="10049" y="5169"/>
                      <a:pt x="4991" y="5617"/>
                      <a:pt x="0" y="5884"/>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1" id="81"/>
              <p:cNvSpPr/>
              <p:nvPr/>
            </p:nvSpPr>
            <p:spPr>
              <a:xfrm>
                <a:off x="1310695" y="1609958"/>
                <a:ext cx="47159" cy="5759"/>
              </a:xfrm>
              <a:custGeom>
                <a:avLst/>
                <a:gdLst/>
                <a:ahLst/>
                <a:cxnLst/>
                <a:rect r="r" b="b" t="t" l="l"/>
                <a:pathLst>
                  <a:path w="47159" h="5759" stroke="true" fill="norm" extrusionOk="true">
                    <a:moveTo>
                      <a:pt x="201" y="4253"/>
                    </a:moveTo>
                    <a:cubicBezTo>
                      <a:pt x="-1028" y="1033"/>
                      <a:pt x="3725" y="3338"/>
                      <a:pt x="4897" y="1900"/>
                    </a:cubicBezTo>
                    <a:cubicBezTo>
                      <a:pt x="4973" y="1814"/>
                      <a:pt x="4802" y="757"/>
                      <a:pt x="4897" y="738"/>
                    </a:cubicBezTo>
                    <a:cubicBezTo>
                      <a:pt x="7650" y="109"/>
                      <a:pt x="20889" y="-548"/>
                      <a:pt x="26033" y="738"/>
                    </a:cubicBezTo>
                    <a:cubicBezTo>
                      <a:pt x="26538" y="862"/>
                      <a:pt x="27500" y="1910"/>
                      <a:pt x="27205" y="1900"/>
                    </a:cubicBezTo>
                    <a:cubicBezTo>
                      <a:pt x="28081" y="1929"/>
                      <a:pt x="29176" y="776"/>
                      <a:pt x="30729" y="738"/>
                    </a:cubicBezTo>
                    <a:cubicBezTo>
                      <a:pt x="33834" y="652"/>
                      <a:pt x="36625" y="509"/>
                      <a:pt x="38949" y="738"/>
                    </a:cubicBezTo>
                    <a:cubicBezTo>
                      <a:pt x="38692" y="709"/>
                      <a:pt x="39501" y="2681"/>
                      <a:pt x="40120" y="1900"/>
                    </a:cubicBezTo>
                    <a:cubicBezTo>
                      <a:pt x="41073" y="719"/>
                      <a:pt x="40844" y="1548"/>
                      <a:pt x="42464" y="1900"/>
                    </a:cubicBezTo>
                    <a:cubicBezTo>
                      <a:pt x="44702" y="2395"/>
                      <a:pt x="45740" y="1957"/>
                      <a:pt x="47160" y="3072"/>
                    </a:cubicBezTo>
                    <a:cubicBezTo>
                      <a:pt x="44712" y="7148"/>
                      <a:pt x="36310" y="5358"/>
                      <a:pt x="29548" y="5424"/>
                    </a:cubicBezTo>
                    <a:cubicBezTo>
                      <a:pt x="18775" y="5548"/>
                      <a:pt x="6802" y="5567"/>
                      <a:pt x="201" y="4253"/>
                    </a:cubicBezTo>
                    <a:close/>
                  </a:path>
                </a:pathLst>
              </a:custGeom>
              <a:solidFill>
                <a:srgbClr val="CEA945"/>
              </a:solidFill>
              <a:ln cap="flat">
                <a:noFill/>
                <a:prstDash val="solid"/>
                <a:miter lim="800000"/>
              </a:ln>
            </p:spPr>
            <p:txBody>
              <a:bodyPr vert="horz" anchor="ctr" tIns="45720" lIns="91440" bIns="45720" rIns="91440"/>
              <a:p>
                <a:pPr algn="l" marL="0"/>
              </a:p>
            </p:txBody>
          </p:sp>
          <p:grpSp>
            <p:nvGrpSpPr>
              <p:cNvPr name="Group 82" id="82"/>
              <p:cNvGrpSpPr/>
              <p:nvPr/>
            </p:nvGrpSpPr>
            <p:grpSpPr>
              <a:xfrm>
                <a:off x="1315592" y="1669374"/>
                <a:ext cx="392220" cy="23539"/>
                <a:chOff x="1315592" y="1669374"/>
                <a:chExt cx="392220" cy="23539"/>
              </a:xfrm>
              <a:solidFill>
                <a:srgbClr val="CEA945"/>
              </a:solidFill>
            </p:grpSpPr>
            <p:sp>
              <p:nvSpPr>
                <p:cNvPr name="Freeform 83" id="83"/>
                <p:cNvSpPr/>
                <p:nvPr/>
              </p:nvSpPr>
              <p:spPr>
                <a:xfrm>
                  <a:off x="1315592" y="1669374"/>
                  <a:ext cx="97440" cy="5899"/>
                </a:xfrm>
                <a:custGeom>
                  <a:avLst/>
                  <a:gdLst/>
                  <a:ahLst/>
                  <a:cxnLst/>
                  <a:rect r="r" b="b" t="t" l="l"/>
                  <a:pathLst>
                    <a:path w="97440" h="5899" stroke="true" fill="norm" extrusionOk="true">
                      <a:moveTo>
                        <a:pt x="0" y="3540"/>
                      </a:moveTo>
                      <a:cubicBezTo>
                        <a:pt x="343" y="1854"/>
                        <a:pt x="2962" y="2682"/>
                        <a:pt x="4696" y="2368"/>
                      </a:cubicBezTo>
                      <a:cubicBezTo>
                        <a:pt x="12487" y="939"/>
                        <a:pt x="28156" y="777"/>
                        <a:pt x="39919" y="1196"/>
                      </a:cubicBezTo>
                      <a:cubicBezTo>
                        <a:pt x="39634" y="1187"/>
                        <a:pt x="40491" y="3130"/>
                        <a:pt x="41091" y="2368"/>
                      </a:cubicBezTo>
                      <a:cubicBezTo>
                        <a:pt x="42663" y="387"/>
                        <a:pt x="55597" y="653"/>
                        <a:pt x="61055" y="1196"/>
                      </a:cubicBezTo>
                      <a:cubicBezTo>
                        <a:pt x="61998" y="1292"/>
                        <a:pt x="62227" y="2511"/>
                        <a:pt x="63398" y="2368"/>
                      </a:cubicBezTo>
                      <a:cubicBezTo>
                        <a:pt x="64160" y="2282"/>
                        <a:pt x="64684" y="1196"/>
                        <a:pt x="64570" y="1196"/>
                      </a:cubicBezTo>
                      <a:cubicBezTo>
                        <a:pt x="68428" y="1168"/>
                        <a:pt x="72628" y="1396"/>
                        <a:pt x="76305" y="1196"/>
                      </a:cubicBezTo>
                      <a:cubicBezTo>
                        <a:pt x="83515" y="825"/>
                        <a:pt x="90707" y="-1299"/>
                        <a:pt x="97441" y="1196"/>
                      </a:cubicBezTo>
                      <a:cubicBezTo>
                        <a:pt x="96736" y="6616"/>
                        <a:pt x="89192" y="4387"/>
                        <a:pt x="83353" y="4721"/>
                      </a:cubicBezTo>
                      <a:cubicBezTo>
                        <a:pt x="80343" y="4892"/>
                        <a:pt x="76819" y="4673"/>
                        <a:pt x="73962" y="4721"/>
                      </a:cubicBezTo>
                      <a:cubicBezTo>
                        <a:pt x="72695" y="4740"/>
                        <a:pt x="73219" y="5806"/>
                        <a:pt x="72790" y="5892"/>
                      </a:cubicBezTo>
                      <a:cubicBezTo>
                        <a:pt x="72142" y="6016"/>
                        <a:pt x="69885" y="4616"/>
                        <a:pt x="68094" y="4721"/>
                      </a:cubicBezTo>
                      <a:cubicBezTo>
                        <a:pt x="59293" y="5235"/>
                        <a:pt x="51092" y="5378"/>
                        <a:pt x="41091" y="4721"/>
                      </a:cubicBezTo>
                      <a:cubicBezTo>
                        <a:pt x="39605" y="4625"/>
                        <a:pt x="37833" y="5054"/>
                        <a:pt x="36395" y="4721"/>
                      </a:cubicBezTo>
                      <a:cubicBezTo>
                        <a:pt x="35424" y="4492"/>
                        <a:pt x="35243" y="3597"/>
                        <a:pt x="34052" y="3549"/>
                      </a:cubicBezTo>
                      <a:cubicBezTo>
                        <a:pt x="34366" y="3568"/>
                        <a:pt x="33519" y="4721"/>
                        <a:pt x="32880" y="4721"/>
                      </a:cubicBezTo>
                      <a:cubicBezTo>
                        <a:pt x="31995" y="4721"/>
                        <a:pt x="31623" y="3559"/>
                        <a:pt x="31709" y="3549"/>
                      </a:cubicBezTo>
                      <a:cubicBezTo>
                        <a:pt x="30728" y="3625"/>
                        <a:pt x="30566" y="4778"/>
                        <a:pt x="29356" y="4721"/>
                      </a:cubicBezTo>
                      <a:cubicBezTo>
                        <a:pt x="28127" y="4663"/>
                        <a:pt x="28594" y="3635"/>
                        <a:pt x="28184" y="3549"/>
                      </a:cubicBezTo>
                      <a:cubicBezTo>
                        <a:pt x="27489" y="3416"/>
                        <a:pt x="25327" y="4882"/>
                        <a:pt x="23489" y="4721"/>
                      </a:cubicBezTo>
                      <a:cubicBezTo>
                        <a:pt x="23860" y="4749"/>
                        <a:pt x="22698" y="3644"/>
                        <a:pt x="22317" y="3549"/>
                      </a:cubicBezTo>
                      <a:cubicBezTo>
                        <a:pt x="16412" y="2073"/>
                        <a:pt x="8239" y="4616"/>
                        <a:pt x="0" y="3540"/>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4" id="84"/>
                <p:cNvSpPr/>
                <p:nvPr/>
              </p:nvSpPr>
              <p:spPr>
                <a:xfrm>
                  <a:off x="1676038" y="1687020"/>
                  <a:ext cx="31775" cy="5892"/>
                </a:xfrm>
                <a:custGeom>
                  <a:avLst/>
                  <a:gdLst/>
                  <a:ahLst/>
                  <a:cxnLst/>
                  <a:rect r="r" b="b" t="t" l="l"/>
                  <a:pathLst>
                    <a:path w="31775" h="5892" stroke="true" fill="norm" extrusionOk="true">
                      <a:moveTo>
                        <a:pt x="0" y="4686"/>
                      </a:moveTo>
                      <a:cubicBezTo>
                        <a:pt x="0" y="3515"/>
                        <a:pt x="0" y="2334"/>
                        <a:pt x="0" y="1172"/>
                      </a:cubicBezTo>
                      <a:cubicBezTo>
                        <a:pt x="9382" y="1162"/>
                        <a:pt x="19221" y="1600"/>
                        <a:pt x="27003" y="0"/>
                      </a:cubicBezTo>
                      <a:cubicBezTo>
                        <a:pt x="26165" y="3181"/>
                        <a:pt x="32537" y="-838"/>
                        <a:pt x="31699" y="2343"/>
                      </a:cubicBezTo>
                      <a:cubicBezTo>
                        <a:pt x="32347" y="5258"/>
                        <a:pt x="27575" y="5658"/>
                        <a:pt x="25832" y="5867"/>
                      </a:cubicBezTo>
                      <a:cubicBezTo>
                        <a:pt x="23898" y="6105"/>
                        <a:pt x="23822" y="4601"/>
                        <a:pt x="22308" y="4696"/>
                      </a:cubicBezTo>
                      <a:cubicBezTo>
                        <a:pt x="21355" y="4763"/>
                        <a:pt x="21136" y="6029"/>
                        <a:pt x="19955" y="5867"/>
                      </a:cubicBezTo>
                      <a:cubicBezTo>
                        <a:pt x="16602" y="5420"/>
                        <a:pt x="10249" y="3905"/>
                        <a:pt x="3524" y="4696"/>
                      </a:cubicBezTo>
                      <a:cubicBezTo>
                        <a:pt x="2343" y="4686"/>
                        <a:pt x="1172" y="4686"/>
                        <a:pt x="0" y="4686"/>
                      </a:cubicBezTo>
                      <a:close/>
                    </a:path>
                  </a:pathLst>
                </a:custGeom>
                <a:solidFill>
                  <a:srgbClr val="CEA945"/>
                </a:solidFill>
                <a:ln cap="flat">
                  <a:noFill/>
                  <a:prstDash val="solid"/>
                  <a:miter lim="800000"/>
                </a:ln>
              </p:spPr>
              <p:txBody>
                <a:bodyPr vert="horz" anchor="ctr" tIns="45720" lIns="91440" bIns="45720" rIns="91440"/>
                <a:p>
                  <a:pPr algn="l" marL="0"/>
                </a:p>
              </p:txBody>
            </p:sp>
          </p:grpSp>
          <p:grpSp>
            <p:nvGrpSpPr>
              <p:cNvPr name="Group 85" id="85"/>
              <p:cNvGrpSpPr/>
              <p:nvPr/>
            </p:nvGrpSpPr>
            <p:grpSpPr>
              <a:xfrm>
                <a:off x="1496364" y="1548722"/>
                <a:ext cx="419151" cy="128448"/>
                <a:chOff x="1496364" y="1548722"/>
                <a:chExt cx="419151" cy="128448"/>
              </a:xfrm>
              <a:solidFill>
                <a:srgbClr val="CEA945"/>
              </a:solidFill>
            </p:grpSpPr>
            <p:sp>
              <p:nvSpPr>
                <p:cNvPr name="Freeform 86" id="86"/>
                <p:cNvSpPr/>
                <p:nvPr/>
              </p:nvSpPr>
              <p:spPr>
                <a:xfrm>
                  <a:off x="1496364" y="1657640"/>
                  <a:ext cx="96320" cy="8333"/>
                </a:xfrm>
                <a:custGeom>
                  <a:avLst/>
                  <a:gdLst/>
                  <a:ahLst/>
                  <a:cxnLst/>
                  <a:rect r="r" b="b" t="t" l="l"/>
                  <a:pathLst>
                    <a:path w="96320" h="8333" stroke="true" fill="norm" extrusionOk="true">
                      <a:moveTo>
                        <a:pt x="42" y="2357"/>
                      </a:moveTo>
                      <a:cubicBezTo>
                        <a:pt x="-177" y="1367"/>
                        <a:pt x="499" y="1262"/>
                        <a:pt x="1213" y="1195"/>
                      </a:cubicBezTo>
                      <a:cubicBezTo>
                        <a:pt x="7243" y="-500"/>
                        <a:pt x="12920" y="795"/>
                        <a:pt x="19997" y="1195"/>
                      </a:cubicBezTo>
                      <a:cubicBezTo>
                        <a:pt x="20759" y="1234"/>
                        <a:pt x="25464" y="1681"/>
                        <a:pt x="25864" y="1195"/>
                      </a:cubicBezTo>
                      <a:cubicBezTo>
                        <a:pt x="27112" y="-338"/>
                        <a:pt x="26369" y="1415"/>
                        <a:pt x="28217" y="1195"/>
                      </a:cubicBezTo>
                      <a:cubicBezTo>
                        <a:pt x="29046" y="1091"/>
                        <a:pt x="29398" y="24"/>
                        <a:pt x="29389" y="24"/>
                      </a:cubicBezTo>
                      <a:cubicBezTo>
                        <a:pt x="30693" y="-43"/>
                        <a:pt x="31665" y="1557"/>
                        <a:pt x="35265" y="1195"/>
                      </a:cubicBezTo>
                      <a:cubicBezTo>
                        <a:pt x="35218" y="1195"/>
                        <a:pt x="35637" y="62"/>
                        <a:pt x="36437" y="24"/>
                      </a:cubicBezTo>
                      <a:cubicBezTo>
                        <a:pt x="40037" y="-167"/>
                        <a:pt x="43781" y="833"/>
                        <a:pt x="48181" y="1195"/>
                      </a:cubicBezTo>
                      <a:cubicBezTo>
                        <a:pt x="58392" y="2024"/>
                        <a:pt x="69660" y="386"/>
                        <a:pt x="79881" y="1195"/>
                      </a:cubicBezTo>
                      <a:cubicBezTo>
                        <a:pt x="82386" y="1386"/>
                        <a:pt x="86767" y="1729"/>
                        <a:pt x="89272" y="2357"/>
                      </a:cubicBezTo>
                      <a:cubicBezTo>
                        <a:pt x="91530" y="2939"/>
                        <a:pt x="92463" y="2453"/>
                        <a:pt x="93968" y="3529"/>
                      </a:cubicBezTo>
                      <a:cubicBezTo>
                        <a:pt x="94806" y="4129"/>
                        <a:pt x="94749" y="5977"/>
                        <a:pt x="96321" y="5882"/>
                      </a:cubicBezTo>
                      <a:cubicBezTo>
                        <a:pt x="94130" y="10425"/>
                        <a:pt x="90834" y="7311"/>
                        <a:pt x="85757" y="7053"/>
                      </a:cubicBezTo>
                      <a:cubicBezTo>
                        <a:pt x="83738" y="6958"/>
                        <a:pt x="80833" y="7244"/>
                        <a:pt x="78709" y="7053"/>
                      </a:cubicBezTo>
                      <a:cubicBezTo>
                        <a:pt x="69975" y="6272"/>
                        <a:pt x="55316" y="5139"/>
                        <a:pt x="47010" y="4701"/>
                      </a:cubicBezTo>
                      <a:cubicBezTo>
                        <a:pt x="43362" y="4510"/>
                        <a:pt x="39447" y="5606"/>
                        <a:pt x="35265" y="4701"/>
                      </a:cubicBezTo>
                      <a:cubicBezTo>
                        <a:pt x="33046" y="4224"/>
                        <a:pt x="34075" y="4120"/>
                        <a:pt x="31741" y="4701"/>
                      </a:cubicBezTo>
                      <a:cubicBezTo>
                        <a:pt x="30046" y="5129"/>
                        <a:pt x="28922" y="3653"/>
                        <a:pt x="27045" y="3529"/>
                      </a:cubicBezTo>
                      <a:cubicBezTo>
                        <a:pt x="26988" y="3529"/>
                        <a:pt x="25712" y="4872"/>
                        <a:pt x="24693" y="4701"/>
                      </a:cubicBezTo>
                      <a:cubicBezTo>
                        <a:pt x="24607" y="4691"/>
                        <a:pt x="24426" y="3577"/>
                        <a:pt x="23521" y="3529"/>
                      </a:cubicBezTo>
                      <a:cubicBezTo>
                        <a:pt x="17825" y="3234"/>
                        <a:pt x="5976" y="4034"/>
                        <a:pt x="42" y="235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7" id="87"/>
                <p:cNvSpPr/>
                <p:nvPr/>
              </p:nvSpPr>
              <p:spPr>
                <a:xfrm>
                  <a:off x="1519885" y="1555277"/>
                  <a:ext cx="87091" cy="16737"/>
                </a:xfrm>
                <a:custGeom>
                  <a:avLst/>
                  <a:gdLst/>
                  <a:ahLst/>
                  <a:cxnLst/>
                  <a:rect r="r" b="b" t="t" l="l"/>
                  <a:pathLst>
                    <a:path w="87091" h="16737" stroke="true" fill="norm" extrusionOk="true">
                      <a:moveTo>
                        <a:pt x="0" y="1412"/>
                      </a:moveTo>
                      <a:cubicBezTo>
                        <a:pt x="2381" y="-1560"/>
                        <a:pt x="11859" y="1021"/>
                        <a:pt x="16440" y="1412"/>
                      </a:cubicBezTo>
                      <a:cubicBezTo>
                        <a:pt x="24041" y="2060"/>
                        <a:pt x="30290" y="2507"/>
                        <a:pt x="37567" y="3765"/>
                      </a:cubicBezTo>
                      <a:cubicBezTo>
                        <a:pt x="38519" y="3927"/>
                        <a:pt x="38738" y="5003"/>
                        <a:pt x="39919" y="4936"/>
                      </a:cubicBezTo>
                      <a:cubicBezTo>
                        <a:pt x="39767" y="4946"/>
                        <a:pt x="40367" y="3803"/>
                        <a:pt x="41091" y="3765"/>
                      </a:cubicBezTo>
                      <a:cubicBezTo>
                        <a:pt x="41510" y="3746"/>
                        <a:pt x="43625" y="4660"/>
                        <a:pt x="44615" y="4936"/>
                      </a:cubicBezTo>
                      <a:cubicBezTo>
                        <a:pt x="45015" y="5041"/>
                        <a:pt x="46730" y="4650"/>
                        <a:pt x="46958" y="4936"/>
                      </a:cubicBezTo>
                      <a:cubicBezTo>
                        <a:pt x="48349" y="6632"/>
                        <a:pt x="55397" y="6365"/>
                        <a:pt x="59874" y="7279"/>
                      </a:cubicBezTo>
                      <a:cubicBezTo>
                        <a:pt x="60055" y="7317"/>
                        <a:pt x="60065" y="8403"/>
                        <a:pt x="61046" y="8451"/>
                      </a:cubicBezTo>
                      <a:cubicBezTo>
                        <a:pt x="62494" y="8527"/>
                        <a:pt x="64351" y="8089"/>
                        <a:pt x="65742" y="8451"/>
                      </a:cubicBezTo>
                      <a:cubicBezTo>
                        <a:pt x="66046" y="8537"/>
                        <a:pt x="65837" y="9565"/>
                        <a:pt x="66913" y="9623"/>
                      </a:cubicBezTo>
                      <a:cubicBezTo>
                        <a:pt x="68818" y="9727"/>
                        <a:pt x="68913" y="10527"/>
                        <a:pt x="70437" y="10794"/>
                      </a:cubicBezTo>
                      <a:cubicBezTo>
                        <a:pt x="76019" y="11775"/>
                        <a:pt x="82563" y="9003"/>
                        <a:pt x="86868" y="14318"/>
                      </a:cubicBezTo>
                      <a:cubicBezTo>
                        <a:pt x="88049" y="17843"/>
                        <a:pt x="84258" y="16395"/>
                        <a:pt x="82182" y="16662"/>
                      </a:cubicBezTo>
                      <a:cubicBezTo>
                        <a:pt x="75190" y="15118"/>
                        <a:pt x="68228" y="13366"/>
                        <a:pt x="61046" y="11975"/>
                      </a:cubicBezTo>
                      <a:cubicBezTo>
                        <a:pt x="58798" y="11537"/>
                        <a:pt x="57588" y="11518"/>
                        <a:pt x="55178" y="10804"/>
                      </a:cubicBezTo>
                      <a:cubicBezTo>
                        <a:pt x="51768" y="9803"/>
                        <a:pt x="45196" y="9489"/>
                        <a:pt x="39910" y="8451"/>
                      </a:cubicBezTo>
                      <a:cubicBezTo>
                        <a:pt x="39748" y="8422"/>
                        <a:pt x="39710" y="7336"/>
                        <a:pt x="38738" y="7279"/>
                      </a:cubicBezTo>
                      <a:cubicBezTo>
                        <a:pt x="38300" y="7260"/>
                        <a:pt x="35462" y="7584"/>
                        <a:pt x="35214" y="7279"/>
                      </a:cubicBezTo>
                      <a:cubicBezTo>
                        <a:pt x="33357" y="5012"/>
                        <a:pt x="23498" y="5660"/>
                        <a:pt x="18774" y="4936"/>
                      </a:cubicBezTo>
                      <a:cubicBezTo>
                        <a:pt x="18698" y="4917"/>
                        <a:pt x="18507" y="3812"/>
                        <a:pt x="17602" y="3765"/>
                      </a:cubicBezTo>
                      <a:cubicBezTo>
                        <a:pt x="15707" y="3660"/>
                        <a:pt x="15602" y="2888"/>
                        <a:pt x="14088" y="2593"/>
                      </a:cubicBezTo>
                      <a:cubicBezTo>
                        <a:pt x="14516" y="2679"/>
                        <a:pt x="13430" y="4422"/>
                        <a:pt x="12916" y="3765"/>
                      </a:cubicBezTo>
                      <a:cubicBezTo>
                        <a:pt x="11249" y="1669"/>
                        <a:pt x="4582" y="3012"/>
                        <a:pt x="0" y="1412"/>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8" id="88"/>
                <p:cNvSpPr/>
                <p:nvPr/>
              </p:nvSpPr>
              <p:spPr>
                <a:xfrm>
                  <a:off x="1570325" y="1608961"/>
                  <a:ext cx="32941" cy="6738"/>
                </a:xfrm>
                <a:custGeom>
                  <a:avLst/>
                  <a:gdLst/>
                  <a:ahLst/>
                  <a:cxnLst/>
                  <a:rect r="r" b="b" t="t" l="l"/>
                  <a:pathLst>
                    <a:path w="32941" h="6738" stroke="true" fill="norm" extrusionOk="true">
                      <a:moveTo>
                        <a:pt x="42" y="2907"/>
                      </a:moveTo>
                      <a:cubicBezTo>
                        <a:pt x="-177" y="1916"/>
                        <a:pt x="499" y="1811"/>
                        <a:pt x="1213" y="1744"/>
                      </a:cubicBezTo>
                      <a:cubicBezTo>
                        <a:pt x="2156" y="1059"/>
                        <a:pt x="3118" y="602"/>
                        <a:pt x="4738" y="573"/>
                      </a:cubicBezTo>
                      <a:cubicBezTo>
                        <a:pt x="4414" y="573"/>
                        <a:pt x="5328" y="2478"/>
                        <a:pt x="5909" y="1744"/>
                      </a:cubicBezTo>
                      <a:cubicBezTo>
                        <a:pt x="7081" y="278"/>
                        <a:pt x="10500" y="2126"/>
                        <a:pt x="11777" y="573"/>
                      </a:cubicBezTo>
                      <a:cubicBezTo>
                        <a:pt x="12729" y="-599"/>
                        <a:pt x="13482" y="354"/>
                        <a:pt x="17644" y="573"/>
                      </a:cubicBezTo>
                      <a:cubicBezTo>
                        <a:pt x="22330" y="811"/>
                        <a:pt x="30722" y="-513"/>
                        <a:pt x="32913" y="4088"/>
                      </a:cubicBezTo>
                      <a:cubicBezTo>
                        <a:pt x="33522" y="9193"/>
                        <a:pt x="24340" y="5373"/>
                        <a:pt x="22350" y="5259"/>
                      </a:cubicBezTo>
                      <a:cubicBezTo>
                        <a:pt x="21597" y="5221"/>
                        <a:pt x="20740" y="5402"/>
                        <a:pt x="19997" y="5259"/>
                      </a:cubicBezTo>
                      <a:cubicBezTo>
                        <a:pt x="15806" y="4459"/>
                        <a:pt x="5366" y="4173"/>
                        <a:pt x="42" y="290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9" id="89"/>
                <p:cNvSpPr/>
                <p:nvPr/>
              </p:nvSpPr>
              <p:spPr>
                <a:xfrm>
                  <a:off x="1667776" y="1670257"/>
                  <a:ext cx="176435" cy="6913"/>
                </a:xfrm>
                <a:custGeom>
                  <a:avLst/>
                  <a:gdLst/>
                  <a:ahLst/>
                  <a:cxnLst/>
                  <a:rect r="r" b="b" t="t" l="l"/>
                  <a:pathLst>
                    <a:path w="176435" h="6913" stroke="true" fill="norm" extrusionOk="true">
                      <a:moveTo>
                        <a:pt x="42" y="3837"/>
                      </a:moveTo>
                      <a:cubicBezTo>
                        <a:pt x="-177" y="2847"/>
                        <a:pt x="499" y="2732"/>
                        <a:pt x="1213" y="2666"/>
                      </a:cubicBezTo>
                      <a:cubicBezTo>
                        <a:pt x="-15" y="523"/>
                        <a:pt x="5909" y="1837"/>
                        <a:pt x="8252" y="1494"/>
                      </a:cubicBezTo>
                      <a:cubicBezTo>
                        <a:pt x="16339" y="323"/>
                        <a:pt x="33389" y="-477"/>
                        <a:pt x="45819" y="323"/>
                      </a:cubicBezTo>
                      <a:cubicBezTo>
                        <a:pt x="46934" y="399"/>
                        <a:pt x="48267" y="94"/>
                        <a:pt x="49343" y="323"/>
                      </a:cubicBezTo>
                      <a:cubicBezTo>
                        <a:pt x="50305" y="532"/>
                        <a:pt x="50505" y="1504"/>
                        <a:pt x="51696" y="1494"/>
                      </a:cubicBezTo>
                      <a:cubicBezTo>
                        <a:pt x="51410" y="1494"/>
                        <a:pt x="52239" y="361"/>
                        <a:pt x="52868" y="323"/>
                      </a:cubicBezTo>
                      <a:cubicBezTo>
                        <a:pt x="55706" y="180"/>
                        <a:pt x="59354" y="180"/>
                        <a:pt x="63431" y="323"/>
                      </a:cubicBezTo>
                      <a:cubicBezTo>
                        <a:pt x="74289" y="713"/>
                        <a:pt x="84386" y="1494"/>
                        <a:pt x="95130" y="1494"/>
                      </a:cubicBezTo>
                      <a:cubicBezTo>
                        <a:pt x="103045" y="1494"/>
                        <a:pt x="111180" y="2466"/>
                        <a:pt x="119790" y="1494"/>
                      </a:cubicBezTo>
                      <a:cubicBezTo>
                        <a:pt x="123095" y="1123"/>
                        <a:pt x="123610" y="694"/>
                        <a:pt x="126829" y="1494"/>
                      </a:cubicBezTo>
                      <a:cubicBezTo>
                        <a:pt x="126982" y="1532"/>
                        <a:pt x="138916" y="2504"/>
                        <a:pt x="139745" y="1494"/>
                      </a:cubicBezTo>
                      <a:cubicBezTo>
                        <a:pt x="140612" y="437"/>
                        <a:pt x="142307" y="66"/>
                        <a:pt x="144441" y="323"/>
                      </a:cubicBezTo>
                      <a:cubicBezTo>
                        <a:pt x="144203" y="294"/>
                        <a:pt x="144993" y="2285"/>
                        <a:pt x="145613" y="1494"/>
                      </a:cubicBezTo>
                      <a:cubicBezTo>
                        <a:pt x="146565" y="304"/>
                        <a:pt x="148708" y="351"/>
                        <a:pt x="152652" y="323"/>
                      </a:cubicBezTo>
                      <a:cubicBezTo>
                        <a:pt x="152423" y="332"/>
                        <a:pt x="153128" y="1494"/>
                        <a:pt x="153823" y="1494"/>
                      </a:cubicBezTo>
                      <a:cubicBezTo>
                        <a:pt x="154061" y="1494"/>
                        <a:pt x="156662" y="-525"/>
                        <a:pt x="157347" y="323"/>
                      </a:cubicBezTo>
                      <a:cubicBezTo>
                        <a:pt x="158319" y="1513"/>
                        <a:pt x="158500" y="380"/>
                        <a:pt x="160871" y="323"/>
                      </a:cubicBezTo>
                      <a:cubicBezTo>
                        <a:pt x="160548" y="332"/>
                        <a:pt x="161453" y="2237"/>
                        <a:pt x="162034" y="1494"/>
                      </a:cubicBezTo>
                      <a:cubicBezTo>
                        <a:pt x="163519" y="-363"/>
                        <a:pt x="171911" y="-115"/>
                        <a:pt x="176131" y="1494"/>
                      </a:cubicBezTo>
                      <a:cubicBezTo>
                        <a:pt x="178493" y="7419"/>
                        <a:pt x="166415" y="2552"/>
                        <a:pt x="164386" y="5019"/>
                      </a:cubicBezTo>
                      <a:cubicBezTo>
                        <a:pt x="164329" y="5095"/>
                        <a:pt x="164453" y="6181"/>
                        <a:pt x="164386" y="6190"/>
                      </a:cubicBezTo>
                      <a:cubicBezTo>
                        <a:pt x="151089" y="7819"/>
                        <a:pt x="135716" y="6190"/>
                        <a:pt x="120952" y="6190"/>
                      </a:cubicBezTo>
                      <a:cubicBezTo>
                        <a:pt x="110522" y="6190"/>
                        <a:pt x="100445" y="6428"/>
                        <a:pt x="89253" y="6190"/>
                      </a:cubicBezTo>
                      <a:cubicBezTo>
                        <a:pt x="88520" y="6171"/>
                        <a:pt x="85024" y="6657"/>
                        <a:pt x="84557" y="6190"/>
                      </a:cubicBezTo>
                      <a:cubicBezTo>
                        <a:pt x="83376" y="5009"/>
                        <a:pt x="83557" y="6295"/>
                        <a:pt x="81033" y="6190"/>
                      </a:cubicBezTo>
                      <a:cubicBezTo>
                        <a:pt x="70346" y="5752"/>
                        <a:pt x="61383" y="5190"/>
                        <a:pt x="49334" y="5019"/>
                      </a:cubicBezTo>
                      <a:cubicBezTo>
                        <a:pt x="49019" y="5009"/>
                        <a:pt x="47153" y="5228"/>
                        <a:pt x="46981" y="5019"/>
                      </a:cubicBezTo>
                      <a:cubicBezTo>
                        <a:pt x="45924" y="3723"/>
                        <a:pt x="45495" y="5000"/>
                        <a:pt x="41114" y="5019"/>
                      </a:cubicBezTo>
                      <a:cubicBezTo>
                        <a:pt x="34084" y="5047"/>
                        <a:pt x="26588" y="4838"/>
                        <a:pt x="19978" y="5019"/>
                      </a:cubicBezTo>
                      <a:cubicBezTo>
                        <a:pt x="14225" y="5171"/>
                        <a:pt x="8767" y="6714"/>
                        <a:pt x="3547" y="5019"/>
                      </a:cubicBezTo>
                      <a:cubicBezTo>
                        <a:pt x="1671" y="5342"/>
                        <a:pt x="1547" y="3904"/>
                        <a:pt x="42" y="383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0" id="90"/>
                <p:cNvSpPr/>
                <p:nvPr/>
              </p:nvSpPr>
              <p:spPr>
                <a:xfrm>
                  <a:off x="1672513" y="1643750"/>
                  <a:ext cx="75133" cy="7242"/>
                </a:xfrm>
                <a:custGeom>
                  <a:avLst/>
                  <a:gdLst/>
                  <a:ahLst/>
                  <a:cxnLst/>
                  <a:rect r="r" b="b" t="t" l="l"/>
                  <a:pathLst>
                    <a:path w="75133" h="7242" stroke="true" fill="norm" extrusionOk="true">
                      <a:moveTo>
                        <a:pt x="0" y="5693"/>
                      </a:moveTo>
                      <a:cubicBezTo>
                        <a:pt x="2200" y="921"/>
                        <a:pt x="9325" y="4427"/>
                        <a:pt x="15259" y="3341"/>
                      </a:cubicBezTo>
                      <a:cubicBezTo>
                        <a:pt x="16402" y="3131"/>
                        <a:pt x="17012" y="2150"/>
                        <a:pt x="18783" y="2169"/>
                      </a:cubicBezTo>
                      <a:cubicBezTo>
                        <a:pt x="20831" y="2188"/>
                        <a:pt x="22784" y="3188"/>
                        <a:pt x="24651" y="3341"/>
                      </a:cubicBezTo>
                      <a:cubicBezTo>
                        <a:pt x="29280" y="3712"/>
                        <a:pt x="32633" y="2636"/>
                        <a:pt x="37567" y="2169"/>
                      </a:cubicBezTo>
                      <a:cubicBezTo>
                        <a:pt x="44282" y="1531"/>
                        <a:pt x="52321" y="2607"/>
                        <a:pt x="58693" y="2169"/>
                      </a:cubicBezTo>
                      <a:cubicBezTo>
                        <a:pt x="64218" y="1788"/>
                        <a:pt x="73838" y="-3755"/>
                        <a:pt x="75133" y="4522"/>
                      </a:cubicBezTo>
                      <a:cubicBezTo>
                        <a:pt x="70895" y="6036"/>
                        <a:pt x="65932" y="4589"/>
                        <a:pt x="59874" y="5693"/>
                      </a:cubicBezTo>
                      <a:cubicBezTo>
                        <a:pt x="58750" y="5893"/>
                        <a:pt x="58074" y="6751"/>
                        <a:pt x="56350" y="6856"/>
                      </a:cubicBezTo>
                      <a:cubicBezTo>
                        <a:pt x="46406" y="7484"/>
                        <a:pt x="35690" y="6875"/>
                        <a:pt x="25822" y="6856"/>
                      </a:cubicBezTo>
                      <a:cubicBezTo>
                        <a:pt x="25851" y="6856"/>
                        <a:pt x="25613" y="5493"/>
                        <a:pt x="24651" y="5693"/>
                      </a:cubicBezTo>
                      <a:cubicBezTo>
                        <a:pt x="24575" y="5703"/>
                        <a:pt x="24317" y="6751"/>
                        <a:pt x="23479" y="6856"/>
                      </a:cubicBezTo>
                      <a:cubicBezTo>
                        <a:pt x="17469" y="7656"/>
                        <a:pt x="6467" y="7189"/>
                        <a:pt x="0" y="569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1" id="91"/>
                <p:cNvSpPr/>
                <p:nvPr/>
              </p:nvSpPr>
              <p:spPr>
                <a:xfrm>
                  <a:off x="1695992" y="1581358"/>
                  <a:ext cx="219522" cy="10851"/>
                </a:xfrm>
                <a:custGeom>
                  <a:avLst/>
                  <a:gdLst/>
                  <a:ahLst/>
                  <a:cxnLst/>
                  <a:rect r="r" b="b" t="t" l="l"/>
                  <a:pathLst>
                    <a:path w="219522" h="10851" stroke="true" fill="norm" extrusionOk="true">
                      <a:moveTo>
                        <a:pt x="0" y="9383"/>
                      </a:moveTo>
                      <a:cubicBezTo>
                        <a:pt x="0" y="8211"/>
                        <a:pt x="0" y="7030"/>
                        <a:pt x="0" y="5859"/>
                      </a:cubicBezTo>
                      <a:cubicBezTo>
                        <a:pt x="7229" y="5535"/>
                        <a:pt x="13745" y="4087"/>
                        <a:pt x="22308" y="4687"/>
                      </a:cubicBezTo>
                      <a:cubicBezTo>
                        <a:pt x="22403" y="4697"/>
                        <a:pt x="22431" y="6068"/>
                        <a:pt x="23479" y="5859"/>
                      </a:cubicBezTo>
                      <a:cubicBezTo>
                        <a:pt x="23746" y="5801"/>
                        <a:pt x="23517" y="4601"/>
                        <a:pt x="24651" y="4687"/>
                      </a:cubicBezTo>
                      <a:cubicBezTo>
                        <a:pt x="24613" y="4687"/>
                        <a:pt x="24965" y="5859"/>
                        <a:pt x="25822" y="5859"/>
                      </a:cubicBezTo>
                      <a:cubicBezTo>
                        <a:pt x="26708" y="5859"/>
                        <a:pt x="27079" y="4697"/>
                        <a:pt x="26994" y="4687"/>
                      </a:cubicBezTo>
                      <a:cubicBezTo>
                        <a:pt x="28223" y="4773"/>
                        <a:pt x="29432" y="6897"/>
                        <a:pt x="32861" y="5859"/>
                      </a:cubicBezTo>
                      <a:cubicBezTo>
                        <a:pt x="33061" y="5792"/>
                        <a:pt x="35728" y="3877"/>
                        <a:pt x="36385" y="4687"/>
                      </a:cubicBezTo>
                      <a:cubicBezTo>
                        <a:pt x="37633" y="6211"/>
                        <a:pt x="36719" y="4744"/>
                        <a:pt x="37557" y="4687"/>
                      </a:cubicBezTo>
                      <a:cubicBezTo>
                        <a:pt x="44806" y="4192"/>
                        <a:pt x="52616" y="4897"/>
                        <a:pt x="61046" y="4687"/>
                      </a:cubicBezTo>
                      <a:cubicBezTo>
                        <a:pt x="60750" y="4697"/>
                        <a:pt x="61617" y="2763"/>
                        <a:pt x="62217" y="3516"/>
                      </a:cubicBezTo>
                      <a:cubicBezTo>
                        <a:pt x="62941" y="4430"/>
                        <a:pt x="64922" y="5192"/>
                        <a:pt x="66913" y="4687"/>
                      </a:cubicBezTo>
                      <a:cubicBezTo>
                        <a:pt x="68047" y="4401"/>
                        <a:pt x="69523" y="2877"/>
                        <a:pt x="71609" y="3516"/>
                      </a:cubicBezTo>
                      <a:cubicBezTo>
                        <a:pt x="72018" y="3639"/>
                        <a:pt x="73133" y="4697"/>
                        <a:pt x="72780" y="4687"/>
                      </a:cubicBezTo>
                      <a:cubicBezTo>
                        <a:pt x="74857" y="4763"/>
                        <a:pt x="75286" y="3592"/>
                        <a:pt x="77476" y="3516"/>
                      </a:cubicBezTo>
                      <a:cubicBezTo>
                        <a:pt x="80048" y="3430"/>
                        <a:pt x="83658" y="4487"/>
                        <a:pt x="86868" y="3516"/>
                      </a:cubicBezTo>
                      <a:cubicBezTo>
                        <a:pt x="87249" y="3401"/>
                        <a:pt x="88430" y="2344"/>
                        <a:pt x="88040" y="2344"/>
                      </a:cubicBezTo>
                      <a:cubicBezTo>
                        <a:pt x="91516" y="2287"/>
                        <a:pt x="94917" y="3363"/>
                        <a:pt x="98612" y="3516"/>
                      </a:cubicBezTo>
                      <a:cubicBezTo>
                        <a:pt x="108042" y="3915"/>
                        <a:pt x="117805" y="2801"/>
                        <a:pt x="127968" y="2344"/>
                      </a:cubicBezTo>
                      <a:cubicBezTo>
                        <a:pt x="137798" y="1906"/>
                        <a:pt x="147037" y="1144"/>
                        <a:pt x="158496" y="1172"/>
                      </a:cubicBezTo>
                      <a:cubicBezTo>
                        <a:pt x="158191" y="1172"/>
                        <a:pt x="159077" y="3096"/>
                        <a:pt x="159668" y="2344"/>
                      </a:cubicBezTo>
                      <a:cubicBezTo>
                        <a:pt x="161239" y="372"/>
                        <a:pt x="171888" y="915"/>
                        <a:pt x="177279" y="1172"/>
                      </a:cubicBezTo>
                      <a:cubicBezTo>
                        <a:pt x="177546" y="1191"/>
                        <a:pt x="178451" y="2801"/>
                        <a:pt x="179632" y="2344"/>
                      </a:cubicBezTo>
                      <a:cubicBezTo>
                        <a:pt x="180118" y="2163"/>
                        <a:pt x="179527" y="1125"/>
                        <a:pt x="180804" y="1172"/>
                      </a:cubicBezTo>
                      <a:cubicBezTo>
                        <a:pt x="182642" y="1249"/>
                        <a:pt x="182880" y="2372"/>
                        <a:pt x="184318" y="2344"/>
                      </a:cubicBezTo>
                      <a:cubicBezTo>
                        <a:pt x="185271" y="2325"/>
                        <a:pt x="187128" y="1344"/>
                        <a:pt x="189014" y="1172"/>
                      </a:cubicBezTo>
                      <a:cubicBezTo>
                        <a:pt x="189909" y="1096"/>
                        <a:pt x="198320" y="2430"/>
                        <a:pt x="199577" y="1172"/>
                      </a:cubicBezTo>
                      <a:cubicBezTo>
                        <a:pt x="200749" y="-9"/>
                        <a:pt x="200568" y="1277"/>
                        <a:pt x="203092" y="1172"/>
                      </a:cubicBezTo>
                      <a:cubicBezTo>
                        <a:pt x="205159" y="1096"/>
                        <a:pt x="205645" y="239"/>
                        <a:pt x="207788" y="10"/>
                      </a:cubicBezTo>
                      <a:cubicBezTo>
                        <a:pt x="207550" y="29"/>
                        <a:pt x="208159" y="1334"/>
                        <a:pt x="208959" y="1172"/>
                      </a:cubicBezTo>
                      <a:cubicBezTo>
                        <a:pt x="209169" y="1134"/>
                        <a:pt x="209093" y="20"/>
                        <a:pt x="210131" y="10"/>
                      </a:cubicBezTo>
                      <a:cubicBezTo>
                        <a:pt x="213589" y="-37"/>
                        <a:pt x="216379" y="39"/>
                        <a:pt x="219523" y="1172"/>
                      </a:cubicBezTo>
                      <a:cubicBezTo>
                        <a:pt x="219008" y="7164"/>
                        <a:pt x="212769" y="4039"/>
                        <a:pt x="207778" y="4697"/>
                      </a:cubicBezTo>
                      <a:cubicBezTo>
                        <a:pt x="206007" y="4935"/>
                        <a:pt x="205683" y="5773"/>
                        <a:pt x="204254" y="5868"/>
                      </a:cubicBezTo>
                      <a:cubicBezTo>
                        <a:pt x="204625" y="5840"/>
                        <a:pt x="203682" y="4697"/>
                        <a:pt x="203083" y="4697"/>
                      </a:cubicBezTo>
                      <a:cubicBezTo>
                        <a:pt x="202168" y="4697"/>
                        <a:pt x="200577" y="5735"/>
                        <a:pt x="197215" y="5868"/>
                      </a:cubicBezTo>
                      <a:cubicBezTo>
                        <a:pt x="197520" y="5859"/>
                        <a:pt x="196691" y="4697"/>
                        <a:pt x="196044" y="4697"/>
                      </a:cubicBezTo>
                      <a:cubicBezTo>
                        <a:pt x="195091" y="4697"/>
                        <a:pt x="193586" y="5792"/>
                        <a:pt x="190176" y="5868"/>
                      </a:cubicBezTo>
                      <a:cubicBezTo>
                        <a:pt x="182928" y="6030"/>
                        <a:pt x="174107" y="6221"/>
                        <a:pt x="167869" y="7040"/>
                      </a:cubicBezTo>
                      <a:cubicBezTo>
                        <a:pt x="166383" y="7230"/>
                        <a:pt x="164668" y="7078"/>
                        <a:pt x="163163" y="7040"/>
                      </a:cubicBezTo>
                      <a:cubicBezTo>
                        <a:pt x="160506" y="6964"/>
                        <a:pt x="160877" y="4963"/>
                        <a:pt x="157296" y="5868"/>
                      </a:cubicBezTo>
                      <a:cubicBezTo>
                        <a:pt x="148152" y="8154"/>
                        <a:pt x="128425" y="7278"/>
                        <a:pt x="115024" y="8221"/>
                      </a:cubicBezTo>
                      <a:cubicBezTo>
                        <a:pt x="114929" y="8221"/>
                        <a:pt x="114910" y="9602"/>
                        <a:pt x="113862" y="9392"/>
                      </a:cubicBezTo>
                      <a:cubicBezTo>
                        <a:pt x="113633" y="9345"/>
                        <a:pt x="113747" y="8211"/>
                        <a:pt x="112690" y="8221"/>
                      </a:cubicBezTo>
                      <a:cubicBezTo>
                        <a:pt x="110652" y="8240"/>
                        <a:pt x="108271" y="7564"/>
                        <a:pt x="105642" y="8221"/>
                      </a:cubicBezTo>
                      <a:cubicBezTo>
                        <a:pt x="103013" y="8878"/>
                        <a:pt x="105023" y="8754"/>
                        <a:pt x="100955" y="8221"/>
                      </a:cubicBezTo>
                      <a:cubicBezTo>
                        <a:pt x="97412" y="7754"/>
                        <a:pt x="87373" y="7002"/>
                        <a:pt x="82172" y="8221"/>
                      </a:cubicBezTo>
                      <a:cubicBezTo>
                        <a:pt x="80715" y="8564"/>
                        <a:pt x="79953" y="9973"/>
                        <a:pt x="76295" y="9392"/>
                      </a:cubicBezTo>
                      <a:cubicBezTo>
                        <a:pt x="76524" y="9421"/>
                        <a:pt x="75762" y="7421"/>
                        <a:pt x="75124" y="8221"/>
                      </a:cubicBezTo>
                      <a:cubicBezTo>
                        <a:pt x="72219" y="11850"/>
                        <a:pt x="45120" y="8564"/>
                        <a:pt x="37557" y="9392"/>
                      </a:cubicBezTo>
                      <a:cubicBezTo>
                        <a:pt x="34728" y="9697"/>
                        <a:pt x="33328" y="11564"/>
                        <a:pt x="29337" y="10554"/>
                      </a:cubicBezTo>
                      <a:cubicBezTo>
                        <a:pt x="28842" y="10431"/>
                        <a:pt x="27880" y="9383"/>
                        <a:pt x="28165" y="9392"/>
                      </a:cubicBezTo>
                      <a:cubicBezTo>
                        <a:pt x="27222" y="9364"/>
                        <a:pt x="26289" y="10650"/>
                        <a:pt x="24651" y="10554"/>
                      </a:cubicBezTo>
                      <a:cubicBezTo>
                        <a:pt x="23650" y="10507"/>
                        <a:pt x="22774" y="9421"/>
                        <a:pt x="21126" y="9392"/>
                      </a:cubicBezTo>
                      <a:cubicBezTo>
                        <a:pt x="21450" y="9392"/>
                        <a:pt x="20536" y="11297"/>
                        <a:pt x="19955" y="10554"/>
                      </a:cubicBezTo>
                      <a:cubicBezTo>
                        <a:pt x="18240" y="8421"/>
                        <a:pt x="8896" y="9726"/>
                        <a:pt x="3524" y="9392"/>
                      </a:cubicBezTo>
                      <a:cubicBezTo>
                        <a:pt x="2353" y="9383"/>
                        <a:pt x="1181" y="9383"/>
                        <a:pt x="0" y="938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2" id="92"/>
                <p:cNvSpPr/>
                <p:nvPr/>
              </p:nvSpPr>
              <p:spPr>
                <a:xfrm>
                  <a:off x="1773488" y="1548722"/>
                  <a:ext cx="62217" cy="10826"/>
                </a:xfrm>
                <a:custGeom>
                  <a:avLst/>
                  <a:gdLst/>
                  <a:ahLst/>
                  <a:cxnLst/>
                  <a:rect r="r" b="b" t="t" l="l"/>
                  <a:pathLst>
                    <a:path w="62217" h="10826" stroke="true" fill="norm" extrusionOk="true">
                      <a:moveTo>
                        <a:pt x="0" y="10310"/>
                      </a:moveTo>
                      <a:cubicBezTo>
                        <a:pt x="-28" y="7043"/>
                        <a:pt x="4001" y="8119"/>
                        <a:pt x="7049" y="6786"/>
                      </a:cubicBezTo>
                      <a:cubicBezTo>
                        <a:pt x="7620" y="6538"/>
                        <a:pt x="8973" y="4567"/>
                        <a:pt x="9392" y="4433"/>
                      </a:cubicBezTo>
                      <a:cubicBezTo>
                        <a:pt x="10316" y="4167"/>
                        <a:pt x="13449" y="5081"/>
                        <a:pt x="14088" y="4433"/>
                      </a:cubicBezTo>
                      <a:cubicBezTo>
                        <a:pt x="15478" y="3043"/>
                        <a:pt x="14488" y="4671"/>
                        <a:pt x="16440" y="4433"/>
                      </a:cubicBezTo>
                      <a:cubicBezTo>
                        <a:pt x="17393" y="4319"/>
                        <a:pt x="17460" y="3281"/>
                        <a:pt x="17602" y="3271"/>
                      </a:cubicBezTo>
                      <a:cubicBezTo>
                        <a:pt x="19536" y="3033"/>
                        <a:pt x="21546" y="3500"/>
                        <a:pt x="23479" y="3271"/>
                      </a:cubicBezTo>
                      <a:cubicBezTo>
                        <a:pt x="27232" y="2804"/>
                        <a:pt x="32719" y="2490"/>
                        <a:pt x="39910" y="2100"/>
                      </a:cubicBezTo>
                      <a:cubicBezTo>
                        <a:pt x="39862" y="2100"/>
                        <a:pt x="42406" y="-120"/>
                        <a:pt x="43434" y="928"/>
                      </a:cubicBezTo>
                      <a:cubicBezTo>
                        <a:pt x="45196" y="2690"/>
                        <a:pt x="44863" y="1033"/>
                        <a:pt x="46949" y="928"/>
                      </a:cubicBezTo>
                      <a:cubicBezTo>
                        <a:pt x="52559" y="633"/>
                        <a:pt x="62075" y="-2415"/>
                        <a:pt x="62218" y="4443"/>
                      </a:cubicBezTo>
                      <a:cubicBezTo>
                        <a:pt x="57255" y="6729"/>
                        <a:pt x="51207" y="5291"/>
                        <a:pt x="45787" y="5614"/>
                      </a:cubicBezTo>
                      <a:cubicBezTo>
                        <a:pt x="43529" y="5748"/>
                        <a:pt x="42234" y="6605"/>
                        <a:pt x="39910" y="6786"/>
                      </a:cubicBezTo>
                      <a:cubicBezTo>
                        <a:pt x="36014" y="7091"/>
                        <a:pt x="31814" y="6557"/>
                        <a:pt x="28166" y="6786"/>
                      </a:cubicBezTo>
                      <a:cubicBezTo>
                        <a:pt x="19317" y="7348"/>
                        <a:pt x="11535" y="9367"/>
                        <a:pt x="4686" y="10310"/>
                      </a:cubicBezTo>
                      <a:cubicBezTo>
                        <a:pt x="3039" y="10539"/>
                        <a:pt x="1562" y="11348"/>
                        <a:pt x="0" y="10310"/>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3" id="93"/>
                <p:cNvSpPr/>
                <p:nvPr/>
              </p:nvSpPr>
              <p:spPr>
                <a:xfrm>
                  <a:off x="1498777" y="1643025"/>
                  <a:ext cx="101508" cy="11276"/>
                </a:xfrm>
                <a:custGeom>
                  <a:avLst/>
                  <a:gdLst/>
                  <a:ahLst/>
                  <a:cxnLst/>
                  <a:rect r="r" b="b" t="t" l="l"/>
                  <a:pathLst>
                    <a:path w="101508" h="11276" stroke="true" fill="norm" extrusionOk="true">
                      <a:moveTo>
                        <a:pt x="101146" y="9133"/>
                      </a:moveTo>
                      <a:cubicBezTo>
                        <a:pt x="101232" y="8895"/>
                        <a:pt x="101375" y="8724"/>
                        <a:pt x="101508" y="8543"/>
                      </a:cubicBezTo>
                      <a:cubicBezTo>
                        <a:pt x="99089" y="7571"/>
                        <a:pt x="96422" y="6866"/>
                        <a:pt x="93907" y="6419"/>
                      </a:cubicBezTo>
                      <a:cubicBezTo>
                        <a:pt x="92221" y="6124"/>
                        <a:pt x="91354" y="7638"/>
                        <a:pt x="90383" y="7581"/>
                      </a:cubicBezTo>
                      <a:cubicBezTo>
                        <a:pt x="89478" y="7533"/>
                        <a:pt x="89297" y="6428"/>
                        <a:pt x="89211" y="6419"/>
                      </a:cubicBezTo>
                      <a:cubicBezTo>
                        <a:pt x="83925" y="5571"/>
                        <a:pt x="78553" y="5562"/>
                        <a:pt x="72781" y="5247"/>
                      </a:cubicBezTo>
                      <a:cubicBezTo>
                        <a:pt x="73086" y="5257"/>
                        <a:pt x="72038" y="4209"/>
                        <a:pt x="71609" y="4076"/>
                      </a:cubicBezTo>
                      <a:cubicBezTo>
                        <a:pt x="69466" y="3428"/>
                        <a:pt x="68075" y="5104"/>
                        <a:pt x="66913" y="5247"/>
                      </a:cubicBezTo>
                      <a:cubicBezTo>
                        <a:pt x="65742" y="5390"/>
                        <a:pt x="65513" y="4161"/>
                        <a:pt x="64570" y="4076"/>
                      </a:cubicBezTo>
                      <a:cubicBezTo>
                        <a:pt x="58646" y="3514"/>
                        <a:pt x="53216" y="3085"/>
                        <a:pt x="48130" y="2904"/>
                      </a:cubicBezTo>
                      <a:cubicBezTo>
                        <a:pt x="47292" y="2876"/>
                        <a:pt x="48206" y="1371"/>
                        <a:pt x="46958" y="2904"/>
                      </a:cubicBezTo>
                      <a:cubicBezTo>
                        <a:pt x="46292" y="3704"/>
                        <a:pt x="43644" y="1790"/>
                        <a:pt x="43434" y="1732"/>
                      </a:cubicBezTo>
                      <a:cubicBezTo>
                        <a:pt x="42748" y="1561"/>
                        <a:pt x="41796" y="1742"/>
                        <a:pt x="41082" y="1732"/>
                      </a:cubicBezTo>
                      <a:cubicBezTo>
                        <a:pt x="39929" y="1713"/>
                        <a:pt x="40253" y="2818"/>
                        <a:pt x="39910" y="2904"/>
                      </a:cubicBezTo>
                      <a:cubicBezTo>
                        <a:pt x="38843" y="3180"/>
                        <a:pt x="38424" y="1780"/>
                        <a:pt x="37567" y="1732"/>
                      </a:cubicBezTo>
                      <a:cubicBezTo>
                        <a:pt x="33433" y="1504"/>
                        <a:pt x="30680" y="2218"/>
                        <a:pt x="29347" y="561"/>
                      </a:cubicBezTo>
                      <a:cubicBezTo>
                        <a:pt x="28775" y="-153"/>
                        <a:pt x="27823" y="1713"/>
                        <a:pt x="28175" y="1732"/>
                      </a:cubicBezTo>
                      <a:cubicBezTo>
                        <a:pt x="25975" y="1609"/>
                        <a:pt x="25575" y="685"/>
                        <a:pt x="23479" y="561"/>
                      </a:cubicBezTo>
                      <a:cubicBezTo>
                        <a:pt x="22689" y="513"/>
                        <a:pt x="23565" y="2142"/>
                        <a:pt x="22308" y="561"/>
                      </a:cubicBezTo>
                      <a:cubicBezTo>
                        <a:pt x="21755" y="-125"/>
                        <a:pt x="20755" y="1685"/>
                        <a:pt x="21136" y="1732"/>
                      </a:cubicBezTo>
                      <a:cubicBezTo>
                        <a:pt x="19765" y="1571"/>
                        <a:pt x="18469" y="1037"/>
                        <a:pt x="16440" y="561"/>
                      </a:cubicBezTo>
                      <a:cubicBezTo>
                        <a:pt x="12421" y="-382"/>
                        <a:pt x="11811" y="37"/>
                        <a:pt x="9392" y="561"/>
                      </a:cubicBezTo>
                      <a:cubicBezTo>
                        <a:pt x="5744" y="1351"/>
                        <a:pt x="-47" y="-1716"/>
                        <a:pt x="0" y="2914"/>
                      </a:cubicBezTo>
                      <a:cubicBezTo>
                        <a:pt x="10906" y="3380"/>
                        <a:pt x="20765" y="3380"/>
                        <a:pt x="30528" y="4085"/>
                      </a:cubicBezTo>
                      <a:cubicBezTo>
                        <a:pt x="31690" y="4171"/>
                        <a:pt x="31919" y="5190"/>
                        <a:pt x="32881" y="5257"/>
                      </a:cubicBezTo>
                      <a:cubicBezTo>
                        <a:pt x="34386" y="5352"/>
                        <a:pt x="34471" y="3866"/>
                        <a:pt x="36405" y="4085"/>
                      </a:cubicBezTo>
                      <a:cubicBezTo>
                        <a:pt x="38862" y="4352"/>
                        <a:pt x="40986" y="6152"/>
                        <a:pt x="43453" y="6438"/>
                      </a:cubicBezTo>
                      <a:cubicBezTo>
                        <a:pt x="45644" y="6685"/>
                        <a:pt x="46997" y="5266"/>
                        <a:pt x="48149" y="5266"/>
                      </a:cubicBezTo>
                      <a:cubicBezTo>
                        <a:pt x="49035" y="5266"/>
                        <a:pt x="49311" y="6438"/>
                        <a:pt x="49321" y="6438"/>
                      </a:cubicBezTo>
                      <a:cubicBezTo>
                        <a:pt x="52169" y="6705"/>
                        <a:pt x="54855" y="7505"/>
                        <a:pt x="57541" y="7600"/>
                      </a:cubicBezTo>
                      <a:cubicBezTo>
                        <a:pt x="59598" y="7676"/>
                        <a:pt x="62389" y="6228"/>
                        <a:pt x="64589" y="6438"/>
                      </a:cubicBezTo>
                      <a:cubicBezTo>
                        <a:pt x="64361" y="6409"/>
                        <a:pt x="65265" y="7457"/>
                        <a:pt x="65761" y="7600"/>
                      </a:cubicBezTo>
                      <a:cubicBezTo>
                        <a:pt x="66837" y="7924"/>
                        <a:pt x="68190" y="7362"/>
                        <a:pt x="69285" y="7600"/>
                      </a:cubicBezTo>
                      <a:cubicBezTo>
                        <a:pt x="69390" y="7628"/>
                        <a:pt x="69199" y="8686"/>
                        <a:pt x="69285" y="8772"/>
                      </a:cubicBezTo>
                      <a:cubicBezTo>
                        <a:pt x="69828" y="9314"/>
                        <a:pt x="73162" y="8657"/>
                        <a:pt x="73981" y="8772"/>
                      </a:cubicBezTo>
                      <a:cubicBezTo>
                        <a:pt x="83515" y="10114"/>
                        <a:pt x="91783" y="9848"/>
                        <a:pt x="100546" y="11276"/>
                      </a:cubicBezTo>
                      <a:cubicBezTo>
                        <a:pt x="100689" y="10543"/>
                        <a:pt x="100889" y="9838"/>
                        <a:pt x="101146" y="9133"/>
                      </a:cubicBezTo>
                      <a:close/>
                    </a:path>
                  </a:pathLst>
                </a:custGeom>
                <a:solidFill>
                  <a:srgbClr val="CEA945"/>
                </a:solidFill>
                <a:ln cap="flat">
                  <a:noFill/>
                  <a:prstDash val="solid"/>
                  <a:miter lim="800000"/>
                </a:ln>
              </p:spPr>
              <p:txBody>
                <a:bodyPr vert="horz" anchor="ctr" tIns="45720" lIns="91440" bIns="45720" rIns="91440"/>
                <a:p>
                  <a:pPr algn="l" marL="0"/>
                </a:p>
              </p:txBody>
            </p:sp>
          </p:grpSp>
        </p:grpSp>
      </p:grpSp>
      <p:sp>
        <p:nvSpPr>
          <p:cNvPr name="AutoShape 94" id="94"/>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行业内可持续措施</a:t>
            </a:r>
          </a:p>
        </p:txBody>
      </p:sp>
      <p:sp>
        <p:nvSpPr>
          <p:cNvPr name="TextBox 95" id="95"/>
          <p:cNvSpPr txBox="true"/>
          <p:nvPr/>
        </p:nvSpPr>
        <p:spPr>
          <a:xfrm>
            <a:off x="3759074" y="1389333"/>
            <a:ext cx="1058970" cy="708780"/>
          </a:xfrm>
          <a:prstGeom prst="rect">
            <a:avLst/>
          </a:prstGeom>
          <a:noFill/>
        </p:spPr>
        <p:txBody>
          <a:bodyPr anchor="ctr" rtlCol="false" vert="horz" wrap="square" tIns="45720" lIns="91440" bIns="45720" rIns="91440">
            <a:noAutofit/>
          </a:bodyPr>
          <a:lstStyle/>
          <a:p>
            <a:pPr algn="ctr" marL="0">
              <a:defRPr/>
            </a:pPr>
            <a:r>
              <a:rPr lang="en-US" b="true" i="false" sz="3600" baseline="0" u="none">
                <a:solidFill>
                  <a:schemeClr val="accent1"/>
                </a:solidFill>
                <a:effectLst/>
                <a:latin typeface="Arial"/>
                <a:ea typeface="Arial"/>
              </a:rPr>
              <a:t>01</a:t>
            </a:r>
            <a:endParaRPr lang="en-US" sz="1100"/>
          </a:p>
        </p:txBody>
      </p:sp>
      <p:sp>
        <p:nvSpPr>
          <p:cNvPr name="AutoShape 96" id="96"/>
          <p:cNvSpPr/>
          <p:nvPr/>
        </p:nvSpPr>
        <p:spPr>
          <a:xfrm>
            <a:off x="4699942" y="1327761"/>
            <a:ext cx="6818957" cy="1502831"/>
          </a:xfrm>
          <a:prstGeom prst="rect">
            <a:avLst/>
          </a:prstGeom>
          <a:solidFill>
            <a:schemeClr val="accent1">
              <a:alpha val="10000"/>
            </a:schemeClr>
          </a:solidFill>
          <a:ln w="12700" cap="rnd">
            <a:solidFill>
              <a:schemeClr val="accent1"/>
            </a:solidFill>
            <a:prstDash val="solid"/>
          </a:ln>
          <a:effectLst/>
        </p:spPr>
        <p:txBody>
          <a:bodyPr vert="horz" rot="0" anchor="ctr" wrap="square" tIns="45720" lIns="91440" bIns="45720" rIns="91440">
            <a:prstTxWarp prst="textNoShape">
              <a:avLst/>
            </a:prstTxWarp>
            <a:normAutofit/>
          </a:bodyPr>
          <a:p>
            <a:pPr algn="ctr" marL="0"/>
          </a:p>
        </p:txBody>
      </p:sp>
      <p:sp>
        <p:nvSpPr>
          <p:cNvPr name="AutoShape 97" id="97"/>
          <p:cNvSpPr/>
          <p:nvPr/>
        </p:nvSpPr>
        <p:spPr>
          <a:xfrm flipH="true">
            <a:off x="4785839" y="1445745"/>
            <a:ext cx="6647153" cy="338554"/>
          </a:xfrm>
          <a:prstGeom prst="rect">
            <a:avLst/>
          </a:prstGeom>
          <a:ln>
            <a:noFill/>
          </a:ln>
        </p:spPr>
        <p:txBody>
          <a:bodyPr vert="horz" anchor="t" wrap="square" tIns="45720" lIns="91440" bIns="45720" rIns="91440">
            <a:spAutoFit/>
          </a:bodyPr>
          <a:p>
            <a:pPr algn="l" marL="0"/>
            <a:r>
              <a:rPr lang="zh-CN" b="true" i="false" sz="1600" baseline="0" u="none" altLang="en-US">
                <a:ln/>
                <a:solidFill>
                  <a:schemeClr val="tx1"/>
                </a:solidFill>
                <a:effectLst/>
                <a:latin typeface="微软雅黑"/>
                <a:ea typeface="微软雅黑"/>
              </a:rPr>
              <a:t>材料使用</a:t>
            </a:r>
          </a:p>
        </p:txBody>
      </p:sp>
      <p:sp>
        <p:nvSpPr>
          <p:cNvPr name="AutoShape 98" id="98"/>
          <p:cNvSpPr/>
          <p:nvPr/>
        </p:nvSpPr>
        <p:spPr>
          <a:xfrm flipH="true">
            <a:off x="4785837" y="1832426"/>
            <a:ext cx="6647153" cy="4533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ln/>
                <a:solidFill>
                  <a:schemeClr val="tx1"/>
                </a:solidFill>
                <a:effectLst/>
                <a:latin typeface="微软雅黑"/>
                <a:ea typeface="微软雅黑"/>
              </a:rPr>
              <a:t>手机厂商在生产过程中逐渐转向使用可再生材料和环保塑料，例如部分品牌开始使用回收铝，并寻求减少对稀有材料的依赖，以响应环保趋势。</a:t>
            </a:r>
          </a:p>
        </p:txBody>
      </p:sp>
      <p:sp>
        <p:nvSpPr>
          <p:cNvPr name="TextBox 99" id="99"/>
          <p:cNvSpPr txBox="true"/>
          <p:nvPr/>
        </p:nvSpPr>
        <p:spPr>
          <a:xfrm>
            <a:off x="3759074" y="2953208"/>
            <a:ext cx="1058970" cy="708780"/>
          </a:xfrm>
          <a:prstGeom prst="rect">
            <a:avLst/>
          </a:prstGeom>
          <a:noFill/>
        </p:spPr>
        <p:txBody>
          <a:bodyPr anchor="ctr" rtlCol="false" vert="horz" wrap="square" tIns="45720" lIns="91440" bIns="45720" rIns="91440">
            <a:noAutofit/>
          </a:bodyPr>
          <a:lstStyle/>
          <a:p>
            <a:pPr algn="ctr" marL="0">
              <a:defRPr/>
            </a:pPr>
            <a:r>
              <a:rPr lang="en-US" b="true" i="false" sz="3600" baseline="0" u="none">
                <a:solidFill>
                  <a:schemeClr val="accent2"/>
                </a:solidFill>
                <a:effectLst/>
                <a:latin typeface="Arial"/>
                <a:ea typeface="Arial"/>
              </a:rPr>
              <a:t>02</a:t>
            </a:r>
            <a:endParaRPr lang="en-US" sz="1100"/>
          </a:p>
        </p:txBody>
      </p:sp>
      <p:sp>
        <p:nvSpPr>
          <p:cNvPr name="AutoShape 100" id="100"/>
          <p:cNvSpPr/>
          <p:nvPr/>
        </p:nvSpPr>
        <p:spPr>
          <a:xfrm>
            <a:off x="4699942" y="2891637"/>
            <a:ext cx="6818957" cy="1502831"/>
          </a:xfrm>
          <a:prstGeom prst="rect">
            <a:avLst/>
          </a:prstGeom>
          <a:solidFill>
            <a:schemeClr val="accent2">
              <a:alpha val="10000"/>
            </a:schemeClr>
          </a:solidFill>
          <a:ln w="12700" cap="rnd">
            <a:solidFill>
              <a:schemeClr val="accent2"/>
            </a:solidFill>
            <a:prstDash val="solid"/>
          </a:ln>
          <a:effectLst/>
        </p:spPr>
        <p:txBody>
          <a:bodyPr vert="horz" rot="0" anchor="ctr" wrap="square" tIns="45720" lIns="91440" bIns="45720" rIns="91440">
            <a:prstTxWarp prst="textNoShape">
              <a:avLst/>
            </a:prstTxWarp>
            <a:normAutofit/>
          </a:bodyPr>
          <a:p>
            <a:pPr algn="ctr" marL="0"/>
          </a:p>
        </p:txBody>
      </p:sp>
      <p:sp>
        <p:nvSpPr>
          <p:cNvPr name="AutoShape 101" id="101"/>
          <p:cNvSpPr/>
          <p:nvPr/>
        </p:nvSpPr>
        <p:spPr>
          <a:xfrm flipH="true">
            <a:off x="4785839" y="3009621"/>
            <a:ext cx="6647153" cy="338554"/>
          </a:xfrm>
          <a:prstGeom prst="rect">
            <a:avLst/>
          </a:prstGeom>
          <a:ln>
            <a:noFill/>
          </a:ln>
        </p:spPr>
        <p:txBody>
          <a:bodyPr vert="horz" anchor="t" wrap="square" tIns="45720" lIns="91440" bIns="45720" rIns="91440">
            <a:spAutoFit/>
          </a:bodyPr>
          <a:p>
            <a:pPr algn="l" marL="0"/>
            <a:r>
              <a:rPr lang="zh-CN" b="true" i="false" sz="1600" baseline="0" u="none" altLang="en-US">
                <a:ln/>
                <a:solidFill>
                  <a:schemeClr val="tx1"/>
                </a:solidFill>
                <a:effectLst/>
                <a:latin typeface="微软雅黑"/>
                <a:ea typeface="微软雅黑"/>
              </a:rPr>
              <a:t>生产过程优化</a:t>
            </a:r>
          </a:p>
        </p:txBody>
      </p:sp>
      <p:sp>
        <p:nvSpPr>
          <p:cNvPr name="AutoShape 102" id="102"/>
          <p:cNvSpPr/>
          <p:nvPr/>
        </p:nvSpPr>
        <p:spPr>
          <a:xfrm flipH="true">
            <a:off x="4785837" y="3396302"/>
            <a:ext cx="6647153" cy="4533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ln/>
                <a:solidFill>
                  <a:schemeClr val="tx1"/>
                </a:solidFill>
                <a:effectLst/>
                <a:latin typeface="微软雅黑"/>
                <a:ea typeface="微软雅黑"/>
              </a:rPr>
              <a:t>许多公司正通过技术创新优化生产流程，降低能耗。例如，在生产环节引入AI和自动化设备，不仅提高了效率，也减少了对环境的负面影响。</a:t>
            </a:r>
          </a:p>
        </p:txBody>
      </p:sp>
      <p:sp>
        <p:nvSpPr>
          <p:cNvPr name="TextBox 103" id="103"/>
          <p:cNvSpPr txBox="true"/>
          <p:nvPr/>
        </p:nvSpPr>
        <p:spPr>
          <a:xfrm>
            <a:off x="3759074" y="4384354"/>
            <a:ext cx="1058970" cy="708780"/>
          </a:xfrm>
          <a:prstGeom prst="rect">
            <a:avLst/>
          </a:prstGeom>
          <a:noFill/>
        </p:spPr>
        <p:txBody>
          <a:bodyPr anchor="ctr" rtlCol="false" vert="horz" wrap="square" tIns="45720" lIns="91440" bIns="45720" rIns="91440">
            <a:noAutofit/>
          </a:bodyPr>
          <a:lstStyle/>
          <a:p>
            <a:pPr algn="ctr" marL="0">
              <a:defRPr/>
            </a:pPr>
            <a:r>
              <a:rPr lang="en-US" b="true" i="false" sz="3600" baseline="0" u="none">
                <a:solidFill>
                  <a:schemeClr val="accent1"/>
                </a:solidFill>
                <a:effectLst/>
                <a:latin typeface="Arial"/>
                <a:ea typeface="Arial"/>
              </a:rPr>
              <a:t>03</a:t>
            </a:r>
            <a:endParaRPr lang="en-US" sz="1100"/>
          </a:p>
        </p:txBody>
      </p:sp>
      <p:sp>
        <p:nvSpPr>
          <p:cNvPr name="AutoShape 104" id="104"/>
          <p:cNvSpPr/>
          <p:nvPr/>
        </p:nvSpPr>
        <p:spPr>
          <a:xfrm>
            <a:off x="4699942" y="4477638"/>
            <a:ext cx="6818957" cy="1502831"/>
          </a:xfrm>
          <a:prstGeom prst="rect">
            <a:avLst/>
          </a:prstGeom>
          <a:solidFill>
            <a:schemeClr val="accent1">
              <a:alpha val="10000"/>
            </a:schemeClr>
          </a:solidFill>
          <a:ln w="12700" cap="rnd">
            <a:solidFill>
              <a:schemeClr val="accent1"/>
            </a:solidFill>
            <a:prstDash val="solid"/>
          </a:ln>
          <a:effectLst/>
        </p:spPr>
        <p:txBody>
          <a:bodyPr vert="horz" rot="0" anchor="ctr" wrap="square" tIns="45720" lIns="91440" bIns="45720" rIns="91440">
            <a:prstTxWarp prst="textNoShape">
              <a:avLst/>
            </a:prstTxWarp>
            <a:normAutofit/>
          </a:bodyPr>
          <a:p>
            <a:pPr algn="ctr" marL="0"/>
          </a:p>
        </p:txBody>
      </p:sp>
      <p:sp>
        <p:nvSpPr>
          <p:cNvPr name="AutoShape 105" id="105"/>
          <p:cNvSpPr/>
          <p:nvPr/>
        </p:nvSpPr>
        <p:spPr>
          <a:xfrm flipH="true">
            <a:off x="4785839" y="4595622"/>
            <a:ext cx="6647153" cy="338554"/>
          </a:xfrm>
          <a:prstGeom prst="rect">
            <a:avLst/>
          </a:prstGeom>
          <a:ln>
            <a:noFill/>
          </a:ln>
        </p:spPr>
        <p:txBody>
          <a:bodyPr vert="horz" anchor="t" wrap="square" tIns="45720" lIns="91440" bIns="45720" rIns="91440">
            <a:spAutoFit/>
          </a:bodyPr>
          <a:p>
            <a:pPr algn="l" marL="0"/>
            <a:r>
              <a:rPr lang="zh-CN" b="true" i="false" sz="1600" baseline="0" u="none" altLang="en-US">
                <a:ln/>
                <a:solidFill>
                  <a:schemeClr val="tx1"/>
                </a:solidFill>
                <a:effectLst/>
                <a:latin typeface="微软雅黑"/>
                <a:ea typeface="微软雅黑"/>
              </a:rPr>
              <a:t>回收计划</a:t>
            </a:r>
          </a:p>
        </p:txBody>
      </p:sp>
      <p:sp>
        <p:nvSpPr>
          <p:cNvPr name="AutoShape 106" id="106"/>
          <p:cNvSpPr/>
          <p:nvPr/>
        </p:nvSpPr>
        <p:spPr>
          <a:xfrm flipH="true">
            <a:off x="4785837" y="4982303"/>
            <a:ext cx="6647153" cy="4533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ln/>
                <a:solidFill>
                  <a:schemeClr val="tx1"/>
                </a:solidFill>
                <a:effectLst/>
                <a:latin typeface="微软雅黑"/>
                <a:ea typeface="微软雅黑"/>
              </a:rPr>
              <a:t>一些领先品牌已推出手机回收计划，用户可以将旧手机以优惠换新，减少电子垃圾，同时满足消费者日益增长的环保意识。</a:t>
            </a:r>
          </a:p>
        </p:txBody>
      </p:sp>
    </p:spTree>
  </p:cSld>
  <p:clrMapOvr>
    <a:masterClrMapping/>
  </p:clrMapOvr>
</p:sld>
</file>

<file path=ppt/slides/slide17.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消费者的环保意识</a:t>
            </a:r>
          </a:p>
        </p:txBody>
      </p:sp>
      <p:sp>
        <p:nvSpPr>
          <p:cNvPr name="TextBox 3" id="3"/>
          <p:cNvSpPr txBox="true"/>
          <p:nvPr/>
        </p:nvSpPr>
        <p:spPr>
          <a:xfrm flipH="true">
            <a:off x="4459634" y="1467573"/>
            <a:ext cx="540000" cy="540000"/>
          </a:xfrm>
          <a:prstGeom prst="round2DiagRect">
            <a:avLst/>
          </a:prstGeom>
          <a:solidFill>
            <a:schemeClr val="accent1"/>
          </a:solidFill>
          <a:ln cap="flat">
            <a:noFill/>
            <a:prstDash val="solid"/>
            <a:miter lim="800000"/>
          </a:ln>
          <a:effectLst>
            <a:outerShdw algn="tl" blurRad="127000" dir="2700000" dist="63500" rotWithShape="false">
              <a:schemeClr val="accent1">
                <a:alpha val="40000"/>
              </a:schemeClr>
            </a:outerShdw>
          </a:effectLst>
        </p:spPr>
        <p:txBody>
          <a:bodyPr anchor="ctr" rtlCol="false" vert="horz" wrap="none" tIns="45720" lIns="91440" bIns="45720" rIns="91440">
            <a:normAutofit/>
          </a:bodyPr>
          <a:lstStyle/>
          <a:p>
            <a:pPr algn="ctr" marL="0">
              <a:defRPr/>
            </a:pPr>
            <a:r>
              <a:rPr lang="en-US" b="true" i="false" sz="1600" baseline="0" u="none">
                <a:solidFill>
                  <a:srgbClr val="FFFFFF"/>
                </a:solidFill>
                <a:latin typeface="Arial"/>
                <a:ea typeface="Arial"/>
              </a:rPr>
              <a:t>01</a:t>
            </a:r>
            <a:endParaRPr lang="en-US" sz="1100"/>
          </a:p>
        </p:txBody>
      </p:sp>
      <p:sp>
        <p:nvSpPr>
          <p:cNvPr name="AutoShape 4" id="4"/>
          <p:cNvSpPr/>
          <p:nvPr/>
        </p:nvSpPr>
        <p:spPr>
          <a:xfrm>
            <a:off x="5240153" y="1633127"/>
            <a:ext cx="6278745" cy="45339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随着环境问题日益突出，消费者对环保产品的需求显著增加，许多用户希望购买不仅性能优越且对环境友好的产品，促使品牌创新与调整。</a:t>
            </a:r>
          </a:p>
        </p:txBody>
      </p:sp>
      <p:sp>
        <p:nvSpPr>
          <p:cNvPr name="AutoShape 5" id="5"/>
          <p:cNvSpPr/>
          <p:nvPr/>
        </p:nvSpPr>
        <p:spPr>
          <a:xfrm>
            <a:off x="5240154" y="1294573"/>
            <a:ext cx="6278745" cy="338554"/>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环保产品需求</a:t>
            </a:r>
          </a:p>
        </p:txBody>
      </p:sp>
      <p:sp>
        <p:nvSpPr>
          <p:cNvPr name="TextBox 6" id="6"/>
          <p:cNvSpPr txBox="true"/>
          <p:nvPr/>
        </p:nvSpPr>
        <p:spPr>
          <a:xfrm flipH="true">
            <a:off x="4459634" y="3010058"/>
            <a:ext cx="540000" cy="540000"/>
          </a:xfrm>
          <a:prstGeom prst="round2DiagRect">
            <a:avLst/>
          </a:prstGeom>
          <a:solidFill>
            <a:schemeClr val="accent2"/>
          </a:solidFill>
          <a:ln cap="flat">
            <a:noFill/>
            <a:prstDash val="solid"/>
            <a:miter lim="800000"/>
          </a:ln>
          <a:effectLst>
            <a:outerShdw algn="tl" blurRad="127000" dir="2700000" dist="63500" rotWithShape="false">
              <a:schemeClr val="accent2">
                <a:alpha val="40000"/>
              </a:schemeClr>
            </a:outerShdw>
          </a:effectLst>
        </p:spPr>
        <p:txBody>
          <a:bodyPr anchor="ctr" rtlCol="false" vert="horz" wrap="none" tIns="45720" lIns="91440" bIns="45720" rIns="91440">
            <a:normAutofit/>
          </a:bodyPr>
          <a:lstStyle/>
          <a:p>
            <a:pPr algn="ctr" marL="0">
              <a:defRPr/>
            </a:pPr>
            <a:r>
              <a:rPr lang="en-US" b="true" i="false" sz="1600" baseline="0" u="none">
                <a:solidFill>
                  <a:srgbClr val="FFFFFF"/>
                </a:solidFill>
                <a:latin typeface="Arial"/>
                <a:ea typeface="Arial"/>
              </a:rPr>
              <a:t>02</a:t>
            </a:r>
            <a:endParaRPr lang="en-US" sz="1100"/>
          </a:p>
        </p:txBody>
      </p:sp>
      <p:sp>
        <p:nvSpPr>
          <p:cNvPr name="AutoShape 7" id="7"/>
          <p:cNvSpPr/>
          <p:nvPr/>
        </p:nvSpPr>
        <p:spPr>
          <a:xfrm>
            <a:off x="5240153" y="3166012"/>
            <a:ext cx="6278745" cy="45339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品牌通过各种渠道加强环保教育，提升消费者对可持续发展的认知。强调环境责任感的品牌形象吸引了越来越多年轻消费者的关注与支持。</a:t>
            </a:r>
          </a:p>
        </p:txBody>
      </p:sp>
      <p:sp>
        <p:nvSpPr>
          <p:cNvPr name="AutoShape 8" id="8"/>
          <p:cNvSpPr/>
          <p:nvPr/>
        </p:nvSpPr>
        <p:spPr>
          <a:xfrm>
            <a:off x="5240155" y="2823333"/>
            <a:ext cx="6278745" cy="338554"/>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消费者教育</a:t>
            </a:r>
          </a:p>
        </p:txBody>
      </p:sp>
      <p:sp>
        <p:nvSpPr>
          <p:cNvPr name="TextBox 9" id="9"/>
          <p:cNvSpPr txBox="true"/>
          <p:nvPr/>
        </p:nvSpPr>
        <p:spPr>
          <a:xfrm flipH="true">
            <a:off x="4459634" y="4552543"/>
            <a:ext cx="540000" cy="540000"/>
          </a:xfrm>
          <a:prstGeom prst="round2DiagRect">
            <a:avLst/>
          </a:prstGeom>
          <a:solidFill>
            <a:schemeClr val="accent1"/>
          </a:solidFill>
          <a:ln cap="flat">
            <a:noFill/>
            <a:prstDash val="solid"/>
            <a:miter lim="800000"/>
          </a:ln>
          <a:effectLst>
            <a:outerShdw algn="tl" blurRad="127000" dir="2700000" dist="63500" rotWithShape="false">
              <a:schemeClr val="accent1">
                <a:alpha val="40000"/>
              </a:schemeClr>
            </a:outerShdw>
          </a:effectLst>
        </p:spPr>
        <p:txBody>
          <a:bodyPr anchor="ctr" rtlCol="false" vert="horz" wrap="none" tIns="45720" lIns="91440" bIns="45720" rIns="91440">
            <a:normAutofit/>
          </a:bodyPr>
          <a:lstStyle/>
          <a:p>
            <a:pPr algn="ctr" marL="0">
              <a:defRPr/>
            </a:pPr>
            <a:r>
              <a:rPr lang="en-US" b="true" i="false" sz="1600" baseline="0" u="none">
                <a:solidFill>
                  <a:srgbClr val="FFFFFF"/>
                </a:solidFill>
                <a:latin typeface="Arial"/>
                <a:ea typeface="Arial"/>
              </a:rPr>
              <a:t>03</a:t>
            </a:r>
            <a:endParaRPr lang="en-US" sz="1100"/>
          </a:p>
        </p:txBody>
      </p:sp>
      <p:sp>
        <p:nvSpPr>
          <p:cNvPr name="AutoShape 10" id="10"/>
          <p:cNvSpPr/>
          <p:nvPr/>
        </p:nvSpPr>
        <p:spPr>
          <a:xfrm>
            <a:off x="5240153" y="4692686"/>
            <a:ext cx="6278745" cy="45339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面对日益严峻的环保形势，手机行业需要在创新与可持续之间寻找平衡，预计未来将在技术、材料与生产方式方面持续创新，以迎合市场的环保需求。</a:t>
            </a:r>
          </a:p>
        </p:txBody>
      </p:sp>
      <p:sp>
        <p:nvSpPr>
          <p:cNvPr name="AutoShape 11" id="11"/>
          <p:cNvSpPr/>
          <p:nvPr/>
        </p:nvSpPr>
        <p:spPr>
          <a:xfrm>
            <a:off x="5240155" y="4342207"/>
            <a:ext cx="6278745" cy="338554"/>
          </a:xfrm>
          <a:prstGeom prst="rect">
            <a:avLst/>
          </a:prstGeom>
          <a:noFill/>
          <a:ln>
            <a:noFill/>
          </a:ln>
        </p:spPr>
        <p:txBody>
          <a:bodyPr vert="horz" anchor="t" wrap="square" tIns="45720" lIns="91440" bIns="45720" rIns="91440">
            <a:spAutoFit/>
          </a:bodyPr>
          <a:p>
            <a:pPr algn="l" marL="0"/>
            <a:r>
              <a:rPr lang="zh-CN" b="true" i="false" sz="1600" baseline="0" u="none" altLang="en-US">
                <a:solidFill>
                  <a:schemeClr val="tx1"/>
                </a:solidFill>
                <a:latin typeface="微软雅黑"/>
                <a:ea typeface="微软雅黑"/>
              </a:rPr>
              <a:t>未来展望</a:t>
            </a:r>
          </a:p>
        </p:txBody>
      </p:sp>
      <p:grpSp>
        <p:nvGrpSpPr>
          <p:cNvPr name="Group 12" id="12"/>
          <p:cNvGrpSpPr/>
          <p:nvPr/>
        </p:nvGrpSpPr>
        <p:grpSpPr>
          <a:xfrm>
            <a:off x="673100" y="1959683"/>
            <a:ext cx="2893961" cy="2721078"/>
            <a:chOff x="3685041" y="1451775"/>
            <a:chExt cx="4821918" cy="3954451"/>
          </a:xfrm>
        </p:grpSpPr>
        <p:sp>
          <p:nvSpPr>
            <p:cNvPr name="Freeform 13" id="13"/>
            <p:cNvSpPr/>
            <p:nvPr/>
          </p:nvSpPr>
          <p:spPr>
            <a:xfrm>
              <a:off x="3685041" y="2657040"/>
              <a:ext cx="4821918" cy="2724046"/>
            </a:xfrm>
            <a:custGeom>
              <a:avLst/>
              <a:gdLst/>
              <a:ahLst/>
              <a:cxnLst/>
              <a:rect r="r" b="b" t="t" l="l"/>
              <a:pathLst>
                <a:path w="3076" h="1842" stroke="true" fill="norm" extrusionOk="true">
                  <a:moveTo>
                    <a:pt x="3076" y="620"/>
                  </a:moveTo>
                  <a:lnTo>
                    <a:pt x="3049" y="620"/>
                  </a:lnTo>
                  <a:lnTo>
                    <a:pt x="3049" y="606"/>
                  </a:lnTo>
                  <a:lnTo>
                    <a:pt x="3019" y="606"/>
                  </a:lnTo>
                  <a:lnTo>
                    <a:pt x="3019" y="620"/>
                  </a:lnTo>
                  <a:lnTo>
                    <a:pt x="2966" y="620"/>
                  </a:lnTo>
                  <a:lnTo>
                    <a:pt x="2966" y="606"/>
                  </a:lnTo>
                  <a:lnTo>
                    <a:pt x="2935" y="606"/>
                  </a:lnTo>
                  <a:lnTo>
                    <a:pt x="2935" y="620"/>
                  </a:lnTo>
                  <a:lnTo>
                    <a:pt x="2923" y="620"/>
                  </a:lnTo>
                  <a:lnTo>
                    <a:pt x="2923" y="1255"/>
                  </a:lnTo>
                  <a:lnTo>
                    <a:pt x="2878" y="1255"/>
                  </a:lnTo>
                  <a:lnTo>
                    <a:pt x="2878" y="1692"/>
                  </a:lnTo>
                  <a:lnTo>
                    <a:pt x="2840" y="1692"/>
                  </a:lnTo>
                  <a:lnTo>
                    <a:pt x="2819" y="1678"/>
                  </a:lnTo>
                  <a:lnTo>
                    <a:pt x="2819" y="1678"/>
                  </a:lnTo>
                  <a:lnTo>
                    <a:pt x="2819" y="1274"/>
                  </a:lnTo>
                  <a:lnTo>
                    <a:pt x="2845" y="1274"/>
                  </a:lnTo>
                  <a:lnTo>
                    <a:pt x="2845" y="1191"/>
                  </a:lnTo>
                  <a:lnTo>
                    <a:pt x="2778" y="1191"/>
                  </a:lnTo>
                  <a:lnTo>
                    <a:pt x="2778" y="466"/>
                  </a:lnTo>
                  <a:lnTo>
                    <a:pt x="2541" y="466"/>
                  </a:lnTo>
                  <a:lnTo>
                    <a:pt x="2541" y="257"/>
                  </a:lnTo>
                  <a:lnTo>
                    <a:pt x="2258" y="257"/>
                  </a:lnTo>
                  <a:lnTo>
                    <a:pt x="2258" y="202"/>
                  </a:lnTo>
                  <a:lnTo>
                    <a:pt x="2196" y="202"/>
                  </a:lnTo>
                  <a:lnTo>
                    <a:pt x="2196" y="0"/>
                  </a:lnTo>
                  <a:lnTo>
                    <a:pt x="2168" y="0"/>
                  </a:lnTo>
                  <a:lnTo>
                    <a:pt x="2168" y="257"/>
                  </a:lnTo>
                  <a:lnTo>
                    <a:pt x="2134" y="257"/>
                  </a:lnTo>
                  <a:lnTo>
                    <a:pt x="2134" y="1692"/>
                  </a:lnTo>
                  <a:lnTo>
                    <a:pt x="2082" y="1692"/>
                  </a:lnTo>
                  <a:lnTo>
                    <a:pt x="2082" y="927"/>
                  </a:lnTo>
                  <a:lnTo>
                    <a:pt x="1954" y="927"/>
                  </a:lnTo>
                  <a:lnTo>
                    <a:pt x="1954" y="910"/>
                  </a:lnTo>
                  <a:lnTo>
                    <a:pt x="1911" y="910"/>
                  </a:lnTo>
                  <a:lnTo>
                    <a:pt x="1911" y="668"/>
                  </a:lnTo>
                  <a:lnTo>
                    <a:pt x="1902" y="668"/>
                  </a:lnTo>
                  <a:lnTo>
                    <a:pt x="1902" y="658"/>
                  </a:lnTo>
                  <a:lnTo>
                    <a:pt x="1892" y="658"/>
                  </a:lnTo>
                  <a:lnTo>
                    <a:pt x="1892" y="630"/>
                  </a:lnTo>
                  <a:lnTo>
                    <a:pt x="1883" y="630"/>
                  </a:lnTo>
                  <a:lnTo>
                    <a:pt x="1883" y="658"/>
                  </a:lnTo>
                  <a:lnTo>
                    <a:pt x="1871" y="658"/>
                  </a:lnTo>
                  <a:lnTo>
                    <a:pt x="1871" y="668"/>
                  </a:lnTo>
                  <a:lnTo>
                    <a:pt x="1854" y="668"/>
                  </a:lnTo>
                  <a:lnTo>
                    <a:pt x="1854" y="606"/>
                  </a:lnTo>
                  <a:lnTo>
                    <a:pt x="1847" y="606"/>
                  </a:lnTo>
                  <a:lnTo>
                    <a:pt x="1847" y="594"/>
                  </a:lnTo>
                  <a:lnTo>
                    <a:pt x="1837" y="594"/>
                  </a:lnTo>
                  <a:lnTo>
                    <a:pt x="1837" y="587"/>
                  </a:lnTo>
                  <a:lnTo>
                    <a:pt x="1828" y="587"/>
                  </a:lnTo>
                  <a:lnTo>
                    <a:pt x="1828" y="513"/>
                  </a:lnTo>
                  <a:lnTo>
                    <a:pt x="1823" y="513"/>
                  </a:lnTo>
                  <a:lnTo>
                    <a:pt x="1823" y="504"/>
                  </a:lnTo>
                  <a:lnTo>
                    <a:pt x="1816" y="504"/>
                  </a:lnTo>
                  <a:lnTo>
                    <a:pt x="1816" y="451"/>
                  </a:lnTo>
                  <a:lnTo>
                    <a:pt x="1806" y="451"/>
                  </a:lnTo>
                  <a:lnTo>
                    <a:pt x="1806" y="444"/>
                  </a:lnTo>
                  <a:lnTo>
                    <a:pt x="1799" y="444"/>
                  </a:lnTo>
                  <a:lnTo>
                    <a:pt x="1799" y="416"/>
                  </a:lnTo>
                  <a:lnTo>
                    <a:pt x="1792" y="416"/>
                  </a:lnTo>
                  <a:lnTo>
                    <a:pt x="1792" y="444"/>
                  </a:lnTo>
                  <a:lnTo>
                    <a:pt x="1785" y="444"/>
                  </a:lnTo>
                  <a:lnTo>
                    <a:pt x="1785" y="451"/>
                  </a:lnTo>
                  <a:lnTo>
                    <a:pt x="1776" y="451"/>
                  </a:lnTo>
                  <a:lnTo>
                    <a:pt x="1776" y="504"/>
                  </a:lnTo>
                  <a:lnTo>
                    <a:pt x="1771" y="504"/>
                  </a:lnTo>
                  <a:lnTo>
                    <a:pt x="1771" y="513"/>
                  </a:lnTo>
                  <a:lnTo>
                    <a:pt x="1764" y="513"/>
                  </a:lnTo>
                  <a:lnTo>
                    <a:pt x="1764" y="587"/>
                  </a:lnTo>
                  <a:lnTo>
                    <a:pt x="1754" y="587"/>
                  </a:lnTo>
                  <a:lnTo>
                    <a:pt x="1754" y="594"/>
                  </a:lnTo>
                  <a:lnTo>
                    <a:pt x="1747" y="594"/>
                  </a:lnTo>
                  <a:lnTo>
                    <a:pt x="1747" y="606"/>
                  </a:lnTo>
                  <a:lnTo>
                    <a:pt x="1738" y="606"/>
                  </a:lnTo>
                  <a:lnTo>
                    <a:pt x="1738" y="668"/>
                  </a:lnTo>
                  <a:lnTo>
                    <a:pt x="1721" y="668"/>
                  </a:lnTo>
                  <a:lnTo>
                    <a:pt x="1721" y="658"/>
                  </a:lnTo>
                  <a:lnTo>
                    <a:pt x="1709" y="658"/>
                  </a:lnTo>
                  <a:lnTo>
                    <a:pt x="1709" y="630"/>
                  </a:lnTo>
                  <a:lnTo>
                    <a:pt x="1700" y="630"/>
                  </a:lnTo>
                  <a:lnTo>
                    <a:pt x="1700" y="658"/>
                  </a:lnTo>
                  <a:lnTo>
                    <a:pt x="1690" y="658"/>
                  </a:lnTo>
                  <a:lnTo>
                    <a:pt x="1690" y="668"/>
                  </a:lnTo>
                  <a:lnTo>
                    <a:pt x="1681" y="668"/>
                  </a:lnTo>
                  <a:lnTo>
                    <a:pt x="1681" y="910"/>
                  </a:lnTo>
                  <a:lnTo>
                    <a:pt x="1638" y="910"/>
                  </a:lnTo>
                  <a:lnTo>
                    <a:pt x="1638" y="1034"/>
                  </a:lnTo>
                  <a:lnTo>
                    <a:pt x="1559" y="1034"/>
                  </a:lnTo>
                  <a:lnTo>
                    <a:pt x="1559" y="1005"/>
                  </a:lnTo>
                  <a:lnTo>
                    <a:pt x="1540" y="1005"/>
                  </a:lnTo>
                  <a:lnTo>
                    <a:pt x="1540" y="970"/>
                  </a:lnTo>
                  <a:lnTo>
                    <a:pt x="1512" y="970"/>
                  </a:lnTo>
                  <a:lnTo>
                    <a:pt x="1512" y="946"/>
                  </a:lnTo>
                  <a:lnTo>
                    <a:pt x="1479" y="946"/>
                  </a:lnTo>
                  <a:lnTo>
                    <a:pt x="1479" y="970"/>
                  </a:lnTo>
                  <a:lnTo>
                    <a:pt x="1310" y="970"/>
                  </a:lnTo>
                  <a:lnTo>
                    <a:pt x="1310" y="1005"/>
                  </a:lnTo>
                  <a:lnTo>
                    <a:pt x="1269" y="1005"/>
                  </a:lnTo>
                  <a:lnTo>
                    <a:pt x="1269" y="1029"/>
                  </a:lnTo>
                  <a:lnTo>
                    <a:pt x="1229" y="1029"/>
                  </a:lnTo>
                  <a:lnTo>
                    <a:pt x="1229" y="1443"/>
                  </a:lnTo>
                  <a:lnTo>
                    <a:pt x="1184" y="1443"/>
                  </a:lnTo>
                  <a:lnTo>
                    <a:pt x="1184" y="1058"/>
                  </a:lnTo>
                  <a:lnTo>
                    <a:pt x="1029" y="1058"/>
                  </a:lnTo>
                  <a:lnTo>
                    <a:pt x="1029" y="1179"/>
                  </a:lnTo>
                  <a:lnTo>
                    <a:pt x="984" y="1179"/>
                  </a:lnTo>
                  <a:lnTo>
                    <a:pt x="984" y="1148"/>
                  </a:lnTo>
                  <a:lnTo>
                    <a:pt x="939" y="1148"/>
                  </a:lnTo>
                  <a:lnTo>
                    <a:pt x="939" y="853"/>
                  </a:lnTo>
                  <a:lnTo>
                    <a:pt x="913" y="853"/>
                  </a:lnTo>
                  <a:lnTo>
                    <a:pt x="913" y="837"/>
                  </a:lnTo>
                  <a:lnTo>
                    <a:pt x="853" y="837"/>
                  </a:lnTo>
                  <a:lnTo>
                    <a:pt x="853" y="810"/>
                  </a:lnTo>
                  <a:lnTo>
                    <a:pt x="792" y="810"/>
                  </a:lnTo>
                  <a:lnTo>
                    <a:pt x="792" y="837"/>
                  </a:lnTo>
                  <a:lnTo>
                    <a:pt x="732" y="837"/>
                  </a:lnTo>
                  <a:lnTo>
                    <a:pt x="732" y="853"/>
                  </a:lnTo>
                  <a:lnTo>
                    <a:pt x="706" y="853"/>
                  </a:lnTo>
                  <a:lnTo>
                    <a:pt x="706" y="1443"/>
                  </a:lnTo>
                  <a:lnTo>
                    <a:pt x="670" y="1443"/>
                  </a:lnTo>
                  <a:lnTo>
                    <a:pt x="670" y="1390"/>
                  </a:lnTo>
                  <a:lnTo>
                    <a:pt x="642" y="1390"/>
                  </a:lnTo>
                  <a:lnTo>
                    <a:pt x="642" y="1153"/>
                  </a:lnTo>
                  <a:lnTo>
                    <a:pt x="537" y="1153"/>
                  </a:lnTo>
                  <a:lnTo>
                    <a:pt x="537" y="986"/>
                  </a:lnTo>
                  <a:lnTo>
                    <a:pt x="333" y="986"/>
                  </a:lnTo>
                  <a:lnTo>
                    <a:pt x="333" y="1343"/>
                  </a:lnTo>
                  <a:lnTo>
                    <a:pt x="236" y="1343"/>
                  </a:lnTo>
                  <a:lnTo>
                    <a:pt x="236" y="1692"/>
                  </a:lnTo>
                  <a:lnTo>
                    <a:pt x="0" y="1692"/>
                  </a:lnTo>
                  <a:lnTo>
                    <a:pt x="0" y="1842"/>
                  </a:lnTo>
                  <a:lnTo>
                    <a:pt x="3076" y="1842"/>
                  </a:lnTo>
                  <a:lnTo>
                    <a:pt x="3076" y="620"/>
                  </a:lnTo>
                  <a:close/>
                </a:path>
              </a:pathLst>
            </a:custGeom>
            <a:solidFill>
              <a:schemeClr val="accent1">
                <a:lumMod val="40000"/>
                <a:lumOff val="60000"/>
              </a:schemeClr>
            </a:solidFill>
            <a:ln>
              <a:noFill/>
            </a:ln>
          </p:spPr>
          <p:txBody>
            <a:bodyPr vert="horz" anchor="t" wrap="square" tIns="45720" lIns="91440" bIns="45720" rIns="91440">
              <a:prstTxWarp prst="textNoShape">
                <a:avLst/>
              </a:prstTxWarp>
            </a:bodyPr>
            <a:p>
              <a:pPr algn="l" marL="0"/>
            </a:p>
          </p:txBody>
        </p:sp>
        <p:sp>
          <p:nvSpPr>
            <p:cNvPr name="Freeform 14" id="14"/>
            <p:cNvSpPr/>
            <p:nvPr/>
          </p:nvSpPr>
          <p:spPr>
            <a:xfrm>
              <a:off x="6155570" y="1451775"/>
              <a:ext cx="1374779" cy="664005"/>
            </a:xfrm>
            <a:custGeom>
              <a:avLst/>
              <a:gdLst/>
              <a:ahLst/>
              <a:cxnLst/>
              <a:rect r="r" b="b" t="t" l="l"/>
              <a:pathLst>
                <a:path w="877" h="449" stroke="true" fill="norm" extrusionOk="true">
                  <a:moveTo>
                    <a:pt x="720" y="223"/>
                  </a:moveTo>
                  <a:lnTo>
                    <a:pt x="877" y="449"/>
                  </a:lnTo>
                  <a:lnTo>
                    <a:pt x="0" y="449"/>
                  </a:lnTo>
                  <a:lnTo>
                    <a:pt x="0" y="0"/>
                  </a:lnTo>
                  <a:lnTo>
                    <a:pt x="877" y="0"/>
                  </a:lnTo>
                  <a:lnTo>
                    <a:pt x="720" y="223"/>
                  </a:lnTo>
                  <a:close/>
                </a:path>
              </a:pathLst>
            </a:custGeom>
            <a:solidFill>
              <a:schemeClr val="accent1">
                <a:lumMod val="40000"/>
                <a:lumOff val="60000"/>
              </a:schemeClr>
            </a:solidFill>
            <a:ln>
              <a:noFill/>
            </a:ln>
          </p:spPr>
          <p:txBody>
            <a:bodyPr vert="horz" anchor="t" wrap="square" tIns="45720" lIns="91440" bIns="45720" rIns="91440">
              <a:prstTxWarp prst="textNoShape">
                <a:avLst/>
              </a:prstTxWarp>
            </a:bodyPr>
            <a:p>
              <a:pPr algn="l" marL="0"/>
            </a:p>
          </p:txBody>
        </p:sp>
        <p:sp>
          <p:nvSpPr>
            <p:cNvPr name="AutoShape 15" id="15"/>
            <p:cNvSpPr/>
            <p:nvPr/>
          </p:nvSpPr>
          <p:spPr>
            <a:xfrm>
              <a:off x="6155570" y="1451775"/>
              <a:ext cx="189679" cy="664005"/>
            </a:xfrm>
            <a:prstGeom prst="rect">
              <a:avLst/>
            </a:prstGeom>
            <a:solidFill>
              <a:schemeClr val="accent1">
                <a:lumMod val="60000"/>
                <a:lumOff val="40000"/>
              </a:schemeClr>
            </a:solidFill>
            <a:ln>
              <a:noFill/>
            </a:ln>
          </p:spPr>
          <p:txBody>
            <a:bodyPr vert="horz" anchor="t" wrap="square" tIns="45720" lIns="91440" bIns="45720" rIns="91440">
              <a:prstTxWarp prst="textNoShape">
                <a:avLst/>
              </a:prstTxWarp>
            </a:bodyPr>
            <a:p>
              <a:pPr algn="l" marL="0"/>
            </a:p>
          </p:txBody>
        </p:sp>
        <p:sp>
          <p:nvSpPr>
            <p:cNvPr name="Freeform 16" id="16"/>
            <p:cNvSpPr/>
            <p:nvPr/>
          </p:nvSpPr>
          <p:spPr>
            <a:xfrm>
              <a:off x="4348133" y="3180553"/>
              <a:ext cx="1017368" cy="1807158"/>
            </a:xfrm>
            <a:custGeom>
              <a:avLst/>
              <a:gdLst/>
              <a:ahLst/>
              <a:cxnLst/>
              <a:rect r="r" b="b" t="t" l="l"/>
              <a:pathLst>
                <a:path w="273" h="514" stroke="true" fill="norm" extrusionOk="true">
                  <a:moveTo>
                    <a:pt x="50" y="0"/>
                  </a:moveTo>
                  <a:cubicBezTo>
                    <a:pt x="271" y="485"/>
                    <a:pt x="271" y="485"/>
                    <a:pt x="271" y="485"/>
                  </a:cubicBezTo>
                  <a:cubicBezTo>
                    <a:pt x="273" y="489"/>
                    <a:pt x="271" y="495"/>
                    <a:pt x="266" y="497"/>
                  </a:cubicBezTo>
                  <a:cubicBezTo>
                    <a:pt x="233" y="512"/>
                    <a:pt x="233" y="512"/>
                    <a:pt x="233" y="512"/>
                  </a:cubicBezTo>
                  <a:cubicBezTo>
                    <a:pt x="228" y="514"/>
                    <a:pt x="222" y="512"/>
                    <a:pt x="220" y="508"/>
                  </a:cubicBezTo>
                  <a:cubicBezTo>
                    <a:pt x="0" y="23"/>
                    <a:pt x="0" y="23"/>
                    <a:pt x="0" y="23"/>
                  </a:cubicBezTo>
                  <a:cubicBezTo>
                    <a:pt x="50" y="0"/>
                    <a:pt x="50" y="0"/>
                    <a:pt x="50" y="0"/>
                  </a:cubicBezTo>
                </a:path>
              </a:pathLst>
            </a:custGeom>
            <a:solidFill>
              <a:srgbClr val="A67C52"/>
            </a:solidFill>
            <a:ln>
              <a:noFill/>
            </a:ln>
          </p:spPr>
          <p:txBody>
            <a:bodyPr vert="horz" anchor="t" wrap="square" tIns="45720" lIns="91440" bIns="45720" rIns="91440">
              <a:prstTxWarp prst="textNoShape">
                <a:avLst/>
              </a:prstTxWarp>
            </a:bodyPr>
            <a:p>
              <a:pPr algn="l" marL="0"/>
            </a:p>
          </p:txBody>
        </p:sp>
        <p:sp>
          <p:nvSpPr>
            <p:cNvPr name="Freeform 17" id="17"/>
            <p:cNvSpPr/>
            <p:nvPr/>
          </p:nvSpPr>
          <p:spPr>
            <a:xfrm>
              <a:off x="4445325" y="3180553"/>
              <a:ext cx="920177" cy="1771666"/>
            </a:xfrm>
            <a:custGeom>
              <a:avLst/>
              <a:gdLst/>
              <a:ahLst/>
              <a:cxnLst/>
              <a:rect r="r" b="b" t="t" l="l"/>
              <a:pathLst>
                <a:path w="247" h="504" stroke="true" fill="norm" extrusionOk="true">
                  <a:moveTo>
                    <a:pt x="24" y="0"/>
                  </a:moveTo>
                  <a:cubicBezTo>
                    <a:pt x="245" y="485"/>
                    <a:pt x="245" y="485"/>
                    <a:pt x="245" y="485"/>
                  </a:cubicBezTo>
                  <a:cubicBezTo>
                    <a:pt x="247" y="489"/>
                    <a:pt x="245" y="495"/>
                    <a:pt x="240" y="497"/>
                  </a:cubicBezTo>
                  <a:cubicBezTo>
                    <a:pt x="224" y="504"/>
                    <a:pt x="224" y="504"/>
                    <a:pt x="224" y="504"/>
                  </a:cubicBezTo>
                  <a:cubicBezTo>
                    <a:pt x="0" y="11"/>
                    <a:pt x="0" y="11"/>
                    <a:pt x="0" y="11"/>
                  </a:cubicBezTo>
                  <a:cubicBezTo>
                    <a:pt x="24" y="0"/>
                    <a:pt x="24" y="0"/>
                    <a:pt x="24" y="0"/>
                  </a:cubicBezTo>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18" id="18"/>
            <p:cNvSpPr/>
            <p:nvPr/>
          </p:nvSpPr>
          <p:spPr>
            <a:xfrm>
              <a:off x="4348133" y="3180553"/>
              <a:ext cx="261789" cy="235137"/>
            </a:xfrm>
            <a:custGeom>
              <a:avLst/>
              <a:gdLst/>
              <a:ahLst/>
              <a:cxnLst/>
              <a:rect r="r" b="b" t="t" l="l"/>
              <a:pathLst>
                <a:path w="167" h="159" stroke="true" fill="norm" extrusionOk="true">
                  <a:moveTo>
                    <a:pt x="119" y="0"/>
                  </a:moveTo>
                  <a:lnTo>
                    <a:pt x="167" y="105"/>
                  </a:lnTo>
                  <a:lnTo>
                    <a:pt x="48" y="159"/>
                  </a:lnTo>
                  <a:lnTo>
                    <a:pt x="0" y="55"/>
                  </a:lnTo>
                  <a:lnTo>
                    <a:pt x="119" y="0"/>
                  </a:lnTo>
                  <a:close/>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19" id="19"/>
            <p:cNvSpPr/>
            <p:nvPr/>
          </p:nvSpPr>
          <p:spPr>
            <a:xfrm>
              <a:off x="4131805" y="2980908"/>
              <a:ext cx="754013" cy="428868"/>
            </a:xfrm>
            <a:custGeom>
              <a:avLst/>
              <a:gdLst/>
              <a:ahLst/>
              <a:cxnLst/>
              <a:rect r="r" b="b" t="t" l="l"/>
              <a:pathLst>
                <a:path w="202" h="122" stroke="true" fill="norm" extrusionOk="true">
                  <a:moveTo>
                    <a:pt x="201" y="30"/>
                  </a:moveTo>
                  <a:cubicBezTo>
                    <a:pt x="201" y="31"/>
                    <a:pt x="200" y="32"/>
                    <a:pt x="199" y="32"/>
                  </a:cubicBezTo>
                  <a:cubicBezTo>
                    <a:pt x="198" y="32"/>
                    <a:pt x="197" y="33"/>
                    <a:pt x="197" y="33"/>
                  </a:cubicBezTo>
                  <a:cubicBezTo>
                    <a:pt x="190" y="33"/>
                    <a:pt x="147" y="33"/>
                    <a:pt x="122" y="59"/>
                  </a:cubicBezTo>
                  <a:cubicBezTo>
                    <a:pt x="129" y="87"/>
                    <a:pt x="129" y="87"/>
                    <a:pt x="129" y="87"/>
                  </a:cubicBezTo>
                  <a:cubicBezTo>
                    <a:pt x="66" y="115"/>
                    <a:pt x="66" y="115"/>
                    <a:pt x="66" y="115"/>
                  </a:cubicBezTo>
                  <a:cubicBezTo>
                    <a:pt x="66" y="115"/>
                    <a:pt x="57" y="107"/>
                    <a:pt x="50" y="110"/>
                  </a:cubicBezTo>
                  <a:cubicBezTo>
                    <a:pt x="23" y="122"/>
                    <a:pt x="23" y="122"/>
                    <a:pt x="23" y="122"/>
                  </a:cubicBezTo>
                  <a:cubicBezTo>
                    <a:pt x="0" y="71"/>
                    <a:pt x="0" y="71"/>
                    <a:pt x="0" y="71"/>
                  </a:cubicBezTo>
                  <a:cubicBezTo>
                    <a:pt x="17" y="64"/>
                    <a:pt x="17" y="64"/>
                    <a:pt x="17" y="64"/>
                  </a:cubicBezTo>
                  <a:cubicBezTo>
                    <a:pt x="18" y="63"/>
                    <a:pt x="18" y="63"/>
                    <a:pt x="19" y="62"/>
                  </a:cubicBezTo>
                  <a:cubicBezTo>
                    <a:pt x="30" y="56"/>
                    <a:pt x="31" y="46"/>
                    <a:pt x="31" y="46"/>
                  </a:cubicBezTo>
                  <a:cubicBezTo>
                    <a:pt x="31" y="46"/>
                    <a:pt x="31" y="46"/>
                    <a:pt x="31" y="46"/>
                  </a:cubicBezTo>
                  <a:cubicBezTo>
                    <a:pt x="64" y="31"/>
                    <a:pt x="64" y="31"/>
                    <a:pt x="64" y="31"/>
                  </a:cubicBezTo>
                  <a:cubicBezTo>
                    <a:pt x="64" y="31"/>
                    <a:pt x="64" y="31"/>
                    <a:pt x="64" y="31"/>
                  </a:cubicBezTo>
                  <a:cubicBezTo>
                    <a:pt x="67" y="29"/>
                    <a:pt x="67" y="29"/>
                    <a:pt x="67" y="29"/>
                  </a:cubicBezTo>
                  <a:cubicBezTo>
                    <a:pt x="67" y="29"/>
                    <a:pt x="67" y="29"/>
                    <a:pt x="67" y="29"/>
                  </a:cubicBezTo>
                  <a:cubicBezTo>
                    <a:pt x="108" y="11"/>
                    <a:pt x="108" y="11"/>
                    <a:pt x="108" y="11"/>
                  </a:cubicBezTo>
                  <a:cubicBezTo>
                    <a:pt x="128" y="1"/>
                    <a:pt x="152" y="0"/>
                    <a:pt x="173" y="8"/>
                  </a:cubicBezTo>
                  <a:cubicBezTo>
                    <a:pt x="182" y="11"/>
                    <a:pt x="191" y="16"/>
                    <a:pt x="200" y="24"/>
                  </a:cubicBezTo>
                  <a:cubicBezTo>
                    <a:pt x="202" y="26"/>
                    <a:pt x="202" y="28"/>
                    <a:pt x="201" y="30"/>
                  </a:cubicBezTo>
                </a:path>
              </a:pathLst>
            </a:custGeom>
            <a:solidFill>
              <a:srgbClr val="B3B3B3"/>
            </a:solidFill>
            <a:ln>
              <a:noFill/>
            </a:ln>
          </p:spPr>
          <p:txBody>
            <a:bodyPr vert="horz" anchor="t" wrap="square" tIns="45720" lIns="91440" bIns="45720" rIns="91440">
              <a:prstTxWarp prst="textNoShape">
                <a:avLst/>
              </a:prstTxWarp>
            </a:bodyPr>
            <a:p>
              <a:pPr algn="l" marL="0"/>
            </a:p>
          </p:txBody>
        </p:sp>
        <p:sp>
          <p:nvSpPr>
            <p:cNvPr name="Freeform 20" id="20"/>
            <p:cNvSpPr/>
            <p:nvPr/>
          </p:nvSpPr>
          <p:spPr>
            <a:xfrm>
              <a:off x="4445325" y="3029711"/>
              <a:ext cx="435791" cy="306123"/>
            </a:xfrm>
            <a:custGeom>
              <a:avLst/>
              <a:gdLst/>
              <a:ahLst/>
              <a:cxnLst/>
              <a:rect r="r" b="b" t="t" l="l"/>
              <a:pathLst>
                <a:path w="117" h="87" stroke="true" fill="norm" extrusionOk="true">
                  <a:moveTo>
                    <a:pt x="117" y="16"/>
                  </a:moveTo>
                  <a:cubicBezTo>
                    <a:pt x="117" y="17"/>
                    <a:pt x="116" y="18"/>
                    <a:pt x="115" y="18"/>
                  </a:cubicBezTo>
                  <a:cubicBezTo>
                    <a:pt x="114" y="18"/>
                    <a:pt x="113" y="19"/>
                    <a:pt x="113" y="19"/>
                  </a:cubicBezTo>
                  <a:cubicBezTo>
                    <a:pt x="106" y="19"/>
                    <a:pt x="63" y="19"/>
                    <a:pt x="38" y="45"/>
                  </a:cubicBezTo>
                  <a:cubicBezTo>
                    <a:pt x="45" y="73"/>
                    <a:pt x="45" y="73"/>
                    <a:pt x="45" y="73"/>
                  </a:cubicBezTo>
                  <a:cubicBezTo>
                    <a:pt x="15" y="87"/>
                    <a:pt x="15" y="87"/>
                    <a:pt x="15" y="87"/>
                  </a:cubicBezTo>
                  <a:cubicBezTo>
                    <a:pt x="5" y="67"/>
                    <a:pt x="5" y="67"/>
                    <a:pt x="5" y="67"/>
                  </a:cubicBezTo>
                  <a:cubicBezTo>
                    <a:pt x="0" y="55"/>
                    <a:pt x="4" y="41"/>
                    <a:pt x="15" y="33"/>
                  </a:cubicBezTo>
                  <a:cubicBezTo>
                    <a:pt x="36" y="18"/>
                    <a:pt x="75" y="0"/>
                    <a:pt x="117" y="16"/>
                  </a:cubicBezTo>
                  <a:close/>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21" id="21"/>
            <p:cNvSpPr/>
            <p:nvPr/>
          </p:nvSpPr>
          <p:spPr>
            <a:xfrm>
              <a:off x="4196076" y="3313651"/>
              <a:ext cx="181842" cy="96126"/>
            </a:xfrm>
            <a:custGeom>
              <a:avLst/>
              <a:gdLst/>
              <a:ahLst/>
              <a:cxnLst/>
              <a:rect r="r" b="b" t="t" l="l"/>
              <a:pathLst>
                <a:path w="49" h="27" stroke="true" fill="norm" extrusionOk="true">
                  <a:moveTo>
                    <a:pt x="0" y="13"/>
                  </a:moveTo>
                  <a:cubicBezTo>
                    <a:pt x="6" y="27"/>
                    <a:pt x="6" y="27"/>
                    <a:pt x="6" y="27"/>
                  </a:cubicBezTo>
                  <a:cubicBezTo>
                    <a:pt x="33" y="15"/>
                    <a:pt x="33" y="15"/>
                    <a:pt x="33" y="15"/>
                  </a:cubicBezTo>
                  <a:cubicBezTo>
                    <a:pt x="40" y="12"/>
                    <a:pt x="49" y="20"/>
                    <a:pt x="49" y="20"/>
                  </a:cubicBezTo>
                  <a:cubicBezTo>
                    <a:pt x="48" y="17"/>
                    <a:pt x="46" y="14"/>
                    <a:pt x="45" y="11"/>
                  </a:cubicBezTo>
                  <a:cubicBezTo>
                    <a:pt x="40" y="3"/>
                    <a:pt x="30" y="0"/>
                    <a:pt x="21" y="4"/>
                  </a:cubicBezTo>
                  <a:cubicBezTo>
                    <a:pt x="0" y="13"/>
                    <a:pt x="0" y="13"/>
                    <a:pt x="0" y="13"/>
                  </a:cubicBezTo>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22" id="22"/>
            <p:cNvSpPr/>
            <p:nvPr/>
          </p:nvSpPr>
          <p:spPr>
            <a:xfrm>
              <a:off x="4131805" y="3198300"/>
              <a:ext cx="156758" cy="211476"/>
            </a:xfrm>
            <a:custGeom>
              <a:avLst/>
              <a:gdLst/>
              <a:ahLst/>
              <a:cxnLst/>
              <a:rect r="r" b="b" t="t" l="l"/>
              <a:pathLst>
                <a:path w="42" h="60" stroke="true" fill="norm" extrusionOk="true">
                  <a:moveTo>
                    <a:pt x="19" y="0"/>
                  </a:moveTo>
                  <a:cubicBezTo>
                    <a:pt x="42" y="51"/>
                    <a:pt x="42" y="51"/>
                    <a:pt x="42" y="51"/>
                  </a:cubicBezTo>
                  <a:cubicBezTo>
                    <a:pt x="23" y="60"/>
                    <a:pt x="23" y="60"/>
                    <a:pt x="23" y="60"/>
                  </a:cubicBezTo>
                  <a:cubicBezTo>
                    <a:pt x="0" y="9"/>
                    <a:pt x="0" y="9"/>
                    <a:pt x="0" y="9"/>
                  </a:cubicBezTo>
                  <a:cubicBezTo>
                    <a:pt x="17" y="2"/>
                    <a:pt x="17" y="2"/>
                    <a:pt x="17" y="2"/>
                  </a:cubicBezTo>
                  <a:cubicBezTo>
                    <a:pt x="18" y="1"/>
                    <a:pt x="18" y="1"/>
                    <a:pt x="19" y="0"/>
                  </a:cubicBezTo>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23" id="23"/>
            <p:cNvSpPr/>
            <p:nvPr/>
          </p:nvSpPr>
          <p:spPr>
            <a:xfrm>
              <a:off x="4036182" y="3187948"/>
              <a:ext cx="249248" cy="288376"/>
            </a:xfrm>
            <a:custGeom>
              <a:avLst/>
              <a:gdLst/>
              <a:ahLst/>
              <a:cxnLst/>
              <a:rect r="r" b="b" t="t" l="l"/>
              <a:pathLst>
                <a:path w="67" h="82" stroke="true" fill="norm" extrusionOk="true">
                  <a:moveTo>
                    <a:pt x="40" y="4"/>
                  </a:moveTo>
                  <a:cubicBezTo>
                    <a:pt x="66" y="61"/>
                    <a:pt x="66" y="61"/>
                    <a:pt x="66" y="61"/>
                  </a:cubicBezTo>
                  <a:cubicBezTo>
                    <a:pt x="67" y="63"/>
                    <a:pt x="66" y="66"/>
                    <a:pt x="64" y="67"/>
                  </a:cubicBezTo>
                  <a:cubicBezTo>
                    <a:pt x="34" y="81"/>
                    <a:pt x="34" y="81"/>
                    <a:pt x="34" y="81"/>
                  </a:cubicBezTo>
                  <a:cubicBezTo>
                    <a:pt x="31" y="82"/>
                    <a:pt x="28" y="81"/>
                    <a:pt x="27" y="78"/>
                  </a:cubicBezTo>
                  <a:cubicBezTo>
                    <a:pt x="1" y="21"/>
                    <a:pt x="1" y="21"/>
                    <a:pt x="1" y="21"/>
                  </a:cubicBezTo>
                  <a:cubicBezTo>
                    <a:pt x="0" y="19"/>
                    <a:pt x="1" y="16"/>
                    <a:pt x="4" y="15"/>
                  </a:cubicBezTo>
                  <a:cubicBezTo>
                    <a:pt x="34" y="1"/>
                    <a:pt x="34" y="1"/>
                    <a:pt x="34" y="1"/>
                  </a:cubicBezTo>
                  <a:cubicBezTo>
                    <a:pt x="36" y="0"/>
                    <a:pt x="39" y="1"/>
                    <a:pt x="40" y="4"/>
                  </a:cubicBezTo>
                </a:path>
              </a:pathLst>
            </a:custGeom>
            <a:solidFill>
              <a:srgbClr val="CCCCCC"/>
            </a:solidFill>
            <a:ln>
              <a:noFill/>
            </a:ln>
          </p:spPr>
          <p:txBody>
            <a:bodyPr vert="horz" anchor="t" wrap="square" tIns="45720" lIns="91440" bIns="45720" rIns="91440">
              <a:prstTxWarp prst="textNoShape">
                <a:avLst/>
              </a:prstTxWarp>
            </a:bodyPr>
            <a:p>
              <a:pPr algn="l" marL="0"/>
            </a:p>
          </p:txBody>
        </p:sp>
        <p:sp>
          <p:nvSpPr>
            <p:cNvPr name="Freeform 24" id="24"/>
            <p:cNvSpPr/>
            <p:nvPr/>
          </p:nvSpPr>
          <p:spPr>
            <a:xfrm>
              <a:off x="4106722" y="3397944"/>
              <a:ext cx="29784" cy="63590"/>
            </a:xfrm>
            <a:custGeom>
              <a:avLst/>
              <a:gdLst/>
              <a:ahLst/>
              <a:cxnLst/>
              <a:rect r="r" b="b" t="t" l="l"/>
              <a:pathLst>
                <a:path w="19" h="43" stroke="true" fill="norm" extrusionOk="true">
                  <a:moveTo>
                    <a:pt x="0" y="0"/>
                  </a:moveTo>
                  <a:lnTo>
                    <a:pt x="0" y="0"/>
                  </a:lnTo>
                  <a:lnTo>
                    <a:pt x="19" y="43"/>
                  </a:lnTo>
                  <a:lnTo>
                    <a:pt x="0" y="0"/>
                  </a:lnTo>
                  <a:close/>
                </a:path>
              </a:pathLst>
            </a:custGeom>
            <a:solidFill>
              <a:srgbClr val="CCCCCC"/>
            </a:solidFill>
            <a:ln>
              <a:noFill/>
            </a:ln>
          </p:spPr>
          <p:txBody>
            <a:bodyPr vert="horz" anchor="t" wrap="square" tIns="45720" lIns="91440" bIns="45720" rIns="91440">
              <a:prstTxWarp prst="textNoShape">
                <a:avLst/>
              </a:prstTxWarp>
            </a:bodyPr>
            <a:p>
              <a:pPr algn="l" marL="0"/>
            </a:p>
          </p:txBody>
        </p:sp>
        <p:sp>
          <p:nvSpPr>
            <p:cNvPr name="Freeform 25" id="25"/>
            <p:cNvSpPr/>
            <p:nvPr/>
          </p:nvSpPr>
          <p:spPr>
            <a:xfrm>
              <a:off x="4106722" y="3397944"/>
              <a:ext cx="29784" cy="63590"/>
            </a:xfrm>
            <a:custGeom>
              <a:avLst/>
              <a:gdLst/>
              <a:ahLst/>
              <a:cxnLst/>
              <a:rect r="r" b="b" t="t" l="l"/>
              <a:pathLst>
                <a:path w="19" h="43" stroke="true" fill="norm" extrusionOk="true">
                  <a:moveTo>
                    <a:pt x="0" y="0"/>
                  </a:moveTo>
                  <a:lnTo>
                    <a:pt x="0" y="0"/>
                  </a:lnTo>
                  <a:lnTo>
                    <a:pt x="19" y="43"/>
                  </a:lnTo>
                  <a:lnTo>
                    <a:pt x="0" y="0"/>
                  </a:lnTo>
                </a:path>
              </a:pathLst>
            </a:custGeom>
            <a:noFill/>
            <a:ln>
              <a:noFill/>
            </a:ln>
          </p:spPr>
          <p:txBody>
            <a:bodyPr vert="horz" anchor="t" wrap="square" tIns="45720" lIns="91440" bIns="45720" rIns="91440">
              <a:prstTxWarp prst="textNoShape">
                <a:avLst/>
              </a:prstTxWarp>
            </a:bodyPr>
            <a:p>
              <a:pPr algn="l" marL="0"/>
            </a:p>
          </p:txBody>
        </p:sp>
        <p:sp>
          <p:nvSpPr>
            <p:cNvPr name="Freeform 26" id="26"/>
            <p:cNvSpPr/>
            <p:nvPr/>
          </p:nvSpPr>
          <p:spPr>
            <a:xfrm>
              <a:off x="4106722" y="3338790"/>
              <a:ext cx="175571" cy="133096"/>
            </a:xfrm>
            <a:custGeom>
              <a:avLst/>
              <a:gdLst/>
              <a:ahLst/>
              <a:cxnLst/>
              <a:rect r="r" b="b" t="t" l="l"/>
              <a:pathLst>
                <a:path w="47" h="38" stroke="true" fill="norm" extrusionOk="true">
                  <a:moveTo>
                    <a:pt x="39" y="0"/>
                  </a:moveTo>
                  <a:cubicBezTo>
                    <a:pt x="0" y="17"/>
                    <a:pt x="0" y="17"/>
                    <a:pt x="0" y="17"/>
                  </a:cubicBezTo>
                  <a:cubicBezTo>
                    <a:pt x="8" y="35"/>
                    <a:pt x="8" y="35"/>
                    <a:pt x="8" y="35"/>
                  </a:cubicBezTo>
                  <a:cubicBezTo>
                    <a:pt x="9" y="37"/>
                    <a:pt x="11" y="38"/>
                    <a:pt x="13" y="38"/>
                  </a:cubicBezTo>
                  <a:cubicBezTo>
                    <a:pt x="13" y="38"/>
                    <a:pt x="14" y="38"/>
                    <a:pt x="15" y="38"/>
                  </a:cubicBezTo>
                  <a:cubicBezTo>
                    <a:pt x="45" y="24"/>
                    <a:pt x="45" y="24"/>
                    <a:pt x="45" y="24"/>
                  </a:cubicBezTo>
                  <a:cubicBezTo>
                    <a:pt x="46" y="23"/>
                    <a:pt x="47" y="22"/>
                    <a:pt x="47" y="20"/>
                  </a:cubicBezTo>
                  <a:cubicBezTo>
                    <a:pt x="47" y="19"/>
                    <a:pt x="47" y="18"/>
                    <a:pt x="47" y="18"/>
                  </a:cubicBezTo>
                  <a:cubicBezTo>
                    <a:pt x="47" y="18"/>
                    <a:pt x="47" y="18"/>
                    <a:pt x="47" y="18"/>
                  </a:cubicBezTo>
                  <a:cubicBezTo>
                    <a:pt x="39" y="0"/>
                    <a:pt x="39" y="0"/>
                    <a:pt x="39" y="0"/>
                  </a:cubicBezTo>
                </a:path>
              </a:pathLst>
            </a:custGeom>
            <a:solidFill>
              <a:srgbClr val="A3A3A3"/>
            </a:solidFill>
            <a:ln>
              <a:noFill/>
            </a:ln>
          </p:spPr>
          <p:txBody>
            <a:bodyPr vert="horz" anchor="t" wrap="square" tIns="45720" lIns="91440" bIns="45720" rIns="91440">
              <a:prstTxWarp prst="textNoShape">
                <a:avLst/>
              </a:prstTxWarp>
            </a:bodyPr>
            <a:p>
              <a:pPr algn="l" marL="0"/>
            </a:p>
          </p:txBody>
        </p:sp>
        <p:sp>
          <p:nvSpPr>
            <p:cNvPr name="Freeform 27" id="27"/>
            <p:cNvSpPr/>
            <p:nvPr/>
          </p:nvSpPr>
          <p:spPr>
            <a:xfrm>
              <a:off x="3863747" y="3995400"/>
              <a:ext cx="216326" cy="173027"/>
            </a:xfrm>
            <a:custGeom>
              <a:avLst/>
              <a:gdLst/>
              <a:ahLst/>
              <a:cxnLst/>
              <a:rect r="r" b="b" t="t" l="l"/>
              <a:pathLst>
                <a:path w="58" h="49" stroke="true" fill="norm" extrusionOk="true">
                  <a:moveTo>
                    <a:pt x="38" y="49"/>
                  </a:moveTo>
                  <a:cubicBezTo>
                    <a:pt x="1" y="6"/>
                    <a:pt x="1" y="6"/>
                    <a:pt x="1" y="6"/>
                  </a:cubicBezTo>
                  <a:cubicBezTo>
                    <a:pt x="0" y="5"/>
                    <a:pt x="0" y="3"/>
                    <a:pt x="1" y="2"/>
                  </a:cubicBezTo>
                  <a:cubicBezTo>
                    <a:pt x="2" y="0"/>
                    <a:pt x="3" y="0"/>
                    <a:pt x="5" y="1"/>
                  </a:cubicBezTo>
                  <a:cubicBezTo>
                    <a:pt x="58" y="21"/>
                    <a:pt x="58" y="21"/>
                    <a:pt x="58" y="21"/>
                  </a:cubicBezTo>
                  <a:cubicBezTo>
                    <a:pt x="58" y="32"/>
                    <a:pt x="58" y="32"/>
                    <a:pt x="58" y="32"/>
                  </a:cubicBezTo>
                  <a:cubicBezTo>
                    <a:pt x="52" y="39"/>
                    <a:pt x="52" y="39"/>
                    <a:pt x="52" y="39"/>
                  </a:cubicBezTo>
                  <a:cubicBezTo>
                    <a:pt x="48" y="46"/>
                    <a:pt x="48" y="46"/>
                    <a:pt x="48" y="46"/>
                  </a:cubicBezTo>
                  <a:lnTo>
                    <a:pt x="38" y="49"/>
                  </a:lnTo>
                  <a:close/>
                </a:path>
              </a:pathLst>
            </a:custGeom>
            <a:solidFill>
              <a:srgbClr val="F4C42D"/>
            </a:solidFill>
            <a:ln>
              <a:noFill/>
            </a:ln>
          </p:spPr>
          <p:txBody>
            <a:bodyPr vert="horz" anchor="t" wrap="square" tIns="45720" lIns="91440" bIns="45720" rIns="91440">
              <a:prstTxWarp prst="textNoShape">
                <a:avLst/>
              </a:prstTxWarp>
            </a:bodyPr>
            <a:p>
              <a:pPr algn="l" marL="0"/>
            </a:p>
          </p:txBody>
        </p:sp>
        <p:sp>
          <p:nvSpPr>
            <p:cNvPr name="Freeform 28" id="28"/>
            <p:cNvSpPr/>
            <p:nvPr/>
          </p:nvSpPr>
          <p:spPr>
            <a:xfrm>
              <a:off x="3863747" y="4002796"/>
              <a:ext cx="194381" cy="165632"/>
            </a:xfrm>
            <a:custGeom>
              <a:avLst/>
              <a:gdLst/>
              <a:ahLst/>
              <a:cxnLst/>
              <a:rect r="r" b="b" t="t" l="l"/>
              <a:pathLst>
                <a:path w="52" h="47" stroke="true" fill="norm" extrusionOk="true">
                  <a:moveTo>
                    <a:pt x="38" y="47"/>
                  </a:moveTo>
                  <a:cubicBezTo>
                    <a:pt x="1" y="4"/>
                    <a:pt x="1" y="4"/>
                    <a:pt x="1" y="4"/>
                  </a:cubicBezTo>
                  <a:cubicBezTo>
                    <a:pt x="0" y="3"/>
                    <a:pt x="0" y="1"/>
                    <a:pt x="1" y="0"/>
                  </a:cubicBezTo>
                  <a:cubicBezTo>
                    <a:pt x="52" y="37"/>
                    <a:pt x="52" y="37"/>
                    <a:pt x="52" y="37"/>
                  </a:cubicBezTo>
                  <a:cubicBezTo>
                    <a:pt x="48" y="44"/>
                    <a:pt x="48" y="44"/>
                    <a:pt x="48" y="44"/>
                  </a:cubicBezTo>
                  <a:lnTo>
                    <a:pt x="38" y="47"/>
                  </a:lnTo>
                  <a:close/>
                </a:path>
              </a:pathLst>
            </a:custGeom>
            <a:solidFill>
              <a:srgbClr val="EFA92E"/>
            </a:solidFill>
            <a:ln>
              <a:noFill/>
            </a:ln>
          </p:spPr>
          <p:txBody>
            <a:bodyPr vert="horz" anchor="t" wrap="square" tIns="45720" lIns="91440" bIns="45720" rIns="91440">
              <a:prstTxWarp prst="textNoShape">
                <a:avLst/>
              </a:prstTxWarp>
            </a:bodyPr>
            <a:p>
              <a:pPr algn="l" marL="0"/>
            </a:p>
          </p:txBody>
        </p:sp>
        <p:sp>
          <p:nvSpPr>
            <p:cNvPr name="Freeform 29" id="29"/>
            <p:cNvSpPr/>
            <p:nvPr/>
          </p:nvSpPr>
          <p:spPr>
            <a:xfrm>
              <a:off x="4006397" y="4069344"/>
              <a:ext cx="1131803" cy="808933"/>
            </a:xfrm>
            <a:custGeom>
              <a:avLst/>
              <a:gdLst/>
              <a:ahLst/>
              <a:cxnLst/>
              <a:rect r="r" b="b" t="t" l="l"/>
              <a:pathLst>
                <a:path w="722" h="547" stroke="true" fill="norm" extrusionOk="true">
                  <a:moveTo>
                    <a:pt x="675" y="547"/>
                  </a:moveTo>
                  <a:lnTo>
                    <a:pt x="0" y="67"/>
                  </a:lnTo>
                  <a:lnTo>
                    <a:pt x="47" y="0"/>
                  </a:lnTo>
                  <a:lnTo>
                    <a:pt x="722" y="481"/>
                  </a:lnTo>
                  <a:lnTo>
                    <a:pt x="675" y="547"/>
                  </a:lnTo>
                  <a:close/>
                </a:path>
              </a:pathLst>
            </a:custGeom>
            <a:solidFill>
              <a:srgbClr val="333333"/>
            </a:solidFill>
            <a:ln>
              <a:noFill/>
            </a:ln>
          </p:spPr>
          <p:txBody>
            <a:bodyPr vert="horz" anchor="t" wrap="square" tIns="45720" lIns="91440" bIns="45720" rIns="91440">
              <a:prstTxWarp prst="textNoShape">
                <a:avLst/>
              </a:prstTxWarp>
            </a:bodyPr>
            <a:p>
              <a:pPr algn="l" marL="0"/>
            </a:p>
          </p:txBody>
        </p:sp>
        <p:sp>
          <p:nvSpPr>
            <p:cNvPr name="Freeform 30" id="30"/>
            <p:cNvSpPr/>
            <p:nvPr/>
          </p:nvSpPr>
          <p:spPr>
            <a:xfrm>
              <a:off x="4006397" y="4119624"/>
              <a:ext cx="1094180" cy="758652"/>
            </a:xfrm>
            <a:custGeom>
              <a:avLst/>
              <a:gdLst/>
              <a:ahLst/>
              <a:cxnLst/>
              <a:rect r="r" b="b" t="t" l="l"/>
              <a:pathLst>
                <a:path w="698" h="513" stroke="true" fill="norm" extrusionOk="true">
                  <a:moveTo>
                    <a:pt x="675" y="513"/>
                  </a:moveTo>
                  <a:lnTo>
                    <a:pt x="0" y="33"/>
                  </a:lnTo>
                  <a:lnTo>
                    <a:pt x="23" y="0"/>
                  </a:lnTo>
                  <a:lnTo>
                    <a:pt x="698" y="480"/>
                  </a:lnTo>
                  <a:lnTo>
                    <a:pt x="675" y="513"/>
                  </a:lnTo>
                  <a:close/>
                </a:path>
              </a:pathLst>
            </a:custGeom>
            <a:solidFill>
              <a:srgbClr val="000000"/>
            </a:solidFill>
            <a:ln>
              <a:noFill/>
            </a:ln>
          </p:spPr>
          <p:txBody>
            <a:bodyPr vert="horz" anchor="t" wrap="square" tIns="45720" lIns="91440" bIns="45720" rIns="91440">
              <a:prstTxWarp prst="textNoShape">
                <a:avLst/>
              </a:prstTxWarp>
            </a:bodyPr>
            <a:p>
              <a:pPr algn="l" marL="0"/>
            </a:p>
          </p:txBody>
        </p:sp>
        <p:sp>
          <p:nvSpPr>
            <p:cNvPr name="Freeform 31" id="31"/>
            <p:cNvSpPr/>
            <p:nvPr/>
          </p:nvSpPr>
          <p:spPr>
            <a:xfrm>
              <a:off x="4926577" y="4681588"/>
              <a:ext cx="658389" cy="485064"/>
            </a:xfrm>
            <a:custGeom>
              <a:avLst/>
              <a:gdLst/>
              <a:ahLst/>
              <a:cxnLst/>
              <a:rect r="r" b="b" t="t" l="l"/>
              <a:pathLst>
                <a:path w="177" h="138" stroke="true" fill="norm" extrusionOk="true">
                  <a:moveTo>
                    <a:pt x="94" y="100"/>
                  </a:moveTo>
                  <a:cubicBezTo>
                    <a:pt x="0" y="33"/>
                    <a:pt x="0" y="33"/>
                    <a:pt x="0" y="33"/>
                  </a:cubicBezTo>
                  <a:cubicBezTo>
                    <a:pt x="23" y="0"/>
                    <a:pt x="23" y="0"/>
                    <a:pt x="23" y="0"/>
                  </a:cubicBezTo>
                  <a:cubicBezTo>
                    <a:pt x="117" y="68"/>
                    <a:pt x="117" y="68"/>
                    <a:pt x="117" y="68"/>
                  </a:cubicBezTo>
                  <a:cubicBezTo>
                    <a:pt x="169" y="105"/>
                    <a:pt x="177" y="121"/>
                    <a:pt x="170" y="130"/>
                  </a:cubicBezTo>
                  <a:cubicBezTo>
                    <a:pt x="164" y="138"/>
                    <a:pt x="147" y="137"/>
                    <a:pt x="94" y="100"/>
                  </a:cubicBezTo>
                </a:path>
              </a:pathLst>
            </a:custGeom>
            <a:solidFill>
              <a:srgbClr val="333333"/>
            </a:solidFill>
            <a:ln>
              <a:noFill/>
            </a:ln>
          </p:spPr>
          <p:txBody>
            <a:bodyPr vert="horz" anchor="t" wrap="square" tIns="45720" lIns="91440" bIns="45720" rIns="91440">
              <a:prstTxWarp prst="textNoShape">
                <a:avLst/>
              </a:prstTxWarp>
            </a:bodyPr>
            <a:p>
              <a:pPr algn="l" marL="0"/>
            </a:p>
          </p:txBody>
        </p:sp>
        <p:sp>
          <p:nvSpPr>
            <p:cNvPr name="Freeform 32" id="32"/>
            <p:cNvSpPr/>
            <p:nvPr/>
          </p:nvSpPr>
          <p:spPr>
            <a:xfrm>
              <a:off x="5083334" y="4808768"/>
              <a:ext cx="416979" cy="294292"/>
            </a:xfrm>
            <a:custGeom>
              <a:avLst/>
              <a:gdLst/>
              <a:ahLst/>
              <a:cxnLst/>
              <a:rect r="r" b="b" t="t" l="l"/>
              <a:pathLst>
                <a:path w="112" h="84" stroke="true" fill="norm" extrusionOk="true">
                  <a:moveTo>
                    <a:pt x="101" y="82"/>
                  </a:moveTo>
                  <a:cubicBezTo>
                    <a:pt x="3" y="13"/>
                    <a:pt x="3" y="13"/>
                    <a:pt x="3" y="13"/>
                  </a:cubicBezTo>
                  <a:cubicBezTo>
                    <a:pt x="0" y="11"/>
                    <a:pt x="0" y="7"/>
                    <a:pt x="2" y="4"/>
                  </a:cubicBezTo>
                  <a:cubicBezTo>
                    <a:pt x="2" y="4"/>
                    <a:pt x="2" y="4"/>
                    <a:pt x="2" y="4"/>
                  </a:cubicBezTo>
                  <a:cubicBezTo>
                    <a:pt x="4" y="1"/>
                    <a:pt x="8" y="0"/>
                    <a:pt x="11" y="2"/>
                  </a:cubicBezTo>
                  <a:cubicBezTo>
                    <a:pt x="109" y="72"/>
                    <a:pt x="109" y="72"/>
                    <a:pt x="109" y="72"/>
                  </a:cubicBezTo>
                  <a:cubicBezTo>
                    <a:pt x="112" y="74"/>
                    <a:pt x="112" y="78"/>
                    <a:pt x="110" y="81"/>
                  </a:cubicBezTo>
                  <a:cubicBezTo>
                    <a:pt x="110" y="81"/>
                    <a:pt x="110" y="81"/>
                    <a:pt x="110" y="81"/>
                  </a:cubicBezTo>
                  <a:cubicBezTo>
                    <a:pt x="109" y="82"/>
                    <a:pt x="108" y="83"/>
                    <a:pt x="106" y="83"/>
                  </a:cubicBezTo>
                  <a:cubicBezTo>
                    <a:pt x="104" y="84"/>
                    <a:pt x="103" y="83"/>
                    <a:pt x="101" y="82"/>
                  </a:cubicBezTo>
                </a:path>
              </a:pathLst>
            </a:custGeom>
            <a:solidFill>
              <a:srgbClr val="F4C42D"/>
            </a:solidFill>
            <a:ln>
              <a:noFill/>
            </a:ln>
          </p:spPr>
          <p:txBody>
            <a:bodyPr vert="horz" anchor="t" wrap="square" tIns="45720" lIns="91440" bIns="45720" rIns="91440">
              <a:prstTxWarp prst="textNoShape">
                <a:avLst/>
              </a:prstTxWarp>
            </a:bodyPr>
            <a:p>
              <a:pPr algn="l" marL="0"/>
            </a:p>
          </p:txBody>
        </p:sp>
        <p:sp>
          <p:nvSpPr>
            <p:cNvPr name="Freeform 33" id="33"/>
            <p:cNvSpPr/>
            <p:nvPr/>
          </p:nvSpPr>
          <p:spPr>
            <a:xfrm>
              <a:off x="4926577" y="4681588"/>
              <a:ext cx="95625" cy="122745"/>
            </a:xfrm>
            <a:custGeom>
              <a:avLst/>
              <a:gdLst/>
              <a:ahLst/>
              <a:cxnLst/>
              <a:rect r="r" b="b" t="t" l="l"/>
              <a:pathLst>
                <a:path w="61" h="83" stroke="true" fill="norm" extrusionOk="true">
                  <a:moveTo>
                    <a:pt x="7" y="83"/>
                  </a:moveTo>
                  <a:lnTo>
                    <a:pt x="0" y="78"/>
                  </a:lnTo>
                  <a:lnTo>
                    <a:pt x="54" y="0"/>
                  </a:lnTo>
                  <a:lnTo>
                    <a:pt x="61" y="7"/>
                  </a:lnTo>
                  <a:lnTo>
                    <a:pt x="7" y="83"/>
                  </a:lnTo>
                  <a:close/>
                </a:path>
              </a:pathLst>
            </a:custGeom>
            <a:solidFill>
              <a:srgbClr val="F4C42D"/>
            </a:solidFill>
            <a:ln>
              <a:noFill/>
            </a:ln>
          </p:spPr>
          <p:txBody>
            <a:bodyPr vert="horz" anchor="t" wrap="square" tIns="45720" lIns="91440" bIns="45720" rIns="91440">
              <a:prstTxWarp prst="textNoShape">
                <a:avLst/>
              </a:prstTxWarp>
            </a:bodyPr>
            <a:p>
              <a:pPr algn="l" marL="0"/>
            </a:p>
          </p:txBody>
        </p:sp>
        <p:sp>
          <p:nvSpPr>
            <p:cNvPr name="Freeform 34" id="34"/>
            <p:cNvSpPr/>
            <p:nvPr/>
          </p:nvSpPr>
          <p:spPr>
            <a:xfrm>
              <a:off x="4926577" y="4681588"/>
              <a:ext cx="95625" cy="122745"/>
            </a:xfrm>
            <a:custGeom>
              <a:avLst/>
              <a:gdLst/>
              <a:ahLst/>
              <a:cxnLst/>
              <a:rect r="r" b="b" t="t" l="l"/>
              <a:pathLst>
                <a:path w="61" h="83" stroke="true" fill="norm" extrusionOk="true">
                  <a:moveTo>
                    <a:pt x="7" y="83"/>
                  </a:moveTo>
                  <a:lnTo>
                    <a:pt x="0" y="78"/>
                  </a:lnTo>
                  <a:lnTo>
                    <a:pt x="54" y="0"/>
                  </a:lnTo>
                  <a:lnTo>
                    <a:pt x="61" y="7"/>
                  </a:lnTo>
                  <a:lnTo>
                    <a:pt x="7" y="83"/>
                  </a:lnTo>
                </a:path>
              </a:pathLst>
            </a:custGeom>
            <a:noFill/>
            <a:ln>
              <a:noFill/>
            </a:ln>
          </p:spPr>
          <p:txBody>
            <a:bodyPr vert="horz" anchor="t" wrap="square" tIns="45720" lIns="91440" bIns="45720" rIns="91440">
              <a:prstTxWarp prst="textNoShape">
                <a:avLst/>
              </a:prstTxWarp>
            </a:bodyPr>
            <a:p>
              <a:pPr algn="l" marL="0"/>
            </a:p>
          </p:txBody>
        </p:sp>
        <p:sp>
          <p:nvSpPr>
            <p:cNvPr name="Freeform 35" id="35"/>
            <p:cNvSpPr/>
            <p:nvPr/>
          </p:nvSpPr>
          <p:spPr>
            <a:xfrm>
              <a:off x="4945387" y="4694900"/>
              <a:ext cx="108165" cy="130140"/>
            </a:xfrm>
            <a:custGeom>
              <a:avLst/>
              <a:gdLst/>
              <a:ahLst/>
              <a:cxnLst/>
              <a:rect r="r" b="b" t="t" l="l"/>
              <a:pathLst>
                <a:path w="69" h="88" stroke="true" fill="norm" extrusionOk="true">
                  <a:moveTo>
                    <a:pt x="16" y="88"/>
                  </a:moveTo>
                  <a:lnTo>
                    <a:pt x="0" y="77"/>
                  </a:lnTo>
                  <a:lnTo>
                    <a:pt x="52" y="0"/>
                  </a:lnTo>
                  <a:lnTo>
                    <a:pt x="69" y="12"/>
                  </a:lnTo>
                  <a:lnTo>
                    <a:pt x="16" y="88"/>
                  </a:lnTo>
                  <a:close/>
                </a:path>
              </a:pathLst>
            </a:custGeom>
            <a:solidFill>
              <a:srgbClr val="F4C42D"/>
            </a:solidFill>
            <a:ln>
              <a:noFill/>
            </a:ln>
          </p:spPr>
          <p:txBody>
            <a:bodyPr vert="horz" anchor="t" wrap="square" tIns="45720" lIns="91440" bIns="45720" rIns="91440">
              <a:prstTxWarp prst="textNoShape">
                <a:avLst/>
              </a:prstTxWarp>
            </a:bodyPr>
            <a:p>
              <a:pPr algn="l" marL="0"/>
            </a:p>
          </p:txBody>
        </p:sp>
        <p:sp>
          <p:nvSpPr>
            <p:cNvPr name="Freeform 36" id="36"/>
            <p:cNvSpPr/>
            <p:nvPr/>
          </p:nvSpPr>
          <p:spPr>
            <a:xfrm>
              <a:off x="4945387" y="4694900"/>
              <a:ext cx="108165" cy="130140"/>
            </a:xfrm>
            <a:custGeom>
              <a:avLst/>
              <a:gdLst/>
              <a:ahLst/>
              <a:cxnLst/>
              <a:rect r="r" b="b" t="t" l="l"/>
              <a:pathLst>
                <a:path w="69" h="88" stroke="true" fill="norm" extrusionOk="true">
                  <a:moveTo>
                    <a:pt x="16" y="88"/>
                  </a:moveTo>
                  <a:lnTo>
                    <a:pt x="0" y="77"/>
                  </a:lnTo>
                  <a:lnTo>
                    <a:pt x="52" y="0"/>
                  </a:lnTo>
                  <a:lnTo>
                    <a:pt x="69" y="12"/>
                  </a:lnTo>
                  <a:lnTo>
                    <a:pt x="16" y="88"/>
                  </a:lnTo>
                </a:path>
              </a:pathLst>
            </a:custGeom>
            <a:noFill/>
            <a:ln>
              <a:noFill/>
            </a:ln>
          </p:spPr>
          <p:txBody>
            <a:bodyPr vert="horz" anchor="t" wrap="square" tIns="45720" lIns="91440" bIns="45720" rIns="91440">
              <a:prstTxWarp prst="textNoShape">
                <a:avLst/>
              </a:prstTxWarp>
            </a:bodyPr>
            <a:p>
              <a:pPr algn="l" marL="0"/>
            </a:p>
          </p:txBody>
        </p:sp>
        <p:sp>
          <p:nvSpPr>
            <p:cNvPr name="Freeform 37" id="37"/>
            <p:cNvSpPr/>
            <p:nvPr/>
          </p:nvSpPr>
          <p:spPr>
            <a:xfrm>
              <a:off x="4072238" y="4115188"/>
              <a:ext cx="86218" cy="106478"/>
            </a:xfrm>
            <a:custGeom>
              <a:avLst/>
              <a:gdLst/>
              <a:ahLst/>
              <a:cxnLst/>
              <a:rect r="r" b="b" t="t" l="l"/>
              <a:pathLst>
                <a:path w="55" h="72" stroke="true" fill="norm" extrusionOk="true">
                  <a:moveTo>
                    <a:pt x="8" y="72"/>
                  </a:moveTo>
                  <a:lnTo>
                    <a:pt x="0" y="67"/>
                  </a:lnTo>
                  <a:lnTo>
                    <a:pt x="48" y="0"/>
                  </a:lnTo>
                  <a:lnTo>
                    <a:pt x="55" y="5"/>
                  </a:lnTo>
                  <a:lnTo>
                    <a:pt x="8" y="72"/>
                  </a:lnTo>
                  <a:close/>
                </a:path>
              </a:pathLst>
            </a:custGeom>
            <a:solidFill>
              <a:srgbClr val="F4C42D"/>
            </a:solidFill>
            <a:ln>
              <a:noFill/>
            </a:ln>
          </p:spPr>
          <p:txBody>
            <a:bodyPr vert="horz" anchor="t" wrap="square" tIns="45720" lIns="91440" bIns="45720" rIns="91440">
              <a:prstTxWarp prst="textNoShape">
                <a:avLst/>
              </a:prstTxWarp>
            </a:bodyPr>
            <a:p>
              <a:pPr algn="l" marL="0"/>
            </a:p>
          </p:txBody>
        </p:sp>
        <p:sp>
          <p:nvSpPr>
            <p:cNvPr name="Freeform 38" id="38"/>
            <p:cNvSpPr/>
            <p:nvPr/>
          </p:nvSpPr>
          <p:spPr>
            <a:xfrm>
              <a:off x="4091049" y="4129978"/>
              <a:ext cx="101894" cy="115351"/>
            </a:xfrm>
            <a:custGeom>
              <a:avLst/>
              <a:gdLst/>
              <a:ahLst/>
              <a:cxnLst/>
              <a:rect r="r" b="b" t="t" l="l"/>
              <a:pathLst>
                <a:path w="65" h="78" stroke="true" fill="norm" extrusionOk="true">
                  <a:moveTo>
                    <a:pt x="17" y="78"/>
                  </a:moveTo>
                  <a:lnTo>
                    <a:pt x="0" y="66"/>
                  </a:lnTo>
                  <a:lnTo>
                    <a:pt x="48" y="0"/>
                  </a:lnTo>
                  <a:lnTo>
                    <a:pt x="65" y="12"/>
                  </a:lnTo>
                  <a:lnTo>
                    <a:pt x="17" y="78"/>
                  </a:lnTo>
                  <a:close/>
                </a:path>
              </a:pathLst>
            </a:custGeom>
            <a:solidFill>
              <a:srgbClr val="F4C42D"/>
            </a:solidFill>
            <a:ln>
              <a:noFill/>
            </a:ln>
          </p:spPr>
          <p:txBody>
            <a:bodyPr vert="horz" anchor="t" wrap="square" tIns="45720" lIns="91440" bIns="45720" rIns="91440">
              <a:prstTxWarp prst="textNoShape">
                <a:avLst/>
              </a:prstTxWarp>
            </a:bodyPr>
            <a:p>
              <a:pPr algn="l" marL="0"/>
            </a:p>
          </p:txBody>
        </p:sp>
        <p:sp>
          <p:nvSpPr>
            <p:cNvPr name="Freeform 39" id="39"/>
            <p:cNvSpPr/>
            <p:nvPr/>
          </p:nvSpPr>
          <p:spPr>
            <a:xfrm>
              <a:off x="4091049" y="4178779"/>
              <a:ext cx="64272" cy="66549"/>
            </a:xfrm>
            <a:custGeom>
              <a:avLst/>
              <a:gdLst/>
              <a:ahLst/>
              <a:cxnLst/>
              <a:rect r="r" b="b" t="t" l="l"/>
              <a:pathLst>
                <a:path w="41" h="45" stroke="true" fill="norm" extrusionOk="true">
                  <a:moveTo>
                    <a:pt x="17" y="45"/>
                  </a:moveTo>
                  <a:lnTo>
                    <a:pt x="0" y="33"/>
                  </a:lnTo>
                  <a:lnTo>
                    <a:pt x="24" y="0"/>
                  </a:lnTo>
                  <a:lnTo>
                    <a:pt x="41" y="12"/>
                  </a:lnTo>
                  <a:lnTo>
                    <a:pt x="17" y="45"/>
                  </a:lnTo>
                  <a:close/>
                </a:path>
              </a:pathLst>
            </a:custGeom>
            <a:solidFill>
              <a:srgbClr val="EFA92E"/>
            </a:solidFill>
            <a:ln>
              <a:noFill/>
            </a:ln>
          </p:spPr>
          <p:txBody>
            <a:bodyPr vert="horz" anchor="t" wrap="square" tIns="45720" lIns="91440" bIns="45720" rIns="91440">
              <a:prstTxWarp prst="textNoShape">
                <a:avLst/>
              </a:prstTxWarp>
            </a:bodyPr>
            <a:p>
              <a:pPr algn="l" marL="0"/>
            </a:p>
          </p:txBody>
        </p:sp>
        <p:sp>
          <p:nvSpPr>
            <p:cNvPr name="Freeform 40" id="40"/>
            <p:cNvSpPr/>
            <p:nvPr/>
          </p:nvSpPr>
          <p:spPr>
            <a:xfrm>
              <a:off x="4072238" y="4165470"/>
              <a:ext cx="48596" cy="56198"/>
            </a:xfrm>
            <a:custGeom>
              <a:avLst/>
              <a:gdLst/>
              <a:ahLst/>
              <a:cxnLst/>
              <a:rect r="r" b="b" t="t" l="l"/>
              <a:pathLst>
                <a:path w="31" h="38" stroke="true" fill="norm" extrusionOk="true">
                  <a:moveTo>
                    <a:pt x="31" y="4"/>
                  </a:moveTo>
                  <a:lnTo>
                    <a:pt x="8" y="38"/>
                  </a:lnTo>
                  <a:lnTo>
                    <a:pt x="0" y="33"/>
                  </a:lnTo>
                  <a:lnTo>
                    <a:pt x="24" y="0"/>
                  </a:lnTo>
                  <a:lnTo>
                    <a:pt x="31" y="4"/>
                  </a:lnTo>
                  <a:close/>
                </a:path>
              </a:pathLst>
            </a:custGeom>
            <a:solidFill>
              <a:srgbClr val="EFA92E"/>
            </a:solidFill>
            <a:ln>
              <a:noFill/>
            </a:ln>
          </p:spPr>
          <p:txBody>
            <a:bodyPr vert="horz" anchor="t" wrap="square" tIns="45720" lIns="91440" bIns="45720" rIns="91440">
              <a:prstTxWarp prst="textNoShape">
                <a:avLst/>
              </a:prstTxWarp>
            </a:bodyPr>
            <a:p>
              <a:pPr algn="l" marL="0"/>
            </a:p>
          </p:txBody>
        </p:sp>
        <p:sp>
          <p:nvSpPr>
            <p:cNvPr name="Freeform 41" id="41"/>
            <p:cNvSpPr/>
            <p:nvPr/>
          </p:nvSpPr>
          <p:spPr>
            <a:xfrm>
              <a:off x="3965641" y="3542873"/>
              <a:ext cx="1564459" cy="1677018"/>
            </a:xfrm>
            <a:custGeom>
              <a:avLst/>
              <a:gdLst/>
              <a:ahLst/>
              <a:cxnLst/>
              <a:rect r="r" b="b" t="t" l="l"/>
              <a:pathLst>
                <a:path w="998" h="1134" stroke="true" fill="norm" extrusionOk="true">
                  <a:moveTo>
                    <a:pt x="765" y="979"/>
                  </a:moveTo>
                  <a:lnTo>
                    <a:pt x="786" y="1091"/>
                  </a:lnTo>
                  <a:lnTo>
                    <a:pt x="903" y="1134"/>
                  </a:lnTo>
                  <a:lnTo>
                    <a:pt x="998" y="1053"/>
                  </a:lnTo>
                  <a:lnTo>
                    <a:pt x="976" y="929"/>
                  </a:lnTo>
                  <a:lnTo>
                    <a:pt x="867" y="891"/>
                  </a:lnTo>
                  <a:lnTo>
                    <a:pt x="259" y="176"/>
                  </a:lnTo>
                  <a:lnTo>
                    <a:pt x="268" y="100"/>
                  </a:lnTo>
                  <a:lnTo>
                    <a:pt x="187" y="7"/>
                  </a:lnTo>
                  <a:lnTo>
                    <a:pt x="102" y="0"/>
                  </a:lnTo>
                  <a:lnTo>
                    <a:pt x="87" y="12"/>
                  </a:lnTo>
                  <a:lnTo>
                    <a:pt x="180" y="123"/>
                  </a:lnTo>
                  <a:lnTo>
                    <a:pt x="185" y="142"/>
                  </a:lnTo>
                  <a:lnTo>
                    <a:pt x="133" y="185"/>
                  </a:lnTo>
                  <a:lnTo>
                    <a:pt x="116" y="178"/>
                  </a:lnTo>
                  <a:lnTo>
                    <a:pt x="21" y="69"/>
                  </a:lnTo>
                  <a:lnTo>
                    <a:pt x="7" y="81"/>
                  </a:lnTo>
                  <a:lnTo>
                    <a:pt x="0" y="169"/>
                  </a:lnTo>
                  <a:lnTo>
                    <a:pt x="78" y="259"/>
                  </a:lnTo>
                  <a:lnTo>
                    <a:pt x="156" y="264"/>
                  </a:lnTo>
                  <a:lnTo>
                    <a:pt x="765" y="979"/>
                  </a:lnTo>
                  <a:close/>
                  <a:moveTo>
                    <a:pt x="819" y="989"/>
                  </a:moveTo>
                  <a:lnTo>
                    <a:pt x="869" y="946"/>
                  </a:lnTo>
                  <a:lnTo>
                    <a:pt x="931" y="967"/>
                  </a:lnTo>
                  <a:lnTo>
                    <a:pt x="943" y="1034"/>
                  </a:lnTo>
                  <a:lnTo>
                    <a:pt x="893" y="1077"/>
                  </a:lnTo>
                  <a:lnTo>
                    <a:pt x="831" y="1055"/>
                  </a:lnTo>
                  <a:lnTo>
                    <a:pt x="819" y="989"/>
                  </a:lnTo>
                  <a:close/>
                </a:path>
              </a:pathLst>
            </a:custGeom>
            <a:solidFill>
              <a:srgbClr val="CCCCCC"/>
            </a:solidFill>
            <a:ln>
              <a:noFill/>
            </a:ln>
          </p:spPr>
          <p:txBody>
            <a:bodyPr vert="horz" anchor="t" wrap="square" tIns="45720" lIns="91440" bIns="45720" rIns="91440">
              <a:prstTxWarp prst="textNoShape">
                <a:avLst/>
              </a:prstTxWarp>
            </a:bodyPr>
            <a:p>
              <a:pPr algn="l" marL="0"/>
            </a:p>
          </p:txBody>
        </p:sp>
        <p:sp>
          <p:nvSpPr>
            <p:cNvPr name="Freeform 42" id="42"/>
            <p:cNvSpPr/>
            <p:nvPr/>
          </p:nvSpPr>
          <p:spPr>
            <a:xfrm>
              <a:off x="4102020" y="3542873"/>
              <a:ext cx="283736" cy="147885"/>
            </a:xfrm>
            <a:custGeom>
              <a:avLst/>
              <a:gdLst/>
              <a:ahLst/>
              <a:cxnLst/>
              <a:rect r="r" b="b" t="t" l="l"/>
              <a:pathLst>
                <a:path w="181" h="100" stroke="true" fill="norm" extrusionOk="true">
                  <a:moveTo>
                    <a:pt x="15" y="0"/>
                  </a:moveTo>
                  <a:lnTo>
                    <a:pt x="0" y="12"/>
                  </a:lnTo>
                  <a:lnTo>
                    <a:pt x="15" y="0"/>
                  </a:lnTo>
                  <a:lnTo>
                    <a:pt x="100" y="7"/>
                  </a:lnTo>
                  <a:lnTo>
                    <a:pt x="181" y="100"/>
                  </a:lnTo>
                  <a:lnTo>
                    <a:pt x="100" y="7"/>
                  </a:lnTo>
                  <a:lnTo>
                    <a:pt x="15" y="0"/>
                  </a:lnTo>
                  <a:close/>
                </a:path>
              </a:pathLst>
            </a:custGeom>
            <a:solidFill>
              <a:srgbClr val="CCCCCC"/>
            </a:solidFill>
            <a:ln>
              <a:noFill/>
            </a:ln>
          </p:spPr>
          <p:txBody>
            <a:bodyPr vert="horz" anchor="t" wrap="square" tIns="45720" lIns="91440" bIns="45720" rIns="91440">
              <a:prstTxWarp prst="textNoShape">
                <a:avLst/>
              </a:prstTxWarp>
            </a:bodyPr>
            <a:p>
              <a:pPr algn="l" marL="0"/>
            </a:p>
          </p:txBody>
        </p:sp>
        <p:sp>
          <p:nvSpPr>
            <p:cNvPr name="Freeform 43" id="43"/>
            <p:cNvSpPr/>
            <p:nvPr/>
          </p:nvSpPr>
          <p:spPr>
            <a:xfrm>
              <a:off x="4102020" y="3542873"/>
              <a:ext cx="283736" cy="147885"/>
            </a:xfrm>
            <a:custGeom>
              <a:avLst/>
              <a:gdLst/>
              <a:ahLst/>
              <a:cxnLst/>
              <a:rect r="r" b="b" t="t" l="l"/>
              <a:pathLst>
                <a:path w="181" h="100" stroke="true" fill="norm" extrusionOk="true">
                  <a:moveTo>
                    <a:pt x="15" y="0"/>
                  </a:moveTo>
                  <a:lnTo>
                    <a:pt x="0" y="12"/>
                  </a:lnTo>
                  <a:lnTo>
                    <a:pt x="15" y="0"/>
                  </a:lnTo>
                  <a:lnTo>
                    <a:pt x="100" y="7"/>
                  </a:lnTo>
                  <a:lnTo>
                    <a:pt x="181" y="100"/>
                  </a:lnTo>
                  <a:lnTo>
                    <a:pt x="100" y="7"/>
                  </a:lnTo>
                  <a:lnTo>
                    <a:pt x="15" y="0"/>
                  </a:lnTo>
                </a:path>
              </a:pathLst>
            </a:custGeom>
            <a:noFill/>
            <a:ln>
              <a:noFill/>
            </a:ln>
          </p:spPr>
          <p:txBody>
            <a:bodyPr vert="horz" anchor="t" wrap="square" tIns="45720" lIns="91440" bIns="45720" rIns="91440">
              <a:prstTxWarp prst="textNoShape">
                <a:avLst/>
              </a:prstTxWarp>
            </a:bodyPr>
            <a:p>
              <a:pPr algn="l" marL="0"/>
            </a:p>
          </p:txBody>
        </p:sp>
        <p:sp>
          <p:nvSpPr>
            <p:cNvPr name="Freeform 44" id="44"/>
            <p:cNvSpPr/>
            <p:nvPr/>
          </p:nvSpPr>
          <p:spPr>
            <a:xfrm>
              <a:off x="4102020" y="3542873"/>
              <a:ext cx="801041" cy="1118012"/>
            </a:xfrm>
            <a:custGeom>
              <a:avLst/>
              <a:gdLst/>
              <a:ahLst/>
              <a:cxnLst/>
              <a:rect r="r" b="b" t="t" l="l"/>
              <a:pathLst>
                <a:path w="511" h="756" stroke="true" fill="norm" extrusionOk="true">
                  <a:moveTo>
                    <a:pt x="15" y="0"/>
                  </a:moveTo>
                  <a:lnTo>
                    <a:pt x="0" y="12"/>
                  </a:lnTo>
                  <a:lnTo>
                    <a:pt x="93" y="123"/>
                  </a:lnTo>
                  <a:lnTo>
                    <a:pt x="98" y="142"/>
                  </a:lnTo>
                  <a:lnTo>
                    <a:pt x="72" y="164"/>
                  </a:lnTo>
                  <a:lnTo>
                    <a:pt x="143" y="247"/>
                  </a:lnTo>
                  <a:lnTo>
                    <a:pt x="103" y="278"/>
                  </a:lnTo>
                  <a:lnTo>
                    <a:pt x="511" y="756"/>
                  </a:lnTo>
                  <a:lnTo>
                    <a:pt x="511" y="575"/>
                  </a:lnTo>
                  <a:lnTo>
                    <a:pt x="497" y="561"/>
                  </a:lnTo>
                  <a:lnTo>
                    <a:pt x="440" y="492"/>
                  </a:lnTo>
                  <a:lnTo>
                    <a:pt x="172" y="176"/>
                  </a:lnTo>
                  <a:lnTo>
                    <a:pt x="181" y="100"/>
                  </a:lnTo>
                  <a:lnTo>
                    <a:pt x="100" y="7"/>
                  </a:lnTo>
                  <a:lnTo>
                    <a:pt x="15" y="0"/>
                  </a:lnTo>
                  <a:close/>
                </a:path>
              </a:pathLst>
            </a:custGeom>
            <a:solidFill>
              <a:srgbClr val="A3A3A3"/>
            </a:solidFill>
            <a:ln>
              <a:noFill/>
            </a:ln>
          </p:spPr>
          <p:txBody>
            <a:bodyPr vert="horz" anchor="t" wrap="square" tIns="45720" lIns="91440" bIns="45720" rIns="91440">
              <a:prstTxWarp prst="textNoShape">
                <a:avLst/>
              </a:prstTxWarp>
            </a:bodyPr>
            <a:p>
              <a:pPr algn="l" marL="0"/>
            </a:p>
          </p:txBody>
        </p:sp>
        <p:sp>
          <p:nvSpPr>
            <p:cNvPr name="Freeform 45" id="45"/>
            <p:cNvSpPr/>
            <p:nvPr/>
          </p:nvSpPr>
          <p:spPr>
            <a:xfrm>
              <a:off x="4293266" y="3887445"/>
              <a:ext cx="920177" cy="987872"/>
            </a:xfrm>
            <a:custGeom>
              <a:avLst/>
              <a:gdLst/>
              <a:ahLst/>
              <a:cxnLst/>
              <a:rect r="r" b="b" t="t" l="l"/>
              <a:pathLst>
                <a:path w="587" h="668" stroke="true" fill="norm" extrusionOk="true">
                  <a:moveTo>
                    <a:pt x="587" y="618"/>
                  </a:moveTo>
                  <a:lnTo>
                    <a:pt x="527" y="668"/>
                  </a:lnTo>
                  <a:lnTo>
                    <a:pt x="0" y="50"/>
                  </a:lnTo>
                  <a:lnTo>
                    <a:pt x="59" y="0"/>
                  </a:lnTo>
                  <a:lnTo>
                    <a:pt x="587" y="618"/>
                  </a:lnTo>
                  <a:close/>
                </a:path>
              </a:pathLst>
            </a:custGeom>
            <a:solidFill>
              <a:srgbClr val="CCCCCC"/>
            </a:solidFill>
            <a:ln>
              <a:noFill/>
            </a:ln>
          </p:spPr>
          <p:txBody>
            <a:bodyPr vert="horz" anchor="t" wrap="square" tIns="45720" lIns="91440" bIns="45720" rIns="91440">
              <a:prstTxWarp prst="textNoShape">
                <a:avLst/>
              </a:prstTxWarp>
            </a:bodyPr>
            <a:p>
              <a:pPr algn="l" marL="0"/>
            </a:p>
          </p:txBody>
        </p:sp>
        <p:sp>
          <p:nvSpPr>
            <p:cNvPr name="Freeform 46" id="46"/>
            <p:cNvSpPr/>
            <p:nvPr/>
          </p:nvSpPr>
          <p:spPr>
            <a:xfrm>
              <a:off x="4180399" y="1451775"/>
              <a:ext cx="2091170" cy="3904171"/>
            </a:xfrm>
            <a:custGeom>
              <a:avLst/>
              <a:gdLst/>
              <a:ahLst/>
              <a:cxnLst/>
              <a:rect r="r" b="b" t="t" l="l"/>
              <a:pathLst>
                <a:path w="1334" h="2640" stroke="true" fill="norm" extrusionOk="true">
                  <a:moveTo>
                    <a:pt x="0" y="0"/>
                  </a:moveTo>
                  <a:lnTo>
                    <a:pt x="0" y="689"/>
                  </a:lnTo>
                  <a:lnTo>
                    <a:pt x="461" y="689"/>
                  </a:lnTo>
                  <a:lnTo>
                    <a:pt x="461" y="2640"/>
                  </a:lnTo>
                  <a:lnTo>
                    <a:pt x="1334" y="2640"/>
                  </a:lnTo>
                  <a:lnTo>
                    <a:pt x="1334" y="0"/>
                  </a:lnTo>
                  <a:lnTo>
                    <a:pt x="0" y="0"/>
                  </a:lnTo>
                  <a:close/>
                </a:path>
              </a:pathLst>
            </a:custGeom>
            <a:solidFill>
              <a:schemeClr val="accent1">
                <a:lumMod val="75000"/>
              </a:schemeClr>
            </a:solidFill>
            <a:ln>
              <a:noFill/>
            </a:ln>
          </p:spPr>
          <p:txBody>
            <a:bodyPr vert="horz" anchor="t" wrap="square" tIns="45720" lIns="91440" bIns="45720" rIns="91440">
              <a:prstTxWarp prst="textNoShape">
                <a:avLst/>
              </a:prstTxWarp>
            </a:bodyPr>
            <a:p>
              <a:pPr algn="l" marL="0"/>
            </a:p>
          </p:txBody>
        </p:sp>
        <p:sp>
          <p:nvSpPr>
            <p:cNvPr name="Freeform 47" id="47"/>
            <p:cNvSpPr/>
            <p:nvPr/>
          </p:nvSpPr>
          <p:spPr>
            <a:xfrm>
              <a:off x="4903063" y="2115780"/>
              <a:ext cx="1368510" cy="3240167"/>
            </a:xfrm>
            <a:custGeom>
              <a:avLst/>
              <a:gdLst/>
              <a:ahLst/>
              <a:cxnLst/>
              <a:rect r="r" b="b" t="t" l="l"/>
              <a:pathLst>
                <a:path w="873" h="2191" stroke="true" fill="norm" extrusionOk="true">
                  <a:moveTo>
                    <a:pt x="873" y="0"/>
                  </a:moveTo>
                  <a:lnTo>
                    <a:pt x="873" y="2191"/>
                  </a:lnTo>
                  <a:lnTo>
                    <a:pt x="0" y="2191"/>
                  </a:lnTo>
                  <a:lnTo>
                    <a:pt x="0" y="875"/>
                  </a:lnTo>
                  <a:lnTo>
                    <a:pt x="873" y="0"/>
                  </a:lnTo>
                  <a:close/>
                </a:path>
              </a:pathLst>
            </a:custGeom>
            <a:solidFill>
              <a:schemeClr val="accent1">
                <a:alpha val="50000"/>
                <a:lumMod val="50000"/>
              </a:schemeClr>
            </a:solidFill>
            <a:ln>
              <a:noFill/>
            </a:ln>
          </p:spPr>
          <p:txBody>
            <a:bodyPr vert="horz" anchor="t" wrap="square" tIns="45720" lIns="91440" bIns="45720" rIns="91440">
              <a:prstTxWarp prst="textNoShape">
                <a:avLst/>
              </a:prstTxWarp>
            </a:bodyPr>
            <a:p>
              <a:pPr algn="l" marL="0"/>
            </a:p>
          </p:txBody>
        </p:sp>
        <p:sp>
          <p:nvSpPr>
            <p:cNvPr name="Freeform 48" id="48"/>
            <p:cNvSpPr/>
            <p:nvPr/>
          </p:nvSpPr>
          <p:spPr>
            <a:xfrm>
              <a:off x="4628733" y="1893951"/>
              <a:ext cx="1194506" cy="3061223"/>
            </a:xfrm>
            <a:custGeom>
              <a:avLst/>
              <a:gdLst/>
              <a:ahLst/>
              <a:cxnLst/>
              <a:rect r="r" b="b" t="t" l="l"/>
              <a:pathLst>
                <a:path w="762" h="2070" stroke="true" fill="norm" extrusionOk="true">
                  <a:moveTo>
                    <a:pt x="461" y="2070"/>
                  </a:moveTo>
                  <a:lnTo>
                    <a:pt x="461" y="119"/>
                  </a:lnTo>
                  <a:lnTo>
                    <a:pt x="0" y="119"/>
                  </a:lnTo>
                  <a:lnTo>
                    <a:pt x="0" y="0"/>
                  </a:lnTo>
                  <a:lnTo>
                    <a:pt x="762" y="0"/>
                  </a:lnTo>
                  <a:lnTo>
                    <a:pt x="762" y="2070"/>
                  </a:lnTo>
                  <a:lnTo>
                    <a:pt x="461" y="2070"/>
                  </a:lnTo>
                  <a:close/>
                </a:path>
              </a:pathLst>
            </a:custGeom>
            <a:solidFill>
              <a:srgbClr val="FFFFFF"/>
            </a:solidFill>
            <a:ln>
              <a:noFill/>
            </a:ln>
          </p:spPr>
          <p:txBody>
            <a:bodyPr vert="horz" anchor="t" wrap="square" tIns="45720" lIns="91440" bIns="45720" rIns="91440">
              <a:prstTxWarp prst="textNoShape">
                <a:avLst/>
              </a:prstTxWarp>
            </a:bodyPr>
            <a:p>
              <a:pPr algn="l" marL="0"/>
            </a:p>
          </p:txBody>
        </p:sp>
        <p:sp>
          <p:nvSpPr>
            <p:cNvPr name="Freeform 49" id="49"/>
            <p:cNvSpPr/>
            <p:nvPr/>
          </p:nvSpPr>
          <p:spPr>
            <a:xfrm>
              <a:off x="5570858" y="2024091"/>
              <a:ext cx="700716" cy="3331855"/>
            </a:xfrm>
            <a:custGeom>
              <a:avLst/>
              <a:gdLst/>
              <a:ahLst/>
              <a:cxnLst/>
              <a:rect r="r" b="b" t="t" l="l"/>
              <a:pathLst>
                <a:path w="188" h="948" stroke="true" fill="norm" extrusionOk="true">
                  <a:moveTo>
                    <a:pt x="188" y="511"/>
                  </a:moveTo>
                  <a:cubicBezTo>
                    <a:pt x="188" y="948"/>
                    <a:pt x="188" y="948"/>
                    <a:pt x="188" y="948"/>
                  </a:cubicBezTo>
                  <a:cubicBezTo>
                    <a:pt x="164" y="948"/>
                    <a:pt x="164" y="948"/>
                    <a:pt x="164" y="948"/>
                  </a:cubicBezTo>
                  <a:cubicBezTo>
                    <a:pt x="164" y="659"/>
                    <a:pt x="164" y="659"/>
                    <a:pt x="164" y="659"/>
                  </a:cubicBezTo>
                  <a:cubicBezTo>
                    <a:pt x="164" y="658"/>
                    <a:pt x="164" y="658"/>
                    <a:pt x="164" y="658"/>
                  </a:cubicBezTo>
                  <a:cubicBezTo>
                    <a:pt x="57" y="471"/>
                    <a:pt x="57" y="471"/>
                    <a:pt x="57" y="471"/>
                  </a:cubicBezTo>
                  <a:cubicBezTo>
                    <a:pt x="28" y="201"/>
                    <a:pt x="28" y="201"/>
                    <a:pt x="28" y="201"/>
                  </a:cubicBezTo>
                  <a:cubicBezTo>
                    <a:pt x="27" y="187"/>
                    <a:pt x="27" y="187"/>
                    <a:pt x="27" y="187"/>
                  </a:cubicBezTo>
                  <a:cubicBezTo>
                    <a:pt x="24" y="187"/>
                    <a:pt x="24" y="187"/>
                    <a:pt x="24" y="187"/>
                  </a:cubicBezTo>
                  <a:cubicBezTo>
                    <a:pt x="22" y="145"/>
                    <a:pt x="22" y="145"/>
                    <a:pt x="22" y="145"/>
                  </a:cubicBezTo>
                  <a:cubicBezTo>
                    <a:pt x="33" y="144"/>
                    <a:pt x="33" y="144"/>
                    <a:pt x="33" y="144"/>
                  </a:cubicBezTo>
                  <a:cubicBezTo>
                    <a:pt x="30" y="111"/>
                    <a:pt x="30" y="111"/>
                    <a:pt x="30" y="111"/>
                  </a:cubicBezTo>
                  <a:cubicBezTo>
                    <a:pt x="30" y="111"/>
                    <a:pt x="23" y="106"/>
                    <a:pt x="10" y="89"/>
                  </a:cubicBezTo>
                  <a:cubicBezTo>
                    <a:pt x="5" y="83"/>
                    <a:pt x="2" y="74"/>
                    <a:pt x="1" y="64"/>
                  </a:cubicBezTo>
                  <a:cubicBezTo>
                    <a:pt x="1" y="63"/>
                    <a:pt x="1" y="62"/>
                    <a:pt x="1" y="61"/>
                  </a:cubicBezTo>
                  <a:cubicBezTo>
                    <a:pt x="1" y="61"/>
                    <a:pt x="1" y="60"/>
                    <a:pt x="1" y="59"/>
                  </a:cubicBezTo>
                  <a:cubicBezTo>
                    <a:pt x="0" y="58"/>
                    <a:pt x="0" y="57"/>
                    <a:pt x="0" y="56"/>
                  </a:cubicBezTo>
                  <a:cubicBezTo>
                    <a:pt x="0" y="56"/>
                    <a:pt x="0" y="55"/>
                    <a:pt x="0" y="55"/>
                  </a:cubicBezTo>
                  <a:cubicBezTo>
                    <a:pt x="0" y="53"/>
                    <a:pt x="0" y="52"/>
                    <a:pt x="0" y="51"/>
                  </a:cubicBezTo>
                  <a:cubicBezTo>
                    <a:pt x="0" y="50"/>
                    <a:pt x="0" y="50"/>
                    <a:pt x="0" y="50"/>
                  </a:cubicBezTo>
                  <a:cubicBezTo>
                    <a:pt x="0" y="50"/>
                    <a:pt x="0" y="50"/>
                    <a:pt x="0" y="50"/>
                  </a:cubicBezTo>
                  <a:cubicBezTo>
                    <a:pt x="0" y="48"/>
                    <a:pt x="0" y="46"/>
                    <a:pt x="0" y="44"/>
                  </a:cubicBezTo>
                  <a:cubicBezTo>
                    <a:pt x="0" y="44"/>
                    <a:pt x="0" y="44"/>
                    <a:pt x="0" y="44"/>
                  </a:cubicBezTo>
                  <a:cubicBezTo>
                    <a:pt x="0" y="43"/>
                    <a:pt x="0" y="42"/>
                    <a:pt x="0" y="42"/>
                  </a:cubicBezTo>
                  <a:cubicBezTo>
                    <a:pt x="0" y="41"/>
                    <a:pt x="0" y="41"/>
                    <a:pt x="0" y="41"/>
                  </a:cubicBezTo>
                  <a:cubicBezTo>
                    <a:pt x="0" y="40"/>
                    <a:pt x="0" y="39"/>
                    <a:pt x="0" y="38"/>
                  </a:cubicBezTo>
                  <a:cubicBezTo>
                    <a:pt x="0" y="37"/>
                    <a:pt x="0" y="37"/>
                    <a:pt x="0" y="37"/>
                  </a:cubicBezTo>
                  <a:cubicBezTo>
                    <a:pt x="1" y="37"/>
                    <a:pt x="1" y="36"/>
                    <a:pt x="1" y="36"/>
                  </a:cubicBezTo>
                  <a:cubicBezTo>
                    <a:pt x="1" y="35"/>
                    <a:pt x="1" y="35"/>
                    <a:pt x="1" y="35"/>
                  </a:cubicBezTo>
                  <a:cubicBezTo>
                    <a:pt x="1" y="34"/>
                    <a:pt x="1" y="34"/>
                    <a:pt x="1" y="34"/>
                  </a:cubicBezTo>
                  <a:cubicBezTo>
                    <a:pt x="1" y="29"/>
                    <a:pt x="2" y="25"/>
                    <a:pt x="2" y="25"/>
                  </a:cubicBezTo>
                  <a:cubicBezTo>
                    <a:pt x="2" y="25"/>
                    <a:pt x="5" y="13"/>
                    <a:pt x="18" y="16"/>
                  </a:cubicBezTo>
                  <a:cubicBezTo>
                    <a:pt x="19" y="16"/>
                    <a:pt x="20" y="17"/>
                    <a:pt x="22" y="17"/>
                  </a:cubicBezTo>
                  <a:cubicBezTo>
                    <a:pt x="22" y="17"/>
                    <a:pt x="28" y="6"/>
                    <a:pt x="41" y="9"/>
                  </a:cubicBezTo>
                  <a:cubicBezTo>
                    <a:pt x="42" y="10"/>
                    <a:pt x="44" y="10"/>
                    <a:pt x="46" y="11"/>
                  </a:cubicBezTo>
                  <a:cubicBezTo>
                    <a:pt x="48" y="25"/>
                    <a:pt x="48" y="25"/>
                    <a:pt x="48" y="25"/>
                  </a:cubicBezTo>
                  <a:cubicBezTo>
                    <a:pt x="46" y="11"/>
                    <a:pt x="46" y="11"/>
                    <a:pt x="46" y="11"/>
                  </a:cubicBezTo>
                  <a:cubicBezTo>
                    <a:pt x="46" y="11"/>
                    <a:pt x="54" y="0"/>
                    <a:pt x="67" y="4"/>
                  </a:cubicBezTo>
                  <a:cubicBezTo>
                    <a:pt x="68" y="5"/>
                    <a:pt x="70" y="5"/>
                    <a:pt x="72" y="6"/>
                  </a:cubicBezTo>
                  <a:cubicBezTo>
                    <a:pt x="72" y="6"/>
                    <a:pt x="76" y="0"/>
                    <a:pt x="84" y="0"/>
                  </a:cubicBezTo>
                  <a:cubicBezTo>
                    <a:pt x="88" y="0"/>
                    <a:pt x="92" y="1"/>
                    <a:pt x="95" y="3"/>
                  </a:cubicBezTo>
                  <a:cubicBezTo>
                    <a:pt x="98" y="5"/>
                    <a:pt x="102" y="8"/>
                    <a:pt x="104" y="17"/>
                  </a:cubicBezTo>
                  <a:cubicBezTo>
                    <a:pt x="104" y="17"/>
                    <a:pt x="106" y="30"/>
                    <a:pt x="106" y="46"/>
                  </a:cubicBezTo>
                  <a:cubicBezTo>
                    <a:pt x="116" y="66"/>
                    <a:pt x="116" y="66"/>
                    <a:pt x="116" y="66"/>
                  </a:cubicBezTo>
                  <a:cubicBezTo>
                    <a:pt x="118" y="69"/>
                    <a:pt x="118" y="72"/>
                    <a:pt x="116" y="74"/>
                  </a:cubicBezTo>
                  <a:cubicBezTo>
                    <a:pt x="88" y="111"/>
                    <a:pt x="88" y="111"/>
                    <a:pt x="88" y="111"/>
                  </a:cubicBezTo>
                  <a:cubicBezTo>
                    <a:pt x="90" y="140"/>
                    <a:pt x="90" y="140"/>
                    <a:pt x="90" y="140"/>
                  </a:cubicBezTo>
                  <a:cubicBezTo>
                    <a:pt x="107" y="138"/>
                    <a:pt x="107" y="138"/>
                    <a:pt x="107" y="138"/>
                  </a:cubicBezTo>
                  <a:cubicBezTo>
                    <a:pt x="112" y="179"/>
                    <a:pt x="112" y="179"/>
                    <a:pt x="112" y="179"/>
                  </a:cubicBezTo>
                  <a:cubicBezTo>
                    <a:pt x="107" y="180"/>
                    <a:pt x="107" y="180"/>
                    <a:pt x="107" y="180"/>
                  </a:cubicBezTo>
                  <a:cubicBezTo>
                    <a:pt x="107" y="184"/>
                    <a:pt x="107" y="184"/>
                    <a:pt x="107" y="184"/>
                  </a:cubicBezTo>
                  <a:cubicBezTo>
                    <a:pt x="144" y="435"/>
                    <a:pt x="144" y="435"/>
                    <a:pt x="144" y="435"/>
                  </a:cubicBezTo>
                  <a:cubicBezTo>
                    <a:pt x="188" y="511"/>
                    <a:pt x="188" y="511"/>
                    <a:pt x="188" y="511"/>
                  </a:cubicBezTo>
                </a:path>
              </a:pathLst>
            </a:custGeom>
            <a:solidFill>
              <a:srgbClr val="CA5B1B">
                <a:alpha val="50000"/>
              </a:srgbClr>
            </a:solidFill>
            <a:ln>
              <a:noFill/>
            </a:ln>
          </p:spPr>
          <p:txBody>
            <a:bodyPr vert="horz" anchor="t" wrap="square" tIns="45720" lIns="91440" bIns="45720" rIns="91440">
              <a:prstTxWarp prst="textNoShape">
                <a:avLst/>
              </a:prstTxWarp>
            </a:bodyPr>
            <a:p>
              <a:pPr algn="l" marL="0"/>
            </a:p>
          </p:txBody>
        </p:sp>
        <p:sp>
          <p:nvSpPr>
            <p:cNvPr name="Freeform 50" id="50"/>
            <p:cNvSpPr/>
            <p:nvPr/>
          </p:nvSpPr>
          <p:spPr>
            <a:xfrm>
              <a:off x="7216830" y="3951035"/>
              <a:ext cx="711688" cy="1404910"/>
            </a:xfrm>
            <a:custGeom>
              <a:avLst/>
              <a:gdLst/>
              <a:ahLst/>
              <a:cxnLst/>
              <a:rect r="r" b="b" t="t" l="l"/>
              <a:pathLst>
                <a:path w="191" h="400" stroke="true" fill="norm" extrusionOk="true">
                  <a:moveTo>
                    <a:pt x="191" y="400"/>
                  </a:moveTo>
                  <a:cubicBezTo>
                    <a:pt x="112" y="400"/>
                    <a:pt x="112" y="400"/>
                    <a:pt x="112" y="400"/>
                  </a:cubicBezTo>
                  <a:cubicBezTo>
                    <a:pt x="85" y="212"/>
                    <a:pt x="85" y="212"/>
                    <a:pt x="85" y="212"/>
                  </a:cubicBezTo>
                  <a:cubicBezTo>
                    <a:pt x="41" y="122"/>
                    <a:pt x="41" y="122"/>
                    <a:pt x="41" y="122"/>
                  </a:cubicBezTo>
                  <a:cubicBezTo>
                    <a:pt x="26" y="79"/>
                    <a:pt x="26" y="79"/>
                    <a:pt x="26" y="79"/>
                  </a:cubicBezTo>
                  <a:cubicBezTo>
                    <a:pt x="0" y="0"/>
                    <a:pt x="0" y="0"/>
                    <a:pt x="0" y="0"/>
                  </a:cubicBezTo>
                  <a:cubicBezTo>
                    <a:pt x="31" y="1"/>
                    <a:pt x="31" y="1"/>
                    <a:pt x="31" y="1"/>
                  </a:cubicBezTo>
                  <a:cubicBezTo>
                    <a:pt x="31" y="1"/>
                    <a:pt x="72" y="17"/>
                    <a:pt x="110" y="56"/>
                  </a:cubicBezTo>
                  <a:cubicBezTo>
                    <a:pt x="111" y="57"/>
                    <a:pt x="112" y="59"/>
                    <a:pt x="113" y="60"/>
                  </a:cubicBezTo>
                  <a:cubicBezTo>
                    <a:pt x="152" y="101"/>
                    <a:pt x="184" y="328"/>
                    <a:pt x="184" y="328"/>
                  </a:cubicBezTo>
                  <a:lnTo>
                    <a:pt x="191" y="400"/>
                  </a:lnTo>
                  <a:close/>
                </a:path>
              </a:pathLst>
            </a:custGeom>
            <a:solidFill>
              <a:schemeClr val="accent1">
                <a:lumMod val="75000"/>
              </a:schemeClr>
            </a:solidFill>
            <a:ln>
              <a:noFill/>
            </a:ln>
          </p:spPr>
          <p:txBody>
            <a:bodyPr vert="horz" anchor="t" wrap="square" tIns="45720" lIns="91440" bIns="45720" rIns="91440">
              <a:prstTxWarp prst="textNoShape">
                <a:avLst/>
              </a:prstTxWarp>
            </a:bodyPr>
            <a:p>
              <a:pPr algn="l" marL="0"/>
            </a:p>
          </p:txBody>
        </p:sp>
        <p:sp>
          <p:nvSpPr>
            <p:cNvPr name="Freeform 51" id="51"/>
            <p:cNvSpPr/>
            <p:nvPr/>
          </p:nvSpPr>
          <p:spPr>
            <a:xfrm>
              <a:off x="7216830" y="3951035"/>
              <a:ext cx="410711" cy="276545"/>
            </a:xfrm>
            <a:custGeom>
              <a:avLst/>
              <a:gdLst/>
              <a:ahLst/>
              <a:cxnLst/>
              <a:rect r="r" b="b" t="t" l="l"/>
              <a:pathLst>
                <a:path w="110" h="79" stroke="true" fill="norm" extrusionOk="true">
                  <a:moveTo>
                    <a:pt x="110" y="56"/>
                  </a:moveTo>
                  <a:cubicBezTo>
                    <a:pt x="80" y="69"/>
                    <a:pt x="52" y="76"/>
                    <a:pt x="26" y="79"/>
                  </a:cubicBezTo>
                  <a:cubicBezTo>
                    <a:pt x="0" y="0"/>
                    <a:pt x="0" y="0"/>
                    <a:pt x="0" y="0"/>
                  </a:cubicBezTo>
                  <a:cubicBezTo>
                    <a:pt x="31" y="1"/>
                    <a:pt x="31" y="1"/>
                    <a:pt x="31" y="1"/>
                  </a:cubicBezTo>
                  <a:cubicBezTo>
                    <a:pt x="31" y="1"/>
                    <a:pt x="72" y="17"/>
                    <a:pt x="110" y="56"/>
                  </a:cubicBezTo>
                  <a:close/>
                </a:path>
              </a:pathLst>
            </a:custGeom>
            <a:solidFill>
              <a:schemeClr val="tx1">
                <a:alpha val="20000"/>
              </a:schemeClr>
            </a:solidFill>
            <a:ln>
              <a:noFill/>
            </a:ln>
          </p:spPr>
          <p:txBody>
            <a:bodyPr vert="horz" anchor="t" wrap="square" tIns="45720" lIns="91440" bIns="45720" rIns="91440">
              <a:prstTxWarp prst="textNoShape">
                <a:avLst/>
              </a:prstTxWarp>
            </a:bodyPr>
            <a:p>
              <a:pPr algn="l" marL="0"/>
            </a:p>
          </p:txBody>
        </p:sp>
        <p:sp>
          <p:nvSpPr>
            <p:cNvPr name="Freeform 52" id="52"/>
            <p:cNvSpPr/>
            <p:nvPr/>
          </p:nvSpPr>
          <p:spPr>
            <a:xfrm>
              <a:off x="5757401" y="2031484"/>
              <a:ext cx="398167" cy="906537"/>
            </a:xfrm>
            <a:custGeom>
              <a:avLst/>
              <a:gdLst/>
              <a:ahLst/>
              <a:cxnLst/>
              <a:rect r="r" b="b" t="t" l="l"/>
              <a:pathLst>
                <a:path w="107" h="258" stroke="true" fill="norm" extrusionOk="true">
                  <a:moveTo>
                    <a:pt x="30" y="109"/>
                  </a:moveTo>
                  <a:cubicBezTo>
                    <a:pt x="42" y="258"/>
                    <a:pt x="42" y="258"/>
                    <a:pt x="42" y="258"/>
                  </a:cubicBezTo>
                  <a:cubicBezTo>
                    <a:pt x="70" y="256"/>
                    <a:pt x="70" y="256"/>
                    <a:pt x="70" y="256"/>
                  </a:cubicBezTo>
                  <a:cubicBezTo>
                    <a:pt x="81" y="114"/>
                    <a:pt x="81" y="114"/>
                    <a:pt x="81" y="114"/>
                  </a:cubicBezTo>
                  <a:cubicBezTo>
                    <a:pt x="107" y="58"/>
                    <a:pt x="107" y="58"/>
                    <a:pt x="107" y="58"/>
                  </a:cubicBezTo>
                  <a:cubicBezTo>
                    <a:pt x="106" y="56"/>
                    <a:pt x="106" y="56"/>
                    <a:pt x="106" y="56"/>
                  </a:cubicBezTo>
                  <a:cubicBezTo>
                    <a:pt x="105" y="52"/>
                    <a:pt x="105" y="52"/>
                    <a:pt x="105" y="52"/>
                  </a:cubicBezTo>
                  <a:cubicBezTo>
                    <a:pt x="105" y="51"/>
                    <a:pt x="105" y="50"/>
                    <a:pt x="105" y="50"/>
                  </a:cubicBezTo>
                  <a:cubicBezTo>
                    <a:pt x="107" y="31"/>
                    <a:pt x="104" y="15"/>
                    <a:pt x="104" y="15"/>
                  </a:cubicBezTo>
                  <a:cubicBezTo>
                    <a:pt x="100" y="0"/>
                    <a:pt x="91" y="0"/>
                    <a:pt x="91" y="0"/>
                  </a:cubicBezTo>
                  <a:cubicBezTo>
                    <a:pt x="89" y="2"/>
                    <a:pt x="89" y="2"/>
                    <a:pt x="89" y="2"/>
                  </a:cubicBezTo>
                  <a:cubicBezTo>
                    <a:pt x="84" y="6"/>
                    <a:pt x="84" y="6"/>
                    <a:pt x="84" y="6"/>
                  </a:cubicBezTo>
                  <a:cubicBezTo>
                    <a:pt x="54" y="18"/>
                    <a:pt x="54" y="18"/>
                    <a:pt x="54" y="18"/>
                  </a:cubicBezTo>
                  <a:cubicBezTo>
                    <a:pt x="54" y="24"/>
                    <a:pt x="54" y="24"/>
                    <a:pt x="54" y="24"/>
                  </a:cubicBezTo>
                  <a:cubicBezTo>
                    <a:pt x="28" y="22"/>
                    <a:pt x="28" y="22"/>
                    <a:pt x="28" y="22"/>
                  </a:cubicBezTo>
                  <a:cubicBezTo>
                    <a:pt x="10" y="21"/>
                    <a:pt x="10" y="21"/>
                    <a:pt x="10" y="21"/>
                  </a:cubicBezTo>
                  <a:cubicBezTo>
                    <a:pt x="2" y="23"/>
                    <a:pt x="2" y="23"/>
                    <a:pt x="2" y="23"/>
                  </a:cubicBezTo>
                  <a:cubicBezTo>
                    <a:pt x="2" y="23"/>
                    <a:pt x="0" y="34"/>
                    <a:pt x="0" y="48"/>
                  </a:cubicBezTo>
                  <a:cubicBezTo>
                    <a:pt x="0" y="48"/>
                    <a:pt x="0" y="48"/>
                    <a:pt x="0" y="48"/>
                  </a:cubicBezTo>
                  <a:cubicBezTo>
                    <a:pt x="0" y="61"/>
                    <a:pt x="2" y="77"/>
                    <a:pt x="10" y="87"/>
                  </a:cubicBezTo>
                  <a:cubicBezTo>
                    <a:pt x="23" y="104"/>
                    <a:pt x="30" y="109"/>
                    <a:pt x="30" y="109"/>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53" id="53"/>
            <p:cNvSpPr/>
            <p:nvPr/>
          </p:nvSpPr>
          <p:spPr>
            <a:xfrm>
              <a:off x="5757401" y="2111344"/>
              <a:ext cx="6268" cy="53239"/>
            </a:xfrm>
            <a:custGeom>
              <a:avLst/>
              <a:gdLst/>
              <a:ahLst/>
              <a:cxnLst/>
              <a:rect r="r" b="b" t="t" l="l"/>
              <a:pathLst>
                <a:path w="2" h="15" stroke="true" fill="norm" extrusionOk="true">
                  <a:moveTo>
                    <a:pt x="2" y="0"/>
                  </a:moveTo>
                  <a:cubicBezTo>
                    <a:pt x="2" y="0"/>
                    <a:pt x="2" y="0"/>
                    <a:pt x="2" y="0"/>
                  </a:cubicBezTo>
                  <a:cubicBezTo>
                    <a:pt x="2" y="0"/>
                    <a:pt x="1" y="6"/>
                    <a:pt x="0" y="15"/>
                  </a:cubicBezTo>
                  <a:cubicBezTo>
                    <a:pt x="1" y="6"/>
                    <a:pt x="2" y="0"/>
                    <a:pt x="2" y="0"/>
                  </a:cubicBezTo>
                  <a:cubicBezTo>
                    <a:pt x="2" y="0"/>
                    <a:pt x="2" y="0"/>
                    <a:pt x="2" y="0"/>
                  </a:cubicBezTo>
                  <a:cubicBezTo>
                    <a:pt x="2" y="0"/>
                    <a:pt x="2" y="0"/>
                    <a:pt x="2" y="0"/>
                  </a:cubicBezTo>
                  <a:cubicBezTo>
                    <a:pt x="2" y="0"/>
                    <a:pt x="2" y="0"/>
                    <a:pt x="2" y="0"/>
                  </a:cubicBezTo>
                </a:path>
              </a:pathLst>
            </a:custGeom>
            <a:solidFill>
              <a:srgbClr val="C04915"/>
            </a:solidFill>
            <a:ln>
              <a:noFill/>
            </a:ln>
          </p:spPr>
          <p:txBody>
            <a:bodyPr vert="horz" anchor="t" wrap="square" tIns="45720" lIns="91440" bIns="45720" rIns="91440">
              <a:prstTxWarp prst="textNoShape">
                <a:avLst/>
              </a:prstTxWarp>
            </a:bodyPr>
            <a:p>
              <a:pPr algn="l" marL="0"/>
            </a:p>
          </p:txBody>
        </p:sp>
        <p:sp>
          <p:nvSpPr>
            <p:cNvPr name="Freeform 54" id="54"/>
            <p:cNvSpPr/>
            <p:nvPr/>
          </p:nvSpPr>
          <p:spPr>
            <a:xfrm>
              <a:off x="5757401" y="2111344"/>
              <a:ext cx="271194" cy="328306"/>
            </a:xfrm>
            <a:custGeom>
              <a:avLst/>
              <a:gdLst/>
              <a:ahLst/>
              <a:cxnLst/>
              <a:rect r="r" b="b" t="t" l="l"/>
              <a:pathLst>
                <a:path w="73" h="93" stroke="true" fill="norm" extrusionOk="true">
                  <a:moveTo>
                    <a:pt x="51" y="32"/>
                  </a:moveTo>
                  <a:cubicBezTo>
                    <a:pt x="51" y="32"/>
                    <a:pt x="51" y="32"/>
                    <a:pt x="51" y="32"/>
                  </a:cubicBezTo>
                  <a:cubicBezTo>
                    <a:pt x="51" y="32"/>
                    <a:pt x="51" y="32"/>
                    <a:pt x="51" y="32"/>
                  </a:cubicBezTo>
                  <a:moveTo>
                    <a:pt x="2" y="0"/>
                  </a:moveTo>
                  <a:cubicBezTo>
                    <a:pt x="2" y="0"/>
                    <a:pt x="2" y="0"/>
                    <a:pt x="2" y="0"/>
                  </a:cubicBezTo>
                  <a:cubicBezTo>
                    <a:pt x="2" y="0"/>
                    <a:pt x="1" y="6"/>
                    <a:pt x="0" y="15"/>
                  </a:cubicBezTo>
                  <a:cubicBezTo>
                    <a:pt x="0" y="23"/>
                    <a:pt x="0" y="32"/>
                    <a:pt x="1" y="41"/>
                  </a:cubicBezTo>
                  <a:cubicBezTo>
                    <a:pt x="6" y="46"/>
                    <a:pt x="18" y="54"/>
                    <a:pt x="43" y="54"/>
                  </a:cubicBezTo>
                  <a:cubicBezTo>
                    <a:pt x="45" y="54"/>
                    <a:pt x="48" y="54"/>
                    <a:pt x="50" y="54"/>
                  </a:cubicBezTo>
                  <a:cubicBezTo>
                    <a:pt x="50" y="54"/>
                    <a:pt x="38" y="68"/>
                    <a:pt x="47" y="91"/>
                  </a:cubicBezTo>
                  <a:cubicBezTo>
                    <a:pt x="48" y="92"/>
                    <a:pt x="48" y="93"/>
                    <a:pt x="49" y="93"/>
                  </a:cubicBezTo>
                  <a:cubicBezTo>
                    <a:pt x="47" y="71"/>
                    <a:pt x="47" y="71"/>
                    <a:pt x="47" y="71"/>
                  </a:cubicBezTo>
                  <a:cubicBezTo>
                    <a:pt x="51" y="49"/>
                    <a:pt x="73" y="45"/>
                    <a:pt x="73" y="45"/>
                  </a:cubicBezTo>
                  <a:cubicBezTo>
                    <a:pt x="71" y="45"/>
                    <a:pt x="69" y="44"/>
                    <a:pt x="67" y="44"/>
                  </a:cubicBezTo>
                  <a:cubicBezTo>
                    <a:pt x="65" y="44"/>
                    <a:pt x="63" y="45"/>
                    <a:pt x="61" y="45"/>
                  </a:cubicBezTo>
                  <a:cubicBezTo>
                    <a:pt x="61" y="45"/>
                    <a:pt x="61" y="45"/>
                    <a:pt x="60" y="45"/>
                  </a:cubicBezTo>
                  <a:cubicBezTo>
                    <a:pt x="54" y="45"/>
                    <a:pt x="51" y="40"/>
                    <a:pt x="50" y="36"/>
                  </a:cubicBezTo>
                  <a:cubicBezTo>
                    <a:pt x="50" y="37"/>
                    <a:pt x="49" y="40"/>
                    <a:pt x="48" y="41"/>
                  </a:cubicBezTo>
                  <a:cubicBezTo>
                    <a:pt x="46" y="43"/>
                    <a:pt x="44" y="45"/>
                    <a:pt x="41" y="45"/>
                  </a:cubicBezTo>
                  <a:cubicBezTo>
                    <a:pt x="40" y="45"/>
                    <a:pt x="39" y="46"/>
                    <a:pt x="38" y="46"/>
                  </a:cubicBezTo>
                  <a:cubicBezTo>
                    <a:pt x="31" y="46"/>
                    <a:pt x="27" y="43"/>
                    <a:pt x="25" y="37"/>
                  </a:cubicBezTo>
                  <a:cubicBezTo>
                    <a:pt x="25" y="37"/>
                    <a:pt x="25" y="37"/>
                    <a:pt x="25" y="37"/>
                  </a:cubicBezTo>
                  <a:cubicBezTo>
                    <a:pt x="25" y="37"/>
                    <a:pt x="25" y="37"/>
                    <a:pt x="25" y="37"/>
                  </a:cubicBezTo>
                  <a:cubicBezTo>
                    <a:pt x="25" y="37"/>
                    <a:pt x="25" y="40"/>
                    <a:pt x="22" y="42"/>
                  </a:cubicBezTo>
                  <a:cubicBezTo>
                    <a:pt x="20" y="43"/>
                    <a:pt x="18" y="43"/>
                    <a:pt x="15" y="43"/>
                  </a:cubicBezTo>
                  <a:cubicBezTo>
                    <a:pt x="15" y="43"/>
                    <a:pt x="15" y="43"/>
                    <a:pt x="14" y="43"/>
                  </a:cubicBezTo>
                  <a:cubicBezTo>
                    <a:pt x="3" y="43"/>
                    <a:pt x="4" y="36"/>
                    <a:pt x="2"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55" id="55"/>
            <p:cNvSpPr/>
            <p:nvPr/>
          </p:nvSpPr>
          <p:spPr>
            <a:xfrm>
              <a:off x="6110109" y="2034443"/>
              <a:ext cx="34486" cy="48803"/>
            </a:xfrm>
            <a:custGeom>
              <a:avLst/>
              <a:gdLst/>
              <a:ahLst/>
              <a:cxnLst/>
              <a:rect r="r" b="b" t="t" l="l"/>
              <a:pathLst>
                <a:path w="9" h="14" stroke="true" fill="norm" extrusionOk="true">
                  <a:moveTo>
                    <a:pt x="9" y="13"/>
                  </a:moveTo>
                  <a:cubicBezTo>
                    <a:pt x="9" y="13"/>
                    <a:pt x="9" y="13"/>
                    <a:pt x="9" y="14"/>
                  </a:cubicBezTo>
                  <a:cubicBezTo>
                    <a:pt x="9" y="13"/>
                    <a:pt x="9" y="13"/>
                    <a:pt x="9" y="13"/>
                  </a:cubicBezTo>
                  <a:moveTo>
                    <a:pt x="9" y="12"/>
                  </a:moveTo>
                  <a:cubicBezTo>
                    <a:pt x="9" y="12"/>
                    <a:pt x="9" y="12"/>
                    <a:pt x="9" y="12"/>
                  </a:cubicBezTo>
                  <a:cubicBezTo>
                    <a:pt x="9" y="12"/>
                    <a:pt x="9" y="12"/>
                    <a:pt x="9" y="12"/>
                  </a:cubicBezTo>
                  <a:moveTo>
                    <a:pt x="9" y="12"/>
                  </a:moveTo>
                  <a:cubicBezTo>
                    <a:pt x="9" y="12"/>
                    <a:pt x="9" y="12"/>
                    <a:pt x="9" y="12"/>
                  </a:cubicBezTo>
                  <a:cubicBezTo>
                    <a:pt x="9" y="12"/>
                    <a:pt x="9" y="12"/>
                    <a:pt x="9" y="12"/>
                  </a:cubicBezTo>
                  <a:moveTo>
                    <a:pt x="9" y="12"/>
                  </a:moveTo>
                  <a:cubicBezTo>
                    <a:pt x="9" y="12"/>
                    <a:pt x="9" y="12"/>
                    <a:pt x="9" y="12"/>
                  </a:cubicBezTo>
                  <a:cubicBezTo>
                    <a:pt x="9" y="12"/>
                    <a:pt x="9" y="12"/>
                    <a:pt x="9" y="12"/>
                  </a:cubicBezTo>
                  <a:moveTo>
                    <a:pt x="9" y="12"/>
                  </a:moveTo>
                  <a:cubicBezTo>
                    <a:pt x="9" y="12"/>
                    <a:pt x="9" y="12"/>
                    <a:pt x="9" y="12"/>
                  </a:cubicBezTo>
                  <a:cubicBezTo>
                    <a:pt x="9" y="12"/>
                    <a:pt x="9" y="12"/>
                    <a:pt x="9" y="12"/>
                  </a:cubicBezTo>
                  <a:moveTo>
                    <a:pt x="9" y="12"/>
                  </a:moveTo>
                  <a:cubicBezTo>
                    <a:pt x="9" y="12"/>
                    <a:pt x="9" y="12"/>
                    <a:pt x="9" y="12"/>
                  </a:cubicBezTo>
                  <a:cubicBezTo>
                    <a:pt x="9" y="12"/>
                    <a:pt x="9" y="12"/>
                    <a:pt x="9" y="12"/>
                  </a:cubicBezTo>
                  <a:moveTo>
                    <a:pt x="9" y="11"/>
                  </a:moveTo>
                  <a:cubicBezTo>
                    <a:pt x="9" y="11"/>
                    <a:pt x="9" y="11"/>
                    <a:pt x="9" y="11"/>
                  </a:cubicBezTo>
                  <a:cubicBezTo>
                    <a:pt x="9" y="11"/>
                    <a:pt x="9" y="11"/>
                    <a:pt x="9" y="11"/>
                  </a:cubicBezTo>
                  <a:moveTo>
                    <a:pt x="8" y="10"/>
                  </a:moveTo>
                  <a:cubicBezTo>
                    <a:pt x="8" y="10"/>
                    <a:pt x="8" y="11"/>
                    <a:pt x="9" y="11"/>
                  </a:cubicBezTo>
                  <a:cubicBezTo>
                    <a:pt x="8" y="11"/>
                    <a:pt x="8" y="10"/>
                    <a:pt x="8" y="10"/>
                  </a:cubicBezTo>
                  <a:moveTo>
                    <a:pt x="8" y="9"/>
                  </a:moveTo>
                  <a:cubicBezTo>
                    <a:pt x="8" y="9"/>
                    <a:pt x="8" y="10"/>
                    <a:pt x="8" y="10"/>
                  </a:cubicBezTo>
                  <a:cubicBezTo>
                    <a:pt x="8" y="10"/>
                    <a:pt x="8" y="9"/>
                    <a:pt x="8" y="9"/>
                  </a:cubicBezTo>
                  <a:moveTo>
                    <a:pt x="0" y="0"/>
                  </a:moveTo>
                  <a:cubicBezTo>
                    <a:pt x="0" y="0"/>
                    <a:pt x="0" y="0"/>
                    <a:pt x="0" y="0"/>
                  </a:cubicBezTo>
                  <a:cubicBezTo>
                    <a:pt x="2" y="1"/>
                    <a:pt x="5" y="4"/>
                    <a:pt x="8" y="9"/>
                  </a:cubicBezTo>
                  <a:cubicBezTo>
                    <a:pt x="5" y="4"/>
                    <a:pt x="2" y="1"/>
                    <a:pt x="0" y="0"/>
                  </a:cubicBezTo>
                </a:path>
              </a:pathLst>
            </a:custGeom>
            <a:solidFill>
              <a:srgbClr val="EF5616"/>
            </a:solidFill>
            <a:ln>
              <a:noFill/>
            </a:ln>
          </p:spPr>
          <p:txBody>
            <a:bodyPr vert="horz" anchor="t" wrap="square" tIns="45720" lIns="91440" bIns="45720" rIns="91440">
              <a:prstTxWarp prst="textNoShape">
                <a:avLst/>
              </a:prstTxWarp>
            </a:bodyPr>
            <a:p>
              <a:pPr algn="l" marL="0"/>
            </a:p>
          </p:txBody>
        </p:sp>
        <p:sp>
          <p:nvSpPr>
            <p:cNvPr name="Freeform 56" id="56"/>
            <p:cNvSpPr/>
            <p:nvPr/>
          </p:nvSpPr>
          <p:spPr>
            <a:xfrm>
              <a:off x="6110109" y="2034443"/>
              <a:ext cx="42326" cy="150844"/>
            </a:xfrm>
            <a:custGeom>
              <a:avLst/>
              <a:gdLst/>
              <a:ahLst/>
              <a:cxnLst/>
              <a:rect r="r" b="b" t="t" l="l"/>
              <a:pathLst>
                <a:path w="11" h="43" stroke="true" fill="norm" extrusionOk="true">
                  <a:moveTo>
                    <a:pt x="0" y="0"/>
                  </a:moveTo>
                  <a:cubicBezTo>
                    <a:pt x="2" y="2"/>
                    <a:pt x="3" y="5"/>
                    <a:pt x="3" y="8"/>
                  </a:cubicBezTo>
                  <a:cubicBezTo>
                    <a:pt x="4" y="12"/>
                    <a:pt x="5" y="25"/>
                    <a:pt x="5" y="36"/>
                  </a:cubicBezTo>
                  <a:cubicBezTo>
                    <a:pt x="5" y="36"/>
                    <a:pt x="5" y="36"/>
                    <a:pt x="5" y="36"/>
                  </a:cubicBezTo>
                  <a:cubicBezTo>
                    <a:pt x="11" y="37"/>
                    <a:pt x="11" y="42"/>
                    <a:pt x="11" y="42"/>
                  </a:cubicBezTo>
                  <a:cubicBezTo>
                    <a:pt x="11" y="43"/>
                    <a:pt x="11" y="43"/>
                    <a:pt x="11" y="43"/>
                  </a:cubicBezTo>
                  <a:cubicBezTo>
                    <a:pt x="11" y="40"/>
                    <a:pt x="11" y="38"/>
                    <a:pt x="11" y="35"/>
                  </a:cubicBezTo>
                  <a:cubicBezTo>
                    <a:pt x="11" y="23"/>
                    <a:pt x="9" y="14"/>
                    <a:pt x="9" y="14"/>
                  </a:cubicBezTo>
                  <a:cubicBezTo>
                    <a:pt x="9" y="14"/>
                    <a:pt x="9" y="14"/>
                    <a:pt x="9" y="14"/>
                  </a:cubicBezTo>
                  <a:cubicBezTo>
                    <a:pt x="9" y="14"/>
                    <a:pt x="9" y="14"/>
                    <a:pt x="9" y="14"/>
                  </a:cubicBezTo>
                  <a:cubicBezTo>
                    <a:pt x="9" y="13"/>
                    <a:pt x="9" y="13"/>
                    <a:pt x="9" y="13"/>
                  </a:cubicBezTo>
                  <a:cubicBezTo>
                    <a:pt x="9" y="13"/>
                    <a:pt x="9" y="13"/>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1"/>
                    <a:pt x="9" y="11"/>
                    <a:pt x="9" y="11"/>
                  </a:cubicBezTo>
                  <a:cubicBezTo>
                    <a:pt x="9" y="11"/>
                    <a:pt x="9" y="11"/>
                    <a:pt x="9" y="11"/>
                  </a:cubicBezTo>
                  <a:cubicBezTo>
                    <a:pt x="9" y="11"/>
                    <a:pt x="9" y="11"/>
                    <a:pt x="9" y="11"/>
                  </a:cubicBezTo>
                  <a:cubicBezTo>
                    <a:pt x="8" y="11"/>
                    <a:pt x="8" y="10"/>
                    <a:pt x="8" y="10"/>
                  </a:cubicBezTo>
                  <a:cubicBezTo>
                    <a:pt x="8" y="10"/>
                    <a:pt x="8" y="10"/>
                    <a:pt x="8" y="10"/>
                  </a:cubicBezTo>
                  <a:cubicBezTo>
                    <a:pt x="8" y="10"/>
                    <a:pt x="8" y="9"/>
                    <a:pt x="8" y="9"/>
                  </a:cubicBezTo>
                  <a:cubicBezTo>
                    <a:pt x="8" y="9"/>
                    <a:pt x="8" y="9"/>
                    <a:pt x="8" y="9"/>
                  </a:cubicBezTo>
                  <a:cubicBezTo>
                    <a:pt x="5" y="4"/>
                    <a:pt x="2" y="1"/>
                    <a:pt x="0"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57" id="57"/>
            <p:cNvSpPr/>
            <p:nvPr/>
          </p:nvSpPr>
          <p:spPr>
            <a:xfrm>
              <a:off x="6025460" y="2021134"/>
              <a:ext cx="103461" cy="255843"/>
            </a:xfrm>
            <a:custGeom>
              <a:avLst/>
              <a:gdLst/>
              <a:ahLst/>
              <a:cxnLst/>
              <a:rect r="r" b="b" t="t" l="l"/>
              <a:pathLst>
                <a:path w="28" h="73" stroke="true" fill="norm" extrusionOk="true">
                  <a:moveTo>
                    <a:pt x="28" y="54"/>
                  </a:moveTo>
                  <a:cubicBezTo>
                    <a:pt x="28" y="50"/>
                    <a:pt x="28" y="45"/>
                    <a:pt x="28" y="40"/>
                  </a:cubicBezTo>
                  <a:cubicBezTo>
                    <a:pt x="28" y="29"/>
                    <a:pt x="27" y="16"/>
                    <a:pt x="26" y="12"/>
                  </a:cubicBezTo>
                  <a:cubicBezTo>
                    <a:pt x="25" y="4"/>
                    <a:pt x="20" y="0"/>
                    <a:pt x="12" y="1"/>
                  </a:cubicBezTo>
                  <a:cubicBezTo>
                    <a:pt x="4" y="1"/>
                    <a:pt x="0" y="7"/>
                    <a:pt x="0" y="7"/>
                  </a:cubicBezTo>
                  <a:cubicBezTo>
                    <a:pt x="2" y="39"/>
                    <a:pt x="2" y="39"/>
                    <a:pt x="2" y="39"/>
                  </a:cubicBezTo>
                  <a:cubicBezTo>
                    <a:pt x="3" y="60"/>
                    <a:pt x="3" y="60"/>
                    <a:pt x="3" y="60"/>
                  </a:cubicBezTo>
                  <a:cubicBezTo>
                    <a:pt x="3" y="60"/>
                    <a:pt x="3" y="60"/>
                    <a:pt x="3" y="61"/>
                  </a:cubicBezTo>
                  <a:cubicBezTo>
                    <a:pt x="5" y="66"/>
                    <a:pt x="8" y="69"/>
                    <a:pt x="10" y="70"/>
                  </a:cubicBezTo>
                  <a:cubicBezTo>
                    <a:pt x="18" y="73"/>
                    <a:pt x="27" y="64"/>
                    <a:pt x="28" y="61"/>
                  </a:cubicBezTo>
                  <a:cubicBezTo>
                    <a:pt x="28" y="60"/>
                    <a:pt x="28" y="57"/>
                    <a:pt x="28" y="54"/>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58" id="58"/>
            <p:cNvSpPr/>
            <p:nvPr/>
          </p:nvSpPr>
          <p:spPr>
            <a:xfrm>
              <a:off x="5928269" y="2024091"/>
              <a:ext cx="108165" cy="245490"/>
            </a:xfrm>
            <a:custGeom>
              <a:avLst/>
              <a:gdLst/>
              <a:ahLst/>
              <a:cxnLst/>
              <a:rect r="r" b="b" t="t" l="l"/>
              <a:pathLst>
                <a:path w="29" h="70" stroke="true" fill="norm" extrusionOk="true">
                  <a:moveTo>
                    <a:pt x="28" y="38"/>
                  </a:moveTo>
                  <a:cubicBezTo>
                    <a:pt x="26" y="6"/>
                    <a:pt x="26" y="6"/>
                    <a:pt x="26" y="6"/>
                  </a:cubicBezTo>
                  <a:cubicBezTo>
                    <a:pt x="24" y="5"/>
                    <a:pt x="23" y="5"/>
                    <a:pt x="21" y="4"/>
                  </a:cubicBezTo>
                  <a:cubicBezTo>
                    <a:pt x="8" y="0"/>
                    <a:pt x="0" y="11"/>
                    <a:pt x="0" y="11"/>
                  </a:cubicBezTo>
                  <a:cubicBezTo>
                    <a:pt x="5" y="57"/>
                    <a:pt x="5" y="57"/>
                    <a:pt x="5" y="57"/>
                  </a:cubicBezTo>
                  <a:cubicBezTo>
                    <a:pt x="5" y="57"/>
                    <a:pt x="5" y="59"/>
                    <a:pt x="4" y="61"/>
                  </a:cubicBezTo>
                  <a:cubicBezTo>
                    <a:pt x="5" y="65"/>
                    <a:pt x="8" y="70"/>
                    <a:pt x="15" y="70"/>
                  </a:cubicBezTo>
                  <a:cubicBezTo>
                    <a:pt x="20" y="70"/>
                    <a:pt x="23" y="68"/>
                    <a:pt x="25" y="66"/>
                  </a:cubicBezTo>
                  <a:cubicBezTo>
                    <a:pt x="27" y="64"/>
                    <a:pt x="28" y="62"/>
                    <a:pt x="29" y="60"/>
                  </a:cubicBezTo>
                  <a:cubicBezTo>
                    <a:pt x="29" y="59"/>
                    <a:pt x="29" y="59"/>
                    <a:pt x="29" y="59"/>
                  </a:cubicBezTo>
                  <a:cubicBezTo>
                    <a:pt x="28" y="38"/>
                    <a:pt x="28" y="38"/>
                    <a:pt x="28" y="38"/>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59" id="59"/>
            <p:cNvSpPr/>
            <p:nvPr/>
          </p:nvSpPr>
          <p:spPr>
            <a:xfrm>
              <a:off x="5763670" y="2069936"/>
              <a:ext cx="86218" cy="193729"/>
            </a:xfrm>
            <a:custGeom>
              <a:avLst/>
              <a:gdLst/>
              <a:ahLst/>
              <a:cxnLst/>
              <a:rect r="r" b="b" t="t" l="l"/>
              <a:pathLst>
                <a:path w="23" h="55" stroke="true" fill="norm" extrusionOk="true">
                  <a:moveTo>
                    <a:pt x="20" y="54"/>
                  </a:moveTo>
                  <a:cubicBezTo>
                    <a:pt x="18" y="55"/>
                    <a:pt x="16" y="55"/>
                    <a:pt x="12" y="55"/>
                  </a:cubicBezTo>
                  <a:cubicBezTo>
                    <a:pt x="1" y="55"/>
                    <a:pt x="2" y="48"/>
                    <a:pt x="0" y="12"/>
                  </a:cubicBezTo>
                  <a:cubicBezTo>
                    <a:pt x="0" y="12"/>
                    <a:pt x="3" y="0"/>
                    <a:pt x="16" y="3"/>
                  </a:cubicBezTo>
                  <a:cubicBezTo>
                    <a:pt x="17" y="3"/>
                    <a:pt x="18" y="4"/>
                    <a:pt x="20" y="4"/>
                  </a:cubicBezTo>
                  <a:cubicBezTo>
                    <a:pt x="23" y="49"/>
                    <a:pt x="23" y="49"/>
                    <a:pt x="23" y="49"/>
                  </a:cubicBezTo>
                  <a:cubicBezTo>
                    <a:pt x="23" y="49"/>
                    <a:pt x="23" y="52"/>
                    <a:pt x="20" y="54"/>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60" id="60"/>
            <p:cNvSpPr/>
            <p:nvPr/>
          </p:nvSpPr>
          <p:spPr>
            <a:xfrm>
              <a:off x="5838915" y="2044796"/>
              <a:ext cx="108165" cy="229222"/>
            </a:xfrm>
            <a:custGeom>
              <a:avLst/>
              <a:gdLst/>
              <a:ahLst/>
              <a:cxnLst/>
              <a:rect r="r" b="b" t="t" l="l"/>
              <a:pathLst>
                <a:path w="29" h="65" stroke="true" fill="norm" extrusionOk="true">
                  <a:moveTo>
                    <a:pt x="29" y="51"/>
                  </a:moveTo>
                  <a:cubicBezTo>
                    <a:pt x="29" y="51"/>
                    <a:pt x="29" y="57"/>
                    <a:pt x="26" y="60"/>
                  </a:cubicBezTo>
                  <a:cubicBezTo>
                    <a:pt x="24" y="62"/>
                    <a:pt x="22" y="64"/>
                    <a:pt x="19" y="64"/>
                  </a:cubicBezTo>
                  <a:cubicBezTo>
                    <a:pt x="11" y="65"/>
                    <a:pt x="6" y="63"/>
                    <a:pt x="3" y="56"/>
                  </a:cubicBezTo>
                  <a:cubicBezTo>
                    <a:pt x="0" y="11"/>
                    <a:pt x="0" y="11"/>
                    <a:pt x="0" y="11"/>
                  </a:cubicBezTo>
                  <a:cubicBezTo>
                    <a:pt x="0" y="11"/>
                    <a:pt x="6" y="0"/>
                    <a:pt x="19" y="3"/>
                  </a:cubicBezTo>
                  <a:cubicBezTo>
                    <a:pt x="20" y="4"/>
                    <a:pt x="22" y="4"/>
                    <a:pt x="24" y="5"/>
                  </a:cubicBezTo>
                  <a:cubicBezTo>
                    <a:pt x="29" y="51"/>
                    <a:pt x="29" y="51"/>
                    <a:pt x="29" y="51"/>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61" id="61"/>
            <p:cNvSpPr/>
            <p:nvPr/>
          </p:nvSpPr>
          <p:spPr>
            <a:xfrm>
              <a:off x="6006648" y="2038880"/>
              <a:ext cx="26649" cy="118309"/>
            </a:xfrm>
            <a:custGeom>
              <a:avLst/>
              <a:gdLst/>
              <a:ahLst/>
              <a:cxnLst/>
              <a:rect r="r" b="b" t="t" l="l"/>
              <a:pathLst>
                <a:path w="7" h="34" stroke="true" fill="norm" extrusionOk="true">
                  <a:moveTo>
                    <a:pt x="0" y="0"/>
                  </a:moveTo>
                  <a:cubicBezTo>
                    <a:pt x="2" y="34"/>
                    <a:pt x="2" y="34"/>
                    <a:pt x="2" y="34"/>
                  </a:cubicBezTo>
                  <a:cubicBezTo>
                    <a:pt x="3" y="34"/>
                    <a:pt x="5" y="34"/>
                    <a:pt x="6" y="34"/>
                  </a:cubicBezTo>
                  <a:cubicBezTo>
                    <a:pt x="6" y="34"/>
                    <a:pt x="7" y="34"/>
                    <a:pt x="7" y="34"/>
                  </a:cubicBezTo>
                  <a:cubicBezTo>
                    <a:pt x="5" y="2"/>
                    <a:pt x="5" y="2"/>
                    <a:pt x="5" y="2"/>
                  </a:cubicBezTo>
                  <a:cubicBezTo>
                    <a:pt x="3" y="1"/>
                    <a:pt x="2" y="1"/>
                    <a:pt x="0"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62" id="62"/>
            <p:cNvSpPr/>
            <p:nvPr/>
          </p:nvSpPr>
          <p:spPr>
            <a:xfrm>
              <a:off x="5909457" y="2055147"/>
              <a:ext cx="37623" cy="201125"/>
            </a:xfrm>
            <a:custGeom>
              <a:avLst/>
              <a:gdLst/>
              <a:ahLst/>
              <a:cxnLst/>
              <a:rect r="r" b="b" t="t" l="l"/>
              <a:pathLst>
                <a:path w="10" h="57" stroke="true" fill="norm" extrusionOk="true">
                  <a:moveTo>
                    <a:pt x="0" y="0"/>
                  </a:moveTo>
                  <a:cubicBezTo>
                    <a:pt x="7" y="57"/>
                    <a:pt x="7" y="57"/>
                    <a:pt x="7" y="57"/>
                  </a:cubicBezTo>
                  <a:cubicBezTo>
                    <a:pt x="8" y="56"/>
                    <a:pt x="9" y="53"/>
                    <a:pt x="9" y="52"/>
                  </a:cubicBezTo>
                  <a:cubicBezTo>
                    <a:pt x="9" y="52"/>
                    <a:pt x="9" y="52"/>
                    <a:pt x="9" y="52"/>
                  </a:cubicBezTo>
                  <a:cubicBezTo>
                    <a:pt x="10" y="50"/>
                    <a:pt x="10" y="48"/>
                    <a:pt x="10" y="48"/>
                  </a:cubicBezTo>
                  <a:cubicBezTo>
                    <a:pt x="10" y="48"/>
                    <a:pt x="10" y="48"/>
                    <a:pt x="10" y="48"/>
                  </a:cubicBezTo>
                  <a:cubicBezTo>
                    <a:pt x="10" y="48"/>
                    <a:pt x="10" y="48"/>
                    <a:pt x="10" y="48"/>
                  </a:cubicBezTo>
                  <a:cubicBezTo>
                    <a:pt x="5" y="2"/>
                    <a:pt x="5" y="2"/>
                    <a:pt x="5" y="2"/>
                  </a:cubicBezTo>
                  <a:cubicBezTo>
                    <a:pt x="3" y="1"/>
                    <a:pt x="1" y="1"/>
                    <a:pt x="0"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63" id="63"/>
            <p:cNvSpPr/>
            <p:nvPr/>
          </p:nvSpPr>
          <p:spPr>
            <a:xfrm>
              <a:off x="5823240" y="2080289"/>
              <a:ext cx="26649" cy="178942"/>
            </a:xfrm>
            <a:custGeom>
              <a:avLst/>
              <a:gdLst/>
              <a:ahLst/>
              <a:cxnLst/>
              <a:rect r="r" b="b" t="t" l="l"/>
              <a:pathLst>
                <a:path w="7" h="51" stroke="true" fill="norm" extrusionOk="true">
                  <a:moveTo>
                    <a:pt x="0" y="0"/>
                  </a:moveTo>
                  <a:cubicBezTo>
                    <a:pt x="4" y="51"/>
                    <a:pt x="4" y="51"/>
                    <a:pt x="4" y="51"/>
                  </a:cubicBezTo>
                  <a:cubicBezTo>
                    <a:pt x="7" y="49"/>
                    <a:pt x="7" y="46"/>
                    <a:pt x="7" y="46"/>
                  </a:cubicBezTo>
                  <a:cubicBezTo>
                    <a:pt x="4" y="1"/>
                    <a:pt x="4" y="1"/>
                    <a:pt x="4" y="1"/>
                  </a:cubicBezTo>
                  <a:cubicBezTo>
                    <a:pt x="2" y="1"/>
                    <a:pt x="1" y="0"/>
                    <a:pt x="0"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64" id="64"/>
            <p:cNvSpPr/>
            <p:nvPr/>
          </p:nvSpPr>
          <p:spPr>
            <a:xfrm>
              <a:off x="5939240" y="2151272"/>
              <a:ext cx="75245" cy="118309"/>
            </a:xfrm>
            <a:custGeom>
              <a:avLst/>
              <a:gdLst/>
              <a:ahLst/>
              <a:cxnLst/>
              <a:rect r="r" b="b" t="t" l="l"/>
              <a:pathLst>
                <a:path w="20" h="34" stroke="true" fill="norm" extrusionOk="true">
                  <a:moveTo>
                    <a:pt x="5" y="0"/>
                  </a:moveTo>
                  <a:cubicBezTo>
                    <a:pt x="4" y="0"/>
                    <a:pt x="2" y="1"/>
                    <a:pt x="2" y="2"/>
                  </a:cubicBezTo>
                  <a:cubicBezTo>
                    <a:pt x="1" y="3"/>
                    <a:pt x="1" y="5"/>
                    <a:pt x="0" y="6"/>
                  </a:cubicBezTo>
                  <a:cubicBezTo>
                    <a:pt x="2" y="21"/>
                    <a:pt x="2" y="21"/>
                    <a:pt x="2" y="21"/>
                  </a:cubicBezTo>
                  <a:cubicBezTo>
                    <a:pt x="2" y="21"/>
                    <a:pt x="2" y="21"/>
                    <a:pt x="2" y="21"/>
                  </a:cubicBezTo>
                  <a:cubicBezTo>
                    <a:pt x="2" y="21"/>
                    <a:pt x="2" y="21"/>
                    <a:pt x="2" y="21"/>
                  </a:cubicBezTo>
                  <a:cubicBezTo>
                    <a:pt x="2" y="21"/>
                    <a:pt x="2" y="21"/>
                    <a:pt x="2" y="21"/>
                  </a:cubicBezTo>
                  <a:cubicBezTo>
                    <a:pt x="2" y="21"/>
                    <a:pt x="2" y="21"/>
                    <a:pt x="2" y="21"/>
                  </a:cubicBezTo>
                  <a:cubicBezTo>
                    <a:pt x="2" y="21"/>
                    <a:pt x="2" y="23"/>
                    <a:pt x="1" y="25"/>
                  </a:cubicBezTo>
                  <a:cubicBezTo>
                    <a:pt x="2" y="29"/>
                    <a:pt x="5" y="34"/>
                    <a:pt x="11" y="34"/>
                  </a:cubicBezTo>
                  <a:cubicBezTo>
                    <a:pt x="12" y="34"/>
                    <a:pt x="12" y="34"/>
                    <a:pt x="12" y="34"/>
                  </a:cubicBezTo>
                  <a:cubicBezTo>
                    <a:pt x="14" y="34"/>
                    <a:pt x="16" y="33"/>
                    <a:pt x="18" y="33"/>
                  </a:cubicBezTo>
                  <a:cubicBezTo>
                    <a:pt x="2" y="28"/>
                    <a:pt x="2" y="14"/>
                    <a:pt x="3" y="8"/>
                  </a:cubicBezTo>
                  <a:cubicBezTo>
                    <a:pt x="4" y="6"/>
                    <a:pt x="5" y="4"/>
                    <a:pt x="7" y="4"/>
                  </a:cubicBezTo>
                  <a:cubicBezTo>
                    <a:pt x="7" y="4"/>
                    <a:pt x="7" y="5"/>
                    <a:pt x="8" y="5"/>
                  </a:cubicBezTo>
                  <a:cubicBezTo>
                    <a:pt x="12" y="5"/>
                    <a:pt x="16" y="6"/>
                    <a:pt x="20" y="6"/>
                  </a:cubicBezTo>
                  <a:cubicBezTo>
                    <a:pt x="20" y="2"/>
                    <a:pt x="20" y="2"/>
                    <a:pt x="20" y="2"/>
                  </a:cubicBezTo>
                  <a:cubicBezTo>
                    <a:pt x="16" y="1"/>
                    <a:pt x="11" y="1"/>
                    <a:pt x="6" y="0"/>
                  </a:cubicBezTo>
                  <a:cubicBezTo>
                    <a:pt x="5" y="0"/>
                    <a:pt x="5" y="0"/>
                    <a:pt x="5"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65" id="65"/>
            <p:cNvSpPr/>
            <p:nvPr/>
          </p:nvSpPr>
          <p:spPr>
            <a:xfrm>
              <a:off x="6128919" y="2161624"/>
              <a:ext cx="23515" cy="20705"/>
            </a:xfrm>
            <a:custGeom>
              <a:avLst/>
              <a:gdLst/>
              <a:ahLst/>
              <a:cxnLst/>
              <a:rect r="r" b="b" t="t" l="l"/>
              <a:pathLst>
                <a:path w="6" h="6" stroke="true" fill="norm" extrusionOk="true">
                  <a:moveTo>
                    <a:pt x="0" y="0"/>
                  </a:moveTo>
                  <a:cubicBezTo>
                    <a:pt x="0" y="0"/>
                    <a:pt x="0" y="0"/>
                    <a:pt x="0" y="0"/>
                  </a:cubicBezTo>
                  <a:cubicBezTo>
                    <a:pt x="0" y="1"/>
                    <a:pt x="0" y="2"/>
                    <a:pt x="0" y="2"/>
                  </a:cubicBezTo>
                  <a:cubicBezTo>
                    <a:pt x="3" y="3"/>
                    <a:pt x="5" y="4"/>
                    <a:pt x="6" y="6"/>
                  </a:cubicBezTo>
                  <a:cubicBezTo>
                    <a:pt x="6" y="6"/>
                    <a:pt x="6" y="6"/>
                    <a:pt x="6" y="6"/>
                  </a:cubicBezTo>
                  <a:cubicBezTo>
                    <a:pt x="6" y="6"/>
                    <a:pt x="6" y="1"/>
                    <a:pt x="0" y="0"/>
                  </a:cubicBezTo>
                  <a:cubicBezTo>
                    <a:pt x="0" y="0"/>
                    <a:pt x="0" y="0"/>
                    <a:pt x="0" y="0"/>
                  </a:cubicBezTo>
                </a:path>
              </a:pathLst>
            </a:custGeom>
            <a:solidFill>
              <a:srgbClr val="DB7969"/>
            </a:solidFill>
            <a:ln>
              <a:noFill/>
            </a:ln>
          </p:spPr>
          <p:txBody>
            <a:bodyPr vert="horz" anchor="t" wrap="square" tIns="45720" lIns="91440" bIns="45720" rIns="91440">
              <a:prstTxWarp prst="textNoShape">
                <a:avLst/>
              </a:prstTxWarp>
            </a:bodyPr>
            <a:p>
              <a:pPr algn="l" marL="0"/>
            </a:p>
          </p:txBody>
        </p:sp>
        <p:sp>
          <p:nvSpPr>
            <p:cNvPr name="Freeform 66" id="66"/>
            <p:cNvSpPr/>
            <p:nvPr/>
          </p:nvSpPr>
          <p:spPr>
            <a:xfrm>
              <a:off x="6033297" y="2157187"/>
              <a:ext cx="95625" cy="17746"/>
            </a:xfrm>
            <a:custGeom>
              <a:avLst/>
              <a:gdLst/>
              <a:ahLst/>
              <a:cxnLst/>
              <a:rect r="r" b="b" t="t" l="l"/>
              <a:pathLst>
                <a:path w="26" h="5" stroke="true" fill="norm" extrusionOk="true">
                  <a:moveTo>
                    <a:pt x="0" y="0"/>
                  </a:moveTo>
                  <a:cubicBezTo>
                    <a:pt x="0" y="5"/>
                    <a:pt x="0" y="5"/>
                    <a:pt x="0" y="5"/>
                  </a:cubicBezTo>
                  <a:cubicBezTo>
                    <a:pt x="2" y="5"/>
                    <a:pt x="4" y="5"/>
                    <a:pt x="6" y="5"/>
                  </a:cubicBezTo>
                  <a:cubicBezTo>
                    <a:pt x="14" y="5"/>
                    <a:pt x="20" y="4"/>
                    <a:pt x="24" y="3"/>
                  </a:cubicBezTo>
                  <a:cubicBezTo>
                    <a:pt x="24" y="3"/>
                    <a:pt x="24" y="3"/>
                    <a:pt x="25" y="3"/>
                  </a:cubicBezTo>
                  <a:cubicBezTo>
                    <a:pt x="25" y="3"/>
                    <a:pt x="26" y="3"/>
                    <a:pt x="26" y="3"/>
                  </a:cubicBezTo>
                  <a:cubicBezTo>
                    <a:pt x="26" y="3"/>
                    <a:pt x="26" y="2"/>
                    <a:pt x="26" y="1"/>
                  </a:cubicBezTo>
                  <a:cubicBezTo>
                    <a:pt x="26" y="1"/>
                    <a:pt x="26" y="1"/>
                    <a:pt x="26" y="1"/>
                  </a:cubicBezTo>
                  <a:cubicBezTo>
                    <a:pt x="26" y="1"/>
                    <a:pt x="25" y="1"/>
                    <a:pt x="25" y="1"/>
                  </a:cubicBezTo>
                  <a:cubicBezTo>
                    <a:pt x="24" y="1"/>
                    <a:pt x="24" y="1"/>
                    <a:pt x="23" y="1"/>
                  </a:cubicBezTo>
                  <a:cubicBezTo>
                    <a:pt x="22" y="1"/>
                    <a:pt x="21" y="1"/>
                    <a:pt x="19" y="1"/>
                  </a:cubicBezTo>
                  <a:cubicBezTo>
                    <a:pt x="17" y="1"/>
                    <a:pt x="15" y="1"/>
                    <a:pt x="13" y="1"/>
                  </a:cubicBezTo>
                  <a:cubicBezTo>
                    <a:pt x="9" y="1"/>
                    <a:pt x="5" y="1"/>
                    <a:pt x="0"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67" id="67"/>
            <p:cNvSpPr/>
            <p:nvPr/>
          </p:nvSpPr>
          <p:spPr>
            <a:xfrm>
              <a:off x="6033297" y="2157187"/>
              <a:ext cx="0" cy="17746"/>
            </a:xfrm>
            <a:custGeom>
              <a:avLst/>
              <a:gdLst/>
              <a:ahLst/>
              <a:cxnLst/>
              <a:rect r="r" b="b" t="t" l="l"/>
              <a:pathLst>
                <a:path w="0" h="5" stroke="true" fill="norm" extrusionOk="true">
                  <a:moveTo>
                    <a:pt x="0" y="0"/>
                  </a:moveTo>
                  <a:cubicBezTo>
                    <a:pt x="0" y="0"/>
                    <a:pt x="0" y="0"/>
                    <a:pt x="0" y="0"/>
                  </a:cubicBezTo>
                  <a:cubicBezTo>
                    <a:pt x="0" y="5"/>
                    <a:pt x="0" y="5"/>
                    <a:pt x="0" y="5"/>
                  </a:cubicBezTo>
                  <a:cubicBezTo>
                    <a:pt x="0" y="5"/>
                    <a:pt x="0" y="5"/>
                    <a:pt x="0" y="5"/>
                  </a:cubicBezTo>
                  <a:cubicBezTo>
                    <a:pt x="0" y="0"/>
                    <a:pt x="0" y="0"/>
                    <a:pt x="0" y="0"/>
                  </a:cubicBezTo>
                  <a:cubicBezTo>
                    <a:pt x="0" y="0"/>
                    <a:pt x="0" y="0"/>
                    <a:pt x="0" y="0"/>
                  </a:cubicBezTo>
                  <a:cubicBezTo>
                    <a:pt x="0" y="0"/>
                    <a:pt x="0" y="0"/>
                    <a:pt x="0" y="0"/>
                  </a:cubicBezTo>
                </a:path>
              </a:pathLst>
            </a:custGeom>
            <a:solidFill>
              <a:srgbClr val="DB7969"/>
            </a:solidFill>
            <a:ln>
              <a:noFill/>
            </a:ln>
          </p:spPr>
          <p:txBody>
            <a:bodyPr vert="horz" anchor="t" wrap="square" tIns="45720" lIns="91440" bIns="45720" rIns="91440">
              <a:prstTxWarp prst="textNoShape">
                <a:avLst/>
              </a:prstTxWarp>
            </a:bodyPr>
            <a:p>
              <a:pPr algn="l" marL="0"/>
            </a:p>
          </p:txBody>
        </p:sp>
        <p:sp>
          <p:nvSpPr>
            <p:cNvPr name="Freeform 68" id="68"/>
            <p:cNvSpPr/>
            <p:nvPr/>
          </p:nvSpPr>
          <p:spPr>
            <a:xfrm>
              <a:off x="6014485" y="2157187"/>
              <a:ext cx="18810" cy="17746"/>
            </a:xfrm>
            <a:custGeom>
              <a:avLst/>
              <a:gdLst/>
              <a:ahLst/>
              <a:cxnLst/>
              <a:rect r="r" b="b" t="t" l="l"/>
              <a:pathLst>
                <a:path w="5" h="5" stroke="true" fill="norm" extrusionOk="true">
                  <a:moveTo>
                    <a:pt x="0" y="0"/>
                  </a:moveTo>
                  <a:cubicBezTo>
                    <a:pt x="0" y="4"/>
                    <a:pt x="0" y="4"/>
                    <a:pt x="0" y="4"/>
                  </a:cubicBezTo>
                  <a:cubicBezTo>
                    <a:pt x="2" y="4"/>
                    <a:pt x="4" y="4"/>
                    <a:pt x="5" y="5"/>
                  </a:cubicBezTo>
                  <a:cubicBezTo>
                    <a:pt x="5" y="0"/>
                    <a:pt x="5" y="0"/>
                    <a:pt x="5" y="0"/>
                  </a:cubicBezTo>
                  <a:cubicBezTo>
                    <a:pt x="5" y="0"/>
                    <a:pt x="4" y="0"/>
                    <a:pt x="4" y="0"/>
                  </a:cubicBezTo>
                  <a:cubicBezTo>
                    <a:pt x="3" y="0"/>
                    <a:pt x="1" y="0"/>
                    <a:pt x="0" y="0"/>
                  </a:cubicBezTo>
                </a:path>
              </a:pathLst>
            </a:custGeom>
            <a:solidFill>
              <a:srgbClr val="DB7969"/>
            </a:solidFill>
            <a:ln>
              <a:noFill/>
            </a:ln>
          </p:spPr>
          <p:txBody>
            <a:bodyPr vert="horz" anchor="t" wrap="square" tIns="45720" lIns="91440" bIns="45720" rIns="91440">
              <a:prstTxWarp prst="textNoShape">
                <a:avLst/>
              </a:prstTxWarp>
            </a:bodyPr>
            <a:p>
              <a:pPr algn="l" marL="0"/>
            </a:p>
          </p:txBody>
        </p:sp>
        <p:sp>
          <p:nvSpPr>
            <p:cNvPr name="Freeform 69" id="69"/>
            <p:cNvSpPr/>
            <p:nvPr/>
          </p:nvSpPr>
          <p:spPr>
            <a:xfrm>
              <a:off x="5942376" y="2225215"/>
              <a:ext cx="4703" cy="13309"/>
            </a:xfrm>
            <a:custGeom>
              <a:avLst/>
              <a:gdLst/>
              <a:ahLst/>
              <a:cxnLst/>
              <a:rect r="r" b="b" t="t" l="l"/>
              <a:pathLst>
                <a:path w="1" h="4" stroke="true" fill="norm" extrusionOk="true">
                  <a:moveTo>
                    <a:pt x="1" y="0"/>
                  </a:moveTo>
                  <a:cubicBezTo>
                    <a:pt x="1" y="0"/>
                    <a:pt x="1" y="2"/>
                    <a:pt x="0" y="4"/>
                  </a:cubicBezTo>
                  <a:cubicBezTo>
                    <a:pt x="0" y="4"/>
                    <a:pt x="0" y="4"/>
                    <a:pt x="0" y="4"/>
                  </a:cubicBezTo>
                  <a:cubicBezTo>
                    <a:pt x="1" y="2"/>
                    <a:pt x="1" y="0"/>
                    <a:pt x="1" y="0"/>
                  </a:cubicBezTo>
                  <a:moveTo>
                    <a:pt x="1" y="0"/>
                  </a:moveTo>
                  <a:cubicBezTo>
                    <a:pt x="1" y="0"/>
                    <a:pt x="1" y="0"/>
                    <a:pt x="1" y="0"/>
                  </a:cubicBezTo>
                  <a:cubicBezTo>
                    <a:pt x="1" y="0"/>
                    <a:pt x="1" y="0"/>
                    <a:pt x="1" y="0"/>
                  </a:cubicBezTo>
                </a:path>
              </a:pathLst>
            </a:custGeom>
            <a:solidFill>
              <a:srgbClr val="DB7969"/>
            </a:solidFill>
            <a:ln>
              <a:noFill/>
            </a:ln>
          </p:spPr>
          <p:txBody>
            <a:bodyPr vert="horz" anchor="t" wrap="square" tIns="45720" lIns="91440" bIns="45720" rIns="91440">
              <a:prstTxWarp prst="textNoShape">
                <a:avLst/>
              </a:prstTxWarp>
            </a:bodyPr>
            <a:p>
              <a:pPr algn="l" marL="0"/>
            </a:p>
          </p:txBody>
        </p:sp>
        <p:sp>
          <p:nvSpPr>
            <p:cNvPr name="Freeform 70" id="70"/>
            <p:cNvSpPr/>
            <p:nvPr/>
          </p:nvSpPr>
          <p:spPr>
            <a:xfrm>
              <a:off x="5931402" y="2164584"/>
              <a:ext cx="264925" cy="770484"/>
            </a:xfrm>
            <a:custGeom>
              <a:avLst/>
              <a:gdLst/>
              <a:ahLst/>
              <a:cxnLst/>
              <a:rect r="r" b="b" t="t" l="l"/>
              <a:pathLst>
                <a:path w="71" h="219" stroke="true" fill="norm" extrusionOk="true">
                  <a:moveTo>
                    <a:pt x="52" y="216"/>
                  </a:moveTo>
                  <a:cubicBezTo>
                    <a:pt x="41" y="71"/>
                    <a:pt x="41" y="71"/>
                    <a:pt x="41" y="71"/>
                  </a:cubicBezTo>
                  <a:cubicBezTo>
                    <a:pt x="69" y="34"/>
                    <a:pt x="69" y="34"/>
                    <a:pt x="69" y="34"/>
                  </a:cubicBezTo>
                  <a:cubicBezTo>
                    <a:pt x="71" y="32"/>
                    <a:pt x="71" y="29"/>
                    <a:pt x="70" y="26"/>
                  </a:cubicBezTo>
                  <a:cubicBezTo>
                    <a:pt x="59" y="5"/>
                    <a:pt x="59" y="5"/>
                    <a:pt x="59" y="5"/>
                  </a:cubicBezTo>
                  <a:cubicBezTo>
                    <a:pt x="57" y="3"/>
                    <a:pt x="54" y="1"/>
                    <a:pt x="51" y="1"/>
                  </a:cubicBezTo>
                  <a:cubicBezTo>
                    <a:pt x="43" y="3"/>
                    <a:pt x="28" y="4"/>
                    <a:pt x="10" y="1"/>
                  </a:cubicBezTo>
                  <a:cubicBezTo>
                    <a:pt x="8" y="0"/>
                    <a:pt x="6" y="2"/>
                    <a:pt x="5" y="4"/>
                  </a:cubicBezTo>
                  <a:cubicBezTo>
                    <a:pt x="4" y="11"/>
                    <a:pt x="4" y="27"/>
                    <a:pt x="26" y="30"/>
                  </a:cubicBezTo>
                  <a:cubicBezTo>
                    <a:pt x="26" y="30"/>
                    <a:pt x="4" y="34"/>
                    <a:pt x="0" y="56"/>
                  </a:cubicBezTo>
                  <a:cubicBezTo>
                    <a:pt x="11" y="219"/>
                    <a:pt x="11" y="219"/>
                    <a:pt x="11" y="219"/>
                  </a:cubicBezTo>
                  <a:cubicBezTo>
                    <a:pt x="52" y="216"/>
                    <a:pt x="52" y="216"/>
                    <a:pt x="52" y="216"/>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71" id="71"/>
            <p:cNvSpPr/>
            <p:nvPr/>
          </p:nvSpPr>
          <p:spPr>
            <a:xfrm>
              <a:off x="5846753" y="2583099"/>
              <a:ext cx="733633" cy="1999408"/>
            </a:xfrm>
            <a:custGeom>
              <a:avLst/>
              <a:gdLst/>
              <a:ahLst/>
              <a:cxnLst/>
              <a:rect r="r" b="b" t="t" l="l"/>
              <a:pathLst>
                <a:path w="468" h="1352" stroke="true" fill="norm" extrusionOk="true">
                  <a:moveTo>
                    <a:pt x="468" y="970"/>
                  </a:moveTo>
                  <a:lnTo>
                    <a:pt x="427" y="1352"/>
                  </a:lnTo>
                  <a:lnTo>
                    <a:pt x="78" y="742"/>
                  </a:lnTo>
                  <a:lnTo>
                    <a:pt x="9" y="100"/>
                  </a:lnTo>
                  <a:lnTo>
                    <a:pt x="2" y="21"/>
                  </a:lnTo>
                  <a:lnTo>
                    <a:pt x="0" y="0"/>
                  </a:lnTo>
                  <a:lnTo>
                    <a:pt x="190" y="0"/>
                  </a:lnTo>
                  <a:lnTo>
                    <a:pt x="190" y="12"/>
                  </a:lnTo>
                  <a:lnTo>
                    <a:pt x="197" y="59"/>
                  </a:lnTo>
                  <a:lnTo>
                    <a:pt x="285" y="656"/>
                  </a:lnTo>
                  <a:lnTo>
                    <a:pt x="468" y="970"/>
                  </a:lnTo>
                  <a:close/>
                </a:path>
              </a:pathLst>
            </a:custGeom>
            <a:solidFill>
              <a:schemeClr val="accent1">
                <a:lumMod val="75000"/>
              </a:schemeClr>
            </a:solidFill>
            <a:ln>
              <a:noFill/>
            </a:ln>
          </p:spPr>
          <p:txBody>
            <a:bodyPr vert="horz" anchor="t" wrap="square" tIns="45720" lIns="91440" bIns="45720" rIns="91440">
              <a:prstTxWarp prst="textNoShape">
                <a:avLst/>
              </a:prstTxWarp>
            </a:bodyPr>
            <a:p>
              <a:pPr algn="l" marL="0"/>
            </a:p>
          </p:txBody>
        </p:sp>
        <p:sp>
          <p:nvSpPr>
            <p:cNvPr name="Freeform 72" id="72"/>
            <p:cNvSpPr/>
            <p:nvPr/>
          </p:nvSpPr>
          <p:spPr>
            <a:xfrm>
              <a:off x="5849888" y="2600844"/>
              <a:ext cx="305680" cy="130140"/>
            </a:xfrm>
            <a:custGeom>
              <a:avLst/>
              <a:gdLst/>
              <a:ahLst/>
              <a:cxnLst/>
              <a:rect r="r" b="b" t="t" l="l"/>
              <a:pathLst>
                <a:path w="195" h="88" stroke="true" fill="norm" extrusionOk="true">
                  <a:moveTo>
                    <a:pt x="188" y="0"/>
                  </a:moveTo>
                  <a:lnTo>
                    <a:pt x="0" y="9"/>
                  </a:lnTo>
                  <a:lnTo>
                    <a:pt x="7" y="88"/>
                  </a:lnTo>
                  <a:lnTo>
                    <a:pt x="195" y="47"/>
                  </a:lnTo>
                  <a:lnTo>
                    <a:pt x="188" y="0"/>
                  </a:lnTo>
                  <a:close/>
                </a:path>
              </a:pathLst>
            </a:custGeom>
            <a:solidFill>
              <a:srgbClr val="0051A3"/>
            </a:solidFill>
            <a:ln>
              <a:noFill/>
            </a:ln>
          </p:spPr>
          <p:txBody>
            <a:bodyPr vert="horz" anchor="t" wrap="square" tIns="45720" lIns="91440" bIns="45720" rIns="91440">
              <a:prstTxWarp prst="textNoShape">
                <a:avLst/>
              </a:prstTxWarp>
            </a:bodyPr>
            <a:p>
              <a:pPr algn="l" marL="0"/>
            </a:p>
          </p:txBody>
        </p:sp>
        <p:sp>
          <p:nvSpPr>
            <p:cNvPr name="Freeform 73" id="73"/>
            <p:cNvSpPr/>
            <p:nvPr/>
          </p:nvSpPr>
          <p:spPr>
            <a:xfrm>
              <a:off x="5849888" y="2600844"/>
              <a:ext cx="305680" cy="130140"/>
            </a:xfrm>
            <a:custGeom>
              <a:avLst/>
              <a:gdLst/>
              <a:ahLst/>
              <a:cxnLst/>
              <a:rect r="r" b="b" t="t" l="l"/>
              <a:pathLst>
                <a:path w="195" h="88" stroke="true" fill="norm" extrusionOk="true">
                  <a:moveTo>
                    <a:pt x="188" y="0"/>
                  </a:moveTo>
                  <a:lnTo>
                    <a:pt x="0" y="9"/>
                  </a:lnTo>
                  <a:lnTo>
                    <a:pt x="7" y="88"/>
                  </a:lnTo>
                  <a:lnTo>
                    <a:pt x="195" y="47"/>
                  </a:lnTo>
                  <a:lnTo>
                    <a:pt x="188" y="0"/>
                  </a:lnTo>
                </a:path>
              </a:pathLst>
            </a:custGeom>
            <a:noFill/>
            <a:ln>
              <a:noFill/>
            </a:ln>
          </p:spPr>
          <p:txBody>
            <a:bodyPr vert="horz" anchor="t" wrap="square" tIns="45720" lIns="91440" bIns="45720" rIns="91440">
              <a:prstTxWarp prst="textNoShape">
                <a:avLst/>
              </a:prstTxWarp>
            </a:bodyPr>
            <a:p>
              <a:pPr algn="l" marL="0"/>
            </a:p>
          </p:txBody>
        </p:sp>
        <p:sp>
          <p:nvSpPr>
            <p:cNvPr name="Freeform 74" id="74"/>
            <p:cNvSpPr/>
            <p:nvPr/>
          </p:nvSpPr>
          <p:spPr>
            <a:xfrm>
              <a:off x="6367195" y="3578364"/>
              <a:ext cx="1141210" cy="1777581"/>
            </a:xfrm>
            <a:custGeom>
              <a:avLst/>
              <a:gdLst/>
              <a:ahLst/>
              <a:cxnLst/>
              <a:rect r="r" b="b" t="t" l="l"/>
              <a:pathLst>
                <a:path w="306" h="506" stroke="true" fill="norm" extrusionOk="true">
                  <a:moveTo>
                    <a:pt x="306" y="217"/>
                  </a:moveTo>
                  <a:cubicBezTo>
                    <a:pt x="306" y="506"/>
                    <a:pt x="306" y="506"/>
                    <a:pt x="306" y="506"/>
                  </a:cubicBezTo>
                  <a:cubicBezTo>
                    <a:pt x="0" y="506"/>
                    <a:pt x="0" y="506"/>
                    <a:pt x="0" y="506"/>
                  </a:cubicBezTo>
                  <a:cubicBezTo>
                    <a:pt x="0" y="217"/>
                    <a:pt x="0" y="217"/>
                    <a:pt x="0" y="217"/>
                  </a:cubicBezTo>
                  <a:cubicBezTo>
                    <a:pt x="25" y="178"/>
                    <a:pt x="43" y="121"/>
                    <a:pt x="47" y="107"/>
                  </a:cubicBezTo>
                  <a:cubicBezTo>
                    <a:pt x="54" y="103"/>
                    <a:pt x="54" y="103"/>
                    <a:pt x="54" y="103"/>
                  </a:cubicBezTo>
                  <a:cubicBezTo>
                    <a:pt x="94" y="85"/>
                    <a:pt x="94" y="85"/>
                    <a:pt x="94" y="85"/>
                  </a:cubicBezTo>
                  <a:cubicBezTo>
                    <a:pt x="105" y="80"/>
                    <a:pt x="105" y="80"/>
                    <a:pt x="105" y="80"/>
                  </a:cubicBezTo>
                  <a:cubicBezTo>
                    <a:pt x="106" y="80"/>
                    <a:pt x="106" y="80"/>
                    <a:pt x="106" y="80"/>
                  </a:cubicBezTo>
                  <a:cubicBezTo>
                    <a:pt x="107" y="67"/>
                    <a:pt x="107" y="67"/>
                    <a:pt x="107" y="67"/>
                  </a:cubicBezTo>
                  <a:cubicBezTo>
                    <a:pt x="111" y="24"/>
                    <a:pt x="111" y="24"/>
                    <a:pt x="111" y="24"/>
                  </a:cubicBezTo>
                  <a:cubicBezTo>
                    <a:pt x="114" y="0"/>
                    <a:pt x="114" y="0"/>
                    <a:pt x="114" y="0"/>
                  </a:cubicBezTo>
                  <a:cubicBezTo>
                    <a:pt x="153" y="5"/>
                    <a:pt x="153" y="5"/>
                    <a:pt x="153" y="5"/>
                  </a:cubicBezTo>
                  <a:cubicBezTo>
                    <a:pt x="192" y="0"/>
                    <a:pt x="192" y="0"/>
                    <a:pt x="192" y="0"/>
                  </a:cubicBezTo>
                  <a:cubicBezTo>
                    <a:pt x="194" y="24"/>
                    <a:pt x="194" y="24"/>
                    <a:pt x="194" y="24"/>
                  </a:cubicBezTo>
                  <a:cubicBezTo>
                    <a:pt x="198" y="67"/>
                    <a:pt x="198" y="67"/>
                    <a:pt x="198" y="67"/>
                  </a:cubicBezTo>
                  <a:cubicBezTo>
                    <a:pt x="199" y="80"/>
                    <a:pt x="199" y="80"/>
                    <a:pt x="199" y="80"/>
                  </a:cubicBezTo>
                  <a:cubicBezTo>
                    <a:pt x="201" y="80"/>
                    <a:pt x="201" y="80"/>
                    <a:pt x="201" y="80"/>
                  </a:cubicBezTo>
                  <a:cubicBezTo>
                    <a:pt x="212" y="85"/>
                    <a:pt x="212" y="85"/>
                    <a:pt x="212" y="85"/>
                  </a:cubicBezTo>
                  <a:cubicBezTo>
                    <a:pt x="259" y="107"/>
                    <a:pt x="259" y="107"/>
                    <a:pt x="259" y="107"/>
                  </a:cubicBezTo>
                  <a:cubicBezTo>
                    <a:pt x="262" y="117"/>
                    <a:pt x="272" y="148"/>
                    <a:pt x="286" y="179"/>
                  </a:cubicBezTo>
                  <a:cubicBezTo>
                    <a:pt x="292" y="193"/>
                    <a:pt x="299" y="206"/>
                    <a:pt x="306" y="217"/>
                  </a:cubicBezTo>
                </a:path>
              </a:pathLst>
            </a:custGeom>
            <a:solidFill>
              <a:schemeClr val="accent1"/>
            </a:solidFill>
            <a:ln>
              <a:noFill/>
            </a:ln>
          </p:spPr>
          <p:txBody>
            <a:bodyPr vert="horz" anchor="t" wrap="square" tIns="45720" lIns="91440" bIns="45720" rIns="91440">
              <a:prstTxWarp prst="textNoShape">
                <a:avLst/>
              </a:prstTxWarp>
            </a:bodyPr>
            <a:p>
              <a:pPr algn="l" marL="0"/>
            </a:p>
          </p:txBody>
        </p:sp>
        <p:sp>
          <p:nvSpPr>
            <p:cNvPr name="Freeform 75" id="75"/>
            <p:cNvSpPr/>
            <p:nvPr/>
          </p:nvSpPr>
          <p:spPr>
            <a:xfrm>
              <a:off x="6569413" y="3578364"/>
              <a:ext cx="863746" cy="730553"/>
            </a:xfrm>
            <a:custGeom>
              <a:avLst/>
              <a:gdLst/>
              <a:ahLst/>
              <a:cxnLst/>
              <a:rect r="r" b="b" t="t" l="l"/>
              <a:pathLst>
                <a:path w="232" h="208" stroke="true" fill="norm" extrusionOk="true">
                  <a:moveTo>
                    <a:pt x="232" y="179"/>
                  </a:moveTo>
                  <a:cubicBezTo>
                    <a:pt x="107" y="208"/>
                    <a:pt x="28" y="136"/>
                    <a:pt x="0" y="103"/>
                  </a:cubicBezTo>
                  <a:cubicBezTo>
                    <a:pt x="40" y="85"/>
                    <a:pt x="40" y="85"/>
                    <a:pt x="40" y="85"/>
                  </a:cubicBezTo>
                  <a:cubicBezTo>
                    <a:pt x="51" y="80"/>
                    <a:pt x="51" y="80"/>
                    <a:pt x="51" y="80"/>
                  </a:cubicBezTo>
                  <a:cubicBezTo>
                    <a:pt x="52" y="80"/>
                    <a:pt x="52" y="80"/>
                    <a:pt x="52" y="80"/>
                  </a:cubicBezTo>
                  <a:cubicBezTo>
                    <a:pt x="53" y="67"/>
                    <a:pt x="53" y="67"/>
                    <a:pt x="53" y="67"/>
                  </a:cubicBezTo>
                  <a:cubicBezTo>
                    <a:pt x="57" y="24"/>
                    <a:pt x="57" y="24"/>
                    <a:pt x="57" y="24"/>
                  </a:cubicBezTo>
                  <a:cubicBezTo>
                    <a:pt x="60" y="0"/>
                    <a:pt x="60" y="0"/>
                    <a:pt x="60" y="0"/>
                  </a:cubicBezTo>
                  <a:cubicBezTo>
                    <a:pt x="99" y="5"/>
                    <a:pt x="99" y="5"/>
                    <a:pt x="99" y="5"/>
                  </a:cubicBezTo>
                  <a:cubicBezTo>
                    <a:pt x="138" y="0"/>
                    <a:pt x="138" y="0"/>
                    <a:pt x="138" y="0"/>
                  </a:cubicBezTo>
                  <a:cubicBezTo>
                    <a:pt x="140" y="24"/>
                    <a:pt x="140" y="24"/>
                    <a:pt x="140" y="24"/>
                  </a:cubicBezTo>
                  <a:cubicBezTo>
                    <a:pt x="144" y="67"/>
                    <a:pt x="144" y="67"/>
                    <a:pt x="144" y="67"/>
                  </a:cubicBezTo>
                  <a:cubicBezTo>
                    <a:pt x="145" y="80"/>
                    <a:pt x="145" y="80"/>
                    <a:pt x="145" y="80"/>
                  </a:cubicBezTo>
                  <a:cubicBezTo>
                    <a:pt x="147" y="80"/>
                    <a:pt x="147" y="80"/>
                    <a:pt x="147" y="80"/>
                  </a:cubicBezTo>
                  <a:cubicBezTo>
                    <a:pt x="158" y="85"/>
                    <a:pt x="158" y="85"/>
                    <a:pt x="158" y="85"/>
                  </a:cubicBezTo>
                  <a:cubicBezTo>
                    <a:pt x="205" y="107"/>
                    <a:pt x="205" y="107"/>
                    <a:pt x="205" y="107"/>
                  </a:cubicBezTo>
                  <a:cubicBezTo>
                    <a:pt x="208" y="117"/>
                    <a:pt x="218" y="148"/>
                    <a:pt x="232" y="179"/>
                  </a:cubicBezTo>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76" id="76"/>
            <p:cNvSpPr/>
            <p:nvPr/>
          </p:nvSpPr>
          <p:spPr>
            <a:xfrm>
              <a:off x="6561576" y="3195342"/>
              <a:ext cx="170869" cy="445135"/>
            </a:xfrm>
            <a:custGeom>
              <a:avLst/>
              <a:gdLst/>
              <a:ahLst/>
              <a:cxnLst/>
              <a:rect r="r" b="b" t="t" l="l"/>
              <a:pathLst>
                <a:path w="46" h="127" stroke="true" fill="norm" extrusionOk="true">
                  <a:moveTo>
                    <a:pt x="40" y="99"/>
                  </a:moveTo>
                  <a:cubicBezTo>
                    <a:pt x="40" y="92"/>
                    <a:pt x="44" y="85"/>
                    <a:pt x="45" y="78"/>
                  </a:cubicBezTo>
                  <a:cubicBezTo>
                    <a:pt x="45" y="70"/>
                    <a:pt x="40" y="62"/>
                    <a:pt x="40" y="53"/>
                  </a:cubicBezTo>
                  <a:cubicBezTo>
                    <a:pt x="41" y="47"/>
                    <a:pt x="44" y="42"/>
                    <a:pt x="43" y="36"/>
                  </a:cubicBezTo>
                  <a:cubicBezTo>
                    <a:pt x="42" y="34"/>
                    <a:pt x="40" y="31"/>
                    <a:pt x="40" y="28"/>
                  </a:cubicBezTo>
                  <a:cubicBezTo>
                    <a:pt x="38" y="21"/>
                    <a:pt x="42" y="12"/>
                    <a:pt x="37" y="6"/>
                  </a:cubicBezTo>
                  <a:cubicBezTo>
                    <a:pt x="34" y="3"/>
                    <a:pt x="30" y="2"/>
                    <a:pt x="25" y="2"/>
                  </a:cubicBezTo>
                  <a:cubicBezTo>
                    <a:pt x="20" y="1"/>
                    <a:pt x="15" y="0"/>
                    <a:pt x="11" y="2"/>
                  </a:cubicBezTo>
                  <a:cubicBezTo>
                    <a:pt x="5" y="5"/>
                    <a:pt x="2" y="12"/>
                    <a:pt x="2" y="19"/>
                  </a:cubicBezTo>
                  <a:cubicBezTo>
                    <a:pt x="1" y="21"/>
                    <a:pt x="2" y="23"/>
                    <a:pt x="3" y="25"/>
                  </a:cubicBezTo>
                  <a:cubicBezTo>
                    <a:pt x="3" y="26"/>
                    <a:pt x="4" y="27"/>
                    <a:pt x="5" y="29"/>
                  </a:cubicBezTo>
                  <a:cubicBezTo>
                    <a:pt x="6" y="30"/>
                    <a:pt x="5" y="31"/>
                    <a:pt x="5" y="33"/>
                  </a:cubicBezTo>
                  <a:cubicBezTo>
                    <a:pt x="5" y="38"/>
                    <a:pt x="3" y="44"/>
                    <a:pt x="5" y="49"/>
                  </a:cubicBezTo>
                  <a:cubicBezTo>
                    <a:pt x="6" y="52"/>
                    <a:pt x="7" y="54"/>
                    <a:pt x="8" y="56"/>
                  </a:cubicBezTo>
                  <a:cubicBezTo>
                    <a:pt x="10" y="62"/>
                    <a:pt x="7" y="68"/>
                    <a:pt x="4" y="73"/>
                  </a:cubicBezTo>
                  <a:cubicBezTo>
                    <a:pt x="2" y="79"/>
                    <a:pt x="0" y="86"/>
                    <a:pt x="4" y="90"/>
                  </a:cubicBezTo>
                  <a:cubicBezTo>
                    <a:pt x="5" y="92"/>
                    <a:pt x="6" y="93"/>
                    <a:pt x="7" y="94"/>
                  </a:cubicBezTo>
                  <a:cubicBezTo>
                    <a:pt x="9" y="98"/>
                    <a:pt x="5" y="104"/>
                    <a:pt x="7" y="109"/>
                  </a:cubicBezTo>
                  <a:cubicBezTo>
                    <a:pt x="8" y="112"/>
                    <a:pt x="11" y="114"/>
                    <a:pt x="15" y="115"/>
                  </a:cubicBezTo>
                  <a:cubicBezTo>
                    <a:pt x="18" y="116"/>
                    <a:pt x="22" y="117"/>
                    <a:pt x="24" y="119"/>
                  </a:cubicBezTo>
                  <a:cubicBezTo>
                    <a:pt x="26" y="120"/>
                    <a:pt x="26" y="122"/>
                    <a:pt x="28" y="123"/>
                  </a:cubicBezTo>
                  <a:cubicBezTo>
                    <a:pt x="30" y="126"/>
                    <a:pt x="33" y="126"/>
                    <a:pt x="36" y="127"/>
                  </a:cubicBezTo>
                  <a:cubicBezTo>
                    <a:pt x="39" y="127"/>
                    <a:pt x="42" y="126"/>
                    <a:pt x="44" y="124"/>
                  </a:cubicBezTo>
                  <a:cubicBezTo>
                    <a:pt x="45" y="122"/>
                    <a:pt x="46" y="120"/>
                    <a:pt x="45" y="118"/>
                  </a:cubicBezTo>
                  <a:cubicBezTo>
                    <a:pt x="45" y="111"/>
                    <a:pt x="41" y="106"/>
                    <a:pt x="40" y="99"/>
                  </a:cubicBezTo>
                </a:path>
              </a:pathLst>
            </a:custGeom>
            <a:solidFill>
              <a:srgbClr val="371D1C"/>
            </a:solidFill>
            <a:ln>
              <a:noFill/>
            </a:ln>
          </p:spPr>
          <p:txBody>
            <a:bodyPr vert="horz" anchor="t" wrap="square" tIns="45720" lIns="91440" bIns="45720" rIns="91440">
              <a:prstTxWarp prst="textNoShape">
                <a:avLst/>
              </a:prstTxWarp>
            </a:bodyPr>
            <a:p>
              <a:pPr algn="l" marL="0"/>
            </a:p>
          </p:txBody>
        </p:sp>
        <p:sp>
          <p:nvSpPr>
            <p:cNvPr name="Freeform 77" id="77"/>
            <p:cNvSpPr/>
            <p:nvPr/>
          </p:nvSpPr>
          <p:spPr>
            <a:xfrm>
              <a:off x="7143152" y="3195342"/>
              <a:ext cx="170869" cy="445135"/>
            </a:xfrm>
            <a:custGeom>
              <a:avLst/>
              <a:gdLst/>
              <a:ahLst/>
              <a:cxnLst/>
              <a:rect r="r" b="b" t="t" l="l"/>
              <a:pathLst>
                <a:path w="46" h="127" stroke="true" fill="norm" extrusionOk="true">
                  <a:moveTo>
                    <a:pt x="5" y="99"/>
                  </a:moveTo>
                  <a:cubicBezTo>
                    <a:pt x="6" y="92"/>
                    <a:pt x="1" y="85"/>
                    <a:pt x="1" y="78"/>
                  </a:cubicBezTo>
                  <a:cubicBezTo>
                    <a:pt x="1" y="70"/>
                    <a:pt x="6" y="62"/>
                    <a:pt x="5" y="53"/>
                  </a:cubicBezTo>
                  <a:cubicBezTo>
                    <a:pt x="5" y="47"/>
                    <a:pt x="2" y="42"/>
                    <a:pt x="3" y="36"/>
                  </a:cubicBezTo>
                  <a:cubicBezTo>
                    <a:pt x="4" y="34"/>
                    <a:pt x="5" y="31"/>
                    <a:pt x="6" y="28"/>
                  </a:cubicBezTo>
                  <a:cubicBezTo>
                    <a:pt x="8" y="21"/>
                    <a:pt x="4" y="12"/>
                    <a:pt x="9" y="6"/>
                  </a:cubicBezTo>
                  <a:cubicBezTo>
                    <a:pt x="11" y="3"/>
                    <a:pt x="16" y="2"/>
                    <a:pt x="20" y="2"/>
                  </a:cubicBezTo>
                  <a:cubicBezTo>
                    <a:pt x="25" y="1"/>
                    <a:pt x="31" y="0"/>
                    <a:pt x="35" y="2"/>
                  </a:cubicBezTo>
                  <a:cubicBezTo>
                    <a:pt x="41" y="5"/>
                    <a:pt x="44" y="12"/>
                    <a:pt x="44" y="19"/>
                  </a:cubicBezTo>
                  <a:cubicBezTo>
                    <a:pt x="44" y="21"/>
                    <a:pt x="44" y="23"/>
                    <a:pt x="43" y="25"/>
                  </a:cubicBezTo>
                  <a:cubicBezTo>
                    <a:pt x="42" y="26"/>
                    <a:pt x="41" y="27"/>
                    <a:pt x="41" y="29"/>
                  </a:cubicBezTo>
                  <a:cubicBezTo>
                    <a:pt x="40" y="30"/>
                    <a:pt x="40" y="31"/>
                    <a:pt x="40" y="33"/>
                  </a:cubicBezTo>
                  <a:cubicBezTo>
                    <a:pt x="41" y="38"/>
                    <a:pt x="43" y="44"/>
                    <a:pt x="41" y="49"/>
                  </a:cubicBezTo>
                  <a:cubicBezTo>
                    <a:pt x="40" y="52"/>
                    <a:pt x="39" y="54"/>
                    <a:pt x="38" y="56"/>
                  </a:cubicBezTo>
                  <a:cubicBezTo>
                    <a:pt x="36" y="62"/>
                    <a:pt x="39" y="68"/>
                    <a:pt x="42" y="73"/>
                  </a:cubicBezTo>
                  <a:cubicBezTo>
                    <a:pt x="44" y="79"/>
                    <a:pt x="46" y="86"/>
                    <a:pt x="42" y="90"/>
                  </a:cubicBezTo>
                  <a:cubicBezTo>
                    <a:pt x="41" y="92"/>
                    <a:pt x="40" y="93"/>
                    <a:pt x="39" y="94"/>
                  </a:cubicBezTo>
                  <a:cubicBezTo>
                    <a:pt x="37" y="98"/>
                    <a:pt x="41" y="104"/>
                    <a:pt x="39" y="109"/>
                  </a:cubicBezTo>
                  <a:cubicBezTo>
                    <a:pt x="38" y="112"/>
                    <a:pt x="34" y="114"/>
                    <a:pt x="31" y="115"/>
                  </a:cubicBezTo>
                  <a:cubicBezTo>
                    <a:pt x="28" y="116"/>
                    <a:pt x="24" y="117"/>
                    <a:pt x="22" y="119"/>
                  </a:cubicBezTo>
                  <a:cubicBezTo>
                    <a:pt x="20" y="120"/>
                    <a:pt x="19" y="122"/>
                    <a:pt x="18" y="123"/>
                  </a:cubicBezTo>
                  <a:cubicBezTo>
                    <a:pt x="16" y="126"/>
                    <a:pt x="12" y="126"/>
                    <a:pt x="9" y="127"/>
                  </a:cubicBezTo>
                  <a:cubicBezTo>
                    <a:pt x="7" y="127"/>
                    <a:pt x="3" y="126"/>
                    <a:pt x="2" y="124"/>
                  </a:cubicBezTo>
                  <a:cubicBezTo>
                    <a:pt x="0" y="122"/>
                    <a:pt x="0" y="120"/>
                    <a:pt x="0" y="118"/>
                  </a:cubicBezTo>
                  <a:cubicBezTo>
                    <a:pt x="1" y="111"/>
                    <a:pt x="5" y="106"/>
                    <a:pt x="5" y="99"/>
                  </a:cubicBezTo>
                </a:path>
              </a:pathLst>
            </a:custGeom>
            <a:solidFill>
              <a:srgbClr val="371D1C"/>
            </a:solidFill>
            <a:ln>
              <a:noFill/>
            </a:ln>
          </p:spPr>
          <p:txBody>
            <a:bodyPr vert="horz" anchor="t" wrap="square" tIns="45720" lIns="91440" bIns="45720" rIns="91440">
              <a:prstTxWarp prst="textNoShape">
                <a:avLst/>
              </a:prstTxWarp>
            </a:bodyPr>
            <a:p>
              <a:pPr algn="l" marL="0"/>
            </a:p>
          </p:txBody>
        </p:sp>
        <p:sp>
          <p:nvSpPr>
            <p:cNvPr name="Freeform 78" id="78"/>
            <p:cNvSpPr/>
            <p:nvPr/>
          </p:nvSpPr>
          <p:spPr>
            <a:xfrm>
              <a:off x="6531792" y="3335832"/>
              <a:ext cx="122272" cy="199645"/>
            </a:xfrm>
            <a:custGeom>
              <a:avLst/>
              <a:gdLst/>
              <a:ahLst/>
              <a:cxnLst/>
              <a:rect r="r" b="b" t="t" l="l"/>
              <a:pathLst>
                <a:path w="33" h="57" stroke="true" fill="norm" extrusionOk="true">
                  <a:moveTo>
                    <a:pt x="33" y="57"/>
                  </a:moveTo>
                  <a:cubicBezTo>
                    <a:pt x="29" y="56"/>
                    <a:pt x="24" y="55"/>
                    <a:pt x="21" y="53"/>
                  </a:cubicBezTo>
                  <a:cubicBezTo>
                    <a:pt x="0" y="39"/>
                    <a:pt x="4" y="4"/>
                    <a:pt x="13" y="1"/>
                  </a:cubicBezTo>
                  <a:cubicBezTo>
                    <a:pt x="16" y="0"/>
                    <a:pt x="19" y="0"/>
                    <a:pt x="21" y="1"/>
                  </a:cubicBezTo>
                  <a:cubicBezTo>
                    <a:pt x="28" y="4"/>
                    <a:pt x="33" y="12"/>
                    <a:pt x="33" y="12"/>
                  </a:cubicBezTo>
                  <a:cubicBezTo>
                    <a:pt x="33" y="57"/>
                    <a:pt x="33" y="57"/>
                    <a:pt x="33" y="57"/>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79" id="79"/>
            <p:cNvSpPr/>
            <p:nvPr/>
          </p:nvSpPr>
          <p:spPr>
            <a:xfrm>
              <a:off x="7216830" y="3335832"/>
              <a:ext cx="126975" cy="199645"/>
            </a:xfrm>
            <a:custGeom>
              <a:avLst/>
              <a:gdLst/>
              <a:ahLst/>
              <a:cxnLst/>
              <a:rect r="r" b="b" t="t" l="l"/>
              <a:pathLst>
                <a:path w="34" h="57" stroke="true" fill="norm" extrusionOk="true">
                  <a:moveTo>
                    <a:pt x="13" y="53"/>
                  </a:moveTo>
                  <a:cubicBezTo>
                    <a:pt x="9" y="55"/>
                    <a:pt x="5" y="56"/>
                    <a:pt x="0" y="57"/>
                  </a:cubicBezTo>
                  <a:cubicBezTo>
                    <a:pt x="1" y="12"/>
                    <a:pt x="1" y="12"/>
                    <a:pt x="1" y="12"/>
                  </a:cubicBezTo>
                  <a:cubicBezTo>
                    <a:pt x="1" y="12"/>
                    <a:pt x="6" y="4"/>
                    <a:pt x="13" y="1"/>
                  </a:cubicBezTo>
                  <a:cubicBezTo>
                    <a:pt x="15" y="0"/>
                    <a:pt x="18" y="0"/>
                    <a:pt x="21" y="1"/>
                  </a:cubicBezTo>
                  <a:cubicBezTo>
                    <a:pt x="30" y="4"/>
                    <a:pt x="34" y="39"/>
                    <a:pt x="13" y="53"/>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80" id="80"/>
            <p:cNvSpPr/>
            <p:nvPr/>
          </p:nvSpPr>
          <p:spPr>
            <a:xfrm>
              <a:off x="6610170" y="3346186"/>
              <a:ext cx="26649" cy="186336"/>
            </a:xfrm>
            <a:custGeom>
              <a:avLst/>
              <a:gdLst/>
              <a:ahLst/>
              <a:cxnLst/>
              <a:rect r="r" b="b" t="t" l="l"/>
              <a:pathLst>
                <a:path w="7" h="53" stroke="true" fill="norm" extrusionOk="true">
                  <a:moveTo>
                    <a:pt x="0" y="21"/>
                  </a:moveTo>
                  <a:cubicBezTo>
                    <a:pt x="0" y="50"/>
                    <a:pt x="0" y="50"/>
                    <a:pt x="0" y="50"/>
                  </a:cubicBezTo>
                  <a:cubicBezTo>
                    <a:pt x="2" y="51"/>
                    <a:pt x="4" y="52"/>
                    <a:pt x="7" y="53"/>
                  </a:cubicBezTo>
                  <a:cubicBezTo>
                    <a:pt x="7" y="39"/>
                    <a:pt x="7" y="39"/>
                    <a:pt x="7" y="39"/>
                  </a:cubicBezTo>
                  <a:cubicBezTo>
                    <a:pt x="7" y="39"/>
                    <a:pt x="6" y="39"/>
                    <a:pt x="6" y="39"/>
                  </a:cubicBezTo>
                  <a:cubicBezTo>
                    <a:pt x="4" y="39"/>
                    <a:pt x="3" y="37"/>
                    <a:pt x="3" y="35"/>
                  </a:cubicBezTo>
                  <a:cubicBezTo>
                    <a:pt x="3" y="33"/>
                    <a:pt x="3" y="32"/>
                    <a:pt x="3" y="30"/>
                  </a:cubicBezTo>
                  <a:cubicBezTo>
                    <a:pt x="2" y="27"/>
                    <a:pt x="1" y="24"/>
                    <a:pt x="0" y="21"/>
                  </a:cubicBezTo>
                  <a:moveTo>
                    <a:pt x="0" y="0"/>
                  </a:moveTo>
                  <a:cubicBezTo>
                    <a:pt x="0" y="15"/>
                    <a:pt x="0" y="15"/>
                    <a:pt x="0" y="15"/>
                  </a:cubicBezTo>
                  <a:cubicBezTo>
                    <a:pt x="0" y="14"/>
                    <a:pt x="1" y="13"/>
                    <a:pt x="1" y="11"/>
                  </a:cubicBezTo>
                  <a:cubicBezTo>
                    <a:pt x="1" y="8"/>
                    <a:pt x="1" y="4"/>
                    <a:pt x="0"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81" id="81"/>
            <p:cNvSpPr/>
            <p:nvPr/>
          </p:nvSpPr>
          <p:spPr>
            <a:xfrm>
              <a:off x="7240344" y="3346186"/>
              <a:ext cx="25080" cy="186336"/>
            </a:xfrm>
            <a:custGeom>
              <a:avLst/>
              <a:gdLst/>
              <a:ahLst/>
              <a:cxnLst/>
              <a:rect r="r" b="b" t="t" l="l"/>
              <a:pathLst>
                <a:path w="7" h="53" stroke="true" fill="norm" extrusionOk="true">
                  <a:moveTo>
                    <a:pt x="7" y="21"/>
                  </a:moveTo>
                  <a:cubicBezTo>
                    <a:pt x="6" y="24"/>
                    <a:pt x="5" y="27"/>
                    <a:pt x="4" y="30"/>
                  </a:cubicBezTo>
                  <a:cubicBezTo>
                    <a:pt x="4" y="32"/>
                    <a:pt x="4" y="33"/>
                    <a:pt x="4" y="35"/>
                  </a:cubicBezTo>
                  <a:cubicBezTo>
                    <a:pt x="3" y="37"/>
                    <a:pt x="2" y="39"/>
                    <a:pt x="1" y="39"/>
                  </a:cubicBezTo>
                  <a:cubicBezTo>
                    <a:pt x="0" y="39"/>
                    <a:pt x="0" y="39"/>
                    <a:pt x="0" y="39"/>
                  </a:cubicBezTo>
                  <a:cubicBezTo>
                    <a:pt x="0" y="53"/>
                    <a:pt x="0" y="53"/>
                    <a:pt x="0" y="53"/>
                  </a:cubicBezTo>
                  <a:cubicBezTo>
                    <a:pt x="2" y="52"/>
                    <a:pt x="5" y="51"/>
                    <a:pt x="7" y="50"/>
                  </a:cubicBezTo>
                  <a:cubicBezTo>
                    <a:pt x="7" y="21"/>
                    <a:pt x="7" y="21"/>
                    <a:pt x="7" y="21"/>
                  </a:cubicBezTo>
                  <a:moveTo>
                    <a:pt x="7" y="0"/>
                  </a:moveTo>
                  <a:cubicBezTo>
                    <a:pt x="6" y="4"/>
                    <a:pt x="6" y="8"/>
                    <a:pt x="6" y="11"/>
                  </a:cubicBezTo>
                  <a:cubicBezTo>
                    <a:pt x="6" y="13"/>
                    <a:pt x="6" y="14"/>
                    <a:pt x="7" y="15"/>
                  </a:cubicBezTo>
                  <a:cubicBezTo>
                    <a:pt x="7" y="0"/>
                    <a:pt x="7" y="0"/>
                    <a:pt x="7"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AutoShape 82" id="82"/>
            <p:cNvSpPr/>
            <p:nvPr/>
          </p:nvSpPr>
          <p:spPr>
            <a:xfrm>
              <a:off x="6367195" y="4431663"/>
              <a:ext cx="1141210" cy="91690"/>
            </a:xfrm>
            <a:prstGeom prst="rect">
              <a:avLst/>
            </a:prstGeom>
            <a:solidFill>
              <a:srgbClr val="FFFFFF"/>
            </a:solidFill>
            <a:ln>
              <a:noFill/>
            </a:ln>
          </p:spPr>
          <p:txBody>
            <a:bodyPr vert="horz" anchor="t" wrap="square" tIns="45720" lIns="91440" bIns="45720" rIns="91440">
              <a:prstTxWarp prst="textNoShape">
                <a:avLst/>
              </a:prstTxWarp>
            </a:bodyPr>
            <a:p>
              <a:pPr algn="l" marL="0"/>
            </a:p>
          </p:txBody>
        </p:sp>
        <p:sp>
          <p:nvSpPr>
            <p:cNvPr name="AutoShape 83" id="83"/>
            <p:cNvSpPr/>
            <p:nvPr/>
          </p:nvSpPr>
          <p:spPr>
            <a:xfrm>
              <a:off x="6367195" y="4582505"/>
              <a:ext cx="1141210" cy="60635"/>
            </a:xfrm>
            <a:prstGeom prst="rect">
              <a:avLst/>
            </a:prstGeom>
            <a:solidFill>
              <a:srgbClr val="FFFFFF"/>
            </a:solidFill>
            <a:ln>
              <a:noFill/>
            </a:ln>
          </p:spPr>
          <p:txBody>
            <a:bodyPr vert="horz" anchor="t" wrap="square" tIns="45720" lIns="91440" bIns="45720" rIns="91440">
              <a:prstTxWarp prst="textNoShape">
                <a:avLst/>
              </a:prstTxWarp>
            </a:bodyPr>
            <a:p>
              <a:pPr algn="l" marL="0"/>
            </a:p>
          </p:txBody>
        </p:sp>
        <p:sp>
          <p:nvSpPr>
            <p:cNvPr name="Freeform 84" id="84"/>
            <p:cNvSpPr/>
            <p:nvPr/>
          </p:nvSpPr>
          <p:spPr>
            <a:xfrm>
              <a:off x="6718335" y="3859346"/>
              <a:ext cx="438926" cy="1496600"/>
            </a:xfrm>
            <a:custGeom>
              <a:avLst/>
              <a:gdLst/>
              <a:ahLst/>
              <a:cxnLst/>
              <a:rect r="r" b="b" t="t" l="l"/>
              <a:pathLst>
                <a:path w="280" h="1012" stroke="true" fill="norm" extrusionOk="true">
                  <a:moveTo>
                    <a:pt x="280" y="12"/>
                  </a:moveTo>
                  <a:lnTo>
                    <a:pt x="280" y="1012"/>
                  </a:lnTo>
                  <a:lnTo>
                    <a:pt x="0" y="1012"/>
                  </a:lnTo>
                  <a:lnTo>
                    <a:pt x="0" y="12"/>
                  </a:lnTo>
                  <a:lnTo>
                    <a:pt x="26" y="0"/>
                  </a:lnTo>
                  <a:lnTo>
                    <a:pt x="28" y="0"/>
                  </a:lnTo>
                  <a:lnTo>
                    <a:pt x="249" y="0"/>
                  </a:lnTo>
                  <a:lnTo>
                    <a:pt x="254" y="0"/>
                  </a:lnTo>
                  <a:lnTo>
                    <a:pt x="280" y="12"/>
                  </a:lnTo>
                  <a:close/>
                </a:path>
              </a:pathLst>
            </a:custGeom>
            <a:solidFill>
              <a:srgbClr val="FFFFFF"/>
            </a:solidFill>
            <a:ln>
              <a:noFill/>
            </a:ln>
          </p:spPr>
          <p:txBody>
            <a:bodyPr vert="horz" anchor="t" wrap="square" tIns="45720" lIns="91440" bIns="45720" rIns="91440">
              <a:prstTxWarp prst="textNoShape">
                <a:avLst/>
              </a:prstTxWarp>
            </a:bodyPr>
            <a:p>
              <a:pPr algn="l" marL="0"/>
            </a:p>
          </p:txBody>
        </p:sp>
        <p:sp>
          <p:nvSpPr>
            <p:cNvPr name="Freeform 85" id="85"/>
            <p:cNvSpPr/>
            <p:nvPr/>
          </p:nvSpPr>
          <p:spPr>
            <a:xfrm>
              <a:off x="6718335" y="3859346"/>
              <a:ext cx="438926" cy="1496600"/>
            </a:xfrm>
            <a:custGeom>
              <a:avLst/>
              <a:gdLst/>
              <a:ahLst/>
              <a:cxnLst/>
              <a:rect r="r" b="b" t="t" l="l"/>
              <a:pathLst>
                <a:path w="280" h="1012" stroke="true" fill="norm" extrusionOk="true">
                  <a:moveTo>
                    <a:pt x="280" y="12"/>
                  </a:moveTo>
                  <a:lnTo>
                    <a:pt x="280" y="1012"/>
                  </a:lnTo>
                  <a:lnTo>
                    <a:pt x="0" y="1012"/>
                  </a:lnTo>
                  <a:lnTo>
                    <a:pt x="0" y="12"/>
                  </a:lnTo>
                  <a:lnTo>
                    <a:pt x="26" y="0"/>
                  </a:lnTo>
                  <a:lnTo>
                    <a:pt x="28" y="0"/>
                  </a:lnTo>
                  <a:lnTo>
                    <a:pt x="249" y="0"/>
                  </a:lnTo>
                  <a:lnTo>
                    <a:pt x="254" y="0"/>
                  </a:lnTo>
                  <a:lnTo>
                    <a:pt x="280" y="12"/>
                  </a:lnTo>
                </a:path>
              </a:pathLst>
            </a:custGeom>
            <a:noFill/>
            <a:ln>
              <a:noFill/>
            </a:ln>
          </p:spPr>
          <p:txBody>
            <a:bodyPr vert="horz" anchor="t" wrap="square" tIns="45720" lIns="91440" bIns="45720" rIns="91440">
              <a:prstTxWarp prst="textNoShape">
                <a:avLst/>
              </a:prstTxWarp>
            </a:bodyPr>
            <a:p>
              <a:pPr algn="l" marL="0"/>
            </a:p>
          </p:txBody>
        </p:sp>
        <p:sp>
          <p:nvSpPr>
            <p:cNvPr name="Freeform 86" id="86"/>
            <p:cNvSpPr/>
            <p:nvPr/>
          </p:nvSpPr>
          <p:spPr>
            <a:xfrm>
              <a:off x="6718335" y="3859346"/>
              <a:ext cx="438926" cy="368235"/>
            </a:xfrm>
            <a:custGeom>
              <a:avLst/>
              <a:gdLst/>
              <a:ahLst/>
              <a:cxnLst/>
              <a:rect r="r" b="b" t="t" l="l"/>
              <a:pathLst>
                <a:path w="118" h="105" stroke="true" fill="norm" extrusionOk="true">
                  <a:moveTo>
                    <a:pt x="118" y="5"/>
                  </a:moveTo>
                  <a:cubicBezTo>
                    <a:pt x="118" y="105"/>
                    <a:pt x="118" y="105"/>
                    <a:pt x="118" y="105"/>
                  </a:cubicBezTo>
                  <a:cubicBezTo>
                    <a:pt x="67" y="102"/>
                    <a:pt x="28" y="82"/>
                    <a:pt x="0" y="61"/>
                  </a:cubicBezTo>
                  <a:cubicBezTo>
                    <a:pt x="0" y="5"/>
                    <a:pt x="0" y="5"/>
                    <a:pt x="0" y="5"/>
                  </a:cubicBezTo>
                  <a:cubicBezTo>
                    <a:pt x="11" y="0"/>
                    <a:pt x="11" y="0"/>
                    <a:pt x="11" y="0"/>
                  </a:cubicBezTo>
                  <a:cubicBezTo>
                    <a:pt x="12" y="0"/>
                    <a:pt x="12" y="0"/>
                    <a:pt x="12" y="0"/>
                  </a:cubicBezTo>
                  <a:cubicBezTo>
                    <a:pt x="105" y="0"/>
                    <a:pt x="105" y="0"/>
                    <a:pt x="105" y="0"/>
                  </a:cubicBezTo>
                  <a:cubicBezTo>
                    <a:pt x="107" y="0"/>
                    <a:pt x="107" y="0"/>
                    <a:pt x="107" y="0"/>
                  </a:cubicBezTo>
                  <a:cubicBezTo>
                    <a:pt x="118" y="5"/>
                    <a:pt x="118" y="5"/>
                    <a:pt x="118" y="5"/>
                  </a:cubicBezTo>
                </a:path>
              </a:pathLst>
            </a:custGeom>
            <a:solidFill>
              <a:schemeClr val="tx1">
                <a:alpha val="10000"/>
              </a:schemeClr>
            </a:solidFill>
            <a:ln>
              <a:noFill/>
            </a:ln>
          </p:spPr>
          <p:txBody>
            <a:bodyPr vert="horz" anchor="t" wrap="square" tIns="45720" lIns="91440" bIns="45720" rIns="91440">
              <a:prstTxWarp prst="textNoShape">
                <a:avLst/>
              </a:prstTxWarp>
            </a:bodyPr>
            <a:p>
              <a:pPr algn="l" marL="0"/>
            </a:p>
          </p:txBody>
        </p:sp>
        <p:sp>
          <p:nvSpPr>
            <p:cNvPr name="Freeform 87" id="87"/>
            <p:cNvSpPr/>
            <p:nvPr/>
          </p:nvSpPr>
          <p:spPr>
            <a:xfrm>
              <a:off x="6759092" y="3578364"/>
              <a:ext cx="357412" cy="439218"/>
            </a:xfrm>
            <a:custGeom>
              <a:avLst/>
              <a:gdLst/>
              <a:ahLst/>
              <a:cxnLst/>
              <a:rect r="r" b="b" t="t" l="l"/>
              <a:pathLst>
                <a:path w="96" h="125" stroke="true" fill="norm" extrusionOk="true">
                  <a:moveTo>
                    <a:pt x="96" y="80"/>
                  </a:moveTo>
                  <a:cubicBezTo>
                    <a:pt x="85" y="107"/>
                    <a:pt x="68" y="125"/>
                    <a:pt x="48" y="125"/>
                  </a:cubicBezTo>
                  <a:cubicBezTo>
                    <a:pt x="28" y="125"/>
                    <a:pt x="10" y="107"/>
                    <a:pt x="0" y="80"/>
                  </a:cubicBezTo>
                  <a:cubicBezTo>
                    <a:pt x="1" y="80"/>
                    <a:pt x="1" y="80"/>
                    <a:pt x="1" y="80"/>
                  </a:cubicBezTo>
                  <a:cubicBezTo>
                    <a:pt x="2" y="67"/>
                    <a:pt x="2" y="67"/>
                    <a:pt x="2" y="67"/>
                  </a:cubicBezTo>
                  <a:cubicBezTo>
                    <a:pt x="9" y="0"/>
                    <a:pt x="9" y="0"/>
                    <a:pt x="9" y="0"/>
                  </a:cubicBezTo>
                  <a:cubicBezTo>
                    <a:pt x="48" y="5"/>
                    <a:pt x="48" y="5"/>
                    <a:pt x="48" y="5"/>
                  </a:cubicBezTo>
                  <a:cubicBezTo>
                    <a:pt x="87" y="0"/>
                    <a:pt x="87" y="0"/>
                    <a:pt x="87" y="0"/>
                  </a:cubicBezTo>
                  <a:cubicBezTo>
                    <a:pt x="93" y="67"/>
                    <a:pt x="93" y="67"/>
                    <a:pt x="93" y="67"/>
                  </a:cubicBezTo>
                  <a:cubicBezTo>
                    <a:pt x="94" y="80"/>
                    <a:pt x="94" y="80"/>
                    <a:pt x="94" y="80"/>
                  </a:cubicBezTo>
                  <a:cubicBezTo>
                    <a:pt x="96" y="80"/>
                    <a:pt x="96" y="80"/>
                    <a:pt x="96" y="80"/>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88" id="88"/>
            <p:cNvSpPr/>
            <p:nvPr/>
          </p:nvSpPr>
          <p:spPr>
            <a:xfrm>
              <a:off x="6766931" y="3742517"/>
              <a:ext cx="338599" cy="162673"/>
            </a:xfrm>
            <a:custGeom>
              <a:avLst/>
              <a:gdLst/>
              <a:ahLst/>
              <a:cxnLst/>
              <a:rect r="r" b="b" t="t" l="l"/>
              <a:pathLst>
                <a:path w="91" h="46" stroke="true" fill="norm" extrusionOk="true">
                  <a:moveTo>
                    <a:pt x="2" y="0"/>
                  </a:moveTo>
                  <a:cubicBezTo>
                    <a:pt x="0" y="20"/>
                    <a:pt x="0" y="20"/>
                    <a:pt x="0" y="20"/>
                  </a:cubicBezTo>
                  <a:cubicBezTo>
                    <a:pt x="17" y="35"/>
                    <a:pt x="17" y="35"/>
                    <a:pt x="17" y="35"/>
                  </a:cubicBezTo>
                  <a:cubicBezTo>
                    <a:pt x="25" y="42"/>
                    <a:pt x="35" y="46"/>
                    <a:pt x="46" y="46"/>
                  </a:cubicBezTo>
                  <a:cubicBezTo>
                    <a:pt x="51" y="46"/>
                    <a:pt x="56" y="45"/>
                    <a:pt x="61" y="43"/>
                  </a:cubicBezTo>
                  <a:cubicBezTo>
                    <a:pt x="66" y="42"/>
                    <a:pt x="71" y="39"/>
                    <a:pt x="75" y="35"/>
                  </a:cubicBezTo>
                  <a:cubicBezTo>
                    <a:pt x="91" y="20"/>
                    <a:pt x="91" y="20"/>
                    <a:pt x="91" y="20"/>
                  </a:cubicBezTo>
                  <a:cubicBezTo>
                    <a:pt x="89" y="0"/>
                    <a:pt x="89" y="0"/>
                    <a:pt x="89" y="0"/>
                  </a:cubicBezTo>
                  <a:cubicBezTo>
                    <a:pt x="75" y="14"/>
                    <a:pt x="75" y="14"/>
                    <a:pt x="75" y="14"/>
                  </a:cubicBezTo>
                  <a:cubicBezTo>
                    <a:pt x="71" y="17"/>
                    <a:pt x="66" y="20"/>
                    <a:pt x="61" y="22"/>
                  </a:cubicBezTo>
                  <a:cubicBezTo>
                    <a:pt x="56" y="24"/>
                    <a:pt x="51" y="25"/>
                    <a:pt x="46" y="25"/>
                  </a:cubicBezTo>
                  <a:cubicBezTo>
                    <a:pt x="35" y="25"/>
                    <a:pt x="25" y="21"/>
                    <a:pt x="17" y="14"/>
                  </a:cubicBezTo>
                  <a:cubicBezTo>
                    <a:pt x="2" y="0"/>
                    <a:pt x="2" y="0"/>
                    <a:pt x="2" y="0"/>
                  </a:cubicBezTo>
                </a:path>
              </a:pathLst>
            </a:custGeom>
            <a:solidFill>
              <a:srgbClr val="E5988A"/>
            </a:solidFill>
            <a:ln>
              <a:noFill/>
            </a:ln>
          </p:spPr>
          <p:txBody>
            <a:bodyPr vert="horz" anchor="t" wrap="square" tIns="45720" lIns="91440" bIns="45720" rIns="91440">
              <a:prstTxWarp prst="textNoShape">
                <a:avLst/>
              </a:prstTxWarp>
            </a:bodyPr>
            <a:p>
              <a:pPr algn="l" marL="0"/>
            </a:p>
          </p:txBody>
        </p:sp>
        <p:sp>
          <p:nvSpPr>
            <p:cNvPr name="Freeform 89" id="89"/>
            <p:cNvSpPr/>
            <p:nvPr/>
          </p:nvSpPr>
          <p:spPr>
            <a:xfrm>
              <a:off x="6636821" y="3001613"/>
              <a:ext cx="603524" cy="829636"/>
            </a:xfrm>
            <a:custGeom>
              <a:avLst/>
              <a:gdLst/>
              <a:ahLst/>
              <a:cxnLst/>
              <a:rect r="r" b="b" t="t" l="l"/>
              <a:pathLst>
                <a:path w="162" h="236" stroke="true" fill="norm" extrusionOk="true">
                  <a:moveTo>
                    <a:pt x="162" y="47"/>
                  </a:moveTo>
                  <a:cubicBezTo>
                    <a:pt x="162" y="155"/>
                    <a:pt x="162" y="155"/>
                    <a:pt x="162" y="155"/>
                  </a:cubicBezTo>
                  <a:cubicBezTo>
                    <a:pt x="162" y="170"/>
                    <a:pt x="156" y="183"/>
                    <a:pt x="146" y="192"/>
                  </a:cubicBezTo>
                  <a:cubicBezTo>
                    <a:pt x="110" y="225"/>
                    <a:pt x="110" y="225"/>
                    <a:pt x="110" y="225"/>
                  </a:cubicBezTo>
                  <a:cubicBezTo>
                    <a:pt x="106" y="228"/>
                    <a:pt x="101" y="231"/>
                    <a:pt x="96" y="233"/>
                  </a:cubicBezTo>
                  <a:cubicBezTo>
                    <a:pt x="91" y="235"/>
                    <a:pt x="86" y="236"/>
                    <a:pt x="81" y="236"/>
                  </a:cubicBezTo>
                  <a:cubicBezTo>
                    <a:pt x="70" y="236"/>
                    <a:pt x="60" y="232"/>
                    <a:pt x="52" y="225"/>
                  </a:cubicBezTo>
                  <a:cubicBezTo>
                    <a:pt x="16" y="192"/>
                    <a:pt x="16" y="192"/>
                    <a:pt x="16" y="192"/>
                  </a:cubicBezTo>
                  <a:cubicBezTo>
                    <a:pt x="6" y="183"/>
                    <a:pt x="0" y="170"/>
                    <a:pt x="0" y="155"/>
                  </a:cubicBezTo>
                  <a:cubicBezTo>
                    <a:pt x="0" y="47"/>
                    <a:pt x="0" y="47"/>
                    <a:pt x="0" y="47"/>
                  </a:cubicBezTo>
                  <a:cubicBezTo>
                    <a:pt x="0" y="44"/>
                    <a:pt x="0" y="41"/>
                    <a:pt x="1" y="38"/>
                  </a:cubicBezTo>
                  <a:cubicBezTo>
                    <a:pt x="5" y="16"/>
                    <a:pt x="24" y="0"/>
                    <a:pt x="47" y="0"/>
                  </a:cubicBezTo>
                  <a:cubicBezTo>
                    <a:pt x="115" y="0"/>
                    <a:pt x="115" y="0"/>
                    <a:pt x="115" y="0"/>
                  </a:cubicBezTo>
                  <a:cubicBezTo>
                    <a:pt x="135" y="0"/>
                    <a:pt x="151" y="12"/>
                    <a:pt x="158" y="29"/>
                  </a:cubicBezTo>
                  <a:cubicBezTo>
                    <a:pt x="161" y="35"/>
                    <a:pt x="162" y="41"/>
                    <a:pt x="162" y="47"/>
                  </a:cubicBezTo>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90" id="90"/>
            <p:cNvSpPr/>
            <p:nvPr/>
          </p:nvSpPr>
          <p:spPr>
            <a:xfrm>
              <a:off x="6691686" y="3272243"/>
              <a:ext cx="529847" cy="91690"/>
            </a:xfrm>
            <a:custGeom>
              <a:avLst/>
              <a:gdLst/>
              <a:ahLst/>
              <a:cxnLst/>
              <a:rect r="r" b="b" t="t" l="l"/>
              <a:pathLst>
                <a:path w="142" h="26" stroke="true" fill="norm" extrusionOk="true">
                  <a:moveTo>
                    <a:pt x="130" y="0"/>
                  </a:moveTo>
                  <a:cubicBezTo>
                    <a:pt x="1" y="0"/>
                    <a:pt x="1" y="0"/>
                    <a:pt x="1" y="0"/>
                  </a:cubicBezTo>
                  <a:cubicBezTo>
                    <a:pt x="1" y="2"/>
                    <a:pt x="1" y="5"/>
                    <a:pt x="0" y="7"/>
                  </a:cubicBezTo>
                  <a:cubicBezTo>
                    <a:pt x="142" y="26"/>
                    <a:pt x="142" y="26"/>
                    <a:pt x="142" y="26"/>
                  </a:cubicBezTo>
                  <a:cubicBezTo>
                    <a:pt x="141" y="26"/>
                    <a:pt x="141" y="25"/>
                    <a:pt x="141" y="24"/>
                  </a:cubicBezTo>
                  <a:cubicBezTo>
                    <a:pt x="140" y="23"/>
                    <a:pt x="139" y="21"/>
                    <a:pt x="138" y="19"/>
                  </a:cubicBezTo>
                  <a:cubicBezTo>
                    <a:pt x="133" y="14"/>
                    <a:pt x="131" y="7"/>
                    <a:pt x="130" y="0"/>
                  </a:cubicBezTo>
                </a:path>
              </a:pathLst>
            </a:custGeom>
            <a:solidFill>
              <a:srgbClr val="D3817B"/>
            </a:solidFill>
            <a:ln>
              <a:noFill/>
            </a:ln>
          </p:spPr>
          <p:txBody>
            <a:bodyPr vert="horz" anchor="t" wrap="square" tIns="45720" lIns="91440" bIns="45720" rIns="91440">
              <a:prstTxWarp prst="textNoShape">
                <a:avLst/>
              </a:prstTxWarp>
            </a:bodyPr>
            <a:p>
              <a:pPr algn="l" marL="0"/>
            </a:p>
          </p:txBody>
        </p:sp>
        <p:sp>
          <p:nvSpPr>
            <p:cNvPr name="AutoShape 91" id="91"/>
            <p:cNvSpPr/>
            <p:nvPr/>
          </p:nvSpPr>
          <p:spPr>
            <a:xfrm>
              <a:off x="6751256" y="3349143"/>
              <a:ext cx="56433" cy="84294"/>
            </a:xfrm>
            <a:prstGeom prst="ellipse">
              <a:avLst/>
            </a:prstGeom>
            <a:solidFill>
              <a:srgbClr val="371D1C"/>
            </a:solidFill>
            <a:ln>
              <a:noFill/>
            </a:ln>
          </p:spPr>
          <p:txBody>
            <a:bodyPr vert="horz" anchor="t" wrap="square" tIns="45720" lIns="91440" bIns="45720" rIns="91440">
              <a:prstTxWarp prst="textNoShape">
                <a:avLst/>
              </a:prstTxWarp>
            </a:bodyPr>
            <a:p>
              <a:pPr algn="l" marL="0"/>
            </a:p>
          </p:txBody>
        </p:sp>
        <p:sp>
          <p:nvSpPr>
            <p:cNvPr name="Freeform 92" id="92"/>
            <p:cNvSpPr/>
            <p:nvPr/>
          </p:nvSpPr>
          <p:spPr>
            <a:xfrm>
              <a:off x="6721471" y="3292947"/>
              <a:ext cx="111298" cy="45844"/>
            </a:xfrm>
            <a:custGeom>
              <a:avLst/>
              <a:gdLst/>
              <a:ahLst/>
              <a:cxnLst/>
              <a:rect r="r" b="b" t="t" l="l"/>
              <a:pathLst>
                <a:path w="30" h="13" stroke="true" fill="norm" extrusionOk="true">
                  <a:moveTo>
                    <a:pt x="8" y="12"/>
                  </a:moveTo>
                  <a:cubicBezTo>
                    <a:pt x="10" y="10"/>
                    <a:pt x="12" y="9"/>
                    <a:pt x="15" y="9"/>
                  </a:cubicBezTo>
                  <a:cubicBezTo>
                    <a:pt x="18" y="9"/>
                    <a:pt x="21" y="10"/>
                    <a:pt x="23" y="12"/>
                  </a:cubicBezTo>
                  <a:cubicBezTo>
                    <a:pt x="25" y="13"/>
                    <a:pt x="27" y="13"/>
                    <a:pt x="29" y="12"/>
                  </a:cubicBezTo>
                  <a:cubicBezTo>
                    <a:pt x="30" y="10"/>
                    <a:pt x="30" y="8"/>
                    <a:pt x="29" y="6"/>
                  </a:cubicBezTo>
                  <a:cubicBezTo>
                    <a:pt x="25" y="2"/>
                    <a:pt x="21" y="0"/>
                    <a:pt x="15" y="0"/>
                  </a:cubicBezTo>
                  <a:cubicBezTo>
                    <a:pt x="10" y="0"/>
                    <a:pt x="5" y="2"/>
                    <a:pt x="2" y="6"/>
                  </a:cubicBezTo>
                  <a:cubicBezTo>
                    <a:pt x="0" y="8"/>
                    <a:pt x="0" y="10"/>
                    <a:pt x="2" y="12"/>
                  </a:cubicBezTo>
                  <a:cubicBezTo>
                    <a:pt x="3" y="13"/>
                    <a:pt x="6" y="13"/>
                    <a:pt x="8" y="12"/>
                  </a:cubicBezTo>
                  <a:close/>
                </a:path>
              </a:pathLst>
            </a:custGeom>
            <a:solidFill>
              <a:srgbClr val="371D1C"/>
            </a:solidFill>
            <a:ln>
              <a:noFill/>
            </a:ln>
          </p:spPr>
          <p:txBody>
            <a:bodyPr vert="horz" anchor="t" wrap="square" tIns="45720" lIns="91440" bIns="45720" rIns="91440">
              <a:prstTxWarp prst="textNoShape">
                <a:avLst/>
              </a:prstTxWarp>
            </a:bodyPr>
            <a:p>
              <a:pPr algn="l" marL="0"/>
            </a:p>
          </p:txBody>
        </p:sp>
        <p:sp>
          <p:nvSpPr>
            <p:cNvPr name="AutoShape 93" id="93"/>
            <p:cNvSpPr/>
            <p:nvPr/>
          </p:nvSpPr>
          <p:spPr>
            <a:xfrm>
              <a:off x="7067907" y="3349143"/>
              <a:ext cx="56433" cy="84294"/>
            </a:xfrm>
            <a:prstGeom prst="ellipse">
              <a:avLst/>
            </a:prstGeom>
            <a:solidFill>
              <a:srgbClr val="371D1C"/>
            </a:solidFill>
            <a:ln>
              <a:noFill/>
            </a:ln>
          </p:spPr>
          <p:txBody>
            <a:bodyPr vert="horz" anchor="t" wrap="square" tIns="45720" lIns="91440" bIns="45720" rIns="91440">
              <a:prstTxWarp prst="textNoShape">
                <a:avLst/>
              </a:prstTxWarp>
            </a:bodyPr>
            <a:p>
              <a:pPr algn="l" marL="0"/>
            </a:p>
          </p:txBody>
        </p:sp>
        <p:sp>
          <p:nvSpPr>
            <p:cNvPr name="Freeform 94" id="94"/>
            <p:cNvSpPr/>
            <p:nvPr/>
          </p:nvSpPr>
          <p:spPr>
            <a:xfrm>
              <a:off x="7038124" y="3292947"/>
              <a:ext cx="116001" cy="45844"/>
            </a:xfrm>
            <a:custGeom>
              <a:avLst/>
              <a:gdLst/>
              <a:ahLst/>
              <a:cxnLst/>
              <a:rect r="r" b="b" t="t" l="l"/>
              <a:pathLst>
                <a:path w="31" h="13" stroke="true" fill="norm" extrusionOk="true">
                  <a:moveTo>
                    <a:pt x="8" y="12"/>
                  </a:moveTo>
                  <a:cubicBezTo>
                    <a:pt x="10" y="10"/>
                    <a:pt x="12" y="9"/>
                    <a:pt x="15" y="9"/>
                  </a:cubicBezTo>
                  <a:cubicBezTo>
                    <a:pt x="18" y="9"/>
                    <a:pt x="21" y="10"/>
                    <a:pt x="23" y="12"/>
                  </a:cubicBezTo>
                  <a:cubicBezTo>
                    <a:pt x="25" y="13"/>
                    <a:pt x="27" y="13"/>
                    <a:pt x="29" y="12"/>
                  </a:cubicBezTo>
                  <a:cubicBezTo>
                    <a:pt x="31" y="10"/>
                    <a:pt x="31" y="8"/>
                    <a:pt x="29" y="6"/>
                  </a:cubicBezTo>
                  <a:cubicBezTo>
                    <a:pt x="26" y="2"/>
                    <a:pt x="21" y="0"/>
                    <a:pt x="15" y="0"/>
                  </a:cubicBezTo>
                  <a:cubicBezTo>
                    <a:pt x="10" y="0"/>
                    <a:pt x="5" y="2"/>
                    <a:pt x="2" y="6"/>
                  </a:cubicBezTo>
                  <a:cubicBezTo>
                    <a:pt x="0" y="8"/>
                    <a:pt x="0" y="10"/>
                    <a:pt x="2" y="12"/>
                  </a:cubicBezTo>
                  <a:cubicBezTo>
                    <a:pt x="4" y="13"/>
                    <a:pt x="6" y="13"/>
                    <a:pt x="8" y="12"/>
                  </a:cubicBezTo>
                  <a:close/>
                </a:path>
              </a:pathLst>
            </a:custGeom>
            <a:solidFill>
              <a:srgbClr val="371D1C"/>
            </a:solidFill>
            <a:ln>
              <a:noFill/>
            </a:ln>
          </p:spPr>
          <p:txBody>
            <a:bodyPr vert="horz" anchor="t" wrap="square" tIns="45720" lIns="91440" bIns="45720" rIns="91440">
              <a:prstTxWarp prst="textNoShape">
                <a:avLst/>
              </a:prstTxWarp>
            </a:bodyPr>
            <a:p>
              <a:pPr algn="l" marL="0"/>
            </a:p>
          </p:txBody>
        </p:sp>
        <p:sp>
          <p:nvSpPr>
            <p:cNvPr name="Freeform 95" id="95"/>
            <p:cNvSpPr/>
            <p:nvPr/>
          </p:nvSpPr>
          <p:spPr>
            <a:xfrm>
              <a:off x="6807687" y="3581323"/>
              <a:ext cx="257084" cy="99084"/>
            </a:xfrm>
            <a:custGeom>
              <a:avLst/>
              <a:gdLst/>
              <a:ahLst/>
              <a:cxnLst/>
              <a:rect r="r" b="b" t="t" l="l"/>
              <a:pathLst>
                <a:path w="69" h="28" stroke="true" fill="norm" extrusionOk="true">
                  <a:moveTo>
                    <a:pt x="69" y="0"/>
                  </a:moveTo>
                  <a:cubicBezTo>
                    <a:pt x="69" y="16"/>
                    <a:pt x="53" y="28"/>
                    <a:pt x="34" y="28"/>
                  </a:cubicBezTo>
                  <a:cubicBezTo>
                    <a:pt x="15" y="28"/>
                    <a:pt x="0" y="16"/>
                    <a:pt x="0" y="0"/>
                  </a:cubicBezTo>
                  <a:lnTo>
                    <a:pt x="69" y="0"/>
                  </a:lnTo>
                  <a:close/>
                </a:path>
              </a:pathLst>
            </a:custGeom>
            <a:solidFill>
              <a:srgbClr val="FFFFFF"/>
            </a:solidFill>
            <a:ln>
              <a:noFill/>
            </a:ln>
          </p:spPr>
          <p:txBody>
            <a:bodyPr vert="horz" anchor="t" wrap="square" tIns="45720" lIns="91440" bIns="45720" rIns="91440">
              <a:prstTxWarp prst="textNoShape">
                <a:avLst/>
              </a:prstTxWarp>
            </a:bodyPr>
            <a:p>
              <a:pPr algn="l" marL="0"/>
            </a:p>
          </p:txBody>
        </p:sp>
        <p:sp>
          <p:nvSpPr>
            <p:cNvPr name="Freeform 96" id="96"/>
            <p:cNvSpPr/>
            <p:nvPr/>
          </p:nvSpPr>
          <p:spPr>
            <a:xfrm>
              <a:off x="6607034" y="3244145"/>
              <a:ext cx="92488" cy="242530"/>
            </a:xfrm>
            <a:custGeom>
              <a:avLst/>
              <a:gdLst/>
              <a:ahLst/>
              <a:cxnLst/>
              <a:rect r="r" b="b" t="t" l="l"/>
              <a:pathLst>
                <a:path w="25" h="69" stroke="true" fill="norm" extrusionOk="true">
                  <a:moveTo>
                    <a:pt x="24" y="1"/>
                  </a:moveTo>
                  <a:cubicBezTo>
                    <a:pt x="25" y="10"/>
                    <a:pt x="23" y="20"/>
                    <a:pt x="17" y="27"/>
                  </a:cubicBezTo>
                  <a:cubicBezTo>
                    <a:pt x="16" y="29"/>
                    <a:pt x="14" y="31"/>
                    <a:pt x="14" y="32"/>
                  </a:cubicBezTo>
                  <a:cubicBezTo>
                    <a:pt x="12" y="37"/>
                    <a:pt x="14" y="42"/>
                    <a:pt x="13" y="47"/>
                  </a:cubicBezTo>
                  <a:cubicBezTo>
                    <a:pt x="13" y="49"/>
                    <a:pt x="12" y="51"/>
                    <a:pt x="12" y="53"/>
                  </a:cubicBezTo>
                  <a:cubicBezTo>
                    <a:pt x="11" y="56"/>
                    <a:pt x="13" y="59"/>
                    <a:pt x="13" y="62"/>
                  </a:cubicBezTo>
                  <a:cubicBezTo>
                    <a:pt x="13" y="65"/>
                    <a:pt x="10" y="69"/>
                    <a:pt x="7" y="68"/>
                  </a:cubicBezTo>
                  <a:cubicBezTo>
                    <a:pt x="5" y="68"/>
                    <a:pt x="4" y="66"/>
                    <a:pt x="4" y="64"/>
                  </a:cubicBezTo>
                  <a:cubicBezTo>
                    <a:pt x="4" y="62"/>
                    <a:pt x="4" y="61"/>
                    <a:pt x="4" y="59"/>
                  </a:cubicBezTo>
                  <a:cubicBezTo>
                    <a:pt x="3" y="55"/>
                    <a:pt x="1" y="52"/>
                    <a:pt x="1" y="48"/>
                  </a:cubicBezTo>
                  <a:cubicBezTo>
                    <a:pt x="1" y="45"/>
                    <a:pt x="1" y="43"/>
                    <a:pt x="2" y="40"/>
                  </a:cubicBezTo>
                  <a:cubicBezTo>
                    <a:pt x="2" y="36"/>
                    <a:pt x="1" y="32"/>
                    <a:pt x="1" y="28"/>
                  </a:cubicBezTo>
                  <a:cubicBezTo>
                    <a:pt x="0" y="21"/>
                    <a:pt x="1" y="13"/>
                    <a:pt x="2" y="6"/>
                  </a:cubicBezTo>
                  <a:cubicBezTo>
                    <a:pt x="2" y="5"/>
                    <a:pt x="2" y="4"/>
                    <a:pt x="3" y="3"/>
                  </a:cubicBezTo>
                  <a:cubicBezTo>
                    <a:pt x="4" y="1"/>
                    <a:pt x="6" y="1"/>
                    <a:pt x="8" y="1"/>
                  </a:cubicBezTo>
                  <a:cubicBezTo>
                    <a:pt x="13" y="1"/>
                    <a:pt x="19" y="0"/>
                    <a:pt x="24" y="1"/>
                  </a:cubicBezTo>
                </a:path>
              </a:pathLst>
            </a:custGeom>
            <a:solidFill>
              <a:srgbClr val="371D1C"/>
            </a:solidFill>
            <a:ln>
              <a:noFill/>
            </a:ln>
          </p:spPr>
          <p:txBody>
            <a:bodyPr vert="horz" anchor="t" wrap="square" tIns="45720" lIns="91440" bIns="45720" rIns="91440">
              <a:prstTxWarp prst="textNoShape">
                <a:avLst/>
              </a:prstTxWarp>
            </a:bodyPr>
            <a:p>
              <a:pPr algn="l" marL="0"/>
            </a:p>
          </p:txBody>
        </p:sp>
        <p:sp>
          <p:nvSpPr>
            <p:cNvPr name="Freeform 97" id="97"/>
            <p:cNvSpPr/>
            <p:nvPr/>
          </p:nvSpPr>
          <p:spPr>
            <a:xfrm>
              <a:off x="7172938" y="3244145"/>
              <a:ext cx="97192" cy="242530"/>
            </a:xfrm>
            <a:custGeom>
              <a:avLst/>
              <a:gdLst/>
              <a:ahLst/>
              <a:cxnLst/>
              <a:rect r="r" b="b" t="t" l="l"/>
              <a:pathLst>
                <a:path w="26" h="69" stroke="true" fill="norm" extrusionOk="true">
                  <a:moveTo>
                    <a:pt x="1" y="1"/>
                  </a:moveTo>
                  <a:cubicBezTo>
                    <a:pt x="0" y="10"/>
                    <a:pt x="3" y="20"/>
                    <a:pt x="9" y="27"/>
                  </a:cubicBezTo>
                  <a:cubicBezTo>
                    <a:pt x="10" y="29"/>
                    <a:pt x="11" y="31"/>
                    <a:pt x="12" y="32"/>
                  </a:cubicBezTo>
                  <a:cubicBezTo>
                    <a:pt x="14" y="37"/>
                    <a:pt x="11" y="42"/>
                    <a:pt x="12" y="47"/>
                  </a:cubicBezTo>
                  <a:cubicBezTo>
                    <a:pt x="13" y="49"/>
                    <a:pt x="14" y="51"/>
                    <a:pt x="14" y="53"/>
                  </a:cubicBezTo>
                  <a:cubicBezTo>
                    <a:pt x="14" y="56"/>
                    <a:pt x="13" y="59"/>
                    <a:pt x="13" y="62"/>
                  </a:cubicBezTo>
                  <a:cubicBezTo>
                    <a:pt x="13" y="65"/>
                    <a:pt x="16" y="69"/>
                    <a:pt x="19" y="68"/>
                  </a:cubicBezTo>
                  <a:cubicBezTo>
                    <a:pt x="20" y="68"/>
                    <a:pt x="21" y="66"/>
                    <a:pt x="22" y="64"/>
                  </a:cubicBezTo>
                  <a:cubicBezTo>
                    <a:pt x="22" y="62"/>
                    <a:pt x="22" y="61"/>
                    <a:pt x="22" y="59"/>
                  </a:cubicBezTo>
                  <a:cubicBezTo>
                    <a:pt x="23" y="55"/>
                    <a:pt x="25" y="52"/>
                    <a:pt x="25" y="48"/>
                  </a:cubicBezTo>
                  <a:cubicBezTo>
                    <a:pt x="25" y="45"/>
                    <a:pt x="24" y="43"/>
                    <a:pt x="24" y="40"/>
                  </a:cubicBezTo>
                  <a:cubicBezTo>
                    <a:pt x="23" y="36"/>
                    <a:pt x="24" y="32"/>
                    <a:pt x="25" y="28"/>
                  </a:cubicBezTo>
                  <a:cubicBezTo>
                    <a:pt x="26" y="21"/>
                    <a:pt x="25" y="13"/>
                    <a:pt x="24" y="6"/>
                  </a:cubicBezTo>
                  <a:cubicBezTo>
                    <a:pt x="24" y="5"/>
                    <a:pt x="24" y="4"/>
                    <a:pt x="23" y="3"/>
                  </a:cubicBezTo>
                  <a:cubicBezTo>
                    <a:pt x="22" y="1"/>
                    <a:pt x="20" y="1"/>
                    <a:pt x="18" y="1"/>
                  </a:cubicBezTo>
                  <a:cubicBezTo>
                    <a:pt x="12" y="1"/>
                    <a:pt x="7" y="0"/>
                    <a:pt x="1" y="1"/>
                  </a:cubicBezTo>
                </a:path>
              </a:pathLst>
            </a:custGeom>
            <a:solidFill>
              <a:srgbClr val="371D1C"/>
            </a:solidFill>
            <a:ln>
              <a:noFill/>
            </a:ln>
          </p:spPr>
          <p:txBody>
            <a:bodyPr vert="horz" anchor="t" wrap="square" tIns="45720" lIns="91440" bIns="45720" rIns="91440">
              <a:prstTxWarp prst="textNoShape">
                <a:avLst/>
              </a:prstTxWarp>
            </a:bodyPr>
            <a:p>
              <a:pPr algn="l" marL="0"/>
            </a:p>
          </p:txBody>
        </p:sp>
        <p:sp>
          <p:nvSpPr>
            <p:cNvPr name="Freeform 98" id="98"/>
            <p:cNvSpPr/>
            <p:nvPr/>
          </p:nvSpPr>
          <p:spPr>
            <a:xfrm>
              <a:off x="6534926" y="2835982"/>
              <a:ext cx="801041" cy="436263"/>
            </a:xfrm>
            <a:custGeom>
              <a:avLst/>
              <a:gdLst/>
              <a:ahLst/>
              <a:cxnLst/>
              <a:rect r="r" b="b" t="t" l="l"/>
              <a:pathLst>
                <a:path w="215" h="124" stroke="true" fill="norm" extrusionOk="true">
                  <a:moveTo>
                    <a:pt x="215" y="117"/>
                  </a:moveTo>
                  <a:cubicBezTo>
                    <a:pt x="215" y="120"/>
                    <a:pt x="212" y="124"/>
                    <a:pt x="208" y="124"/>
                  </a:cubicBezTo>
                  <a:cubicBezTo>
                    <a:pt x="7" y="124"/>
                    <a:pt x="7" y="124"/>
                    <a:pt x="7" y="124"/>
                  </a:cubicBezTo>
                  <a:cubicBezTo>
                    <a:pt x="5" y="124"/>
                    <a:pt x="4" y="123"/>
                    <a:pt x="2" y="122"/>
                  </a:cubicBezTo>
                  <a:cubicBezTo>
                    <a:pt x="1" y="120"/>
                    <a:pt x="0" y="119"/>
                    <a:pt x="0" y="117"/>
                  </a:cubicBezTo>
                  <a:cubicBezTo>
                    <a:pt x="0" y="115"/>
                    <a:pt x="1" y="114"/>
                    <a:pt x="1" y="113"/>
                  </a:cubicBezTo>
                  <a:cubicBezTo>
                    <a:pt x="2" y="112"/>
                    <a:pt x="3" y="110"/>
                    <a:pt x="4" y="109"/>
                  </a:cubicBezTo>
                  <a:cubicBezTo>
                    <a:pt x="10" y="95"/>
                    <a:pt x="14" y="76"/>
                    <a:pt x="14" y="76"/>
                  </a:cubicBezTo>
                  <a:cubicBezTo>
                    <a:pt x="14" y="76"/>
                    <a:pt x="14" y="76"/>
                    <a:pt x="14" y="76"/>
                  </a:cubicBezTo>
                  <a:cubicBezTo>
                    <a:pt x="18" y="33"/>
                    <a:pt x="59" y="0"/>
                    <a:pt x="108" y="0"/>
                  </a:cubicBezTo>
                  <a:cubicBezTo>
                    <a:pt x="157" y="0"/>
                    <a:pt x="198" y="33"/>
                    <a:pt x="202" y="76"/>
                  </a:cubicBezTo>
                  <a:cubicBezTo>
                    <a:pt x="202" y="76"/>
                    <a:pt x="202" y="76"/>
                    <a:pt x="202" y="76"/>
                  </a:cubicBezTo>
                  <a:cubicBezTo>
                    <a:pt x="202" y="76"/>
                    <a:pt x="205" y="95"/>
                    <a:pt x="212" y="109"/>
                  </a:cubicBezTo>
                  <a:cubicBezTo>
                    <a:pt x="213" y="110"/>
                    <a:pt x="214" y="112"/>
                    <a:pt x="214" y="113"/>
                  </a:cubicBezTo>
                  <a:cubicBezTo>
                    <a:pt x="215" y="114"/>
                    <a:pt x="215" y="115"/>
                    <a:pt x="215" y="117"/>
                  </a:cubicBezTo>
                </a:path>
              </a:pathLst>
            </a:custGeom>
            <a:solidFill>
              <a:srgbClr val="FCBA17"/>
            </a:solidFill>
            <a:ln>
              <a:noFill/>
            </a:ln>
          </p:spPr>
          <p:txBody>
            <a:bodyPr vert="horz" anchor="t" wrap="square" tIns="45720" lIns="91440" bIns="45720" rIns="91440">
              <a:prstTxWarp prst="textNoShape">
                <a:avLst/>
              </a:prstTxWarp>
            </a:bodyPr>
            <a:p>
              <a:pPr algn="l" marL="0"/>
            </a:p>
          </p:txBody>
        </p:sp>
        <p:sp>
          <p:nvSpPr>
            <p:cNvPr name="Freeform 99" id="99"/>
            <p:cNvSpPr/>
            <p:nvPr/>
          </p:nvSpPr>
          <p:spPr>
            <a:xfrm>
              <a:off x="6534926" y="2835982"/>
              <a:ext cx="801041" cy="436263"/>
            </a:xfrm>
            <a:custGeom>
              <a:avLst/>
              <a:gdLst/>
              <a:ahLst/>
              <a:cxnLst/>
              <a:rect r="r" b="b" t="t" l="l"/>
              <a:pathLst>
                <a:path w="215" h="124" stroke="true" fill="norm" extrusionOk="true">
                  <a:moveTo>
                    <a:pt x="108" y="0"/>
                  </a:moveTo>
                  <a:cubicBezTo>
                    <a:pt x="59" y="0"/>
                    <a:pt x="18" y="33"/>
                    <a:pt x="14" y="76"/>
                  </a:cubicBezTo>
                  <a:cubicBezTo>
                    <a:pt x="14" y="76"/>
                    <a:pt x="14" y="76"/>
                    <a:pt x="14" y="76"/>
                  </a:cubicBezTo>
                  <a:cubicBezTo>
                    <a:pt x="14" y="76"/>
                    <a:pt x="10" y="95"/>
                    <a:pt x="4" y="109"/>
                  </a:cubicBezTo>
                  <a:cubicBezTo>
                    <a:pt x="3" y="110"/>
                    <a:pt x="2" y="112"/>
                    <a:pt x="1" y="113"/>
                  </a:cubicBezTo>
                  <a:cubicBezTo>
                    <a:pt x="1" y="114"/>
                    <a:pt x="0" y="115"/>
                    <a:pt x="0" y="117"/>
                  </a:cubicBezTo>
                  <a:cubicBezTo>
                    <a:pt x="0" y="119"/>
                    <a:pt x="1" y="120"/>
                    <a:pt x="2" y="122"/>
                  </a:cubicBezTo>
                  <a:cubicBezTo>
                    <a:pt x="4" y="123"/>
                    <a:pt x="5" y="124"/>
                    <a:pt x="7" y="124"/>
                  </a:cubicBezTo>
                  <a:cubicBezTo>
                    <a:pt x="208" y="124"/>
                    <a:pt x="208" y="124"/>
                    <a:pt x="208" y="124"/>
                  </a:cubicBezTo>
                  <a:cubicBezTo>
                    <a:pt x="212" y="124"/>
                    <a:pt x="215" y="120"/>
                    <a:pt x="215" y="117"/>
                  </a:cubicBezTo>
                  <a:cubicBezTo>
                    <a:pt x="215" y="115"/>
                    <a:pt x="215" y="114"/>
                    <a:pt x="214" y="113"/>
                  </a:cubicBezTo>
                  <a:cubicBezTo>
                    <a:pt x="214" y="112"/>
                    <a:pt x="213" y="110"/>
                    <a:pt x="212" y="109"/>
                  </a:cubicBezTo>
                  <a:cubicBezTo>
                    <a:pt x="205" y="95"/>
                    <a:pt x="202" y="76"/>
                    <a:pt x="202" y="76"/>
                  </a:cubicBezTo>
                  <a:cubicBezTo>
                    <a:pt x="202" y="76"/>
                    <a:pt x="202" y="76"/>
                    <a:pt x="202" y="76"/>
                  </a:cubicBezTo>
                  <a:cubicBezTo>
                    <a:pt x="201" y="70"/>
                    <a:pt x="200" y="63"/>
                    <a:pt x="198" y="57"/>
                  </a:cubicBezTo>
                  <a:cubicBezTo>
                    <a:pt x="195" y="49"/>
                    <a:pt x="190" y="42"/>
                    <a:pt x="185" y="35"/>
                  </a:cubicBezTo>
                  <a:cubicBezTo>
                    <a:pt x="184" y="35"/>
                    <a:pt x="184" y="34"/>
                    <a:pt x="183" y="34"/>
                  </a:cubicBezTo>
                  <a:cubicBezTo>
                    <a:pt x="177" y="25"/>
                    <a:pt x="168" y="19"/>
                    <a:pt x="159" y="13"/>
                  </a:cubicBezTo>
                  <a:cubicBezTo>
                    <a:pt x="155" y="11"/>
                    <a:pt x="151" y="9"/>
                    <a:pt x="147" y="7"/>
                  </a:cubicBezTo>
                  <a:cubicBezTo>
                    <a:pt x="135" y="3"/>
                    <a:pt x="122" y="0"/>
                    <a:pt x="108" y="0"/>
                  </a:cubicBezTo>
                </a:path>
              </a:pathLst>
            </a:custGeom>
            <a:solidFill>
              <a:schemeClr val="accent1"/>
            </a:solidFill>
            <a:ln>
              <a:noFill/>
            </a:ln>
          </p:spPr>
          <p:txBody>
            <a:bodyPr vert="horz" anchor="t" wrap="square" tIns="45720" lIns="91440" bIns="45720" rIns="91440">
              <a:prstTxWarp prst="textNoShape">
                <a:avLst/>
              </a:prstTxWarp>
            </a:bodyPr>
            <a:p>
              <a:pPr algn="l" marL="0"/>
            </a:p>
          </p:txBody>
        </p:sp>
        <p:sp>
          <p:nvSpPr>
            <p:cNvPr name="Freeform 100" id="100"/>
            <p:cNvSpPr/>
            <p:nvPr/>
          </p:nvSpPr>
          <p:spPr>
            <a:xfrm>
              <a:off x="6534926" y="3219004"/>
              <a:ext cx="801041" cy="53239"/>
            </a:xfrm>
            <a:custGeom>
              <a:avLst/>
              <a:gdLst/>
              <a:ahLst/>
              <a:cxnLst/>
              <a:rect r="r" b="b" t="t" l="l"/>
              <a:pathLst>
                <a:path w="215" h="15" stroke="true" fill="norm" extrusionOk="true">
                  <a:moveTo>
                    <a:pt x="215" y="8"/>
                  </a:moveTo>
                  <a:cubicBezTo>
                    <a:pt x="215" y="11"/>
                    <a:pt x="212" y="15"/>
                    <a:pt x="208" y="15"/>
                  </a:cubicBezTo>
                  <a:cubicBezTo>
                    <a:pt x="7" y="15"/>
                    <a:pt x="7" y="15"/>
                    <a:pt x="7" y="15"/>
                  </a:cubicBezTo>
                  <a:cubicBezTo>
                    <a:pt x="5" y="15"/>
                    <a:pt x="4" y="14"/>
                    <a:pt x="2" y="13"/>
                  </a:cubicBezTo>
                  <a:cubicBezTo>
                    <a:pt x="1" y="11"/>
                    <a:pt x="0" y="10"/>
                    <a:pt x="0" y="8"/>
                  </a:cubicBezTo>
                  <a:cubicBezTo>
                    <a:pt x="0" y="6"/>
                    <a:pt x="1" y="5"/>
                    <a:pt x="1" y="4"/>
                  </a:cubicBezTo>
                  <a:cubicBezTo>
                    <a:pt x="2" y="3"/>
                    <a:pt x="3" y="1"/>
                    <a:pt x="4" y="0"/>
                  </a:cubicBezTo>
                  <a:cubicBezTo>
                    <a:pt x="212" y="0"/>
                    <a:pt x="212" y="0"/>
                    <a:pt x="212" y="0"/>
                  </a:cubicBezTo>
                  <a:cubicBezTo>
                    <a:pt x="213" y="1"/>
                    <a:pt x="214" y="3"/>
                    <a:pt x="214" y="4"/>
                  </a:cubicBezTo>
                  <a:cubicBezTo>
                    <a:pt x="215" y="5"/>
                    <a:pt x="215" y="6"/>
                    <a:pt x="215" y="8"/>
                  </a:cubicBezTo>
                  <a:close/>
                </a:path>
              </a:pathLst>
            </a:custGeom>
            <a:solidFill>
              <a:schemeClr val="accent1">
                <a:lumMod val="60000"/>
                <a:lumOff val="40000"/>
              </a:schemeClr>
            </a:solidFill>
            <a:ln>
              <a:noFill/>
            </a:ln>
          </p:spPr>
          <p:txBody>
            <a:bodyPr vert="horz" anchor="t" wrap="square" tIns="45720" lIns="91440" bIns="45720" rIns="91440">
              <a:prstTxWarp prst="textNoShape">
                <a:avLst/>
              </a:prstTxWarp>
            </a:bodyPr>
            <a:p>
              <a:pPr algn="l" marL="0"/>
            </a:p>
          </p:txBody>
        </p:sp>
        <p:sp>
          <p:nvSpPr>
            <p:cNvPr name="Freeform 101" id="101"/>
            <p:cNvSpPr/>
            <p:nvPr/>
          </p:nvSpPr>
          <p:spPr>
            <a:xfrm>
              <a:off x="6889203" y="3510338"/>
              <a:ext cx="97192" cy="35493"/>
            </a:xfrm>
            <a:custGeom>
              <a:avLst/>
              <a:gdLst/>
              <a:ahLst/>
              <a:cxnLst/>
              <a:rect r="r" b="b" t="t" l="l"/>
              <a:pathLst>
                <a:path w="26" h="10" stroke="true" fill="norm" extrusionOk="true">
                  <a:moveTo>
                    <a:pt x="13" y="10"/>
                  </a:moveTo>
                  <a:cubicBezTo>
                    <a:pt x="8" y="10"/>
                    <a:pt x="4" y="8"/>
                    <a:pt x="1" y="5"/>
                  </a:cubicBezTo>
                  <a:cubicBezTo>
                    <a:pt x="0" y="4"/>
                    <a:pt x="0" y="2"/>
                    <a:pt x="1" y="1"/>
                  </a:cubicBezTo>
                  <a:cubicBezTo>
                    <a:pt x="1" y="0"/>
                    <a:pt x="3" y="0"/>
                    <a:pt x="4" y="1"/>
                  </a:cubicBezTo>
                  <a:cubicBezTo>
                    <a:pt x="6" y="3"/>
                    <a:pt x="10" y="5"/>
                    <a:pt x="13" y="5"/>
                  </a:cubicBezTo>
                  <a:cubicBezTo>
                    <a:pt x="16" y="5"/>
                    <a:pt x="19" y="3"/>
                    <a:pt x="22" y="1"/>
                  </a:cubicBezTo>
                  <a:cubicBezTo>
                    <a:pt x="23" y="0"/>
                    <a:pt x="24" y="0"/>
                    <a:pt x="25" y="1"/>
                  </a:cubicBezTo>
                  <a:cubicBezTo>
                    <a:pt x="26" y="2"/>
                    <a:pt x="26" y="4"/>
                    <a:pt x="25" y="5"/>
                  </a:cubicBezTo>
                  <a:cubicBezTo>
                    <a:pt x="22" y="8"/>
                    <a:pt x="18" y="10"/>
                    <a:pt x="13" y="10"/>
                  </a:cubicBezTo>
                  <a:close/>
                </a:path>
              </a:pathLst>
            </a:custGeom>
            <a:solidFill>
              <a:srgbClr val="F0BEB4"/>
            </a:solidFill>
            <a:ln>
              <a:noFill/>
            </a:ln>
          </p:spPr>
          <p:txBody>
            <a:bodyPr vert="horz" anchor="t" wrap="square" tIns="45720" lIns="91440" bIns="45720" rIns="91440">
              <a:prstTxWarp prst="textNoShape">
                <a:avLst/>
              </a:prstTxWarp>
            </a:bodyPr>
            <a:p>
              <a:pPr algn="l" marL="0"/>
            </a:p>
          </p:txBody>
        </p:sp>
        <p:sp>
          <p:nvSpPr>
            <p:cNvPr name="Freeform 102" id="102"/>
            <p:cNvSpPr/>
            <p:nvPr/>
          </p:nvSpPr>
          <p:spPr>
            <a:xfrm>
              <a:off x="6837472" y="2825630"/>
              <a:ext cx="197518" cy="341616"/>
            </a:xfrm>
            <a:custGeom>
              <a:avLst/>
              <a:gdLst/>
              <a:ahLst/>
              <a:cxnLst/>
              <a:rect r="r" b="b" t="t" l="l"/>
              <a:pathLst>
                <a:path w="53" h="97" stroke="true" fill="norm" extrusionOk="true">
                  <a:moveTo>
                    <a:pt x="46" y="97"/>
                  </a:moveTo>
                  <a:cubicBezTo>
                    <a:pt x="8" y="97"/>
                    <a:pt x="8" y="97"/>
                    <a:pt x="8" y="97"/>
                  </a:cubicBezTo>
                  <a:cubicBezTo>
                    <a:pt x="4" y="97"/>
                    <a:pt x="0" y="93"/>
                    <a:pt x="1" y="89"/>
                  </a:cubicBezTo>
                  <a:cubicBezTo>
                    <a:pt x="6" y="6"/>
                    <a:pt x="6" y="6"/>
                    <a:pt x="6" y="6"/>
                  </a:cubicBezTo>
                  <a:cubicBezTo>
                    <a:pt x="6" y="3"/>
                    <a:pt x="10" y="0"/>
                    <a:pt x="13" y="0"/>
                  </a:cubicBezTo>
                  <a:cubicBezTo>
                    <a:pt x="41" y="0"/>
                    <a:pt x="41" y="0"/>
                    <a:pt x="41" y="0"/>
                  </a:cubicBezTo>
                  <a:cubicBezTo>
                    <a:pt x="44" y="0"/>
                    <a:pt x="47" y="3"/>
                    <a:pt x="48" y="6"/>
                  </a:cubicBezTo>
                  <a:cubicBezTo>
                    <a:pt x="53" y="89"/>
                    <a:pt x="53" y="89"/>
                    <a:pt x="53" y="89"/>
                  </a:cubicBezTo>
                  <a:cubicBezTo>
                    <a:pt x="53" y="93"/>
                    <a:pt x="50" y="97"/>
                    <a:pt x="46" y="97"/>
                  </a:cubicBezTo>
                  <a:close/>
                </a:path>
              </a:pathLst>
            </a:custGeom>
            <a:solidFill>
              <a:schemeClr val="accent1">
                <a:lumMod val="60000"/>
                <a:lumOff val="40000"/>
              </a:schemeClr>
            </a:solidFill>
            <a:ln>
              <a:noFill/>
            </a:ln>
          </p:spPr>
          <p:txBody>
            <a:bodyPr vert="horz" anchor="t" wrap="square" tIns="45720" lIns="91440" bIns="45720" rIns="91440">
              <a:prstTxWarp prst="textNoShape">
                <a:avLst/>
              </a:prstTxWarp>
            </a:bodyPr>
            <a:p>
              <a:pPr algn="l" marL="0"/>
            </a:p>
          </p:txBody>
        </p:sp>
        <p:sp>
          <p:nvSpPr>
            <p:cNvPr name="AutoShape 103" id="103"/>
            <p:cNvSpPr/>
            <p:nvPr/>
          </p:nvSpPr>
          <p:spPr>
            <a:xfrm>
              <a:off x="6762226" y="3363933"/>
              <a:ext cx="15676" cy="20705"/>
            </a:xfrm>
            <a:prstGeom prst="ellipse">
              <a:avLst/>
            </a:prstGeom>
            <a:solidFill>
              <a:srgbClr val="FFFFFF"/>
            </a:solidFill>
            <a:ln>
              <a:noFill/>
            </a:ln>
          </p:spPr>
          <p:txBody>
            <a:bodyPr vert="horz" anchor="t" wrap="square" tIns="45720" lIns="91440" bIns="45720" rIns="91440">
              <a:prstTxWarp prst="textNoShape">
                <a:avLst/>
              </a:prstTxWarp>
            </a:bodyPr>
            <a:p>
              <a:pPr algn="l" marL="0"/>
            </a:p>
          </p:txBody>
        </p:sp>
        <p:sp>
          <p:nvSpPr>
            <p:cNvPr name="AutoShape 104" id="104"/>
            <p:cNvSpPr/>
            <p:nvPr/>
          </p:nvSpPr>
          <p:spPr>
            <a:xfrm>
              <a:off x="7075747" y="3363933"/>
              <a:ext cx="14109" cy="20705"/>
            </a:xfrm>
            <a:prstGeom prst="ellipse">
              <a:avLst/>
            </a:prstGeom>
            <a:solidFill>
              <a:srgbClr val="FFFFFF"/>
            </a:solidFill>
            <a:ln>
              <a:noFill/>
            </a:ln>
          </p:spPr>
          <p:txBody>
            <a:bodyPr vert="horz" anchor="t" wrap="square" tIns="45720" lIns="91440" bIns="45720" rIns="91440">
              <a:prstTxWarp prst="textNoShape">
                <a:avLst/>
              </a:prstTxWarp>
            </a:bodyPr>
            <a:p>
              <a:pPr algn="l" marL="0"/>
            </a:p>
          </p:txBody>
        </p:sp>
        <p:sp>
          <p:nvSpPr>
            <p:cNvPr name="Freeform 105" id="105"/>
            <p:cNvSpPr/>
            <p:nvPr/>
          </p:nvSpPr>
          <p:spPr>
            <a:xfrm>
              <a:off x="5838915" y="2509153"/>
              <a:ext cx="335466" cy="173027"/>
            </a:xfrm>
            <a:custGeom>
              <a:avLst/>
              <a:gdLst/>
              <a:ahLst/>
              <a:cxnLst/>
              <a:rect r="r" b="b" t="t" l="l"/>
              <a:pathLst>
                <a:path w="214" h="117" stroke="true" fill="norm" extrusionOk="true">
                  <a:moveTo>
                    <a:pt x="0" y="17"/>
                  </a:moveTo>
                  <a:lnTo>
                    <a:pt x="202" y="0"/>
                  </a:lnTo>
                  <a:lnTo>
                    <a:pt x="214" y="98"/>
                  </a:lnTo>
                  <a:lnTo>
                    <a:pt x="5" y="117"/>
                  </a:lnTo>
                  <a:lnTo>
                    <a:pt x="0" y="17"/>
                  </a:lnTo>
                  <a:close/>
                </a:path>
              </a:pathLst>
            </a:custGeom>
            <a:solidFill>
              <a:srgbClr val="FFFFFF"/>
            </a:solidFill>
            <a:ln>
              <a:noFill/>
            </a:ln>
          </p:spPr>
          <p:txBody>
            <a:bodyPr vert="horz" anchor="t" wrap="square" tIns="45720" lIns="91440" bIns="45720" rIns="91440">
              <a:prstTxWarp prst="textNoShape">
                <a:avLst/>
              </a:prstTxWarp>
            </a:bodyPr>
            <a:p>
              <a:pPr algn="l" marL="0"/>
            </a:p>
          </p:txBody>
        </p:sp>
        <p:sp>
          <p:nvSpPr>
            <p:cNvPr name="AutoShape 106" id="106"/>
            <p:cNvSpPr/>
            <p:nvPr/>
          </p:nvSpPr>
          <p:spPr>
            <a:xfrm>
              <a:off x="3685041" y="5352987"/>
              <a:ext cx="4821918" cy="53239"/>
            </a:xfrm>
            <a:prstGeom prst="rect">
              <a:avLst/>
            </a:prstGeom>
            <a:solidFill>
              <a:srgbClr val="FCBA17"/>
            </a:solidFill>
            <a:ln>
              <a:noFill/>
            </a:ln>
          </p:spPr>
          <p:txBody>
            <a:bodyPr vert="horz" anchor="t" wrap="square" tIns="45720" lIns="91440" bIns="45720" rIns="91440">
              <a:prstTxWarp prst="textNoShape">
                <a:avLst/>
              </a:prstTxWarp>
            </a:bodyPr>
            <a:p>
              <a:pPr algn="l" marL="0"/>
            </a:p>
          </p:txBody>
        </p:sp>
      </p:gr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a:prstGeom prst="rect">
            <a:avLst/>
          </a:prstGeo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未来展望与挑战</a:t>
            </a:r>
          </a:p>
        </p:txBody>
      </p:sp>
      <p:sp>
        <p:nvSpPr>
          <p:cNvPr name="AutoShape 3" id="3"/>
          <p:cNvSpPr/>
          <p:nvPr>
            <p:ph type="body" sz="quarter" idx="1"/>
          </p:nvPr>
        </p:nvSpPr>
        <p:spPr>
          <a:xfrm>
            <a:off x="660400" y="1270409"/>
            <a:ext cx="1098645" cy="1016847"/>
          </a:xfrm>
          <a:prstGeom prst="rect">
            <a:avLst/>
          </a:prstGeo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06</a:t>
            </a: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市场预期分析</a:t>
            </a:r>
          </a:p>
        </p:txBody>
      </p:sp>
      <p:sp>
        <p:nvSpPr>
          <p:cNvPr name="AutoShape 3" id="3"/>
          <p:cNvSpPr/>
          <p:nvPr/>
        </p:nvSpPr>
        <p:spPr>
          <a:xfrm flipH="true" flipV="true" rot="10800000">
            <a:off x="660398" y="1596470"/>
            <a:ext cx="10858502" cy="1169419"/>
          </a:xfrm>
          <a:prstGeom prst="roundRect">
            <a:avLst>
              <a:gd name="adj" fmla="val 50000"/>
            </a:avLst>
          </a:prstGeom>
          <a:noFill/>
          <a:ln cap="rnd">
            <a:solidFill>
              <a:schemeClr val="accent1"/>
            </a:solidFill>
          </a:ln>
        </p:spPr>
        <p:txBody>
          <a:bodyPr vert="horz" anchor="ctr" tIns="45720" lIns="91440" bIns="45720" rIns="91440"/>
          <a:p>
            <a:pPr algn="ctr" marL="0"/>
          </a:p>
        </p:txBody>
      </p:sp>
      <p:sp>
        <p:nvSpPr>
          <p:cNvPr name="AutoShape 4" id="4"/>
          <p:cNvSpPr/>
          <p:nvPr/>
        </p:nvSpPr>
        <p:spPr>
          <a:xfrm>
            <a:off x="660398" y="1596470"/>
            <a:ext cx="1169420" cy="1169420"/>
          </a:xfrm>
          <a:prstGeom prst="ellipse">
            <a:avLst/>
          </a:prstGeom>
          <a:solidFill>
            <a:schemeClr val="accent1"/>
          </a:solidFill>
          <a:ln>
            <a:noFill/>
          </a:ln>
        </p:spPr>
        <p:txBody>
          <a:bodyPr vert="horz" anchor="ctr" tIns="45720" lIns="91440" bIns="45720" rIns="91440"/>
          <a:p>
            <a:pPr algn="ctr" marL="0"/>
          </a:p>
        </p:txBody>
      </p:sp>
      <p:sp>
        <p:nvSpPr>
          <p:cNvPr name="AutoShape 5" id="5"/>
          <p:cNvSpPr/>
          <p:nvPr/>
        </p:nvSpPr>
        <p:spPr>
          <a:xfrm>
            <a:off x="3805084" y="1803031"/>
            <a:ext cx="7370916" cy="700576"/>
          </a:xfrm>
          <a:prstGeom prst="rect">
            <a:avLst/>
          </a:prstGeom>
          <a:ln>
            <a:noFill/>
          </a:ln>
        </p:spPr>
        <p:txBody>
          <a:bodyPr vert="horz" anchor="ctr" wrap="square" tIns="45720" lIns="91440" bIns="45720" rIns="91440">
            <a:spAutoFit/>
          </a:bodyPr>
          <a:p>
            <a:pPr algn="l" marL="0">
              <a:lnSpc>
                <a:spcPct val="150000"/>
              </a:lnSpc>
            </a:pPr>
            <a:r>
              <a:rPr lang="zh-CN" b="false" i="false" sz="1400" baseline="0" u="none" altLang="en-US">
                <a:solidFill>
                  <a:schemeClr val="bg2">
                    <a:lumMod val="25000"/>
                  </a:schemeClr>
                </a:solidFill>
                <a:latin typeface="微软雅黑"/>
                <a:ea typeface="微软雅黑"/>
              </a:rPr>
              <a:t>预计2024年全球手机市场将逐渐回暖，特别是在5G和高科技产品的推广下，市场增长将恢复到约4-6%的水平，迎来新的发展机遇。</a:t>
            </a:r>
          </a:p>
        </p:txBody>
      </p:sp>
      <p:sp>
        <p:nvSpPr>
          <p:cNvPr name="AutoShape 6" id="6"/>
          <p:cNvSpPr/>
          <p:nvPr/>
        </p:nvSpPr>
        <p:spPr>
          <a:xfrm flipH="true" flipV="true" rot="10800000">
            <a:off x="749301" y="2915929"/>
            <a:ext cx="10769599" cy="1169419"/>
          </a:xfrm>
          <a:prstGeom prst="roundRect">
            <a:avLst>
              <a:gd name="adj" fmla="val 50000"/>
            </a:avLst>
          </a:prstGeom>
          <a:noFill/>
          <a:ln cap="rnd">
            <a:solidFill>
              <a:schemeClr val="accent2"/>
            </a:solidFill>
          </a:ln>
        </p:spPr>
        <p:txBody>
          <a:bodyPr vert="horz" anchor="ctr" tIns="45720" lIns="91440" bIns="45720" rIns="91440"/>
          <a:p>
            <a:pPr algn="ctr" marL="0"/>
          </a:p>
        </p:txBody>
      </p:sp>
      <p:sp>
        <p:nvSpPr>
          <p:cNvPr name="AutoShape 7" id="7"/>
          <p:cNvSpPr/>
          <p:nvPr/>
        </p:nvSpPr>
        <p:spPr>
          <a:xfrm>
            <a:off x="660398" y="2915929"/>
            <a:ext cx="1169420" cy="1169420"/>
          </a:xfrm>
          <a:prstGeom prst="ellipse">
            <a:avLst/>
          </a:prstGeom>
          <a:solidFill>
            <a:schemeClr val="accent2"/>
          </a:solidFill>
          <a:ln>
            <a:noFill/>
          </a:ln>
        </p:spPr>
        <p:txBody>
          <a:bodyPr vert="horz" anchor="ctr" tIns="45720" lIns="91440" bIns="45720" rIns="91440"/>
          <a:p>
            <a:pPr algn="ctr" marL="0"/>
          </a:p>
        </p:txBody>
      </p:sp>
      <p:sp>
        <p:nvSpPr>
          <p:cNvPr name="AutoShape 8" id="8"/>
          <p:cNvSpPr/>
          <p:nvPr/>
        </p:nvSpPr>
        <p:spPr>
          <a:xfrm flipH="true" flipV="true" rot="10800000">
            <a:off x="749301" y="4235388"/>
            <a:ext cx="10769599" cy="1169419"/>
          </a:xfrm>
          <a:prstGeom prst="roundRect">
            <a:avLst>
              <a:gd name="adj" fmla="val 50000"/>
            </a:avLst>
          </a:prstGeom>
          <a:noFill/>
          <a:ln cap="rnd">
            <a:solidFill>
              <a:schemeClr val="accent4"/>
            </a:solidFill>
          </a:ln>
        </p:spPr>
        <p:txBody>
          <a:bodyPr vert="horz" anchor="ctr" tIns="45720" lIns="91440" bIns="45720" rIns="91440"/>
          <a:p>
            <a:pPr algn="ctr" marL="0"/>
          </a:p>
        </p:txBody>
      </p:sp>
      <p:sp>
        <p:nvSpPr>
          <p:cNvPr name="AutoShape 9" id="9"/>
          <p:cNvSpPr/>
          <p:nvPr/>
        </p:nvSpPr>
        <p:spPr>
          <a:xfrm>
            <a:off x="701465" y="4235387"/>
            <a:ext cx="1169420" cy="1169420"/>
          </a:xfrm>
          <a:prstGeom prst="ellipse">
            <a:avLst/>
          </a:prstGeom>
          <a:solidFill>
            <a:schemeClr val="accent4"/>
          </a:solidFill>
          <a:ln>
            <a:noFill/>
          </a:ln>
        </p:spPr>
        <p:txBody>
          <a:bodyPr vert="horz" anchor="ctr" tIns="45720" lIns="91440" bIns="45720" rIns="91440"/>
          <a:p>
            <a:pPr algn="ctr" marL="0"/>
          </a:p>
        </p:txBody>
      </p:sp>
      <p:sp>
        <p:nvSpPr>
          <p:cNvPr name="TextBox 10" id="10"/>
          <p:cNvSpPr txBox="true"/>
          <p:nvPr/>
        </p:nvSpPr>
        <p:spPr>
          <a:xfrm>
            <a:off x="1909916" y="2011902"/>
            <a:ext cx="1895168"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增长趋势</a:t>
            </a:r>
            <a:endParaRPr lang="en-US" sz="1100"/>
          </a:p>
        </p:txBody>
      </p:sp>
      <p:sp>
        <p:nvSpPr>
          <p:cNvPr name="AutoShape 11" id="11"/>
          <p:cNvSpPr/>
          <p:nvPr/>
        </p:nvSpPr>
        <p:spPr>
          <a:xfrm>
            <a:off x="3766053" y="3160034"/>
            <a:ext cx="7370916" cy="700576"/>
          </a:xfrm>
          <a:prstGeom prst="rect">
            <a:avLst/>
          </a:prstGeom>
          <a:ln>
            <a:noFill/>
          </a:ln>
        </p:spPr>
        <p:txBody>
          <a:bodyPr vert="horz" anchor="ctr" wrap="square" tIns="45720" lIns="91440" bIns="45720" rIns="91440">
            <a:spAutoFit/>
          </a:bodyPr>
          <a:p>
            <a:pPr algn="l" marL="0">
              <a:lnSpc>
                <a:spcPct val="150000"/>
              </a:lnSpc>
            </a:pPr>
            <a:r>
              <a:rPr lang="zh-CN" b="false" i="false" sz="1400" baseline="0" u="none" altLang="en-US">
                <a:solidFill>
                  <a:schemeClr val="bg2">
                    <a:lumMod val="25000"/>
                  </a:schemeClr>
                </a:solidFill>
                <a:latin typeface="微软雅黑"/>
                <a:ea typeface="微软雅黑"/>
              </a:rPr>
              <a:t>许多发展中国家正在迎来数字化浪潮，庞大的中产阶级对手机的需求日益增加，这为手机品牌提供了更广阔的市场机会，尤其是性价比高的产品。</a:t>
            </a:r>
          </a:p>
        </p:txBody>
      </p:sp>
      <p:sp>
        <p:nvSpPr>
          <p:cNvPr name="TextBox 12" id="12"/>
          <p:cNvSpPr txBox="true"/>
          <p:nvPr/>
        </p:nvSpPr>
        <p:spPr>
          <a:xfrm>
            <a:off x="1870885" y="3368905"/>
            <a:ext cx="1895168"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新兴市场机会</a:t>
            </a:r>
            <a:endParaRPr lang="en-US" sz="1100"/>
          </a:p>
        </p:txBody>
      </p:sp>
      <p:sp>
        <p:nvSpPr>
          <p:cNvPr name="AutoShape 13" id="13"/>
          <p:cNvSpPr/>
          <p:nvPr/>
        </p:nvSpPr>
        <p:spPr>
          <a:xfrm>
            <a:off x="3766053" y="4425937"/>
            <a:ext cx="7370916" cy="700576"/>
          </a:xfrm>
          <a:prstGeom prst="rect">
            <a:avLst/>
          </a:prstGeom>
          <a:ln>
            <a:noFill/>
          </a:ln>
        </p:spPr>
        <p:txBody>
          <a:bodyPr vert="horz" anchor="ctr" wrap="square" tIns="45720" lIns="91440" bIns="45720" rIns="91440">
            <a:spAutoFit/>
          </a:bodyPr>
          <a:p>
            <a:pPr algn="l" marL="0">
              <a:lnSpc>
                <a:spcPct val="150000"/>
              </a:lnSpc>
            </a:pPr>
            <a:r>
              <a:rPr lang="zh-CN" b="false" i="false" sz="1400" baseline="0" u="none" altLang="en-US">
                <a:solidFill>
                  <a:schemeClr val="bg2">
                    <a:lumMod val="25000"/>
                  </a:schemeClr>
                </a:solidFill>
                <a:latin typeface="微软雅黑"/>
                <a:ea typeface="微软雅黑"/>
              </a:rPr>
              <a:t>当前技术快速发展，厂商必须持续投入研发以保持竞争力。折叠屏、AR/VR、生态系统的整合等技术将成为下一个成长动力，推动市场革新。</a:t>
            </a:r>
          </a:p>
        </p:txBody>
      </p:sp>
      <p:sp>
        <p:nvSpPr>
          <p:cNvPr name="TextBox 14" id="14"/>
          <p:cNvSpPr txBox="true"/>
          <p:nvPr/>
        </p:nvSpPr>
        <p:spPr>
          <a:xfrm>
            <a:off x="1870885" y="4634808"/>
            <a:ext cx="1895168"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持续技术创新</a:t>
            </a:r>
            <a:endParaRPr lang="en-US" sz="1100"/>
          </a:p>
        </p:txBody>
      </p:sp>
      <p:sp>
        <p:nvSpPr>
          <p:cNvPr name="TextBox 15" id="15"/>
          <p:cNvSpPr txBox="true"/>
          <p:nvPr/>
        </p:nvSpPr>
        <p:spPr>
          <a:xfrm>
            <a:off x="818535" y="1891709"/>
            <a:ext cx="833284" cy="523220"/>
          </a:xfrm>
          <a:prstGeom prst="rect">
            <a:avLst/>
          </a:prstGeom>
          <a:noFill/>
        </p:spPr>
        <p:txBody>
          <a:bodyPr anchor="ctr" rtlCol="false" vert="horz" wrap="square" tIns="45720" lIns="91440" bIns="45720" rIns="91440">
            <a:spAutoFit/>
          </a:bodyPr>
          <a:lstStyle/>
          <a:p>
            <a:pPr algn="ctr" marL="0">
              <a:defRPr/>
            </a:pPr>
            <a:r>
              <a:rPr lang="en-US" b="true" i="false" sz="2800" baseline="0" u="none">
                <a:solidFill>
                  <a:schemeClr val="bg1"/>
                </a:solidFill>
                <a:latin typeface="Arial"/>
                <a:ea typeface="Arial"/>
              </a:rPr>
              <a:t>01</a:t>
            </a:r>
            <a:endParaRPr lang="en-US" sz="1100"/>
          </a:p>
        </p:txBody>
      </p:sp>
      <p:sp>
        <p:nvSpPr>
          <p:cNvPr name="TextBox 16" id="16"/>
          <p:cNvSpPr txBox="true"/>
          <p:nvPr/>
        </p:nvSpPr>
        <p:spPr>
          <a:xfrm>
            <a:off x="792980" y="3248712"/>
            <a:ext cx="833284" cy="523220"/>
          </a:xfrm>
          <a:prstGeom prst="rect">
            <a:avLst/>
          </a:prstGeom>
          <a:noFill/>
        </p:spPr>
        <p:txBody>
          <a:bodyPr anchor="ctr" rtlCol="false" vert="horz" wrap="square" tIns="45720" lIns="91440" bIns="45720" rIns="91440">
            <a:spAutoFit/>
          </a:bodyPr>
          <a:lstStyle/>
          <a:p>
            <a:pPr algn="ctr" marL="0">
              <a:defRPr/>
            </a:pPr>
            <a:r>
              <a:rPr lang="en-US" b="true" i="false" sz="2800" baseline="0" u="none">
                <a:solidFill>
                  <a:schemeClr val="bg1"/>
                </a:solidFill>
                <a:latin typeface="Arial"/>
                <a:ea typeface="Arial"/>
              </a:rPr>
              <a:t>02</a:t>
            </a:r>
            <a:endParaRPr lang="en-US" sz="1100"/>
          </a:p>
        </p:txBody>
      </p:sp>
      <p:sp>
        <p:nvSpPr>
          <p:cNvPr name="TextBox 17" id="17"/>
          <p:cNvSpPr txBox="true"/>
          <p:nvPr/>
        </p:nvSpPr>
        <p:spPr>
          <a:xfrm>
            <a:off x="828466" y="4558487"/>
            <a:ext cx="833284" cy="523220"/>
          </a:xfrm>
          <a:prstGeom prst="rect">
            <a:avLst/>
          </a:prstGeom>
          <a:noFill/>
        </p:spPr>
        <p:txBody>
          <a:bodyPr anchor="ctr" rtlCol="false" vert="horz" wrap="square" tIns="45720" lIns="91440" bIns="45720" rIns="91440">
            <a:spAutoFit/>
          </a:bodyPr>
          <a:lstStyle/>
          <a:p>
            <a:pPr algn="ctr" marL="0">
              <a:defRPr/>
            </a:pPr>
            <a:r>
              <a:rPr lang="en-US" b="true" i="false" sz="2800" baseline="0" u="none">
                <a:solidFill>
                  <a:schemeClr val="bg1"/>
                </a:solidFill>
                <a:latin typeface="Arial"/>
                <a:ea typeface="Arial"/>
              </a:rPr>
              <a:t>03</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行业面临的挑战</a:t>
            </a:r>
          </a:p>
        </p:txBody>
      </p:sp>
      <p:grpSp>
        <p:nvGrpSpPr>
          <p:cNvPr name="Group 3" id="3"/>
          <p:cNvGrpSpPr/>
          <p:nvPr/>
        </p:nvGrpSpPr>
        <p:grpSpPr>
          <a:xfrm>
            <a:off x="-448400" y="740230"/>
            <a:ext cx="11980000" cy="5783940"/>
            <a:chOff x="-448400" y="740230"/>
            <a:chExt cx="11980000" cy="5783940"/>
          </a:xfrm>
        </p:grpSpPr>
        <p:grpSp>
          <p:nvGrpSpPr>
            <p:cNvPr name="Group 4" id="4"/>
            <p:cNvGrpSpPr/>
            <p:nvPr/>
          </p:nvGrpSpPr>
          <p:grpSpPr>
            <a:xfrm>
              <a:off x="-448400" y="740230"/>
              <a:ext cx="5783944" cy="5783940"/>
              <a:chOff x="-448400" y="740230"/>
              <a:chExt cx="5783944" cy="5783940"/>
            </a:xfrm>
          </p:grpSpPr>
          <p:sp>
            <p:nvSpPr>
              <p:cNvPr name="AutoShape 5" id="5"/>
              <p:cNvSpPr/>
              <p:nvPr/>
            </p:nvSpPr>
            <p:spPr>
              <a:xfrm>
                <a:off x="-448400" y="740230"/>
                <a:ext cx="5783944" cy="5783940"/>
              </a:xfrm>
              <a:prstGeom prst="ellipse">
                <a:avLst/>
              </a:prstGeom>
              <a:gradFill rotWithShape="true" flip="none">
                <a:gsLst>
                  <a:gs pos="0">
                    <a:schemeClr val="accent1">
                      <a:alpha val="20000"/>
                    </a:schemeClr>
                  </a:gs>
                  <a:gs pos="100000">
                    <a:schemeClr val="bg1">
                      <a:alpha val="0"/>
                    </a:schemeClr>
                  </a:gs>
                </a:gsLst>
                <a:lin ang="10800000"/>
                <a:tileRect/>
              </a:gradFill>
              <a:ln>
                <a:noFill/>
              </a:ln>
              <a:effectLst>
                <a:outerShdw algn="ctr" blurRad="304800" dir="7380000" dist="228600" rotWithShape="false">
                  <a:schemeClr val="accent1">
                    <a:alpha val="15000"/>
                  </a:schemeClr>
                </a:outerShdw>
              </a:effectLst>
            </p:spPr>
            <p:txBody>
              <a:bodyPr vert="horz" anchor="ctr" tIns="45720" lIns="91440" bIns="45720" rIns="91440"/>
              <a:p>
                <a:pPr algn="l" marL="0"/>
              </a:p>
            </p:txBody>
          </p:sp>
          <p:grpSp>
            <p:nvGrpSpPr>
              <p:cNvPr name="Group 6" id="6"/>
              <p:cNvGrpSpPr/>
              <p:nvPr/>
            </p:nvGrpSpPr>
            <p:grpSpPr>
              <a:xfrm>
                <a:off x="660400" y="1849028"/>
                <a:ext cx="3886783" cy="3566343"/>
                <a:chOff x="660400" y="1849028"/>
                <a:chExt cx="3886783" cy="3566343"/>
              </a:xfrm>
            </p:grpSpPr>
            <p:sp>
              <p:nvSpPr>
                <p:cNvPr name="AutoShape 7" id="7"/>
                <p:cNvSpPr/>
                <p:nvPr/>
              </p:nvSpPr>
              <p:spPr>
                <a:xfrm>
                  <a:off x="660400" y="1849028"/>
                  <a:ext cx="3566343" cy="3566343"/>
                </a:xfrm>
                <a:prstGeom prst="ellipse">
                  <a:avLst/>
                </a:prstGeom>
                <a:noFill/>
                <a:ln w="12700">
                  <a:gradFill rotWithShape="true" flip="none">
                    <a:gsLst>
                      <a:gs pos="0">
                        <a:schemeClr val="accent1"/>
                      </a:gs>
                      <a:gs pos="50000">
                        <a:schemeClr val="bg1"/>
                      </a:gs>
                      <a:gs pos="97248">
                        <a:schemeClr val="accent1">
                          <a:alpha val="58000"/>
                        </a:schemeClr>
                      </a:gs>
                    </a:gsLst>
                    <a:lin ang="10800000"/>
                    <a:tileRect/>
                  </a:gradFill>
                </a:ln>
                <a:effectLst/>
              </p:spPr>
              <p:txBody>
                <a:bodyPr vert="horz" anchor="ctr" wrap="square" tIns="45720" lIns="91440" bIns="45720" rIns="91440">
                  <a:noAutofit/>
                </a:bodyPr>
                <a:p>
                  <a:pPr algn="l" marL="0"/>
                </a:p>
              </p:txBody>
            </p:sp>
            <p:cxnSp>
              <p:nvCxnSpPr>
                <p:cNvPr name="Connector 8" id="8"/>
                <p:cNvCxnSpPr/>
                <p:nvPr/>
              </p:nvCxnSpPr>
              <p:spPr>
                <a:xfrm flipV="true">
                  <a:off x="3557552" y="2028300"/>
                  <a:ext cx="460051" cy="239057"/>
                </a:xfrm>
                <a:prstGeom prst="straightConnector1">
                  <a:avLst/>
                </a:prstGeom>
                <a:ln w="9525">
                  <a:solidFill>
                    <a:schemeClr val="accent1"/>
                  </a:solidFill>
                  <a:tailEnd type="triangle"/>
                </a:ln>
              </p:spPr>
            </p:cxnSp>
            <p:cxnSp>
              <p:nvCxnSpPr>
                <p:cNvPr name="Connector 9" id="9"/>
                <p:cNvCxnSpPr/>
                <p:nvPr/>
              </p:nvCxnSpPr>
              <p:spPr>
                <a:xfrm>
                  <a:off x="3557552" y="5010510"/>
                  <a:ext cx="460051" cy="239057"/>
                </a:xfrm>
                <a:prstGeom prst="straightConnector1">
                  <a:avLst/>
                </a:prstGeom>
                <a:ln w="9525">
                  <a:solidFill>
                    <a:schemeClr val="accent1"/>
                  </a:solidFill>
                  <a:tailEnd type="triangle"/>
                </a:ln>
              </p:spPr>
            </p:cxnSp>
            <p:cxnSp>
              <p:nvCxnSpPr>
                <p:cNvPr name="Connector 10" id="10"/>
                <p:cNvCxnSpPr/>
                <p:nvPr/>
              </p:nvCxnSpPr>
              <p:spPr>
                <a:xfrm>
                  <a:off x="4232963" y="3632200"/>
                  <a:ext cx="314220" cy="0"/>
                </a:xfrm>
                <a:prstGeom prst="straightConnector1">
                  <a:avLst/>
                </a:prstGeom>
                <a:ln w="9525">
                  <a:solidFill>
                    <a:schemeClr val="accent1"/>
                  </a:solidFill>
                  <a:tailEnd type="triangle"/>
                </a:ln>
              </p:spPr>
            </p:cxnSp>
          </p:grpSp>
        </p:grpSp>
        <p:grpSp>
          <p:nvGrpSpPr>
            <p:cNvPr name="Group 11" id="11"/>
            <p:cNvGrpSpPr/>
            <p:nvPr/>
          </p:nvGrpSpPr>
          <p:grpSpPr>
            <a:xfrm>
              <a:off x="4472612" y="1134061"/>
              <a:ext cx="6663977" cy="1612967"/>
              <a:chOff x="4472612" y="1134061"/>
              <a:chExt cx="6663977" cy="1612967"/>
            </a:xfrm>
          </p:grpSpPr>
          <p:sp>
            <p:nvSpPr>
              <p:cNvPr name="AutoShape 12" id="12"/>
              <p:cNvSpPr/>
              <p:nvPr/>
            </p:nvSpPr>
            <p:spPr>
              <a:xfrm>
                <a:off x="4472612" y="1134061"/>
                <a:ext cx="6663977" cy="1612967"/>
              </a:xfrm>
              <a:prstGeom prst="roundRect">
                <a:avLst>
                  <a:gd name="adj" fmla="val 50000"/>
                </a:avLst>
              </a:prstGeom>
              <a:solidFill>
                <a:schemeClr val="accent1">
                  <a:alpha val="15000"/>
                </a:schemeClr>
              </a:solidFill>
              <a:ln>
                <a:noFill/>
              </a:ln>
              <a:effectLst>
                <a:outerShdw algn="ctr" blurRad="304800" dir="7380000" dist="228600" rotWithShape="false">
                  <a:schemeClr val="accent1">
                    <a:alpha val="15000"/>
                  </a:schemeClr>
                </a:outerShdw>
              </a:effectLst>
            </p:spPr>
            <p:txBody>
              <a:bodyPr vert="horz" anchor="ctr" tIns="45720" lIns="91440" bIns="45720" rIns="91440"/>
              <a:p>
                <a:pPr algn="l" marL="0"/>
              </a:p>
            </p:txBody>
          </p:sp>
          <p:sp>
            <p:nvSpPr>
              <p:cNvPr name="AutoShape 13" id="13"/>
              <p:cNvSpPr/>
              <p:nvPr/>
            </p:nvSpPr>
            <p:spPr>
              <a:xfrm>
                <a:off x="4472612" y="1429757"/>
                <a:ext cx="1017818" cy="1017816"/>
              </a:xfrm>
              <a:prstGeom prst="ellipse">
                <a:avLst/>
              </a:prstGeom>
              <a:gradFill rotWithShape="false" flip="none">
                <a:gsLst>
                  <a:gs pos="0">
                    <a:schemeClr val="accent1">
                      <a:lumMod val="60000"/>
                      <a:lumOff val="40000"/>
                    </a:schemeClr>
                  </a:gs>
                  <a:gs pos="60000">
                    <a:schemeClr val="accent1"/>
                  </a:gs>
                </a:gsLst>
                <a:lin ang="2700000"/>
                <a:tileRect/>
              </a:gradFill>
              <a:ln cap="rnd">
                <a:noFill/>
                <a:prstDash val="solid"/>
              </a:ln>
              <a:effectLst>
                <a:outerShdw algn="ctr" blurRad="254000" dir="2700000" dist="127000" rotWithShape="false">
                  <a:schemeClr val="accent1">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1</a:t>
                </a:r>
              </a:p>
            </p:txBody>
          </p:sp>
          <p:grpSp>
            <p:nvGrpSpPr>
              <p:cNvPr name="Group 14" id="14"/>
              <p:cNvGrpSpPr/>
              <p:nvPr/>
            </p:nvGrpSpPr>
            <p:grpSpPr>
              <a:xfrm>
                <a:off x="5583992" y="1369546"/>
                <a:ext cx="5201760" cy="663653"/>
                <a:chOff x="660400" y="2006969"/>
                <a:chExt cx="2461501" cy="713768"/>
              </a:xfrm>
            </p:grpSpPr>
            <p:sp>
              <p:nvSpPr>
                <p:cNvPr name="AutoShape 15" id="15"/>
                <p:cNvSpPr/>
                <p:nvPr/>
              </p:nvSpPr>
              <p:spPr>
                <a:xfrm flipH="true">
                  <a:off x="660401" y="2367376"/>
                  <a:ext cx="2461500" cy="409771"/>
                </a:xfrm>
                <a:prstGeom prst="rect">
                  <a:avLst/>
                </a:prstGeom>
                <a:noFill/>
                <a:ln>
                  <a:noFill/>
                </a:ln>
              </p:spPr>
              <p:txBody>
                <a:bodyPr vert="horz" anchor="t" wrap="square" tIns="45720" lIns="91440" bIns="45720" rIns="91440">
                  <a:spAutoFit/>
                </a:bodyPr>
                <a:p>
                  <a:pPr algn="l" marL="0">
                    <a:lnSpc>
                      <a:spcPct val="120000"/>
                    </a:lnSpc>
                    <a:spcBef>
                      <a:spcPct val="0"/>
                    </a:spcBef>
                  </a:pPr>
                  <a:r>
                    <a:rPr lang="zh-CN" b="false" i="false" sz="1400" baseline="0" u="none" altLang="en-US">
                      <a:solidFill>
                        <a:schemeClr val="tx1"/>
                      </a:solidFill>
                      <a:latin typeface="微软雅黑"/>
                      <a:ea typeface="微软雅黑"/>
                    </a:rPr>
                    <a:t>市场竞争日渐激烈，新兴品牌的崛起和现有品牌创新能力提升，使行业格局发生变化，导致市场份额和利润空间受到挤压。</a:t>
                  </a:r>
                </a:p>
              </p:txBody>
            </p:sp>
            <p:sp>
              <p:nvSpPr>
                <p:cNvPr name="AutoShape 16" id="16"/>
                <p:cNvSpPr/>
                <p:nvPr/>
              </p:nvSpPr>
              <p:spPr>
                <a:xfrm flipH="true">
                  <a:off x="660400" y="2006969"/>
                  <a:ext cx="2461500" cy="364121"/>
                </a:xfrm>
                <a:prstGeom prst="roundRect">
                  <a:avLst>
                    <a:gd name="adj" fmla="val 0"/>
                  </a:avLst>
                </a:prstGeom>
                <a:noFill/>
                <a:ln>
                  <a:noFill/>
                </a:ln>
              </p:spPr>
              <p:txBody>
                <a:bodyPr vert="horz" anchor="b" wrap="square" tIns="45720" lIns="91440" bIns="45720" rIns="91440">
                  <a:spAutoFit/>
                </a:bodyPr>
                <a:p>
                  <a:pPr algn="l" marL="0"/>
                  <a:r>
                    <a:rPr lang="zh-CN" b="true" i="false" sz="1600" baseline="0" u="none" altLang="en-US">
                      <a:solidFill>
                        <a:schemeClr val="tx1"/>
                      </a:solidFill>
                      <a:latin typeface="微软雅黑"/>
                      <a:ea typeface="微软雅黑"/>
                    </a:rPr>
                    <a:t>竞争加剧</a:t>
                  </a:r>
                </a:p>
              </p:txBody>
            </p:sp>
          </p:grpSp>
        </p:grpSp>
        <p:grpSp>
          <p:nvGrpSpPr>
            <p:cNvPr name="Group 17" id="17"/>
            <p:cNvGrpSpPr/>
            <p:nvPr/>
          </p:nvGrpSpPr>
          <p:grpSpPr>
            <a:xfrm>
              <a:off x="4867623" y="2827597"/>
              <a:ext cx="6663977" cy="1612967"/>
              <a:chOff x="4867623" y="2827597"/>
              <a:chExt cx="6663977" cy="1612967"/>
            </a:xfrm>
          </p:grpSpPr>
          <p:sp>
            <p:nvSpPr>
              <p:cNvPr name="AutoShape 18" id="18"/>
              <p:cNvSpPr/>
              <p:nvPr/>
            </p:nvSpPr>
            <p:spPr>
              <a:xfrm>
                <a:off x="4867623" y="2827597"/>
                <a:ext cx="6663977" cy="1612967"/>
              </a:xfrm>
              <a:prstGeom prst="roundRect">
                <a:avLst>
                  <a:gd name="adj" fmla="val 50000"/>
                </a:avLst>
              </a:prstGeom>
              <a:solidFill>
                <a:schemeClr val="accent2">
                  <a:alpha val="15000"/>
                </a:schemeClr>
              </a:solidFill>
              <a:ln>
                <a:noFill/>
              </a:ln>
              <a:effectLst>
                <a:outerShdw algn="ctr" blurRad="304800" dir="7380000" dist="228600" rotWithShape="false">
                  <a:schemeClr val="accent2">
                    <a:alpha val="15000"/>
                  </a:schemeClr>
                </a:outerShdw>
              </a:effectLst>
            </p:spPr>
            <p:txBody>
              <a:bodyPr vert="horz" anchor="ctr" tIns="45720" lIns="91440" bIns="45720" rIns="91440"/>
              <a:p>
                <a:pPr algn="l" marL="0"/>
              </a:p>
            </p:txBody>
          </p:sp>
          <p:sp>
            <p:nvSpPr>
              <p:cNvPr name="AutoShape 19" id="19"/>
              <p:cNvSpPr/>
              <p:nvPr/>
            </p:nvSpPr>
            <p:spPr>
              <a:xfrm>
                <a:off x="4867623" y="3123293"/>
                <a:ext cx="1017818" cy="1017816"/>
              </a:xfrm>
              <a:prstGeom prst="ellipse">
                <a:avLst/>
              </a:prstGeom>
              <a:gradFill rotWithShape="false" flip="none">
                <a:gsLst>
                  <a:gs pos="0">
                    <a:schemeClr val="accent2">
                      <a:lumMod val="60000"/>
                      <a:lumOff val="40000"/>
                    </a:schemeClr>
                  </a:gs>
                  <a:gs pos="60000">
                    <a:schemeClr val="accent2"/>
                  </a:gs>
                </a:gsLst>
                <a:lin ang="2700000"/>
                <a:tileRect/>
              </a:gradFill>
              <a:ln cap="rnd">
                <a:noFill/>
                <a:prstDash val="solid"/>
              </a:ln>
              <a:effectLst>
                <a:outerShdw algn="ctr" blurRad="254000" dir="2700000" dist="127000" rotWithShape="false">
                  <a:schemeClr val="accent2">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2</a:t>
                </a:r>
              </a:p>
            </p:txBody>
          </p:sp>
          <p:grpSp>
            <p:nvGrpSpPr>
              <p:cNvPr name="Group 20" id="20"/>
              <p:cNvGrpSpPr/>
              <p:nvPr/>
            </p:nvGrpSpPr>
            <p:grpSpPr>
              <a:xfrm>
                <a:off x="5979003" y="3063084"/>
                <a:ext cx="5201760" cy="663653"/>
                <a:chOff x="9682840" y="3203580"/>
                <a:chExt cx="2256261" cy="713768"/>
              </a:xfrm>
            </p:grpSpPr>
            <p:sp>
              <p:nvSpPr>
                <p:cNvPr name="AutoShape 21" id="21"/>
                <p:cNvSpPr/>
                <p:nvPr/>
              </p:nvSpPr>
              <p:spPr>
                <a:xfrm flipH="true">
                  <a:off x="9682841" y="3563987"/>
                  <a:ext cx="2256260" cy="706722"/>
                </a:xfrm>
                <a:prstGeom prst="rect">
                  <a:avLst/>
                </a:prstGeom>
                <a:noFill/>
                <a:ln>
                  <a:noFill/>
                </a:ln>
              </p:spPr>
              <p:txBody>
                <a:bodyPr vert="horz" anchor="t" wrap="square" tIns="45720" lIns="91440" bIns="45720" rIns="91440">
                  <a:spAutoFit/>
                </a:bodyPr>
                <a:p>
                  <a:pPr algn="l" marL="0">
                    <a:lnSpc>
                      <a:spcPct val="120000"/>
                    </a:lnSpc>
                    <a:spcBef>
                      <a:spcPct val="0"/>
                    </a:spcBef>
                  </a:pPr>
                  <a:r>
                    <a:rPr lang="zh-CN" b="false" i="false" sz="1400" baseline="0" u="none" altLang="en-US">
                      <a:solidFill>
                        <a:schemeClr val="tx1"/>
                      </a:solidFill>
                      <a:latin typeface="微软雅黑"/>
                      <a:ea typeface="微软雅黑"/>
                    </a:rPr>
                    <a:t>全球范围内越来越严格的环保法规和消费保护政策，将增加企业的合规成本和运营难度，迫使品牌在产品设计与生产中提升社会责任感。</a:t>
                  </a:r>
                </a:p>
              </p:txBody>
            </p:sp>
            <p:sp>
              <p:nvSpPr>
                <p:cNvPr name="AutoShape 22" id="22"/>
                <p:cNvSpPr/>
                <p:nvPr/>
              </p:nvSpPr>
              <p:spPr>
                <a:xfrm flipH="true">
                  <a:off x="9682840" y="3203580"/>
                  <a:ext cx="2256260" cy="364121"/>
                </a:xfrm>
                <a:prstGeom prst="roundRect">
                  <a:avLst>
                    <a:gd name="adj" fmla="val 0"/>
                  </a:avLst>
                </a:prstGeom>
                <a:noFill/>
                <a:ln>
                  <a:noFill/>
                </a:ln>
              </p:spPr>
              <p:txBody>
                <a:bodyPr vert="horz" anchor="b" wrap="square" tIns="45720" lIns="91440" bIns="45720" rIns="91440">
                  <a:spAutoFit/>
                </a:bodyPr>
                <a:p>
                  <a:pPr algn="l" marL="0"/>
                  <a:r>
                    <a:rPr lang="zh-CN" b="true" i="false" sz="1600" baseline="0" u="none" altLang="en-US">
                      <a:solidFill>
                        <a:schemeClr val="tx1"/>
                      </a:solidFill>
                      <a:latin typeface="微软雅黑"/>
                      <a:ea typeface="微软雅黑"/>
                    </a:rPr>
                    <a:t>政策与法规</a:t>
                  </a:r>
                </a:p>
              </p:txBody>
            </p:sp>
          </p:grpSp>
        </p:grpSp>
        <p:grpSp>
          <p:nvGrpSpPr>
            <p:cNvPr name="Group 23" id="23"/>
            <p:cNvGrpSpPr/>
            <p:nvPr/>
          </p:nvGrpSpPr>
          <p:grpSpPr>
            <a:xfrm>
              <a:off x="4472612" y="4521132"/>
              <a:ext cx="6663977" cy="1612967"/>
              <a:chOff x="4472612" y="4521132"/>
              <a:chExt cx="6663977" cy="1612967"/>
            </a:xfrm>
          </p:grpSpPr>
          <p:sp>
            <p:nvSpPr>
              <p:cNvPr name="AutoShape 24" id="24"/>
              <p:cNvSpPr/>
              <p:nvPr/>
            </p:nvSpPr>
            <p:spPr>
              <a:xfrm>
                <a:off x="4472612" y="4521132"/>
                <a:ext cx="6663977" cy="1612967"/>
              </a:xfrm>
              <a:prstGeom prst="roundRect">
                <a:avLst>
                  <a:gd name="adj" fmla="val 50000"/>
                </a:avLst>
              </a:prstGeom>
              <a:solidFill>
                <a:schemeClr val="accent1">
                  <a:alpha val="15000"/>
                </a:schemeClr>
              </a:solidFill>
              <a:ln>
                <a:noFill/>
              </a:ln>
              <a:effectLst>
                <a:outerShdw algn="ctr" blurRad="304800" dir="7380000" dist="228600" rotWithShape="false">
                  <a:schemeClr val="accent1">
                    <a:alpha val="15000"/>
                  </a:schemeClr>
                </a:outerShdw>
              </a:effectLst>
            </p:spPr>
            <p:txBody>
              <a:bodyPr vert="horz" anchor="ctr" tIns="45720" lIns="91440" bIns="45720" rIns="91440"/>
              <a:p>
                <a:pPr algn="l" marL="0"/>
              </a:p>
            </p:txBody>
          </p:sp>
          <p:sp>
            <p:nvSpPr>
              <p:cNvPr name="AutoShape 25" id="25"/>
              <p:cNvSpPr/>
              <p:nvPr/>
            </p:nvSpPr>
            <p:spPr>
              <a:xfrm>
                <a:off x="4472612" y="4816828"/>
                <a:ext cx="1017818" cy="1017816"/>
              </a:xfrm>
              <a:prstGeom prst="ellipse">
                <a:avLst/>
              </a:prstGeom>
              <a:gradFill rotWithShape="false" flip="none">
                <a:gsLst>
                  <a:gs pos="0">
                    <a:schemeClr val="accent1">
                      <a:lumMod val="60000"/>
                      <a:lumOff val="40000"/>
                    </a:schemeClr>
                  </a:gs>
                  <a:gs pos="60000">
                    <a:schemeClr val="accent1"/>
                  </a:gs>
                </a:gsLst>
                <a:lin ang="2700000"/>
                <a:tileRect/>
              </a:gradFill>
              <a:ln cap="rnd">
                <a:noFill/>
                <a:prstDash val="solid"/>
              </a:ln>
              <a:effectLst>
                <a:outerShdw algn="ctr" blurRad="254000" dir="2700000" dist="127000" rotWithShape="false">
                  <a:schemeClr val="accent1">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3</a:t>
                </a:r>
              </a:p>
            </p:txBody>
          </p:sp>
          <p:grpSp>
            <p:nvGrpSpPr>
              <p:cNvPr name="Group 26" id="26"/>
              <p:cNvGrpSpPr/>
              <p:nvPr/>
            </p:nvGrpSpPr>
            <p:grpSpPr>
              <a:xfrm>
                <a:off x="5583992" y="4756629"/>
                <a:ext cx="5201760" cy="663653"/>
                <a:chOff x="9253423" y="4440435"/>
                <a:chExt cx="2461501" cy="713768"/>
              </a:xfrm>
            </p:grpSpPr>
            <p:sp>
              <p:nvSpPr>
                <p:cNvPr name="AutoShape 27" id="27"/>
                <p:cNvSpPr/>
                <p:nvPr/>
              </p:nvSpPr>
              <p:spPr>
                <a:xfrm flipH="true">
                  <a:off x="9253424" y="4800842"/>
                  <a:ext cx="2461500" cy="409771"/>
                </a:xfrm>
                <a:prstGeom prst="rect">
                  <a:avLst/>
                </a:prstGeom>
                <a:noFill/>
                <a:ln>
                  <a:noFill/>
                </a:ln>
              </p:spPr>
              <p:txBody>
                <a:bodyPr vert="horz" anchor="t" wrap="square" tIns="45720" lIns="91440" bIns="45720" rIns="91440">
                  <a:spAutoFit/>
                </a:bodyPr>
                <a:p>
                  <a:pPr algn="l" marL="0">
                    <a:lnSpc>
                      <a:spcPct val="120000"/>
                    </a:lnSpc>
                    <a:spcBef>
                      <a:spcPct val="0"/>
                    </a:spcBef>
                  </a:pPr>
                  <a:r>
                    <a:rPr lang="zh-CN" b="false" i="false" sz="1400" baseline="0" u="none" altLang="en-US">
                      <a:solidFill>
                        <a:schemeClr val="tx1"/>
                      </a:solidFill>
                      <a:latin typeface="微软雅黑"/>
                      <a:ea typeface="微软雅黑"/>
                    </a:rPr>
                    <a:t>随着全球经济波动加大，各国的关税与贸易政策对手机行业也带来了一定挑战，可能影响品牌的全球供应链和市场定价策略。</a:t>
                  </a:r>
                </a:p>
              </p:txBody>
            </p:sp>
            <p:sp>
              <p:nvSpPr>
                <p:cNvPr name="AutoShape 28" id="28"/>
                <p:cNvSpPr/>
                <p:nvPr/>
              </p:nvSpPr>
              <p:spPr>
                <a:xfrm flipH="true">
                  <a:off x="9253423" y="4440435"/>
                  <a:ext cx="2461500" cy="364121"/>
                </a:xfrm>
                <a:prstGeom prst="roundRect">
                  <a:avLst>
                    <a:gd name="adj" fmla="val 0"/>
                  </a:avLst>
                </a:prstGeom>
                <a:noFill/>
                <a:ln>
                  <a:noFill/>
                </a:ln>
              </p:spPr>
              <p:txBody>
                <a:bodyPr vert="horz" anchor="b" wrap="square" tIns="45720" lIns="91440" bIns="45720" rIns="91440">
                  <a:spAutoFit/>
                </a:bodyPr>
                <a:p>
                  <a:pPr algn="l" marL="0"/>
                  <a:r>
                    <a:rPr lang="zh-CN" b="true" i="false" sz="1600" baseline="0" u="none" altLang="en-US">
                      <a:solidFill>
                        <a:schemeClr val="tx1"/>
                      </a:solidFill>
                      <a:latin typeface="微软雅黑"/>
                      <a:ea typeface="微软雅黑"/>
                    </a:rPr>
                    <a:t>全球经济影响</a:t>
                  </a:r>
                </a:p>
              </p:txBody>
            </p:sp>
          </p:grpSp>
        </p:grpSp>
      </p:grpSp>
      <p:grpSp>
        <p:nvGrpSpPr>
          <p:cNvPr name="Group 29" id="29"/>
          <p:cNvGrpSpPr/>
          <p:nvPr/>
        </p:nvGrpSpPr>
        <p:grpSpPr>
          <a:xfrm>
            <a:off x="730688" y="1633989"/>
            <a:ext cx="3741924" cy="3996421"/>
            <a:chOff x="3555071" y="2205838"/>
            <a:chExt cx="1402843" cy="1498253"/>
          </a:xfrm>
        </p:grpSpPr>
        <p:sp>
          <p:nvSpPr>
            <p:cNvPr name="Freeform 30" id="30"/>
            <p:cNvSpPr/>
            <p:nvPr/>
          </p:nvSpPr>
          <p:spPr>
            <a:xfrm>
              <a:off x="4499879" y="3494422"/>
              <a:ext cx="336968" cy="93023"/>
            </a:xfrm>
            <a:custGeom>
              <a:avLst/>
              <a:gdLst/>
              <a:ahLst/>
              <a:cxnLst/>
              <a:rect r="r" b="b" t="t" l="l"/>
              <a:pathLst>
                <a:path w="336968" h="93023" stroke="true" fill="norm" extrusionOk="true">
                  <a:moveTo>
                    <a:pt x="15170" y="92731"/>
                  </a:moveTo>
                  <a:lnTo>
                    <a:pt x="327181" y="24465"/>
                  </a:lnTo>
                  <a:cubicBezTo>
                    <a:pt x="333886" y="22998"/>
                    <a:pt x="338153" y="16359"/>
                    <a:pt x="336677" y="9711"/>
                  </a:cubicBezTo>
                  <a:lnTo>
                    <a:pt x="336677" y="9711"/>
                  </a:lnTo>
                  <a:cubicBezTo>
                    <a:pt x="335200" y="3062"/>
                    <a:pt x="328504" y="-1177"/>
                    <a:pt x="321799" y="290"/>
                  </a:cubicBezTo>
                  <a:lnTo>
                    <a:pt x="9788" y="68556"/>
                  </a:lnTo>
                  <a:cubicBezTo>
                    <a:pt x="3083" y="70023"/>
                    <a:pt x="-1185" y="76662"/>
                    <a:pt x="292" y="83310"/>
                  </a:cubicBezTo>
                  <a:lnTo>
                    <a:pt x="292" y="83310"/>
                  </a:lnTo>
                  <a:cubicBezTo>
                    <a:pt x="1778" y="89959"/>
                    <a:pt x="8474" y="94207"/>
                    <a:pt x="15170" y="92731"/>
                  </a:cubicBezTo>
                  <a:close/>
                </a:path>
              </a:pathLst>
            </a:custGeom>
            <a:solidFill>
              <a:schemeClr val="accent2"/>
            </a:solidFill>
            <a:ln cap="flat">
              <a:noFill/>
              <a:prstDash val="solid"/>
              <a:miter lim="800000"/>
            </a:ln>
          </p:spPr>
          <p:txBody>
            <a:bodyPr vert="horz" anchor="ctr" tIns="45720" lIns="91440" bIns="45720" rIns="91440"/>
            <a:p>
              <a:pPr algn="l" marL="0"/>
            </a:p>
          </p:txBody>
        </p:sp>
        <p:sp>
          <p:nvSpPr>
            <p:cNvPr name="Freeform 31" id="31"/>
            <p:cNvSpPr/>
            <p:nvPr/>
          </p:nvSpPr>
          <p:spPr>
            <a:xfrm>
              <a:off x="3577061" y="3185236"/>
              <a:ext cx="157779" cy="395690"/>
            </a:xfrm>
            <a:custGeom>
              <a:avLst/>
              <a:gdLst/>
              <a:ahLst/>
              <a:cxnLst/>
              <a:rect r="r" b="b" t="t" l="l"/>
              <a:pathLst>
                <a:path w="157779" h="395690" stroke="true" fill="norm" extrusionOk="true">
                  <a:moveTo>
                    <a:pt x="17378" y="196053"/>
                  </a:moveTo>
                  <a:cubicBezTo>
                    <a:pt x="27037" y="145952"/>
                    <a:pt x="36705" y="95841"/>
                    <a:pt x="46363" y="45739"/>
                  </a:cubicBezTo>
                  <a:cubicBezTo>
                    <a:pt x="50078" y="26479"/>
                    <a:pt x="57727" y="3181"/>
                    <a:pt x="77243" y="0"/>
                  </a:cubicBezTo>
                  <a:lnTo>
                    <a:pt x="156444" y="73648"/>
                  </a:lnTo>
                  <a:cubicBezTo>
                    <a:pt x="163140" y="110785"/>
                    <a:pt x="143232" y="146780"/>
                    <a:pt x="128412" y="181528"/>
                  </a:cubicBezTo>
                  <a:cubicBezTo>
                    <a:pt x="103780" y="239287"/>
                    <a:pt x="92026" y="302409"/>
                    <a:pt x="94245" y="365074"/>
                  </a:cubicBezTo>
                  <a:cubicBezTo>
                    <a:pt x="94617" y="375618"/>
                    <a:pt x="94112" y="388515"/>
                    <a:pt x="84701" y="393430"/>
                  </a:cubicBezTo>
                  <a:cubicBezTo>
                    <a:pt x="81130" y="395297"/>
                    <a:pt x="76948" y="395516"/>
                    <a:pt x="72909" y="395611"/>
                  </a:cubicBezTo>
                  <a:cubicBezTo>
                    <a:pt x="54755" y="396040"/>
                    <a:pt x="36562" y="394716"/>
                    <a:pt x="18655" y="391668"/>
                  </a:cubicBezTo>
                  <a:cubicBezTo>
                    <a:pt x="15226" y="391087"/>
                    <a:pt x="11673" y="390373"/>
                    <a:pt x="8920" y="388268"/>
                  </a:cubicBezTo>
                  <a:cubicBezTo>
                    <a:pt x="4529" y="384896"/>
                    <a:pt x="3329" y="378914"/>
                    <a:pt x="2605" y="373447"/>
                  </a:cubicBezTo>
                  <a:cubicBezTo>
                    <a:pt x="-5243" y="314354"/>
                    <a:pt x="6091" y="254594"/>
                    <a:pt x="17378" y="196053"/>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32" id="32"/>
            <p:cNvSpPr/>
            <p:nvPr/>
          </p:nvSpPr>
          <p:spPr>
            <a:xfrm>
              <a:off x="3779599" y="3166700"/>
              <a:ext cx="195880" cy="378738"/>
            </a:xfrm>
            <a:custGeom>
              <a:avLst/>
              <a:gdLst/>
              <a:ahLst/>
              <a:cxnLst/>
              <a:rect r="r" b="b" t="t" l="l"/>
              <a:pathLst>
                <a:path w="195880" h="378738" stroke="true" fill="norm" extrusionOk="true">
                  <a:moveTo>
                    <a:pt x="45002" y="202187"/>
                  </a:moveTo>
                  <a:cubicBezTo>
                    <a:pt x="31448" y="152971"/>
                    <a:pt x="17903" y="103765"/>
                    <a:pt x="4349" y="54550"/>
                  </a:cubicBezTo>
                  <a:cubicBezTo>
                    <a:pt x="-861" y="35633"/>
                    <a:pt x="-4328" y="11373"/>
                    <a:pt x="11788" y="0"/>
                  </a:cubicBezTo>
                  <a:lnTo>
                    <a:pt x="115582" y="31585"/>
                  </a:lnTo>
                  <a:cubicBezTo>
                    <a:pt x="138071" y="62017"/>
                    <a:pt x="136156" y="103022"/>
                    <a:pt x="138271" y="140694"/>
                  </a:cubicBezTo>
                  <a:cubicBezTo>
                    <a:pt x="141766" y="203311"/>
                    <a:pt x="159216" y="265119"/>
                    <a:pt x="189010" y="320440"/>
                  </a:cubicBezTo>
                  <a:cubicBezTo>
                    <a:pt x="194021" y="329746"/>
                    <a:pt x="199288" y="341547"/>
                    <a:pt x="193020" y="350072"/>
                  </a:cubicBezTo>
                  <a:cubicBezTo>
                    <a:pt x="190639" y="353301"/>
                    <a:pt x="186982" y="355330"/>
                    <a:pt x="183400" y="357178"/>
                  </a:cubicBezTo>
                  <a:cubicBezTo>
                    <a:pt x="167284" y="365484"/>
                    <a:pt x="150358" y="372237"/>
                    <a:pt x="132937" y="377304"/>
                  </a:cubicBezTo>
                  <a:cubicBezTo>
                    <a:pt x="129603" y="378276"/>
                    <a:pt x="126088" y="379190"/>
                    <a:pt x="122688" y="378495"/>
                  </a:cubicBezTo>
                  <a:cubicBezTo>
                    <a:pt x="117249" y="377380"/>
                    <a:pt x="113515" y="372532"/>
                    <a:pt x="110439" y="367941"/>
                  </a:cubicBezTo>
                  <a:cubicBezTo>
                    <a:pt x="77168" y="318297"/>
                    <a:pt x="60833" y="259690"/>
                    <a:pt x="45002" y="202187"/>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33" id="33"/>
            <p:cNvSpPr/>
            <p:nvPr/>
          </p:nvSpPr>
          <p:spPr>
            <a:xfrm>
              <a:off x="3869424" y="2838396"/>
              <a:ext cx="817324" cy="722415"/>
            </a:xfrm>
            <a:custGeom>
              <a:avLst/>
              <a:gdLst/>
              <a:ahLst/>
              <a:cxnLst/>
              <a:rect r="r" b="b" t="t" l="l"/>
              <a:pathLst>
                <a:path w="817324" h="722415" stroke="true" fill="norm" extrusionOk="true">
                  <a:moveTo>
                    <a:pt x="814504" y="718686"/>
                  </a:moveTo>
                  <a:lnTo>
                    <a:pt x="814504" y="718686"/>
                  </a:lnTo>
                  <a:cubicBezTo>
                    <a:pt x="818609" y="714104"/>
                    <a:pt x="818181" y="707027"/>
                    <a:pt x="813561" y="702960"/>
                  </a:cubicBezTo>
                  <a:lnTo>
                    <a:pt x="18671" y="2796"/>
                  </a:lnTo>
                  <a:cubicBezTo>
                    <a:pt x="14051" y="-1271"/>
                    <a:pt x="6917" y="-852"/>
                    <a:pt x="2822" y="3730"/>
                  </a:cubicBezTo>
                  <a:lnTo>
                    <a:pt x="2822" y="3730"/>
                  </a:lnTo>
                  <a:cubicBezTo>
                    <a:pt x="-1284" y="8311"/>
                    <a:pt x="-855" y="15388"/>
                    <a:pt x="3755" y="19456"/>
                  </a:cubicBezTo>
                  <a:lnTo>
                    <a:pt x="798645" y="719619"/>
                  </a:lnTo>
                  <a:cubicBezTo>
                    <a:pt x="803265" y="723686"/>
                    <a:pt x="810399" y="723268"/>
                    <a:pt x="814504" y="718686"/>
                  </a:cubicBezTo>
                  <a:close/>
                </a:path>
              </a:pathLst>
            </a:custGeom>
            <a:solidFill>
              <a:schemeClr val="accent2"/>
            </a:solidFill>
            <a:ln cap="flat">
              <a:noFill/>
              <a:prstDash val="solid"/>
              <a:miter lim="800000"/>
            </a:ln>
          </p:spPr>
          <p:txBody>
            <a:bodyPr vert="horz" anchor="ctr" tIns="45720" lIns="91440" bIns="45720" rIns="91440"/>
            <a:p>
              <a:pPr algn="l" marL="0"/>
            </a:p>
          </p:txBody>
        </p:sp>
        <p:sp>
          <p:nvSpPr>
            <p:cNvPr name="Freeform 34" id="34"/>
            <p:cNvSpPr/>
            <p:nvPr/>
          </p:nvSpPr>
          <p:spPr>
            <a:xfrm>
              <a:off x="3899115" y="2920250"/>
              <a:ext cx="145475" cy="91257"/>
            </a:xfrm>
            <a:custGeom>
              <a:avLst/>
              <a:gdLst/>
              <a:ahLst/>
              <a:cxnLst/>
              <a:rect r="r" b="b" t="t" l="l"/>
              <a:pathLst>
                <a:path w="145475" h="91257" stroke="true" fill="norm" extrusionOk="true">
                  <a:moveTo>
                    <a:pt x="26175" y="11801"/>
                  </a:moveTo>
                  <a:lnTo>
                    <a:pt x="15983" y="0"/>
                  </a:lnTo>
                  <a:cubicBezTo>
                    <a:pt x="35452" y="19193"/>
                    <a:pt x="57731" y="35576"/>
                    <a:pt x="81905" y="48482"/>
                  </a:cubicBezTo>
                  <a:cubicBezTo>
                    <a:pt x="93574" y="35262"/>
                    <a:pt x="112757" y="21022"/>
                    <a:pt x="126825" y="31709"/>
                  </a:cubicBezTo>
                  <a:cubicBezTo>
                    <a:pt x="142132" y="43329"/>
                    <a:pt x="131359" y="71276"/>
                    <a:pt x="145475" y="84277"/>
                  </a:cubicBezTo>
                  <a:cubicBezTo>
                    <a:pt x="140027" y="91230"/>
                    <a:pt x="129226" y="93354"/>
                    <a:pt x="121511" y="88982"/>
                  </a:cubicBezTo>
                  <a:cubicBezTo>
                    <a:pt x="113805" y="84611"/>
                    <a:pt x="110157" y="74304"/>
                    <a:pt x="113433" y="66122"/>
                  </a:cubicBezTo>
                  <a:cubicBezTo>
                    <a:pt x="94726" y="90621"/>
                    <a:pt x="54055" y="94336"/>
                    <a:pt x="31147" y="73647"/>
                  </a:cubicBezTo>
                  <a:cubicBezTo>
                    <a:pt x="17526" y="61341"/>
                    <a:pt x="10897" y="43319"/>
                    <a:pt x="0" y="28584"/>
                  </a:cubicBezTo>
                  <a:cubicBezTo>
                    <a:pt x="6991" y="20793"/>
                    <a:pt x="16145" y="14926"/>
                    <a:pt x="26175" y="11801"/>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35" id="35"/>
            <p:cNvSpPr/>
            <p:nvPr/>
          </p:nvSpPr>
          <p:spPr>
            <a:xfrm>
              <a:off x="3705395" y="2713958"/>
              <a:ext cx="129284" cy="179308"/>
            </a:xfrm>
            <a:custGeom>
              <a:avLst/>
              <a:gdLst/>
              <a:ahLst/>
              <a:cxnLst/>
              <a:rect r="r" b="b" t="t" l="l"/>
              <a:pathLst>
                <a:path w="129284" h="179308" stroke="true" fill="norm" extrusionOk="true">
                  <a:moveTo>
                    <a:pt x="220" y="81896"/>
                  </a:moveTo>
                  <a:cubicBezTo>
                    <a:pt x="2725" y="60341"/>
                    <a:pt x="25290" y="47711"/>
                    <a:pt x="45150" y="38595"/>
                  </a:cubicBezTo>
                  <a:cubicBezTo>
                    <a:pt x="73191" y="25727"/>
                    <a:pt x="101242" y="12868"/>
                    <a:pt x="129284" y="0"/>
                  </a:cubicBezTo>
                  <a:lnTo>
                    <a:pt x="93765" y="78457"/>
                  </a:lnTo>
                  <a:cubicBezTo>
                    <a:pt x="62704" y="102089"/>
                    <a:pt x="43616" y="140484"/>
                    <a:pt x="43635" y="179308"/>
                  </a:cubicBezTo>
                  <a:cubicBezTo>
                    <a:pt x="29119" y="157810"/>
                    <a:pt x="16698" y="134912"/>
                    <a:pt x="6612" y="111052"/>
                  </a:cubicBezTo>
                  <a:cubicBezTo>
                    <a:pt x="2687" y="101765"/>
                    <a:pt x="-942" y="91888"/>
                    <a:pt x="220" y="81896"/>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36" id="36"/>
            <p:cNvGrpSpPr/>
            <p:nvPr/>
          </p:nvGrpSpPr>
          <p:grpSpPr>
            <a:xfrm>
              <a:off x="3588381" y="2997278"/>
              <a:ext cx="356183" cy="290946"/>
              <a:chOff x="3588381" y="2997278"/>
              <a:chExt cx="356183" cy="290946"/>
            </a:xfrm>
          </p:grpSpPr>
          <p:grpSp>
            <p:nvGrpSpPr>
              <p:cNvPr name="Group 37" id="37"/>
              <p:cNvGrpSpPr/>
              <p:nvPr/>
            </p:nvGrpSpPr>
            <p:grpSpPr>
              <a:xfrm>
                <a:off x="3588381" y="2997278"/>
                <a:ext cx="356183" cy="290946"/>
                <a:chOff x="3588381" y="2997278"/>
                <a:chExt cx="356183" cy="290946"/>
              </a:xfrm>
            </p:grpSpPr>
            <p:sp>
              <p:nvSpPr>
                <p:cNvPr name="Freeform 38" id="38"/>
                <p:cNvSpPr/>
                <p:nvPr/>
              </p:nvSpPr>
              <p:spPr>
                <a:xfrm>
                  <a:off x="3753034" y="3020501"/>
                  <a:ext cx="191531" cy="242679"/>
                </a:xfrm>
                <a:custGeom>
                  <a:avLst/>
                  <a:gdLst/>
                  <a:ahLst/>
                  <a:cxnLst/>
                  <a:rect r="r" b="b" t="t" l="l"/>
                  <a:pathLst>
                    <a:path w="191531" h="242679" stroke="true" fill="norm" extrusionOk="true">
                      <a:moveTo>
                        <a:pt x="1254" y="75047"/>
                      </a:moveTo>
                      <a:cubicBezTo>
                        <a:pt x="53413" y="73190"/>
                        <a:pt x="103819" y="44072"/>
                        <a:pt x="131185" y="0"/>
                      </a:cubicBezTo>
                      <a:lnTo>
                        <a:pt x="153178" y="5058"/>
                      </a:lnTo>
                      <a:cubicBezTo>
                        <a:pt x="165694" y="74152"/>
                        <a:pt x="178210" y="143246"/>
                        <a:pt x="190735" y="212341"/>
                      </a:cubicBezTo>
                      <a:cubicBezTo>
                        <a:pt x="191554" y="216846"/>
                        <a:pt x="192297" y="221799"/>
                        <a:pt x="189964" y="225762"/>
                      </a:cubicBezTo>
                      <a:cubicBezTo>
                        <a:pt x="187268" y="230343"/>
                        <a:pt x="181477" y="231924"/>
                        <a:pt x="176248" y="233020"/>
                      </a:cubicBezTo>
                      <a:cubicBezTo>
                        <a:pt x="129489" y="242773"/>
                        <a:pt x="81178" y="245164"/>
                        <a:pt x="33668" y="240087"/>
                      </a:cubicBezTo>
                      <a:cubicBezTo>
                        <a:pt x="26448" y="239316"/>
                        <a:pt x="18609" y="238058"/>
                        <a:pt x="13694" y="232743"/>
                      </a:cubicBezTo>
                      <a:cubicBezTo>
                        <a:pt x="9617" y="228333"/>
                        <a:pt x="8474" y="222066"/>
                        <a:pt x="7569" y="216160"/>
                      </a:cubicBezTo>
                      <a:cubicBezTo>
                        <a:pt x="483" y="169507"/>
                        <a:pt x="-1642" y="122129"/>
                        <a:pt x="1254" y="75047"/>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39" id="39"/>
                <p:cNvSpPr/>
                <p:nvPr/>
              </p:nvSpPr>
              <p:spPr>
                <a:xfrm>
                  <a:off x="3588381" y="2997278"/>
                  <a:ext cx="322021" cy="290946"/>
                </a:xfrm>
                <a:custGeom>
                  <a:avLst/>
                  <a:gdLst/>
                  <a:ahLst/>
                  <a:cxnLst/>
                  <a:rect r="r" b="b" t="t" l="l"/>
                  <a:pathLst>
                    <a:path w="322021" h="290946" stroke="true" fill="norm" extrusionOk="true">
                      <a:moveTo>
                        <a:pt x="46063" y="38577"/>
                      </a:moveTo>
                      <a:cubicBezTo>
                        <a:pt x="48892" y="25090"/>
                        <a:pt x="52969" y="9897"/>
                        <a:pt x="65265" y="3487"/>
                      </a:cubicBezTo>
                      <a:cubicBezTo>
                        <a:pt x="72295" y="-180"/>
                        <a:pt x="80629" y="-104"/>
                        <a:pt x="88573" y="58"/>
                      </a:cubicBezTo>
                      <a:cubicBezTo>
                        <a:pt x="164402" y="1582"/>
                        <a:pt x="240221" y="3096"/>
                        <a:pt x="316049" y="4611"/>
                      </a:cubicBezTo>
                      <a:cubicBezTo>
                        <a:pt x="301447" y="63799"/>
                        <a:pt x="261652" y="116225"/>
                        <a:pt x="209045" y="147514"/>
                      </a:cubicBezTo>
                      <a:cubicBezTo>
                        <a:pt x="208655" y="148419"/>
                        <a:pt x="208274" y="149324"/>
                        <a:pt x="207893" y="150229"/>
                      </a:cubicBezTo>
                      <a:cubicBezTo>
                        <a:pt x="208207" y="150115"/>
                        <a:pt x="208531" y="150029"/>
                        <a:pt x="208874" y="149972"/>
                      </a:cubicBezTo>
                      <a:cubicBezTo>
                        <a:pt x="247612" y="144028"/>
                        <a:pt x="283064" y="126274"/>
                        <a:pt x="310077" y="97965"/>
                      </a:cubicBezTo>
                      <a:cubicBezTo>
                        <a:pt x="312573" y="95346"/>
                        <a:pt x="316592" y="94613"/>
                        <a:pt x="319554" y="97013"/>
                      </a:cubicBezTo>
                      <a:cubicBezTo>
                        <a:pt x="322259" y="99204"/>
                        <a:pt x="322974" y="103738"/>
                        <a:pt x="320516" y="106414"/>
                      </a:cubicBezTo>
                      <a:cubicBezTo>
                        <a:pt x="306486" y="121711"/>
                        <a:pt x="289703" y="134465"/>
                        <a:pt x="271272" y="144104"/>
                      </a:cubicBezTo>
                      <a:cubicBezTo>
                        <a:pt x="252470" y="153944"/>
                        <a:pt x="231315" y="161211"/>
                        <a:pt x="210064" y="163078"/>
                      </a:cubicBezTo>
                      <a:cubicBezTo>
                        <a:pt x="207483" y="163307"/>
                        <a:pt x="205187" y="161221"/>
                        <a:pt x="204226" y="158906"/>
                      </a:cubicBezTo>
                      <a:cubicBezTo>
                        <a:pt x="186452" y="201483"/>
                        <a:pt x="171536" y="245231"/>
                        <a:pt x="159639" y="289770"/>
                      </a:cubicBezTo>
                      <a:cubicBezTo>
                        <a:pt x="104832" y="294800"/>
                        <a:pt x="48606" y="283608"/>
                        <a:pt x="0" y="257976"/>
                      </a:cubicBezTo>
                      <a:cubicBezTo>
                        <a:pt x="15345" y="184843"/>
                        <a:pt x="30699" y="111710"/>
                        <a:pt x="46063" y="38577"/>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40" id="40"/>
                <p:cNvSpPr/>
                <p:nvPr/>
              </p:nvSpPr>
              <p:spPr>
                <a:xfrm>
                  <a:off x="3822130" y="3142211"/>
                  <a:ext cx="83077" cy="39091"/>
                </a:xfrm>
                <a:custGeom>
                  <a:avLst/>
                  <a:gdLst/>
                  <a:ahLst/>
                  <a:cxnLst/>
                  <a:rect r="r" b="b" t="t" l="l"/>
                  <a:pathLst>
                    <a:path w="83077" h="39091" stroke="true" fill="norm" extrusionOk="true">
                      <a:moveTo>
                        <a:pt x="6853" y="24956"/>
                      </a:moveTo>
                      <a:cubicBezTo>
                        <a:pt x="19587" y="26518"/>
                        <a:pt x="31980" y="25451"/>
                        <a:pt x="43991" y="20832"/>
                      </a:cubicBezTo>
                      <a:cubicBezTo>
                        <a:pt x="54354" y="16850"/>
                        <a:pt x="63460" y="10554"/>
                        <a:pt x="71042" y="2525"/>
                      </a:cubicBezTo>
                      <a:cubicBezTo>
                        <a:pt x="73528" y="-104"/>
                        <a:pt x="77442" y="-990"/>
                        <a:pt x="80490" y="1372"/>
                      </a:cubicBezTo>
                      <a:cubicBezTo>
                        <a:pt x="83243" y="3496"/>
                        <a:pt x="84062" y="8020"/>
                        <a:pt x="81653" y="10745"/>
                      </a:cubicBezTo>
                      <a:cubicBezTo>
                        <a:pt x="63031" y="31852"/>
                        <a:pt x="32475" y="43063"/>
                        <a:pt x="4510" y="37805"/>
                      </a:cubicBezTo>
                      <a:cubicBezTo>
                        <a:pt x="-2834" y="36424"/>
                        <a:pt x="-605" y="24042"/>
                        <a:pt x="6853" y="24956"/>
                      </a:cubicBezTo>
                      <a:close/>
                    </a:path>
                  </a:pathLst>
                </a:custGeom>
                <a:solidFill>
                  <a:srgbClr val="FFD026"/>
                </a:solidFill>
                <a:ln cap="flat">
                  <a:noFill/>
                  <a:prstDash val="solid"/>
                  <a:miter lim="800000"/>
                </a:ln>
              </p:spPr>
              <p:txBody>
                <a:bodyPr vert="horz" anchor="ctr" tIns="45720" lIns="91440" bIns="45720" rIns="91440"/>
                <a:p>
                  <a:pPr algn="l" marL="0"/>
                </a:p>
              </p:txBody>
            </p:sp>
          </p:grpSp>
          <p:sp>
            <p:nvSpPr>
              <p:cNvPr name="Freeform 41" id="41"/>
              <p:cNvSpPr/>
              <p:nvPr/>
            </p:nvSpPr>
            <p:spPr>
              <a:xfrm>
                <a:off x="3639254" y="3035926"/>
                <a:ext cx="139866" cy="240558"/>
              </a:xfrm>
              <a:custGeom>
                <a:avLst/>
                <a:gdLst/>
                <a:ahLst/>
                <a:cxnLst/>
                <a:rect r="r" b="b" t="t" l="l"/>
                <a:pathLst>
                  <a:path w="139866" h="240558" stroke="true" fill="norm" extrusionOk="true">
                    <a:moveTo>
                      <a:pt x="20" y="237006"/>
                    </a:moveTo>
                    <a:cubicBezTo>
                      <a:pt x="3277" y="206050"/>
                      <a:pt x="8545" y="175160"/>
                      <a:pt x="14050" y="144528"/>
                    </a:cubicBezTo>
                    <a:cubicBezTo>
                      <a:pt x="17622" y="124659"/>
                      <a:pt x="21566" y="104866"/>
                      <a:pt x="25842" y="85139"/>
                    </a:cubicBezTo>
                    <a:cubicBezTo>
                      <a:pt x="23890" y="83301"/>
                      <a:pt x="24099" y="79129"/>
                      <a:pt x="27271" y="78634"/>
                    </a:cubicBezTo>
                    <a:cubicBezTo>
                      <a:pt x="29100" y="70357"/>
                      <a:pt x="30986" y="62080"/>
                      <a:pt x="32938" y="53831"/>
                    </a:cubicBezTo>
                    <a:cubicBezTo>
                      <a:pt x="37006" y="36619"/>
                      <a:pt x="41501" y="19531"/>
                      <a:pt x="45892" y="2396"/>
                    </a:cubicBezTo>
                    <a:cubicBezTo>
                      <a:pt x="47035" y="-2052"/>
                      <a:pt x="53931" y="262"/>
                      <a:pt x="52722" y="4701"/>
                    </a:cubicBezTo>
                    <a:cubicBezTo>
                      <a:pt x="46111" y="28809"/>
                      <a:pt x="40177" y="53136"/>
                      <a:pt x="34815" y="77605"/>
                    </a:cubicBezTo>
                    <a:cubicBezTo>
                      <a:pt x="41235" y="76653"/>
                      <a:pt x="47559" y="75443"/>
                      <a:pt x="53846" y="73529"/>
                    </a:cubicBezTo>
                    <a:cubicBezTo>
                      <a:pt x="62113" y="71014"/>
                      <a:pt x="70086" y="67652"/>
                      <a:pt x="77658" y="63508"/>
                    </a:cubicBezTo>
                    <a:cubicBezTo>
                      <a:pt x="92641" y="55326"/>
                      <a:pt x="106224" y="44230"/>
                      <a:pt x="116863" y="30914"/>
                    </a:cubicBezTo>
                    <a:cubicBezTo>
                      <a:pt x="123235" y="22941"/>
                      <a:pt x="128703" y="14235"/>
                      <a:pt x="132894" y="4949"/>
                    </a:cubicBezTo>
                    <a:cubicBezTo>
                      <a:pt x="134818" y="691"/>
                      <a:pt x="141438" y="3710"/>
                      <a:pt x="139523" y="7968"/>
                    </a:cubicBezTo>
                    <a:cubicBezTo>
                      <a:pt x="124226" y="41915"/>
                      <a:pt x="94356" y="68137"/>
                      <a:pt x="58865" y="79910"/>
                    </a:cubicBezTo>
                    <a:cubicBezTo>
                      <a:pt x="50550" y="82672"/>
                      <a:pt x="41844" y="84701"/>
                      <a:pt x="33081" y="85616"/>
                    </a:cubicBezTo>
                    <a:cubicBezTo>
                      <a:pt x="25995" y="118725"/>
                      <a:pt x="19946" y="152072"/>
                      <a:pt x="14736" y="185438"/>
                    </a:cubicBezTo>
                    <a:cubicBezTo>
                      <a:pt x="12012" y="202907"/>
                      <a:pt x="9973" y="220490"/>
                      <a:pt x="7211" y="237949"/>
                    </a:cubicBezTo>
                    <a:cubicBezTo>
                      <a:pt x="6573" y="241969"/>
                      <a:pt x="-418" y="241102"/>
                      <a:pt x="20" y="23700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42" id="42"/>
            <p:cNvSpPr/>
            <p:nvPr/>
          </p:nvSpPr>
          <p:spPr>
            <a:xfrm>
              <a:off x="4237834" y="2406462"/>
              <a:ext cx="171616" cy="146461"/>
            </a:xfrm>
            <a:custGeom>
              <a:avLst/>
              <a:gdLst/>
              <a:ahLst/>
              <a:cxnLst/>
              <a:rect r="r" b="b" t="t" l="l"/>
              <a:pathLst>
                <a:path w="171616" h="146461" stroke="true" fill="norm" extrusionOk="true">
                  <a:moveTo>
                    <a:pt x="10601" y="108909"/>
                  </a:moveTo>
                  <a:cubicBezTo>
                    <a:pt x="22288" y="78114"/>
                    <a:pt x="29346" y="45606"/>
                    <a:pt x="31490" y="12763"/>
                  </a:cubicBezTo>
                  <a:cubicBezTo>
                    <a:pt x="50816" y="10992"/>
                    <a:pt x="69913" y="6687"/>
                    <a:pt x="88116" y="0"/>
                  </a:cubicBezTo>
                  <a:lnTo>
                    <a:pt x="151924" y="4039"/>
                  </a:lnTo>
                  <a:cubicBezTo>
                    <a:pt x="172231" y="29918"/>
                    <a:pt x="179908" y="68951"/>
                    <a:pt x="160039" y="95155"/>
                  </a:cubicBezTo>
                  <a:cubicBezTo>
                    <a:pt x="152248" y="105423"/>
                    <a:pt x="141132" y="112700"/>
                    <a:pt x="129730" y="118805"/>
                  </a:cubicBezTo>
                  <a:cubicBezTo>
                    <a:pt x="90316" y="139922"/>
                    <a:pt x="44644" y="149380"/>
                    <a:pt x="0" y="145675"/>
                  </a:cubicBezTo>
                  <a:cubicBezTo>
                    <a:pt x="743" y="132893"/>
                    <a:pt x="6058" y="120891"/>
                    <a:pt x="10601" y="108909"/>
                  </a:cubicBezTo>
                  <a:close/>
                </a:path>
              </a:pathLst>
            </a:custGeom>
            <a:solidFill>
              <a:srgbClr val="523B2C"/>
            </a:solidFill>
            <a:ln cap="flat">
              <a:noFill/>
              <a:prstDash val="solid"/>
              <a:miter lim="800000"/>
            </a:ln>
          </p:spPr>
          <p:txBody>
            <a:bodyPr vert="horz" anchor="ctr" tIns="45720" lIns="91440" bIns="45720" rIns="91440"/>
            <a:p>
              <a:pPr algn="l" marL="0"/>
            </a:p>
          </p:txBody>
        </p:sp>
        <p:sp>
          <p:nvSpPr>
            <p:cNvPr name="Freeform 43" id="43"/>
            <p:cNvSpPr/>
            <p:nvPr/>
          </p:nvSpPr>
          <p:spPr>
            <a:xfrm>
              <a:off x="3879921" y="2238999"/>
              <a:ext cx="448250" cy="505981"/>
            </a:xfrm>
            <a:custGeom>
              <a:avLst/>
              <a:gdLst/>
              <a:ahLst/>
              <a:cxnLst/>
              <a:rect r="r" b="b" t="t" l="l"/>
              <a:pathLst>
                <a:path w="448250" h="505981" stroke="true" fill="norm" extrusionOk="true">
                  <a:moveTo>
                    <a:pt x="5869" y="145708"/>
                  </a:moveTo>
                  <a:cubicBezTo>
                    <a:pt x="27738" y="64069"/>
                    <a:pt x="113111" y="11634"/>
                    <a:pt x="197722" y="1937"/>
                  </a:cubicBezTo>
                  <a:cubicBezTo>
                    <a:pt x="247414" y="-3759"/>
                    <a:pt x="299325" y="2766"/>
                    <a:pt x="343492" y="26035"/>
                  </a:cubicBezTo>
                  <a:cubicBezTo>
                    <a:pt x="378525" y="44485"/>
                    <a:pt x="408167" y="74118"/>
                    <a:pt x="424474" y="109713"/>
                  </a:cubicBezTo>
                  <a:cubicBezTo>
                    <a:pt x="451820" y="156566"/>
                    <a:pt x="456316" y="216621"/>
                    <a:pt x="434113" y="266294"/>
                  </a:cubicBezTo>
                  <a:cubicBezTo>
                    <a:pt x="421473" y="294574"/>
                    <a:pt x="401014" y="319720"/>
                    <a:pt x="394213" y="349914"/>
                  </a:cubicBezTo>
                  <a:cubicBezTo>
                    <a:pt x="389346" y="371507"/>
                    <a:pt x="391765" y="394672"/>
                    <a:pt x="383554" y="415246"/>
                  </a:cubicBezTo>
                  <a:cubicBezTo>
                    <a:pt x="382973" y="416703"/>
                    <a:pt x="382335" y="418132"/>
                    <a:pt x="381649" y="419542"/>
                  </a:cubicBezTo>
                  <a:cubicBezTo>
                    <a:pt x="376630" y="440697"/>
                    <a:pt x="358428" y="457528"/>
                    <a:pt x="338025" y="466167"/>
                  </a:cubicBezTo>
                  <a:cubicBezTo>
                    <a:pt x="316032" y="475482"/>
                    <a:pt x="291610" y="476978"/>
                    <a:pt x="267740" y="478349"/>
                  </a:cubicBezTo>
                  <a:cubicBezTo>
                    <a:pt x="227535" y="480664"/>
                    <a:pt x="185901" y="482778"/>
                    <a:pt x="148287" y="468491"/>
                  </a:cubicBezTo>
                  <a:cubicBezTo>
                    <a:pt x="143096" y="466519"/>
                    <a:pt x="138095" y="464281"/>
                    <a:pt x="133256" y="461795"/>
                  </a:cubicBezTo>
                  <a:cubicBezTo>
                    <a:pt x="126056" y="475530"/>
                    <a:pt x="121379" y="490551"/>
                    <a:pt x="119883" y="505981"/>
                  </a:cubicBezTo>
                  <a:cubicBezTo>
                    <a:pt x="87717" y="489236"/>
                    <a:pt x="57609" y="468615"/>
                    <a:pt x="30434" y="444707"/>
                  </a:cubicBezTo>
                  <a:cubicBezTo>
                    <a:pt x="27624" y="442230"/>
                    <a:pt x="24652" y="439354"/>
                    <a:pt x="24348" y="435639"/>
                  </a:cubicBezTo>
                  <a:cubicBezTo>
                    <a:pt x="23986" y="431162"/>
                    <a:pt x="27577" y="427476"/>
                    <a:pt x="30701" y="424228"/>
                  </a:cubicBezTo>
                  <a:cubicBezTo>
                    <a:pt x="42150" y="412322"/>
                    <a:pt x="50436" y="397606"/>
                    <a:pt x="55113" y="381823"/>
                  </a:cubicBezTo>
                  <a:cubicBezTo>
                    <a:pt x="39730" y="355000"/>
                    <a:pt x="28100" y="325244"/>
                    <a:pt x="19033" y="296174"/>
                  </a:cubicBezTo>
                  <a:cubicBezTo>
                    <a:pt x="3821" y="247425"/>
                    <a:pt x="-7352" y="195028"/>
                    <a:pt x="5869" y="145708"/>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44" id="44"/>
            <p:cNvSpPr/>
            <p:nvPr/>
          </p:nvSpPr>
          <p:spPr>
            <a:xfrm>
              <a:off x="4064435" y="2556541"/>
              <a:ext cx="87813" cy="69556"/>
            </a:xfrm>
            <a:custGeom>
              <a:avLst/>
              <a:gdLst/>
              <a:ahLst/>
              <a:cxnLst/>
              <a:rect r="r" b="b" t="t" l="l"/>
              <a:pathLst>
                <a:path w="87813" h="69556" stroke="true" fill="norm" extrusionOk="true">
                  <a:moveTo>
                    <a:pt x="1425" y="20143"/>
                  </a:moveTo>
                  <a:cubicBezTo>
                    <a:pt x="-4680" y="37564"/>
                    <a:pt x="9397" y="58233"/>
                    <a:pt x="32857" y="66320"/>
                  </a:cubicBezTo>
                  <a:cubicBezTo>
                    <a:pt x="56318" y="74397"/>
                    <a:pt x="80282" y="66835"/>
                    <a:pt x="86388" y="49413"/>
                  </a:cubicBezTo>
                  <a:cubicBezTo>
                    <a:pt x="92494" y="31992"/>
                    <a:pt x="78416" y="11323"/>
                    <a:pt x="54955" y="3236"/>
                  </a:cubicBezTo>
                  <a:cubicBezTo>
                    <a:pt x="31486" y="-4841"/>
                    <a:pt x="7521" y="2722"/>
                    <a:pt x="1425" y="20143"/>
                  </a:cubicBezTo>
                  <a:close/>
                </a:path>
              </a:pathLst>
            </a:custGeom>
            <a:solidFill>
              <a:srgbClr val="FF7257"/>
            </a:solidFill>
            <a:ln cap="flat">
              <a:noFill/>
              <a:prstDash val="solid"/>
              <a:miter lim="800000"/>
            </a:ln>
          </p:spPr>
          <p:txBody>
            <a:bodyPr vert="horz" anchor="ctr" tIns="45720" lIns="91440" bIns="45720" rIns="91440"/>
            <a:p>
              <a:pPr algn="l" marL="0"/>
            </a:p>
          </p:txBody>
        </p:sp>
        <p:sp>
          <p:nvSpPr>
            <p:cNvPr name="Freeform 45" id="45"/>
            <p:cNvSpPr/>
            <p:nvPr/>
          </p:nvSpPr>
          <p:spPr>
            <a:xfrm>
              <a:off x="3860357" y="2205838"/>
              <a:ext cx="547749" cy="417870"/>
            </a:xfrm>
            <a:custGeom>
              <a:avLst/>
              <a:gdLst/>
              <a:ahLst/>
              <a:cxnLst/>
              <a:rect r="r" b="b" t="t" l="l"/>
              <a:pathLst>
                <a:path w="547749" h="417870" stroke="true" fill="norm" extrusionOk="true">
                  <a:moveTo>
                    <a:pt x="55922" y="97411"/>
                  </a:moveTo>
                  <a:cubicBezTo>
                    <a:pt x="48074" y="96345"/>
                    <a:pt x="40225" y="95278"/>
                    <a:pt x="32377" y="94211"/>
                  </a:cubicBezTo>
                  <a:cubicBezTo>
                    <a:pt x="53065" y="70236"/>
                    <a:pt x="78239" y="51634"/>
                    <a:pt x="106148" y="37994"/>
                  </a:cubicBezTo>
                  <a:cubicBezTo>
                    <a:pt x="158773" y="5619"/>
                    <a:pt x="225610" y="-4402"/>
                    <a:pt x="288180" y="1685"/>
                  </a:cubicBezTo>
                  <a:cubicBezTo>
                    <a:pt x="332938" y="6038"/>
                    <a:pt x="378020" y="18201"/>
                    <a:pt x="414186" y="44709"/>
                  </a:cubicBezTo>
                  <a:cubicBezTo>
                    <a:pt x="420835" y="49577"/>
                    <a:pt x="427140" y="54996"/>
                    <a:pt x="432998" y="60864"/>
                  </a:cubicBezTo>
                  <a:cubicBezTo>
                    <a:pt x="469136" y="86715"/>
                    <a:pt x="498121" y="122319"/>
                    <a:pt x="516304" y="162667"/>
                  </a:cubicBezTo>
                  <a:cubicBezTo>
                    <a:pt x="523028" y="175783"/>
                    <a:pt x="529124" y="189270"/>
                    <a:pt x="535001" y="202510"/>
                  </a:cubicBezTo>
                  <a:cubicBezTo>
                    <a:pt x="543117" y="220789"/>
                    <a:pt x="551403" y="240915"/>
                    <a:pt x="546050" y="260174"/>
                  </a:cubicBezTo>
                  <a:cubicBezTo>
                    <a:pt x="541716" y="275767"/>
                    <a:pt x="528715" y="288016"/>
                    <a:pt x="513751" y="294464"/>
                  </a:cubicBezTo>
                  <a:cubicBezTo>
                    <a:pt x="498797" y="300913"/>
                    <a:pt x="482052" y="302170"/>
                    <a:pt x="465764" y="301351"/>
                  </a:cubicBezTo>
                  <a:cubicBezTo>
                    <a:pt x="468117" y="293826"/>
                    <a:pt x="469955" y="286149"/>
                    <a:pt x="471288" y="278396"/>
                  </a:cubicBezTo>
                  <a:cubicBezTo>
                    <a:pt x="461335" y="283444"/>
                    <a:pt x="449953" y="286330"/>
                    <a:pt x="439199" y="286159"/>
                  </a:cubicBezTo>
                  <a:cubicBezTo>
                    <a:pt x="407614" y="285663"/>
                    <a:pt x="377086" y="271100"/>
                    <a:pt x="345587" y="273500"/>
                  </a:cubicBezTo>
                  <a:cubicBezTo>
                    <a:pt x="352045" y="264680"/>
                    <a:pt x="356655" y="254536"/>
                    <a:pt x="359027" y="243896"/>
                  </a:cubicBezTo>
                  <a:cubicBezTo>
                    <a:pt x="330385" y="252316"/>
                    <a:pt x="299838" y="244592"/>
                    <a:pt x="270054" y="242182"/>
                  </a:cubicBezTo>
                  <a:cubicBezTo>
                    <a:pt x="240279" y="239772"/>
                    <a:pt x="205636" y="245382"/>
                    <a:pt x="189996" y="270623"/>
                  </a:cubicBezTo>
                  <a:cubicBezTo>
                    <a:pt x="182128" y="247544"/>
                    <a:pt x="156297" y="231980"/>
                    <a:pt x="132018" y="235686"/>
                  </a:cubicBezTo>
                  <a:cubicBezTo>
                    <a:pt x="107738" y="239391"/>
                    <a:pt x="87831" y="261946"/>
                    <a:pt x="87336" y="286302"/>
                  </a:cubicBezTo>
                  <a:cubicBezTo>
                    <a:pt x="87060" y="299656"/>
                    <a:pt x="91917" y="312524"/>
                    <a:pt x="94432" y="325659"/>
                  </a:cubicBezTo>
                  <a:cubicBezTo>
                    <a:pt x="100576" y="357729"/>
                    <a:pt x="92032" y="392267"/>
                    <a:pt x="71620" y="417870"/>
                  </a:cubicBezTo>
                  <a:cubicBezTo>
                    <a:pt x="42111" y="366931"/>
                    <a:pt x="12079" y="314553"/>
                    <a:pt x="2639" y="256555"/>
                  </a:cubicBezTo>
                  <a:cubicBezTo>
                    <a:pt x="-6800" y="198548"/>
                    <a:pt x="8650" y="132806"/>
                    <a:pt x="55922" y="97411"/>
                  </a:cubicBezTo>
                  <a:close/>
                </a:path>
              </a:pathLst>
            </a:custGeom>
            <a:solidFill>
              <a:srgbClr val="341F02"/>
            </a:solidFill>
            <a:ln cap="flat">
              <a:noFill/>
              <a:prstDash val="solid"/>
              <a:miter lim="800000"/>
            </a:ln>
          </p:spPr>
          <p:txBody>
            <a:bodyPr vert="horz" anchor="ctr" tIns="45720" lIns="91440" bIns="45720" rIns="91440"/>
            <a:p>
              <a:pPr algn="l" marL="0"/>
            </a:p>
          </p:txBody>
        </p:sp>
        <p:grpSp>
          <p:nvGrpSpPr>
            <p:cNvPr name="Group 46" id="46"/>
            <p:cNvGrpSpPr/>
            <p:nvPr/>
          </p:nvGrpSpPr>
          <p:grpSpPr>
            <a:xfrm>
              <a:off x="4134448" y="2502717"/>
              <a:ext cx="66626" cy="70249"/>
              <a:chOff x="4134448" y="2502717"/>
              <a:chExt cx="66626" cy="70249"/>
            </a:xfrm>
          </p:grpSpPr>
          <p:sp>
            <p:nvSpPr>
              <p:cNvPr name="Freeform 47" id="47"/>
              <p:cNvSpPr/>
              <p:nvPr/>
            </p:nvSpPr>
            <p:spPr>
              <a:xfrm>
                <a:off x="4134448" y="2502717"/>
                <a:ext cx="66626" cy="70249"/>
              </a:xfrm>
              <a:custGeom>
                <a:avLst/>
                <a:gdLst/>
                <a:ahLst/>
                <a:cxnLst/>
                <a:rect r="r" b="b" t="t" l="l"/>
                <a:pathLst>
                  <a:path w="66626" h="70249" stroke="true" fill="norm" extrusionOk="true">
                    <a:moveTo>
                      <a:pt x="64876" y="20560"/>
                    </a:moveTo>
                    <a:cubicBezTo>
                      <a:pt x="70743" y="38210"/>
                      <a:pt x="61380" y="59041"/>
                      <a:pt x="43950" y="67080"/>
                    </a:cubicBezTo>
                    <a:cubicBezTo>
                      <a:pt x="26519" y="75120"/>
                      <a:pt x="7631" y="67337"/>
                      <a:pt x="1754" y="49688"/>
                    </a:cubicBezTo>
                    <a:cubicBezTo>
                      <a:pt x="-4123" y="32038"/>
                      <a:pt x="5250" y="11207"/>
                      <a:pt x="22680" y="3168"/>
                    </a:cubicBezTo>
                    <a:cubicBezTo>
                      <a:pt x="40111" y="-4872"/>
                      <a:pt x="58999" y="2920"/>
                      <a:pt x="64876" y="20560"/>
                    </a:cubicBezTo>
                    <a:close/>
                  </a:path>
                </a:pathLst>
              </a:custGeom>
              <a:solidFill>
                <a:srgbClr val="AF5D41"/>
              </a:solidFill>
              <a:ln cap="flat">
                <a:noFill/>
                <a:prstDash val="solid"/>
                <a:miter lim="800000"/>
              </a:ln>
            </p:spPr>
            <p:txBody>
              <a:bodyPr vert="horz" anchor="ctr" tIns="45720" lIns="91440" bIns="45720" rIns="91440"/>
              <a:p>
                <a:pPr algn="l" marL="0"/>
              </a:p>
            </p:txBody>
          </p:sp>
          <p:sp>
            <p:nvSpPr>
              <p:cNvPr name="Freeform 48" id="48"/>
              <p:cNvSpPr/>
              <p:nvPr/>
            </p:nvSpPr>
            <p:spPr>
              <a:xfrm>
                <a:off x="4141584" y="2509240"/>
                <a:ext cx="57615" cy="60754"/>
              </a:xfrm>
              <a:custGeom>
                <a:avLst/>
                <a:gdLst/>
                <a:ahLst/>
                <a:cxnLst/>
                <a:rect r="r" b="b" t="t" l="l"/>
                <a:pathLst>
                  <a:path w="57615" h="60754" stroke="true" fill="norm" extrusionOk="true">
                    <a:moveTo>
                      <a:pt x="56102" y="17780"/>
                    </a:moveTo>
                    <a:cubicBezTo>
                      <a:pt x="61179" y="33049"/>
                      <a:pt x="53073" y="51061"/>
                      <a:pt x="38004" y="58014"/>
                    </a:cubicBezTo>
                    <a:cubicBezTo>
                      <a:pt x="22926" y="64967"/>
                      <a:pt x="6591" y="58233"/>
                      <a:pt x="1514" y="42974"/>
                    </a:cubicBezTo>
                    <a:cubicBezTo>
                      <a:pt x="-3563" y="27706"/>
                      <a:pt x="4543" y="9694"/>
                      <a:pt x="19612" y="2741"/>
                    </a:cubicBezTo>
                    <a:cubicBezTo>
                      <a:pt x="34690" y="-4213"/>
                      <a:pt x="51025" y="2521"/>
                      <a:pt x="56102" y="1778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9" id="49"/>
              <p:cNvSpPr/>
              <p:nvPr/>
            </p:nvSpPr>
            <p:spPr>
              <a:xfrm>
                <a:off x="4143782" y="2517500"/>
                <a:ext cx="49400" cy="53359"/>
              </a:xfrm>
              <a:custGeom>
                <a:avLst/>
                <a:gdLst/>
                <a:ahLst/>
                <a:cxnLst/>
                <a:rect r="r" b="b" t="t" l="l"/>
                <a:pathLst>
                  <a:path w="49400" h="53359" stroke="true" fill="norm" extrusionOk="true">
                    <a:moveTo>
                      <a:pt x="49351" y="22351"/>
                    </a:moveTo>
                    <a:cubicBezTo>
                      <a:pt x="50208" y="36886"/>
                      <a:pt x="39864" y="50612"/>
                      <a:pt x="26253" y="53002"/>
                    </a:cubicBezTo>
                    <a:cubicBezTo>
                      <a:pt x="12642" y="55393"/>
                      <a:pt x="907" y="45544"/>
                      <a:pt x="50" y="31009"/>
                    </a:cubicBezTo>
                    <a:cubicBezTo>
                      <a:pt x="-808" y="16474"/>
                      <a:pt x="9537" y="2748"/>
                      <a:pt x="23148" y="358"/>
                    </a:cubicBezTo>
                    <a:cubicBezTo>
                      <a:pt x="36759" y="-2033"/>
                      <a:pt x="48484" y="7816"/>
                      <a:pt x="49351" y="22351"/>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50" id="50"/>
              <p:cNvSpPr/>
              <p:nvPr/>
            </p:nvSpPr>
            <p:spPr>
              <a:xfrm>
                <a:off x="4154474" y="2524925"/>
                <a:ext cx="8881" cy="12144"/>
              </a:xfrm>
              <a:custGeom>
                <a:avLst/>
                <a:gdLst/>
                <a:ahLst/>
                <a:cxnLst/>
                <a:rect r="r" b="b" t="t" l="l"/>
                <a:pathLst>
                  <a:path w="8881" h="12144" stroke="true" fill="norm" extrusionOk="true">
                    <a:moveTo>
                      <a:pt x="54" y="6106"/>
                    </a:moveTo>
                    <a:cubicBezTo>
                      <a:pt x="-326" y="9458"/>
                      <a:pt x="1331" y="12163"/>
                      <a:pt x="3750" y="12144"/>
                    </a:cubicBezTo>
                    <a:cubicBezTo>
                      <a:pt x="6169" y="12125"/>
                      <a:pt x="8446" y="9392"/>
                      <a:pt x="8827" y="6039"/>
                    </a:cubicBezTo>
                    <a:cubicBezTo>
                      <a:pt x="9208" y="2686"/>
                      <a:pt x="7551" y="-19"/>
                      <a:pt x="5131" y="0"/>
                    </a:cubicBezTo>
                    <a:cubicBezTo>
                      <a:pt x="2703" y="19"/>
                      <a:pt x="426" y="2753"/>
                      <a:pt x="54" y="6106"/>
                    </a:cubicBezTo>
                    <a:close/>
                  </a:path>
                </a:pathLst>
              </a:custGeom>
              <a:solidFill>
                <a:srgbClr val="FFFFFF"/>
              </a:solidFill>
              <a:ln cap="flat">
                <a:noFill/>
                <a:prstDash val="solid"/>
                <a:miter lim="800000"/>
              </a:ln>
            </p:spPr>
            <p:txBody>
              <a:bodyPr vert="horz" anchor="ctr" tIns="45720" lIns="91440" bIns="45720" rIns="91440"/>
              <a:p>
                <a:pPr algn="l" marL="0"/>
              </a:p>
            </p:txBody>
          </p:sp>
        </p:grpSp>
        <p:grpSp>
          <p:nvGrpSpPr>
            <p:cNvPr name="Group 51" id="51"/>
            <p:cNvGrpSpPr/>
            <p:nvPr/>
          </p:nvGrpSpPr>
          <p:grpSpPr>
            <a:xfrm>
              <a:off x="4230584" y="2539191"/>
              <a:ext cx="54570" cy="59230"/>
              <a:chOff x="4230584" y="2539191"/>
              <a:chExt cx="54570" cy="59230"/>
            </a:xfrm>
          </p:grpSpPr>
          <p:sp>
            <p:nvSpPr>
              <p:cNvPr name="Freeform 52" id="52"/>
              <p:cNvSpPr/>
              <p:nvPr/>
            </p:nvSpPr>
            <p:spPr>
              <a:xfrm>
                <a:off x="4230584" y="2539191"/>
                <a:ext cx="54570" cy="59230"/>
              </a:xfrm>
              <a:custGeom>
                <a:avLst/>
                <a:gdLst/>
                <a:ahLst/>
                <a:cxnLst/>
                <a:rect r="r" b="b" t="t" l="l"/>
                <a:pathLst>
                  <a:path w="54570" h="59230" stroke="true" fill="norm" extrusionOk="true">
                    <a:moveTo>
                      <a:pt x="51922" y="6603"/>
                    </a:moveTo>
                    <a:cubicBezTo>
                      <a:pt x="58389" y="16900"/>
                      <a:pt x="52607" y="35550"/>
                      <a:pt x="38996" y="48256"/>
                    </a:cubicBezTo>
                    <a:cubicBezTo>
                      <a:pt x="25394" y="60962"/>
                      <a:pt x="9116" y="62924"/>
                      <a:pt x="2649" y="52628"/>
                    </a:cubicBezTo>
                    <a:cubicBezTo>
                      <a:pt x="-3819" y="42331"/>
                      <a:pt x="1963" y="23681"/>
                      <a:pt x="15574" y="10975"/>
                    </a:cubicBezTo>
                    <a:cubicBezTo>
                      <a:pt x="29176" y="-1731"/>
                      <a:pt x="45445" y="-3693"/>
                      <a:pt x="51922" y="6603"/>
                    </a:cubicBezTo>
                    <a:close/>
                  </a:path>
                </a:pathLst>
              </a:custGeom>
              <a:solidFill>
                <a:srgbClr val="AF5D41"/>
              </a:solidFill>
              <a:ln cap="flat">
                <a:noFill/>
                <a:prstDash val="solid"/>
                <a:miter lim="800000"/>
              </a:ln>
            </p:spPr>
            <p:txBody>
              <a:bodyPr vert="horz" anchor="ctr" tIns="45720" lIns="91440" bIns="45720" rIns="91440"/>
              <a:p>
                <a:pPr algn="l" marL="0"/>
              </a:p>
            </p:txBody>
          </p:sp>
          <p:sp>
            <p:nvSpPr>
              <p:cNvPr name="Freeform 53" id="53"/>
              <p:cNvSpPr/>
              <p:nvPr/>
            </p:nvSpPr>
            <p:spPr>
              <a:xfrm>
                <a:off x="4236602" y="2543414"/>
                <a:ext cx="47193" cy="51240"/>
              </a:xfrm>
              <a:custGeom>
                <a:avLst/>
                <a:gdLst/>
                <a:ahLst/>
                <a:cxnLst/>
                <a:rect r="r" b="b" t="t" l="l"/>
                <a:pathLst>
                  <a:path w="47193" h="51240" stroke="true" fill="norm" extrusionOk="true">
                    <a:moveTo>
                      <a:pt x="44904" y="5714"/>
                    </a:moveTo>
                    <a:cubicBezTo>
                      <a:pt x="50495" y="14620"/>
                      <a:pt x="45495" y="30746"/>
                      <a:pt x="33732" y="41747"/>
                    </a:cubicBezTo>
                    <a:cubicBezTo>
                      <a:pt x="21968" y="52739"/>
                      <a:pt x="7890" y="54434"/>
                      <a:pt x="2290" y="45529"/>
                    </a:cubicBezTo>
                    <a:cubicBezTo>
                      <a:pt x="-3302" y="36623"/>
                      <a:pt x="1699" y="20497"/>
                      <a:pt x="13462" y="9505"/>
                    </a:cubicBezTo>
                    <a:cubicBezTo>
                      <a:pt x="25235" y="-1506"/>
                      <a:pt x="39304" y="-3192"/>
                      <a:pt x="44904" y="5714"/>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4" id="54"/>
              <p:cNvSpPr/>
              <p:nvPr/>
            </p:nvSpPr>
            <p:spPr>
              <a:xfrm>
                <a:off x="4233861" y="2553477"/>
                <a:ext cx="39922" cy="44143"/>
              </a:xfrm>
              <a:custGeom>
                <a:avLst/>
                <a:gdLst/>
                <a:ahLst/>
                <a:cxnLst/>
                <a:rect r="r" b="b" t="t" l="l"/>
                <a:pathLst>
                  <a:path w="39922" h="44143" stroke="true" fill="norm" extrusionOk="true">
                    <a:moveTo>
                      <a:pt x="37682" y="5519"/>
                    </a:moveTo>
                    <a:cubicBezTo>
                      <a:pt x="42750" y="13586"/>
                      <a:pt x="38930" y="27531"/>
                      <a:pt x="29138" y="36675"/>
                    </a:cubicBezTo>
                    <a:cubicBezTo>
                      <a:pt x="19356" y="45819"/>
                      <a:pt x="7307" y="46686"/>
                      <a:pt x="2240" y="38618"/>
                    </a:cubicBezTo>
                    <a:cubicBezTo>
                      <a:pt x="-2827" y="30550"/>
                      <a:pt x="992" y="16606"/>
                      <a:pt x="10784" y="7462"/>
                    </a:cubicBezTo>
                    <a:cubicBezTo>
                      <a:pt x="20566" y="-1673"/>
                      <a:pt x="32615" y="-2539"/>
                      <a:pt x="37682" y="5519"/>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55" id="55"/>
              <p:cNvSpPr/>
              <p:nvPr/>
            </p:nvSpPr>
            <p:spPr>
              <a:xfrm>
                <a:off x="4248482" y="2556234"/>
                <a:ext cx="9559" cy="10780"/>
              </a:xfrm>
              <a:custGeom>
                <a:avLst/>
                <a:gdLst/>
                <a:ahLst/>
                <a:cxnLst/>
                <a:rect r="r" b="b" t="t" l="l"/>
                <a:pathLst>
                  <a:path w="9559" h="10780" stroke="true" fill="norm" extrusionOk="true">
                    <a:moveTo>
                      <a:pt x="610" y="9286"/>
                    </a:moveTo>
                    <a:cubicBezTo>
                      <a:pt x="1906" y="11343"/>
                      <a:pt x="4820" y="11267"/>
                      <a:pt x="7116" y="9114"/>
                    </a:cubicBezTo>
                    <a:cubicBezTo>
                      <a:pt x="9421" y="6962"/>
                      <a:pt x="10240" y="3552"/>
                      <a:pt x="8945" y="1494"/>
                    </a:cubicBezTo>
                    <a:cubicBezTo>
                      <a:pt x="7650" y="-563"/>
                      <a:pt x="4735" y="-487"/>
                      <a:pt x="2439" y="1666"/>
                    </a:cubicBezTo>
                    <a:cubicBezTo>
                      <a:pt x="134" y="3818"/>
                      <a:pt x="-676" y="7228"/>
                      <a:pt x="610" y="9286"/>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Freeform 56" id="56"/>
            <p:cNvSpPr/>
            <p:nvPr/>
          </p:nvSpPr>
          <p:spPr>
            <a:xfrm>
              <a:off x="4191830" y="2586663"/>
              <a:ext cx="60845" cy="43899"/>
            </a:xfrm>
            <a:custGeom>
              <a:avLst/>
              <a:gdLst/>
              <a:ahLst/>
              <a:cxnLst/>
              <a:rect r="r" b="b" t="t" l="l"/>
              <a:pathLst>
                <a:path w="60845" h="43899" stroke="true" fill="norm" extrusionOk="true">
                  <a:moveTo>
                    <a:pt x="427" y="20653"/>
                  </a:moveTo>
                  <a:cubicBezTo>
                    <a:pt x="2789" y="8985"/>
                    <a:pt x="12067" y="184"/>
                    <a:pt x="22201" y="3"/>
                  </a:cubicBezTo>
                  <a:cubicBezTo>
                    <a:pt x="26964" y="-83"/>
                    <a:pt x="31726" y="1727"/>
                    <a:pt x="35812" y="4870"/>
                  </a:cubicBezTo>
                  <a:cubicBezTo>
                    <a:pt x="41623" y="5975"/>
                    <a:pt x="47414" y="7585"/>
                    <a:pt x="52329" y="11509"/>
                  </a:cubicBezTo>
                  <a:cubicBezTo>
                    <a:pt x="58406" y="16357"/>
                    <a:pt x="62663" y="25854"/>
                    <a:pt x="60073" y="33683"/>
                  </a:cubicBezTo>
                  <a:cubicBezTo>
                    <a:pt x="56729" y="43770"/>
                    <a:pt x="45261" y="44885"/>
                    <a:pt x="36079" y="43323"/>
                  </a:cubicBezTo>
                  <a:cubicBezTo>
                    <a:pt x="26145" y="41627"/>
                    <a:pt x="16324" y="38598"/>
                    <a:pt x="6847" y="34302"/>
                  </a:cubicBezTo>
                  <a:cubicBezTo>
                    <a:pt x="4837" y="33397"/>
                    <a:pt x="2742" y="32331"/>
                    <a:pt x="1427" y="30283"/>
                  </a:cubicBezTo>
                  <a:cubicBezTo>
                    <a:pt x="-306" y="27568"/>
                    <a:pt x="-221" y="23853"/>
                    <a:pt x="427" y="20653"/>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57" id="57"/>
            <p:cNvSpPr/>
            <p:nvPr/>
          </p:nvSpPr>
          <p:spPr>
            <a:xfrm>
              <a:off x="3972442" y="2469818"/>
              <a:ext cx="43596" cy="71975"/>
            </a:xfrm>
            <a:custGeom>
              <a:avLst/>
              <a:gdLst/>
              <a:ahLst/>
              <a:cxnLst/>
              <a:rect r="r" b="b" t="t" l="l"/>
              <a:pathLst>
                <a:path w="43596" h="71975" stroke="true" fill="norm" extrusionOk="true">
                  <a:moveTo>
                    <a:pt x="7" y="15892"/>
                  </a:moveTo>
                  <a:cubicBezTo>
                    <a:pt x="140" y="10101"/>
                    <a:pt x="2807" y="4004"/>
                    <a:pt x="8017" y="1376"/>
                  </a:cubicBezTo>
                  <a:cubicBezTo>
                    <a:pt x="16228" y="-2768"/>
                    <a:pt x="25886" y="3176"/>
                    <a:pt x="32477" y="9558"/>
                  </a:cubicBezTo>
                  <a:cubicBezTo>
                    <a:pt x="38992" y="15873"/>
                    <a:pt x="45184" y="24350"/>
                    <a:pt x="43231" y="33170"/>
                  </a:cubicBezTo>
                  <a:cubicBezTo>
                    <a:pt x="35773" y="31922"/>
                    <a:pt x="28667" y="28722"/>
                    <a:pt x="22762" y="24045"/>
                  </a:cubicBezTo>
                  <a:cubicBezTo>
                    <a:pt x="27096" y="39714"/>
                    <a:pt x="26381" y="56745"/>
                    <a:pt x="20647" y="71975"/>
                  </a:cubicBezTo>
                  <a:cubicBezTo>
                    <a:pt x="13227" y="59783"/>
                    <a:pt x="8455" y="46219"/>
                    <a:pt x="3740" y="32770"/>
                  </a:cubicBezTo>
                  <a:cubicBezTo>
                    <a:pt x="1816" y="27303"/>
                    <a:pt x="-127" y="21683"/>
                    <a:pt x="7" y="15892"/>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58" id="58"/>
            <p:cNvSpPr/>
            <p:nvPr/>
          </p:nvSpPr>
          <p:spPr>
            <a:xfrm>
              <a:off x="4171232" y="2479550"/>
              <a:ext cx="64167" cy="17218"/>
            </a:xfrm>
            <a:custGeom>
              <a:avLst/>
              <a:gdLst/>
              <a:ahLst/>
              <a:cxnLst/>
              <a:rect r="r" b="b" t="t" l="l"/>
              <a:pathLst>
                <a:path w="64167" h="17218" stroke="true" fill="norm" extrusionOk="true">
                  <a:moveTo>
                    <a:pt x="317" y="3779"/>
                  </a:moveTo>
                  <a:cubicBezTo>
                    <a:pt x="2318" y="2379"/>
                    <a:pt x="5175" y="1760"/>
                    <a:pt x="7556" y="1369"/>
                  </a:cubicBezTo>
                  <a:cubicBezTo>
                    <a:pt x="10252" y="941"/>
                    <a:pt x="12938" y="750"/>
                    <a:pt x="15653" y="531"/>
                  </a:cubicBezTo>
                  <a:cubicBezTo>
                    <a:pt x="21130" y="74"/>
                    <a:pt x="26606" y="-355"/>
                    <a:pt x="32083" y="455"/>
                  </a:cubicBezTo>
                  <a:cubicBezTo>
                    <a:pt x="37408" y="1245"/>
                    <a:pt x="42675" y="2636"/>
                    <a:pt x="47761" y="4360"/>
                  </a:cubicBezTo>
                  <a:cubicBezTo>
                    <a:pt x="52971" y="6122"/>
                    <a:pt x="58372" y="8246"/>
                    <a:pt x="62839" y="11475"/>
                  </a:cubicBezTo>
                  <a:cubicBezTo>
                    <a:pt x="65421" y="13351"/>
                    <a:pt x="64030" y="18238"/>
                    <a:pt x="60477" y="17028"/>
                  </a:cubicBezTo>
                  <a:cubicBezTo>
                    <a:pt x="55515" y="15342"/>
                    <a:pt x="50752" y="13190"/>
                    <a:pt x="45752" y="11609"/>
                  </a:cubicBezTo>
                  <a:cubicBezTo>
                    <a:pt x="40837" y="10056"/>
                    <a:pt x="35817" y="8960"/>
                    <a:pt x="30731" y="8151"/>
                  </a:cubicBezTo>
                  <a:cubicBezTo>
                    <a:pt x="25701" y="7351"/>
                    <a:pt x="20758" y="6065"/>
                    <a:pt x="15662" y="5694"/>
                  </a:cubicBezTo>
                  <a:cubicBezTo>
                    <a:pt x="13176" y="5512"/>
                    <a:pt x="10633" y="5579"/>
                    <a:pt x="8147" y="5589"/>
                  </a:cubicBezTo>
                  <a:cubicBezTo>
                    <a:pt x="5708" y="5608"/>
                    <a:pt x="2841" y="5722"/>
                    <a:pt x="498" y="5017"/>
                  </a:cubicBezTo>
                  <a:cubicBezTo>
                    <a:pt x="-111" y="4846"/>
                    <a:pt x="-149" y="4113"/>
                    <a:pt x="317" y="3779"/>
                  </a:cubicBezTo>
                  <a:close/>
                </a:path>
              </a:pathLst>
            </a:custGeom>
            <a:solidFill>
              <a:srgbClr val="682F13"/>
            </a:solidFill>
            <a:ln cap="flat">
              <a:noFill/>
              <a:prstDash val="solid"/>
              <a:miter lim="800000"/>
            </a:ln>
          </p:spPr>
          <p:txBody>
            <a:bodyPr vert="horz" anchor="ctr" tIns="45720" lIns="91440" bIns="45720" rIns="91440"/>
            <a:p>
              <a:pPr algn="l" marL="0"/>
            </a:p>
          </p:txBody>
        </p:sp>
        <p:sp>
          <p:nvSpPr>
            <p:cNvPr name="Freeform 59" id="59"/>
            <p:cNvSpPr/>
            <p:nvPr/>
          </p:nvSpPr>
          <p:spPr>
            <a:xfrm>
              <a:off x="4279151" y="2503981"/>
              <a:ext cx="24137" cy="19256"/>
            </a:xfrm>
            <a:custGeom>
              <a:avLst/>
              <a:gdLst/>
              <a:ahLst/>
              <a:cxnLst/>
              <a:rect r="r" b="b" t="t" l="l"/>
              <a:pathLst>
                <a:path w="24137" h="19256" stroke="true" fill="norm" extrusionOk="true">
                  <a:moveTo>
                    <a:pt x="4660" y="170"/>
                  </a:moveTo>
                  <a:cubicBezTo>
                    <a:pt x="9061" y="1474"/>
                    <a:pt x="12947" y="3684"/>
                    <a:pt x="15623" y="7428"/>
                  </a:cubicBezTo>
                  <a:cubicBezTo>
                    <a:pt x="16871" y="9171"/>
                    <a:pt x="18814" y="10466"/>
                    <a:pt x="20234" y="12085"/>
                  </a:cubicBezTo>
                  <a:cubicBezTo>
                    <a:pt x="21662" y="13714"/>
                    <a:pt x="22900" y="15467"/>
                    <a:pt x="23958" y="17362"/>
                  </a:cubicBezTo>
                  <a:cubicBezTo>
                    <a:pt x="24768" y="18810"/>
                    <a:pt x="22634" y="20029"/>
                    <a:pt x="21729" y="18657"/>
                  </a:cubicBezTo>
                  <a:cubicBezTo>
                    <a:pt x="20672" y="17048"/>
                    <a:pt x="19510" y="15524"/>
                    <a:pt x="18186" y="14124"/>
                  </a:cubicBezTo>
                  <a:cubicBezTo>
                    <a:pt x="16881" y="12742"/>
                    <a:pt x="15243" y="10876"/>
                    <a:pt x="13357" y="10361"/>
                  </a:cubicBezTo>
                  <a:cubicBezTo>
                    <a:pt x="9794" y="9371"/>
                    <a:pt x="6289" y="8171"/>
                    <a:pt x="2669" y="7342"/>
                  </a:cubicBezTo>
                  <a:cubicBezTo>
                    <a:pt x="-2026" y="6265"/>
                    <a:pt x="2" y="-1212"/>
                    <a:pt x="4660" y="170"/>
                  </a:cubicBezTo>
                  <a:close/>
                </a:path>
              </a:pathLst>
            </a:custGeom>
            <a:solidFill>
              <a:srgbClr val="682F13"/>
            </a:solidFill>
            <a:ln cap="flat">
              <a:noFill/>
              <a:prstDash val="solid"/>
              <a:miter lim="800000"/>
            </a:ln>
          </p:spPr>
          <p:txBody>
            <a:bodyPr vert="horz" anchor="ctr" tIns="45720" lIns="91440" bIns="45720" rIns="91440"/>
            <a:p>
              <a:pPr algn="l" marL="0"/>
            </a:p>
          </p:txBody>
        </p:sp>
        <p:sp>
          <p:nvSpPr>
            <p:cNvPr name="Freeform 60" id="60"/>
            <p:cNvSpPr/>
            <p:nvPr/>
          </p:nvSpPr>
          <p:spPr>
            <a:xfrm>
              <a:off x="4136631" y="2638248"/>
              <a:ext cx="87925" cy="33274"/>
            </a:xfrm>
            <a:custGeom>
              <a:avLst/>
              <a:gdLst/>
              <a:ahLst/>
              <a:cxnLst/>
              <a:rect r="r" b="b" t="t" l="l"/>
              <a:pathLst>
                <a:path w="87925" h="33274" stroke="true" fill="norm" extrusionOk="true">
                  <a:moveTo>
                    <a:pt x="38" y="1958"/>
                  </a:moveTo>
                  <a:cubicBezTo>
                    <a:pt x="190" y="776"/>
                    <a:pt x="1171" y="-329"/>
                    <a:pt x="2514" y="91"/>
                  </a:cubicBezTo>
                  <a:cubicBezTo>
                    <a:pt x="5019" y="872"/>
                    <a:pt x="7486" y="3453"/>
                    <a:pt x="9268" y="5310"/>
                  </a:cubicBezTo>
                  <a:cubicBezTo>
                    <a:pt x="11249" y="7377"/>
                    <a:pt x="13192" y="9463"/>
                    <a:pt x="15316" y="11397"/>
                  </a:cubicBezTo>
                  <a:cubicBezTo>
                    <a:pt x="19621" y="15312"/>
                    <a:pt x="24498" y="18617"/>
                    <a:pt x="29727" y="21188"/>
                  </a:cubicBezTo>
                  <a:cubicBezTo>
                    <a:pt x="40662" y="26561"/>
                    <a:pt x="53254" y="29066"/>
                    <a:pt x="65427" y="27494"/>
                  </a:cubicBezTo>
                  <a:cubicBezTo>
                    <a:pt x="72780" y="26542"/>
                    <a:pt x="80238" y="23913"/>
                    <a:pt x="86620" y="20198"/>
                  </a:cubicBezTo>
                  <a:cubicBezTo>
                    <a:pt x="87610" y="19617"/>
                    <a:pt x="88458" y="21093"/>
                    <a:pt x="87515" y="21712"/>
                  </a:cubicBezTo>
                  <a:cubicBezTo>
                    <a:pt x="76257" y="29180"/>
                    <a:pt x="62398" y="33666"/>
                    <a:pt x="48767" y="33247"/>
                  </a:cubicBezTo>
                  <a:cubicBezTo>
                    <a:pt x="42081" y="33038"/>
                    <a:pt x="35318" y="31923"/>
                    <a:pt x="29117" y="29409"/>
                  </a:cubicBezTo>
                  <a:cubicBezTo>
                    <a:pt x="23012" y="26932"/>
                    <a:pt x="17354" y="23694"/>
                    <a:pt x="12239" y="19560"/>
                  </a:cubicBezTo>
                  <a:cubicBezTo>
                    <a:pt x="9401" y="17264"/>
                    <a:pt x="6791" y="14750"/>
                    <a:pt x="4476" y="11921"/>
                  </a:cubicBezTo>
                  <a:cubicBezTo>
                    <a:pt x="3267" y="10444"/>
                    <a:pt x="2219" y="8968"/>
                    <a:pt x="1457" y="7225"/>
                  </a:cubicBezTo>
                  <a:cubicBezTo>
                    <a:pt x="742" y="5596"/>
                    <a:pt x="-200" y="3767"/>
                    <a:pt x="38" y="1958"/>
                  </a:cubicBezTo>
                  <a:close/>
                </a:path>
              </a:pathLst>
            </a:custGeom>
            <a:solidFill>
              <a:srgbClr val="9E1E0A"/>
            </a:solidFill>
            <a:ln cap="flat">
              <a:noFill/>
              <a:prstDash val="solid"/>
              <a:miter lim="800000"/>
            </a:ln>
          </p:spPr>
          <p:txBody>
            <a:bodyPr vert="horz" anchor="ctr" tIns="45720" lIns="91440" bIns="45720" rIns="91440"/>
            <a:p>
              <a:pPr algn="l" marL="0"/>
            </a:p>
          </p:txBody>
        </p:sp>
        <p:sp>
          <p:nvSpPr>
            <p:cNvPr name="Freeform 61" id="61"/>
            <p:cNvSpPr/>
            <p:nvPr/>
          </p:nvSpPr>
          <p:spPr>
            <a:xfrm>
              <a:off x="3888562" y="2211873"/>
              <a:ext cx="438778" cy="252860"/>
            </a:xfrm>
            <a:custGeom>
              <a:avLst/>
              <a:gdLst/>
              <a:ahLst/>
              <a:cxnLst/>
              <a:rect r="r" b="b" t="t" l="l"/>
              <a:pathLst>
                <a:path w="438778" h="252860" stroke="true" fill="norm" extrusionOk="true">
                  <a:moveTo>
                    <a:pt x="0" y="138525"/>
                  </a:moveTo>
                  <a:cubicBezTo>
                    <a:pt x="22012" y="111512"/>
                    <a:pt x="47720" y="87480"/>
                    <a:pt x="76200" y="67278"/>
                  </a:cubicBezTo>
                  <a:cubicBezTo>
                    <a:pt x="63827" y="67211"/>
                    <a:pt x="51454" y="67135"/>
                    <a:pt x="39081" y="67068"/>
                  </a:cubicBezTo>
                  <a:cubicBezTo>
                    <a:pt x="112195" y="15862"/>
                    <a:pt x="204502" y="-7674"/>
                    <a:pt x="293456" y="2212"/>
                  </a:cubicBezTo>
                  <a:cubicBezTo>
                    <a:pt x="266500" y="8975"/>
                    <a:pt x="239544" y="15738"/>
                    <a:pt x="212588" y="22501"/>
                  </a:cubicBezTo>
                  <a:cubicBezTo>
                    <a:pt x="253108" y="21034"/>
                    <a:pt x="293770" y="23615"/>
                    <a:pt x="333766" y="30187"/>
                  </a:cubicBezTo>
                  <a:cubicBezTo>
                    <a:pt x="297618" y="40570"/>
                    <a:pt x="263357" y="57362"/>
                    <a:pt x="233077" y="79517"/>
                  </a:cubicBezTo>
                  <a:cubicBezTo>
                    <a:pt x="271444" y="77146"/>
                    <a:pt x="310201" y="81260"/>
                    <a:pt x="347196" y="91624"/>
                  </a:cubicBezTo>
                  <a:cubicBezTo>
                    <a:pt x="364760" y="96548"/>
                    <a:pt x="382839" y="103492"/>
                    <a:pt x="394202" y="117656"/>
                  </a:cubicBezTo>
                  <a:cubicBezTo>
                    <a:pt x="378266" y="112140"/>
                    <a:pt x="360426" y="112188"/>
                    <a:pt x="344519" y="117798"/>
                  </a:cubicBezTo>
                  <a:cubicBezTo>
                    <a:pt x="374304" y="124361"/>
                    <a:pt x="402755" y="136791"/>
                    <a:pt x="427749" y="154136"/>
                  </a:cubicBezTo>
                  <a:cubicBezTo>
                    <a:pt x="414481" y="166709"/>
                    <a:pt x="405755" y="183902"/>
                    <a:pt x="403470" y="201952"/>
                  </a:cubicBezTo>
                  <a:cubicBezTo>
                    <a:pt x="415242" y="200542"/>
                    <a:pt x="427006" y="199123"/>
                    <a:pt x="438779" y="197713"/>
                  </a:cubicBezTo>
                  <a:cubicBezTo>
                    <a:pt x="426425" y="208105"/>
                    <a:pt x="415605" y="220297"/>
                    <a:pt x="406794" y="233784"/>
                  </a:cubicBezTo>
                  <a:cubicBezTo>
                    <a:pt x="412490" y="236118"/>
                    <a:pt x="418195" y="238461"/>
                    <a:pt x="423891" y="240795"/>
                  </a:cubicBezTo>
                  <a:lnTo>
                    <a:pt x="425339" y="242404"/>
                  </a:lnTo>
                  <a:cubicBezTo>
                    <a:pt x="403289" y="252882"/>
                    <a:pt x="377590" y="255615"/>
                    <a:pt x="353797" y="250015"/>
                  </a:cubicBezTo>
                  <a:cubicBezTo>
                    <a:pt x="364417" y="237366"/>
                    <a:pt x="372209" y="222383"/>
                    <a:pt x="376447" y="206467"/>
                  </a:cubicBezTo>
                  <a:cubicBezTo>
                    <a:pt x="351215" y="216020"/>
                    <a:pt x="323907" y="220125"/>
                    <a:pt x="296961" y="218401"/>
                  </a:cubicBezTo>
                  <a:cubicBezTo>
                    <a:pt x="237001" y="214582"/>
                    <a:pt x="176622" y="182730"/>
                    <a:pt x="119520" y="201266"/>
                  </a:cubicBezTo>
                  <a:cubicBezTo>
                    <a:pt x="129950" y="184626"/>
                    <a:pt x="145580" y="171243"/>
                    <a:pt x="163706" y="163433"/>
                  </a:cubicBezTo>
                  <a:cubicBezTo>
                    <a:pt x="135836" y="163014"/>
                    <a:pt x="107918" y="165662"/>
                    <a:pt x="80629" y="171291"/>
                  </a:cubicBezTo>
                  <a:cubicBezTo>
                    <a:pt x="91297" y="156946"/>
                    <a:pt x="103632" y="143830"/>
                    <a:pt x="117300" y="132267"/>
                  </a:cubicBezTo>
                  <a:cubicBezTo>
                    <a:pt x="78239" y="127476"/>
                    <a:pt x="38319" y="129600"/>
                    <a:pt x="0" y="138525"/>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62" id="62"/>
            <p:cNvSpPr/>
            <p:nvPr/>
          </p:nvSpPr>
          <p:spPr>
            <a:xfrm>
              <a:off x="3556349" y="3585695"/>
              <a:ext cx="1401565" cy="118395"/>
            </a:xfrm>
            <a:custGeom>
              <a:avLst/>
              <a:gdLst/>
              <a:ahLst/>
              <a:cxnLst/>
              <a:rect r="r" b="b" t="t" l="l"/>
              <a:pathLst>
                <a:path w="1401565" h="118395" stroke="true" fill="norm" extrusionOk="true">
                  <a:moveTo>
                    <a:pt x="0" y="59198"/>
                  </a:moveTo>
                  <a:cubicBezTo>
                    <a:pt x="0" y="91888"/>
                    <a:pt x="313754" y="118396"/>
                    <a:pt x="700783" y="118396"/>
                  </a:cubicBezTo>
                  <a:cubicBezTo>
                    <a:pt x="1087812" y="118396"/>
                    <a:pt x="1401566" y="91897"/>
                    <a:pt x="1401566" y="59198"/>
                  </a:cubicBezTo>
                  <a:cubicBezTo>
                    <a:pt x="1401566" y="26508"/>
                    <a:pt x="1087812" y="0"/>
                    <a:pt x="700783" y="0"/>
                  </a:cubicBezTo>
                  <a:cubicBezTo>
                    <a:pt x="313754" y="0"/>
                    <a:pt x="0" y="26508"/>
                    <a:pt x="0" y="59198"/>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63" id="63"/>
            <p:cNvSpPr/>
            <p:nvPr/>
          </p:nvSpPr>
          <p:spPr>
            <a:xfrm>
              <a:off x="3637093" y="2623537"/>
              <a:ext cx="383213" cy="449397"/>
            </a:xfrm>
            <a:custGeom>
              <a:avLst/>
              <a:gdLst/>
              <a:ahLst/>
              <a:cxnLst/>
              <a:rect r="r" b="b" t="t" l="l"/>
              <a:pathLst>
                <a:path w="383213" h="449397" stroke="true" fill="norm" extrusionOk="true">
                  <a:moveTo>
                    <a:pt x="961" y="384381"/>
                  </a:moveTo>
                  <a:cubicBezTo>
                    <a:pt x="8315" y="362893"/>
                    <a:pt x="15678" y="341404"/>
                    <a:pt x="23031" y="319916"/>
                  </a:cubicBezTo>
                  <a:cubicBezTo>
                    <a:pt x="33061" y="290617"/>
                    <a:pt x="43452" y="260652"/>
                    <a:pt x="63093" y="236620"/>
                  </a:cubicBezTo>
                  <a:cubicBezTo>
                    <a:pt x="63788" y="235772"/>
                    <a:pt x="64493" y="234925"/>
                    <a:pt x="65207" y="234096"/>
                  </a:cubicBezTo>
                  <a:cubicBezTo>
                    <a:pt x="81962" y="206264"/>
                    <a:pt x="103269" y="180794"/>
                    <a:pt x="125224" y="156638"/>
                  </a:cubicBezTo>
                  <a:cubicBezTo>
                    <a:pt x="177069" y="99593"/>
                    <a:pt x="234000" y="47110"/>
                    <a:pt x="295160" y="0"/>
                  </a:cubicBezTo>
                  <a:cubicBezTo>
                    <a:pt x="308228" y="37262"/>
                    <a:pt x="336546" y="68980"/>
                    <a:pt x="372141" y="86544"/>
                  </a:cubicBezTo>
                  <a:cubicBezTo>
                    <a:pt x="375370" y="87011"/>
                    <a:pt x="378647" y="87801"/>
                    <a:pt x="380799" y="90154"/>
                  </a:cubicBezTo>
                  <a:cubicBezTo>
                    <a:pt x="384019" y="93669"/>
                    <a:pt x="383380" y="99098"/>
                    <a:pt x="382495" y="103765"/>
                  </a:cubicBezTo>
                  <a:cubicBezTo>
                    <a:pt x="375123" y="142294"/>
                    <a:pt x="363540" y="180032"/>
                    <a:pt x="348014" y="216094"/>
                  </a:cubicBezTo>
                  <a:cubicBezTo>
                    <a:pt x="340766" y="232934"/>
                    <a:pt x="332527" y="250336"/>
                    <a:pt x="328393" y="268024"/>
                  </a:cubicBezTo>
                  <a:cubicBezTo>
                    <a:pt x="320173" y="286874"/>
                    <a:pt x="312467" y="305953"/>
                    <a:pt x="305256" y="325212"/>
                  </a:cubicBezTo>
                  <a:cubicBezTo>
                    <a:pt x="296122" y="363922"/>
                    <a:pt x="286988" y="402631"/>
                    <a:pt x="277863" y="441331"/>
                  </a:cubicBezTo>
                  <a:cubicBezTo>
                    <a:pt x="185537" y="461038"/>
                    <a:pt x="85810" y="444227"/>
                    <a:pt x="5229" y="395383"/>
                  </a:cubicBezTo>
                  <a:cubicBezTo>
                    <a:pt x="3133" y="394116"/>
                    <a:pt x="895" y="392621"/>
                    <a:pt x="218" y="390277"/>
                  </a:cubicBezTo>
                  <a:cubicBezTo>
                    <a:pt x="-353" y="388344"/>
                    <a:pt x="304" y="386286"/>
                    <a:pt x="961" y="38438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64" id="64"/>
            <p:cNvSpPr/>
            <p:nvPr/>
          </p:nvSpPr>
          <p:spPr>
            <a:xfrm>
              <a:off x="3885629" y="2731576"/>
              <a:ext cx="421586" cy="514903"/>
            </a:xfrm>
            <a:custGeom>
              <a:avLst/>
              <a:gdLst/>
              <a:ahLst/>
              <a:cxnLst/>
              <a:rect r="r" b="b" t="t" l="l"/>
              <a:pathLst>
                <a:path w="421586" h="514903" stroke="true" fill="norm" extrusionOk="true">
                  <a:moveTo>
                    <a:pt x="11019" y="8327"/>
                  </a:moveTo>
                  <a:cubicBezTo>
                    <a:pt x="12200" y="6241"/>
                    <a:pt x="13581" y="4232"/>
                    <a:pt x="15163" y="2317"/>
                  </a:cubicBezTo>
                  <a:cubicBezTo>
                    <a:pt x="15382" y="2260"/>
                    <a:pt x="15610" y="2203"/>
                    <a:pt x="15829" y="2146"/>
                  </a:cubicBezTo>
                  <a:cubicBezTo>
                    <a:pt x="17049" y="1908"/>
                    <a:pt x="18258" y="1669"/>
                    <a:pt x="19477" y="1469"/>
                  </a:cubicBezTo>
                  <a:cubicBezTo>
                    <a:pt x="22383" y="993"/>
                    <a:pt x="25307" y="650"/>
                    <a:pt x="28240" y="412"/>
                  </a:cubicBezTo>
                  <a:cubicBezTo>
                    <a:pt x="31365" y="155"/>
                    <a:pt x="34499" y="31"/>
                    <a:pt x="37642" y="2"/>
                  </a:cubicBezTo>
                  <a:cubicBezTo>
                    <a:pt x="39251" y="-7"/>
                    <a:pt x="40852" y="12"/>
                    <a:pt x="42461" y="41"/>
                  </a:cubicBezTo>
                  <a:cubicBezTo>
                    <a:pt x="42995" y="69"/>
                    <a:pt x="43538" y="88"/>
                    <a:pt x="44071" y="126"/>
                  </a:cubicBezTo>
                  <a:cubicBezTo>
                    <a:pt x="52186" y="593"/>
                    <a:pt x="60197" y="1717"/>
                    <a:pt x="68112" y="3374"/>
                  </a:cubicBezTo>
                  <a:cubicBezTo>
                    <a:pt x="69284" y="3965"/>
                    <a:pt x="70455" y="4546"/>
                    <a:pt x="71636" y="5127"/>
                  </a:cubicBezTo>
                  <a:cubicBezTo>
                    <a:pt x="75751" y="7146"/>
                    <a:pt x="80514" y="9556"/>
                    <a:pt x="85495" y="11366"/>
                  </a:cubicBezTo>
                  <a:cubicBezTo>
                    <a:pt x="124519" y="85766"/>
                    <a:pt x="166791" y="158499"/>
                    <a:pt x="212130" y="229288"/>
                  </a:cubicBezTo>
                  <a:cubicBezTo>
                    <a:pt x="247535" y="271827"/>
                    <a:pt x="280681" y="316261"/>
                    <a:pt x="304627" y="365096"/>
                  </a:cubicBezTo>
                  <a:cubicBezTo>
                    <a:pt x="307732" y="369382"/>
                    <a:pt x="310838" y="373668"/>
                    <a:pt x="313962" y="377936"/>
                  </a:cubicBezTo>
                  <a:cubicBezTo>
                    <a:pt x="320820" y="387308"/>
                    <a:pt x="328088" y="396947"/>
                    <a:pt x="338403" y="402367"/>
                  </a:cubicBezTo>
                  <a:cubicBezTo>
                    <a:pt x="348662" y="407749"/>
                    <a:pt x="360711" y="408320"/>
                    <a:pt x="371883" y="411435"/>
                  </a:cubicBezTo>
                  <a:cubicBezTo>
                    <a:pt x="381370" y="414083"/>
                    <a:pt x="391153" y="419779"/>
                    <a:pt x="394905" y="428408"/>
                  </a:cubicBezTo>
                  <a:cubicBezTo>
                    <a:pt x="398030" y="431780"/>
                    <a:pt x="399877" y="435924"/>
                    <a:pt x="401344" y="440258"/>
                  </a:cubicBezTo>
                  <a:cubicBezTo>
                    <a:pt x="407069" y="445992"/>
                    <a:pt x="412212" y="452288"/>
                    <a:pt x="416651" y="459022"/>
                  </a:cubicBezTo>
                  <a:cubicBezTo>
                    <a:pt x="421242" y="465985"/>
                    <a:pt x="411031" y="473024"/>
                    <a:pt x="405907" y="467051"/>
                  </a:cubicBezTo>
                  <a:cubicBezTo>
                    <a:pt x="405335" y="467004"/>
                    <a:pt x="404754" y="466889"/>
                    <a:pt x="404135" y="466680"/>
                  </a:cubicBezTo>
                  <a:cubicBezTo>
                    <a:pt x="401687" y="465832"/>
                    <a:pt x="399582" y="464556"/>
                    <a:pt x="397791" y="462936"/>
                  </a:cubicBezTo>
                  <a:cubicBezTo>
                    <a:pt x="397601" y="462832"/>
                    <a:pt x="397401" y="462718"/>
                    <a:pt x="397210" y="462584"/>
                  </a:cubicBezTo>
                  <a:cubicBezTo>
                    <a:pt x="390105" y="457736"/>
                    <a:pt x="382809" y="453211"/>
                    <a:pt x="374941" y="449659"/>
                  </a:cubicBezTo>
                  <a:cubicBezTo>
                    <a:pt x="374884" y="449630"/>
                    <a:pt x="374817" y="449611"/>
                    <a:pt x="374760" y="449583"/>
                  </a:cubicBezTo>
                  <a:cubicBezTo>
                    <a:pt x="376027" y="455707"/>
                    <a:pt x="377217" y="461984"/>
                    <a:pt x="377789" y="468232"/>
                  </a:cubicBezTo>
                  <a:cubicBezTo>
                    <a:pt x="389505" y="479053"/>
                    <a:pt x="401783" y="489273"/>
                    <a:pt x="414556" y="498846"/>
                  </a:cubicBezTo>
                  <a:cubicBezTo>
                    <a:pt x="418327" y="501675"/>
                    <a:pt x="422614" y="505666"/>
                    <a:pt x="421366" y="510190"/>
                  </a:cubicBezTo>
                  <a:cubicBezTo>
                    <a:pt x="420185" y="514476"/>
                    <a:pt x="414327" y="515943"/>
                    <a:pt x="410222" y="514162"/>
                  </a:cubicBezTo>
                  <a:cubicBezTo>
                    <a:pt x="406116" y="512381"/>
                    <a:pt x="403411" y="508495"/>
                    <a:pt x="400935" y="504799"/>
                  </a:cubicBezTo>
                  <a:cubicBezTo>
                    <a:pt x="398792" y="509037"/>
                    <a:pt x="393115" y="510495"/>
                    <a:pt x="388476" y="509323"/>
                  </a:cubicBezTo>
                  <a:cubicBezTo>
                    <a:pt x="387743" y="509142"/>
                    <a:pt x="387038" y="508904"/>
                    <a:pt x="386352" y="508628"/>
                  </a:cubicBezTo>
                  <a:cubicBezTo>
                    <a:pt x="386409" y="508933"/>
                    <a:pt x="386466" y="509238"/>
                    <a:pt x="386514" y="509542"/>
                  </a:cubicBezTo>
                  <a:cubicBezTo>
                    <a:pt x="385933" y="509009"/>
                    <a:pt x="385352" y="508466"/>
                    <a:pt x="384771" y="507923"/>
                  </a:cubicBezTo>
                  <a:cubicBezTo>
                    <a:pt x="381713" y="506409"/>
                    <a:pt x="378989" y="504161"/>
                    <a:pt x="376341" y="501961"/>
                  </a:cubicBezTo>
                  <a:cubicBezTo>
                    <a:pt x="371798" y="498179"/>
                    <a:pt x="367254" y="494388"/>
                    <a:pt x="362711" y="490607"/>
                  </a:cubicBezTo>
                  <a:cubicBezTo>
                    <a:pt x="362578" y="490530"/>
                    <a:pt x="362454" y="490445"/>
                    <a:pt x="362330" y="490369"/>
                  </a:cubicBezTo>
                  <a:cubicBezTo>
                    <a:pt x="359634" y="488740"/>
                    <a:pt x="356463" y="488626"/>
                    <a:pt x="353510" y="489483"/>
                  </a:cubicBezTo>
                  <a:cubicBezTo>
                    <a:pt x="349557" y="486930"/>
                    <a:pt x="345614" y="484377"/>
                    <a:pt x="341680" y="481806"/>
                  </a:cubicBezTo>
                  <a:cubicBezTo>
                    <a:pt x="333965" y="476767"/>
                    <a:pt x="325954" y="471881"/>
                    <a:pt x="318696" y="466213"/>
                  </a:cubicBezTo>
                  <a:cubicBezTo>
                    <a:pt x="315095" y="463403"/>
                    <a:pt x="311705" y="460336"/>
                    <a:pt x="308485" y="457088"/>
                  </a:cubicBezTo>
                  <a:cubicBezTo>
                    <a:pt x="307323" y="455917"/>
                    <a:pt x="306094" y="454745"/>
                    <a:pt x="305027" y="453478"/>
                  </a:cubicBezTo>
                  <a:cubicBezTo>
                    <a:pt x="304837" y="453250"/>
                    <a:pt x="304665" y="453050"/>
                    <a:pt x="304580" y="452945"/>
                  </a:cubicBezTo>
                  <a:cubicBezTo>
                    <a:pt x="303913" y="452192"/>
                    <a:pt x="303256" y="451430"/>
                    <a:pt x="302599" y="450668"/>
                  </a:cubicBezTo>
                  <a:cubicBezTo>
                    <a:pt x="297646" y="444906"/>
                    <a:pt x="292969" y="438934"/>
                    <a:pt x="287959" y="433228"/>
                  </a:cubicBezTo>
                  <a:cubicBezTo>
                    <a:pt x="282653" y="427189"/>
                    <a:pt x="276938" y="421808"/>
                    <a:pt x="271185" y="416236"/>
                  </a:cubicBezTo>
                  <a:cubicBezTo>
                    <a:pt x="267966" y="413121"/>
                    <a:pt x="264661" y="410035"/>
                    <a:pt x="261260" y="407063"/>
                  </a:cubicBezTo>
                  <a:cubicBezTo>
                    <a:pt x="259507" y="405148"/>
                    <a:pt x="257717" y="403262"/>
                    <a:pt x="255955" y="401386"/>
                  </a:cubicBezTo>
                  <a:cubicBezTo>
                    <a:pt x="243963" y="388689"/>
                    <a:pt x="232257" y="375754"/>
                    <a:pt x="220798" y="362610"/>
                  </a:cubicBezTo>
                  <a:cubicBezTo>
                    <a:pt x="194947" y="340674"/>
                    <a:pt x="171259" y="316642"/>
                    <a:pt x="152542" y="288543"/>
                  </a:cubicBezTo>
                  <a:cubicBezTo>
                    <a:pt x="143122" y="274389"/>
                    <a:pt x="135063" y="259349"/>
                    <a:pt x="125376" y="245385"/>
                  </a:cubicBezTo>
                  <a:cubicBezTo>
                    <a:pt x="125472" y="245967"/>
                    <a:pt x="125576" y="246538"/>
                    <a:pt x="125672" y="247119"/>
                  </a:cubicBezTo>
                  <a:cubicBezTo>
                    <a:pt x="124900" y="245595"/>
                    <a:pt x="124129" y="244062"/>
                    <a:pt x="123357" y="242538"/>
                  </a:cubicBezTo>
                  <a:cubicBezTo>
                    <a:pt x="122776" y="241728"/>
                    <a:pt x="122195" y="240928"/>
                    <a:pt x="121605" y="240128"/>
                  </a:cubicBezTo>
                  <a:cubicBezTo>
                    <a:pt x="108260" y="222164"/>
                    <a:pt x="91687" y="206847"/>
                    <a:pt x="76818" y="190103"/>
                  </a:cubicBezTo>
                  <a:cubicBezTo>
                    <a:pt x="41137" y="149926"/>
                    <a:pt x="15325" y="101196"/>
                    <a:pt x="2190" y="49266"/>
                  </a:cubicBezTo>
                  <a:cubicBezTo>
                    <a:pt x="-1516" y="34683"/>
                    <a:pt x="-1677" y="15043"/>
                    <a:pt x="11019" y="8327"/>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65" id="65"/>
            <p:cNvSpPr/>
            <p:nvPr/>
          </p:nvSpPr>
          <p:spPr>
            <a:xfrm>
              <a:off x="3877542" y="2720999"/>
              <a:ext cx="195033" cy="198027"/>
            </a:xfrm>
            <a:custGeom>
              <a:avLst/>
              <a:gdLst/>
              <a:ahLst/>
              <a:cxnLst/>
              <a:rect r="r" b="b" t="t" l="l"/>
              <a:pathLst>
                <a:path w="195033" h="198027" stroke="true" fill="norm" extrusionOk="true">
                  <a:moveTo>
                    <a:pt x="16316" y="11781"/>
                  </a:moveTo>
                  <a:cubicBezTo>
                    <a:pt x="33804" y="-1574"/>
                    <a:pt x="60702" y="-3364"/>
                    <a:pt x="81895" y="5342"/>
                  </a:cubicBezTo>
                  <a:cubicBezTo>
                    <a:pt x="109061" y="16495"/>
                    <a:pt x="128692" y="40165"/>
                    <a:pt x="146170" y="63616"/>
                  </a:cubicBezTo>
                  <a:cubicBezTo>
                    <a:pt x="163401" y="86733"/>
                    <a:pt x="179698" y="110526"/>
                    <a:pt x="195033" y="134920"/>
                  </a:cubicBezTo>
                  <a:cubicBezTo>
                    <a:pt x="156629" y="156846"/>
                    <a:pt x="117252" y="177096"/>
                    <a:pt x="77047" y="195603"/>
                  </a:cubicBezTo>
                  <a:cubicBezTo>
                    <a:pt x="74228" y="196899"/>
                    <a:pt x="71256" y="198223"/>
                    <a:pt x="68160" y="198004"/>
                  </a:cubicBezTo>
                  <a:cubicBezTo>
                    <a:pt x="62302" y="197604"/>
                    <a:pt x="58331" y="192127"/>
                    <a:pt x="55225" y="187193"/>
                  </a:cubicBezTo>
                  <a:cubicBezTo>
                    <a:pt x="38766" y="161037"/>
                    <a:pt x="22183" y="134653"/>
                    <a:pt x="11429" y="105726"/>
                  </a:cubicBezTo>
                  <a:cubicBezTo>
                    <a:pt x="4152" y="86142"/>
                    <a:pt x="-324" y="65149"/>
                    <a:pt x="18" y="44385"/>
                  </a:cubicBezTo>
                  <a:cubicBezTo>
                    <a:pt x="4962" y="33298"/>
                    <a:pt x="10706" y="22601"/>
                    <a:pt x="16316" y="11781"/>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66" id="66"/>
            <p:cNvSpPr/>
            <p:nvPr/>
          </p:nvSpPr>
          <p:spPr>
            <a:xfrm>
              <a:off x="4463596" y="3503334"/>
              <a:ext cx="456017" cy="169371"/>
            </a:xfrm>
            <a:custGeom>
              <a:avLst/>
              <a:gdLst/>
              <a:ahLst/>
              <a:cxnLst/>
              <a:rect r="r" b="b" t="t" l="l"/>
              <a:pathLst>
                <a:path w="456017" h="169371" stroke="true" fill="norm" extrusionOk="true">
                  <a:moveTo>
                    <a:pt x="34289" y="81323"/>
                  </a:moveTo>
                  <a:lnTo>
                    <a:pt x="402412" y="1009"/>
                  </a:lnTo>
                  <a:cubicBezTo>
                    <a:pt x="425872" y="-4106"/>
                    <a:pt x="449294" y="10743"/>
                    <a:pt x="454466" y="34013"/>
                  </a:cubicBezTo>
                  <a:lnTo>
                    <a:pt x="454999" y="36432"/>
                  </a:lnTo>
                  <a:cubicBezTo>
                    <a:pt x="460162" y="59702"/>
                    <a:pt x="445188" y="82933"/>
                    <a:pt x="421719" y="88048"/>
                  </a:cubicBezTo>
                  <a:lnTo>
                    <a:pt x="53597" y="168363"/>
                  </a:lnTo>
                  <a:cubicBezTo>
                    <a:pt x="30127" y="173478"/>
                    <a:pt x="6715" y="158628"/>
                    <a:pt x="1552" y="135359"/>
                  </a:cubicBezTo>
                  <a:lnTo>
                    <a:pt x="1019" y="132939"/>
                  </a:lnTo>
                  <a:cubicBezTo>
                    <a:pt x="-4144" y="109670"/>
                    <a:pt x="10830" y="86438"/>
                    <a:pt x="34289" y="81323"/>
                  </a:cubicBezTo>
                  <a:close/>
                </a:path>
              </a:pathLst>
            </a:custGeom>
            <a:solidFill>
              <a:schemeClr val="accent2">
                <a:lumMod val="40000"/>
                <a:lumOff val="60000"/>
              </a:schemeClr>
            </a:solidFill>
            <a:ln cap="flat">
              <a:noFill/>
              <a:prstDash val="solid"/>
              <a:miter lim="800000"/>
            </a:ln>
          </p:spPr>
          <p:txBody>
            <a:bodyPr vert="horz" anchor="ctr" tIns="45720" lIns="91440" bIns="45720" rIns="91440"/>
            <a:p>
              <a:pPr algn="l" marL="0"/>
            </a:p>
          </p:txBody>
        </p:sp>
        <p:sp>
          <p:nvSpPr>
            <p:cNvPr name="Freeform 67" id="67"/>
            <p:cNvSpPr/>
            <p:nvPr/>
          </p:nvSpPr>
          <p:spPr>
            <a:xfrm>
              <a:off x="4469444" y="3597925"/>
              <a:ext cx="64903" cy="69313"/>
            </a:xfrm>
            <a:custGeom>
              <a:avLst/>
              <a:gdLst/>
              <a:ahLst/>
              <a:cxnLst/>
              <a:rect r="r" b="b" t="t" l="l"/>
              <a:pathLst>
                <a:path w="64903" h="69313" stroke="true" fill="norm" extrusionOk="true">
                  <a:moveTo>
                    <a:pt x="0" y="34652"/>
                  </a:moveTo>
                  <a:cubicBezTo>
                    <a:pt x="0" y="53797"/>
                    <a:pt x="14526" y="69314"/>
                    <a:pt x="32452" y="69314"/>
                  </a:cubicBezTo>
                  <a:cubicBezTo>
                    <a:pt x="50378" y="69314"/>
                    <a:pt x="64903" y="53797"/>
                    <a:pt x="64903" y="34652"/>
                  </a:cubicBezTo>
                  <a:cubicBezTo>
                    <a:pt x="64903" y="15516"/>
                    <a:pt x="50378" y="0"/>
                    <a:pt x="32452" y="0"/>
                  </a:cubicBezTo>
                  <a:cubicBezTo>
                    <a:pt x="14526" y="-9"/>
                    <a:pt x="0" y="15507"/>
                    <a:pt x="0" y="34652"/>
                  </a:cubicBezTo>
                  <a:close/>
                </a:path>
              </a:pathLst>
            </a:custGeom>
            <a:solidFill>
              <a:schemeClr val="accent2">
                <a:lumMod val="20000"/>
                <a:lumOff val="80000"/>
              </a:schemeClr>
            </a:solidFill>
            <a:ln cap="flat">
              <a:noFill/>
              <a:prstDash val="solid"/>
              <a:miter lim="800000"/>
            </a:ln>
          </p:spPr>
          <p:txBody>
            <a:bodyPr vert="horz" anchor="ctr" tIns="45720" lIns="91440" bIns="45720" rIns="91440"/>
            <a:p>
              <a:pPr algn="l" marL="0"/>
            </a:p>
          </p:txBody>
        </p:sp>
        <p:sp>
          <p:nvSpPr>
            <p:cNvPr name="Freeform 68" id="68"/>
            <p:cNvSpPr/>
            <p:nvPr/>
          </p:nvSpPr>
          <p:spPr>
            <a:xfrm>
              <a:off x="3882719" y="3482463"/>
              <a:ext cx="245989" cy="125495"/>
            </a:xfrm>
            <a:custGeom>
              <a:avLst/>
              <a:gdLst/>
              <a:ahLst/>
              <a:cxnLst/>
              <a:rect r="r" b="b" t="t" l="l"/>
              <a:pathLst>
                <a:path w="245989" h="125495" stroke="true" fill="norm" extrusionOk="true">
                  <a:moveTo>
                    <a:pt x="1814" y="63160"/>
                  </a:moveTo>
                  <a:cubicBezTo>
                    <a:pt x="4148" y="48606"/>
                    <a:pt x="6481" y="34052"/>
                    <a:pt x="8815" y="19488"/>
                  </a:cubicBezTo>
                  <a:lnTo>
                    <a:pt x="79071" y="0"/>
                  </a:lnTo>
                  <a:cubicBezTo>
                    <a:pt x="117152" y="35290"/>
                    <a:pt x="159224" y="72447"/>
                    <a:pt x="211097" y="77476"/>
                  </a:cubicBezTo>
                  <a:cubicBezTo>
                    <a:pt x="223899" y="78715"/>
                    <a:pt x="239815" y="79753"/>
                    <a:pt x="244797" y="91507"/>
                  </a:cubicBezTo>
                  <a:cubicBezTo>
                    <a:pt x="248492" y="100241"/>
                    <a:pt x="243139" y="110690"/>
                    <a:pt x="235129" y="115872"/>
                  </a:cubicBezTo>
                  <a:cubicBezTo>
                    <a:pt x="227128" y="121053"/>
                    <a:pt x="217212" y="122196"/>
                    <a:pt x="207697" y="122996"/>
                  </a:cubicBezTo>
                  <a:cubicBezTo>
                    <a:pt x="151461" y="127692"/>
                    <a:pt x="94892" y="124844"/>
                    <a:pt x="38533" y="121987"/>
                  </a:cubicBezTo>
                  <a:cubicBezTo>
                    <a:pt x="30274" y="121568"/>
                    <a:pt x="21626" y="121034"/>
                    <a:pt x="14568" y="116776"/>
                  </a:cubicBezTo>
                  <a:cubicBezTo>
                    <a:pt x="-2282" y="106613"/>
                    <a:pt x="-1282" y="82467"/>
                    <a:pt x="1814" y="63160"/>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69" id="69"/>
            <p:cNvSpPr/>
            <p:nvPr/>
          </p:nvSpPr>
          <p:spPr>
            <a:xfrm>
              <a:off x="3568265" y="3515877"/>
              <a:ext cx="245985" cy="125495"/>
            </a:xfrm>
            <a:custGeom>
              <a:avLst/>
              <a:gdLst/>
              <a:ahLst/>
              <a:cxnLst/>
              <a:rect r="r" b="b" t="t" l="l"/>
              <a:pathLst>
                <a:path w="245985" h="125495" stroke="true" fill="norm" extrusionOk="true">
                  <a:moveTo>
                    <a:pt x="1810" y="63160"/>
                  </a:moveTo>
                  <a:cubicBezTo>
                    <a:pt x="4143" y="48606"/>
                    <a:pt x="6477" y="34052"/>
                    <a:pt x="8810" y="19488"/>
                  </a:cubicBezTo>
                  <a:lnTo>
                    <a:pt x="79067" y="0"/>
                  </a:lnTo>
                  <a:cubicBezTo>
                    <a:pt x="117148" y="35290"/>
                    <a:pt x="159220" y="72447"/>
                    <a:pt x="211093" y="77476"/>
                  </a:cubicBezTo>
                  <a:cubicBezTo>
                    <a:pt x="223895" y="78715"/>
                    <a:pt x="239811" y="79753"/>
                    <a:pt x="244793" y="91507"/>
                  </a:cubicBezTo>
                  <a:cubicBezTo>
                    <a:pt x="248488" y="100241"/>
                    <a:pt x="243135" y="110690"/>
                    <a:pt x="235125" y="115872"/>
                  </a:cubicBezTo>
                  <a:cubicBezTo>
                    <a:pt x="227124" y="121053"/>
                    <a:pt x="217208" y="122196"/>
                    <a:pt x="207692" y="122996"/>
                  </a:cubicBezTo>
                  <a:cubicBezTo>
                    <a:pt x="151457" y="127692"/>
                    <a:pt x="94888" y="124844"/>
                    <a:pt x="38528" y="121987"/>
                  </a:cubicBezTo>
                  <a:cubicBezTo>
                    <a:pt x="30270" y="121568"/>
                    <a:pt x="21622" y="121034"/>
                    <a:pt x="14564" y="116777"/>
                  </a:cubicBezTo>
                  <a:cubicBezTo>
                    <a:pt x="-2286" y="106613"/>
                    <a:pt x="-1276" y="82467"/>
                    <a:pt x="1810" y="63160"/>
                  </a:cubicBezTo>
                  <a:close/>
                </a:path>
              </a:pathLst>
            </a:custGeom>
            <a:solidFill>
              <a:srgbClr val="FF9561"/>
            </a:solidFill>
            <a:ln cap="flat">
              <a:noFill/>
              <a:prstDash val="solid"/>
              <a:miter lim="800000"/>
            </a:ln>
          </p:spPr>
          <p:txBody>
            <a:bodyPr vert="horz" anchor="ctr" tIns="45720" lIns="91440" bIns="45720" rIns="91440"/>
            <a:p>
              <a:pPr algn="l" marL="0"/>
            </a:p>
          </p:txBody>
        </p:sp>
        <p:grpSp>
          <p:nvGrpSpPr>
            <p:cNvPr name="Group 70" id="70"/>
            <p:cNvGrpSpPr/>
            <p:nvPr/>
          </p:nvGrpSpPr>
          <p:grpSpPr>
            <a:xfrm>
              <a:off x="3879577" y="3519501"/>
              <a:ext cx="271244" cy="116570"/>
              <a:chOff x="3879577" y="3519501"/>
              <a:chExt cx="271244" cy="116570"/>
            </a:xfrm>
          </p:grpSpPr>
          <p:sp>
            <p:nvSpPr>
              <p:cNvPr name="Freeform 71" id="71"/>
              <p:cNvSpPr/>
              <p:nvPr/>
            </p:nvSpPr>
            <p:spPr>
              <a:xfrm>
                <a:off x="3879577" y="3584695"/>
                <a:ext cx="271244" cy="51377"/>
              </a:xfrm>
              <a:custGeom>
                <a:avLst/>
                <a:gdLst/>
                <a:ahLst/>
                <a:cxnLst/>
                <a:rect r="r" b="b" t="t" l="l"/>
                <a:pathLst>
                  <a:path w="271244" h="51377" stroke="true" fill="norm" extrusionOk="true">
                    <a:moveTo>
                      <a:pt x="7966" y="13773"/>
                    </a:moveTo>
                    <a:cubicBezTo>
                      <a:pt x="13881" y="12316"/>
                      <a:pt x="19958" y="14792"/>
                      <a:pt x="25720" y="16773"/>
                    </a:cubicBezTo>
                    <a:cubicBezTo>
                      <a:pt x="80280" y="35623"/>
                      <a:pt x="140192" y="12887"/>
                      <a:pt x="197828" y="16840"/>
                    </a:cubicBezTo>
                    <a:cubicBezTo>
                      <a:pt x="207629" y="17507"/>
                      <a:pt x="217554" y="18955"/>
                      <a:pt x="227203" y="17126"/>
                    </a:cubicBezTo>
                    <a:cubicBezTo>
                      <a:pt x="236851" y="15297"/>
                      <a:pt x="246453" y="9334"/>
                      <a:pt x="249253" y="0"/>
                    </a:cubicBezTo>
                    <a:lnTo>
                      <a:pt x="265293" y="7106"/>
                    </a:lnTo>
                    <a:cubicBezTo>
                      <a:pt x="272885" y="12030"/>
                      <a:pt x="272818" y="23908"/>
                      <a:pt x="267332" y="31070"/>
                    </a:cubicBezTo>
                    <a:cubicBezTo>
                      <a:pt x="261845" y="38233"/>
                      <a:pt x="252787" y="41662"/>
                      <a:pt x="244043" y="44072"/>
                    </a:cubicBezTo>
                    <a:cubicBezTo>
                      <a:pt x="197361" y="56931"/>
                      <a:pt x="147745" y="50254"/>
                      <a:pt x="99777" y="43482"/>
                    </a:cubicBezTo>
                    <a:cubicBezTo>
                      <a:pt x="69859" y="39262"/>
                      <a:pt x="39941" y="35033"/>
                      <a:pt x="10023" y="30813"/>
                    </a:cubicBezTo>
                    <a:cubicBezTo>
                      <a:pt x="6937" y="30375"/>
                      <a:pt x="3575" y="29804"/>
                      <a:pt x="1527" y="27470"/>
                    </a:cubicBezTo>
                    <a:cubicBezTo>
                      <a:pt x="-2493" y="22917"/>
                      <a:pt x="2041" y="15221"/>
                      <a:pt x="7966" y="13773"/>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72" id="72"/>
              <p:cNvSpPr/>
              <p:nvPr/>
            </p:nvSpPr>
            <p:spPr>
              <a:xfrm>
                <a:off x="3880224" y="3519501"/>
                <a:ext cx="267521" cy="109101"/>
              </a:xfrm>
              <a:custGeom>
                <a:avLst/>
                <a:gdLst/>
                <a:ahLst/>
                <a:cxnLst/>
                <a:rect r="r" b="b" t="t" l="l"/>
                <a:pathLst>
                  <a:path w="267521" h="109101" stroke="true" fill="norm" extrusionOk="true">
                    <a:moveTo>
                      <a:pt x="6356" y="77224"/>
                    </a:moveTo>
                    <a:cubicBezTo>
                      <a:pt x="6861" y="77310"/>
                      <a:pt x="7366" y="77405"/>
                      <a:pt x="7871" y="77490"/>
                    </a:cubicBezTo>
                    <a:cubicBezTo>
                      <a:pt x="8480" y="76147"/>
                      <a:pt x="9814" y="75214"/>
                      <a:pt x="11776" y="75586"/>
                    </a:cubicBezTo>
                    <a:cubicBezTo>
                      <a:pt x="25825" y="78205"/>
                      <a:pt x="39922" y="80558"/>
                      <a:pt x="54067" y="82644"/>
                    </a:cubicBezTo>
                    <a:cubicBezTo>
                      <a:pt x="87138" y="71909"/>
                      <a:pt x="116084" y="49258"/>
                      <a:pt x="134667" y="20102"/>
                    </a:cubicBezTo>
                    <a:cubicBezTo>
                      <a:pt x="135201" y="14616"/>
                      <a:pt x="136058" y="9168"/>
                      <a:pt x="137211" y="3757"/>
                    </a:cubicBezTo>
                    <a:cubicBezTo>
                      <a:pt x="137830" y="852"/>
                      <a:pt x="141030" y="-396"/>
                      <a:pt x="143688" y="109"/>
                    </a:cubicBezTo>
                    <a:cubicBezTo>
                      <a:pt x="164528" y="4110"/>
                      <a:pt x="184969" y="9949"/>
                      <a:pt x="204724" y="17645"/>
                    </a:cubicBezTo>
                    <a:cubicBezTo>
                      <a:pt x="214601" y="21493"/>
                      <a:pt x="224421" y="25655"/>
                      <a:pt x="233851" y="30504"/>
                    </a:cubicBezTo>
                    <a:cubicBezTo>
                      <a:pt x="241395" y="34380"/>
                      <a:pt x="248891" y="39086"/>
                      <a:pt x="254759" y="45248"/>
                    </a:cubicBezTo>
                    <a:cubicBezTo>
                      <a:pt x="257340" y="47963"/>
                      <a:pt x="259598" y="50963"/>
                      <a:pt x="261255" y="54183"/>
                    </a:cubicBezTo>
                    <a:cubicBezTo>
                      <a:pt x="263464" y="57317"/>
                      <a:pt x="264922" y="61003"/>
                      <a:pt x="265522" y="64908"/>
                    </a:cubicBezTo>
                    <a:cubicBezTo>
                      <a:pt x="265589" y="65327"/>
                      <a:pt x="265627" y="65737"/>
                      <a:pt x="265674" y="66146"/>
                    </a:cubicBezTo>
                    <a:cubicBezTo>
                      <a:pt x="270494" y="75328"/>
                      <a:pt x="265198" y="87901"/>
                      <a:pt x="257683" y="94035"/>
                    </a:cubicBezTo>
                    <a:cubicBezTo>
                      <a:pt x="247577" y="102294"/>
                      <a:pt x="233880" y="104294"/>
                      <a:pt x="221326" y="106132"/>
                    </a:cubicBezTo>
                    <a:cubicBezTo>
                      <a:pt x="192456" y="110361"/>
                      <a:pt x="162947" y="110037"/>
                      <a:pt x="134144" y="105389"/>
                    </a:cubicBezTo>
                    <a:cubicBezTo>
                      <a:pt x="131200" y="104913"/>
                      <a:pt x="128276" y="104379"/>
                      <a:pt x="125352" y="103818"/>
                    </a:cubicBezTo>
                    <a:cubicBezTo>
                      <a:pt x="115094" y="103084"/>
                      <a:pt x="104854" y="102036"/>
                      <a:pt x="94653" y="100674"/>
                    </a:cubicBezTo>
                    <a:cubicBezTo>
                      <a:pt x="88062" y="99788"/>
                      <a:pt x="81499" y="98760"/>
                      <a:pt x="74955" y="97579"/>
                    </a:cubicBezTo>
                    <a:cubicBezTo>
                      <a:pt x="66811" y="96760"/>
                      <a:pt x="58677" y="95817"/>
                      <a:pt x="50562" y="94740"/>
                    </a:cubicBezTo>
                    <a:cubicBezTo>
                      <a:pt x="47009" y="94273"/>
                      <a:pt x="43446" y="93769"/>
                      <a:pt x="39894" y="93254"/>
                    </a:cubicBezTo>
                    <a:cubicBezTo>
                      <a:pt x="27645" y="92273"/>
                      <a:pt x="15491" y="90140"/>
                      <a:pt x="3632" y="86949"/>
                    </a:cubicBezTo>
                    <a:cubicBezTo>
                      <a:pt x="-2759" y="85234"/>
                      <a:pt x="3" y="76090"/>
                      <a:pt x="6356" y="77224"/>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nvGrpSpPr>
            <p:cNvPr name="Group 73" id="73"/>
            <p:cNvGrpSpPr/>
            <p:nvPr/>
          </p:nvGrpSpPr>
          <p:grpSpPr>
            <a:xfrm>
              <a:off x="3555071" y="3544256"/>
              <a:ext cx="271243" cy="116571"/>
              <a:chOff x="3555071" y="3544256"/>
              <a:chExt cx="271243" cy="116571"/>
            </a:xfrm>
          </p:grpSpPr>
          <p:sp>
            <p:nvSpPr>
              <p:cNvPr name="Freeform 74" id="74"/>
              <p:cNvSpPr/>
              <p:nvPr/>
            </p:nvSpPr>
            <p:spPr>
              <a:xfrm>
                <a:off x="3555071" y="3609451"/>
                <a:ext cx="271243" cy="51377"/>
              </a:xfrm>
              <a:custGeom>
                <a:avLst/>
                <a:gdLst/>
                <a:ahLst/>
                <a:cxnLst/>
                <a:rect r="r" b="b" t="t" l="l"/>
                <a:pathLst>
                  <a:path w="271243" h="51377" stroke="true" fill="norm" extrusionOk="true">
                    <a:moveTo>
                      <a:pt x="7964" y="13773"/>
                    </a:moveTo>
                    <a:cubicBezTo>
                      <a:pt x="13879" y="12316"/>
                      <a:pt x="19956" y="14792"/>
                      <a:pt x="25719" y="16773"/>
                    </a:cubicBezTo>
                    <a:cubicBezTo>
                      <a:pt x="80278" y="35623"/>
                      <a:pt x="140190" y="12887"/>
                      <a:pt x="197826" y="16840"/>
                    </a:cubicBezTo>
                    <a:cubicBezTo>
                      <a:pt x="207627" y="17507"/>
                      <a:pt x="217552" y="18955"/>
                      <a:pt x="227192" y="17126"/>
                    </a:cubicBezTo>
                    <a:cubicBezTo>
                      <a:pt x="236841" y="15297"/>
                      <a:pt x="246451" y="9334"/>
                      <a:pt x="249242" y="0"/>
                    </a:cubicBezTo>
                    <a:lnTo>
                      <a:pt x="265292" y="7106"/>
                    </a:lnTo>
                    <a:cubicBezTo>
                      <a:pt x="272883" y="12030"/>
                      <a:pt x="272816" y="23908"/>
                      <a:pt x="267330" y="31070"/>
                    </a:cubicBezTo>
                    <a:cubicBezTo>
                      <a:pt x="261844" y="38233"/>
                      <a:pt x="252785" y="41662"/>
                      <a:pt x="244041" y="44072"/>
                    </a:cubicBezTo>
                    <a:cubicBezTo>
                      <a:pt x="197350" y="56931"/>
                      <a:pt x="147744" y="50254"/>
                      <a:pt x="99776" y="43482"/>
                    </a:cubicBezTo>
                    <a:cubicBezTo>
                      <a:pt x="69858" y="39262"/>
                      <a:pt x="39940" y="35033"/>
                      <a:pt x="10022" y="30813"/>
                    </a:cubicBezTo>
                    <a:cubicBezTo>
                      <a:pt x="6936" y="30375"/>
                      <a:pt x="3573" y="29804"/>
                      <a:pt x="1525" y="27470"/>
                    </a:cubicBezTo>
                    <a:cubicBezTo>
                      <a:pt x="-2494" y="22917"/>
                      <a:pt x="2049" y="15221"/>
                      <a:pt x="7964" y="13773"/>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75" id="75"/>
              <p:cNvSpPr/>
              <p:nvPr/>
            </p:nvSpPr>
            <p:spPr>
              <a:xfrm>
                <a:off x="3555718" y="3544256"/>
                <a:ext cx="267521" cy="109092"/>
              </a:xfrm>
              <a:custGeom>
                <a:avLst/>
                <a:gdLst/>
                <a:ahLst/>
                <a:cxnLst/>
                <a:rect r="r" b="b" t="t" l="l"/>
                <a:pathLst>
                  <a:path w="267521" h="109092" stroke="true" fill="norm" extrusionOk="true">
                    <a:moveTo>
                      <a:pt x="6365" y="77224"/>
                    </a:moveTo>
                    <a:cubicBezTo>
                      <a:pt x="6870" y="77310"/>
                      <a:pt x="7375" y="77405"/>
                      <a:pt x="7880" y="77491"/>
                    </a:cubicBezTo>
                    <a:cubicBezTo>
                      <a:pt x="8489" y="76148"/>
                      <a:pt x="9813" y="75215"/>
                      <a:pt x="11785" y="75586"/>
                    </a:cubicBezTo>
                    <a:cubicBezTo>
                      <a:pt x="25834" y="78205"/>
                      <a:pt x="39931" y="80558"/>
                      <a:pt x="54076" y="82644"/>
                    </a:cubicBezTo>
                    <a:cubicBezTo>
                      <a:pt x="87147" y="71909"/>
                      <a:pt x="116093" y="49259"/>
                      <a:pt x="134676" y="20103"/>
                    </a:cubicBezTo>
                    <a:cubicBezTo>
                      <a:pt x="135210" y="14617"/>
                      <a:pt x="136067" y="9168"/>
                      <a:pt x="137220" y="3758"/>
                    </a:cubicBezTo>
                    <a:cubicBezTo>
                      <a:pt x="137839" y="843"/>
                      <a:pt x="141039" y="-395"/>
                      <a:pt x="143697" y="110"/>
                    </a:cubicBezTo>
                    <a:cubicBezTo>
                      <a:pt x="164537" y="4111"/>
                      <a:pt x="184978" y="9949"/>
                      <a:pt x="204733" y="17645"/>
                    </a:cubicBezTo>
                    <a:cubicBezTo>
                      <a:pt x="214610" y="21493"/>
                      <a:pt x="224430" y="25656"/>
                      <a:pt x="233860" y="30495"/>
                    </a:cubicBezTo>
                    <a:cubicBezTo>
                      <a:pt x="241404" y="34371"/>
                      <a:pt x="248910" y="39077"/>
                      <a:pt x="254768" y="45239"/>
                    </a:cubicBezTo>
                    <a:cubicBezTo>
                      <a:pt x="257349" y="47954"/>
                      <a:pt x="259606" y="50954"/>
                      <a:pt x="261264" y="54174"/>
                    </a:cubicBezTo>
                    <a:cubicBezTo>
                      <a:pt x="263473" y="57308"/>
                      <a:pt x="264931" y="60994"/>
                      <a:pt x="265531" y="64899"/>
                    </a:cubicBezTo>
                    <a:cubicBezTo>
                      <a:pt x="265597" y="65309"/>
                      <a:pt x="265636" y="65728"/>
                      <a:pt x="265674" y="66137"/>
                    </a:cubicBezTo>
                    <a:cubicBezTo>
                      <a:pt x="270493" y="75319"/>
                      <a:pt x="265197" y="87892"/>
                      <a:pt x="257682" y="94026"/>
                    </a:cubicBezTo>
                    <a:cubicBezTo>
                      <a:pt x="247576" y="102284"/>
                      <a:pt x="233879" y="104285"/>
                      <a:pt x="221325" y="106123"/>
                    </a:cubicBezTo>
                    <a:cubicBezTo>
                      <a:pt x="192455" y="110352"/>
                      <a:pt x="162947" y="110028"/>
                      <a:pt x="134143" y="105380"/>
                    </a:cubicBezTo>
                    <a:cubicBezTo>
                      <a:pt x="131200" y="104904"/>
                      <a:pt x="128276" y="104371"/>
                      <a:pt x="125351" y="103809"/>
                    </a:cubicBezTo>
                    <a:cubicBezTo>
                      <a:pt x="115093" y="103075"/>
                      <a:pt x="104854" y="102028"/>
                      <a:pt x="94652" y="100665"/>
                    </a:cubicBezTo>
                    <a:cubicBezTo>
                      <a:pt x="88061" y="99789"/>
                      <a:pt x="81498" y="98751"/>
                      <a:pt x="74955" y="97570"/>
                    </a:cubicBezTo>
                    <a:cubicBezTo>
                      <a:pt x="66811" y="96751"/>
                      <a:pt x="58676" y="95808"/>
                      <a:pt x="50561" y="94731"/>
                    </a:cubicBezTo>
                    <a:cubicBezTo>
                      <a:pt x="47008" y="94265"/>
                      <a:pt x="43446" y="93760"/>
                      <a:pt x="39893" y="93245"/>
                    </a:cubicBezTo>
                    <a:cubicBezTo>
                      <a:pt x="27644" y="92264"/>
                      <a:pt x="15490" y="90131"/>
                      <a:pt x="3631" y="86940"/>
                    </a:cubicBezTo>
                    <a:cubicBezTo>
                      <a:pt x="-2760" y="85235"/>
                      <a:pt x="2" y="76091"/>
                      <a:pt x="6365" y="77224"/>
                    </a:cubicBezTo>
                    <a:close/>
                  </a:path>
                </a:pathLst>
              </a:custGeom>
              <a:solidFill>
                <a:schemeClr val="accent1"/>
              </a:solidFill>
              <a:ln cap="flat">
                <a:noFill/>
                <a:prstDash val="solid"/>
                <a:miter lim="800000"/>
              </a:ln>
            </p:spPr>
            <p:txBody>
              <a:bodyPr vert="horz" anchor="ctr" tIns="45720" lIns="91440" bIns="45720" rIns="91440"/>
              <a:p>
                <a:pPr algn="l" marL="0"/>
              </a:p>
            </p:txBody>
          </p:sp>
        </p:grpSp>
        <p:sp>
          <p:nvSpPr>
            <p:cNvPr name="Freeform 76" id="76"/>
            <p:cNvSpPr/>
            <p:nvPr/>
          </p:nvSpPr>
          <p:spPr>
            <a:xfrm>
              <a:off x="3770192" y="3151689"/>
              <a:ext cx="119636" cy="37652"/>
            </a:xfrm>
            <a:custGeom>
              <a:avLst/>
              <a:gdLst/>
              <a:ahLst/>
              <a:cxnLst/>
              <a:rect r="r" b="b" t="t" l="l"/>
              <a:pathLst>
                <a:path w="119636" h="37652" stroke="true" fill="norm" extrusionOk="true">
                  <a:moveTo>
                    <a:pt x="5537" y="0"/>
                  </a:moveTo>
                  <a:cubicBezTo>
                    <a:pt x="40170" y="18336"/>
                    <a:pt x="82661" y="21441"/>
                    <a:pt x="119637" y="8344"/>
                  </a:cubicBezTo>
                  <a:lnTo>
                    <a:pt x="109683" y="21555"/>
                  </a:lnTo>
                  <a:cubicBezTo>
                    <a:pt x="109026" y="19860"/>
                    <a:pt x="108369" y="18174"/>
                    <a:pt x="107702" y="16478"/>
                  </a:cubicBezTo>
                  <a:cubicBezTo>
                    <a:pt x="98501" y="29251"/>
                    <a:pt x="80975" y="32376"/>
                    <a:pt x="65230" y="33966"/>
                  </a:cubicBezTo>
                  <a:cubicBezTo>
                    <a:pt x="43561" y="36157"/>
                    <a:pt x="21786" y="37386"/>
                    <a:pt x="3" y="37652"/>
                  </a:cubicBezTo>
                  <a:cubicBezTo>
                    <a:pt x="-83" y="24927"/>
                    <a:pt x="1793" y="12183"/>
                    <a:pt x="553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21.xml><?xml version="1.0" encoding="utf-8"?>
<p:sld xmlns:p="http://schemas.openxmlformats.org/presentationml/2006/main" xmlns:a="http://schemas.openxmlformats.org/drawingml/2006/main">
  <p:cSld>
    <p:bg>
      <p:bgPr>
        <a:gradFill rotWithShape="true" flip="none">
          <a:gsLst>
            <a:gs pos="0">
              <a:schemeClr val="accent2">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5570553" y="1626655"/>
            <a:ext cx="5948348" cy="2069495"/>
          </a:xfrm>
          <a:prstGeom prst="rect">
            <a:avLst/>
          </a:prstGeom>
        </p:spPr>
        <p:txBody>
          <a:bodyPr vert="horz" anchor="b" wrap="square" tIns="45720" lIns="91440" bIns="45720" rIns="91440">
            <a:normAutofit/>
          </a:bodyPr>
          <a:p>
            <a:pPr algn="r">
              <a:lnSpc>
                <a:spcPct val="100000"/>
              </a:lnSpc>
              <a:spcBef>
                <a:spcPct val="0"/>
              </a:spcBef>
              <a:buNone/>
            </a:pPr>
            <a:r>
              <a:rPr lang="zh-CN" b="true" i="false" sz="6000" baseline="0" u="none" altLang="en-US">
                <a:solidFill>
                  <a:schemeClr val="tx1"/>
                </a:solidFill>
                <a:latin typeface="微软雅黑"/>
                <a:ea typeface="微软雅黑"/>
              </a:rPr>
              <a:t>感谢观看</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49217"/>
      </a:accent1>
      <a:accent2>
        <a:srgbClr val="3F92F1"/>
      </a:accent2>
      <a:accent3>
        <a:srgbClr val="9AB848"/>
      </a:accent3>
      <a:accent4>
        <a:srgbClr val="AECD51"/>
      </a:accent4>
      <a:accent5>
        <a:srgbClr val="FFCC46"/>
      </a:accent5>
      <a:accent6>
        <a:srgbClr val="4A50FF"/>
      </a:accent6>
      <a:hlink>
        <a:srgbClr val="F84D4D"/>
      </a:hlink>
      <a:folHlink>
        <a:srgbClr val="BFBFBF"/>
      </a:folHlink>
    </a:clrScheme>
    <a:fontScheme name="Office">
      <a:majorFont>
        <a:latin typeface="Arial"/>
        <a:ea typeface="微软雅黑"/>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微软雅黑"/>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全屏显示(4:3)</PresentationFormat>
  <Paragraphs>0</Paragraphs>
  <Slides>0</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0</vt:i4>
      </vt:variant>
    </vt:vector>
  </HeadingPairs>
  <TitlesOfParts>
    <vt:vector size="2" baseType="lpstr">
      <vt:lpstr>Arial</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cp:lastModifiedBy>卓伟 罗</cp:lastModifiedBy>
  <dcterms:modified xsi:type="dcterms:W3CDTF">2024-05-20T00:48:33Z</dcterms:modified>
  <cp:revision>2</cp:revision>
</cp:coreProperties>
</file>