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1"/>
  </p:handoutMasterIdLst>
  <p:sldIdLst>
    <p:sldId id="374" r:id="rId3"/>
    <p:sldId id="372" r:id="rId4"/>
    <p:sldId id="373" r:id="rId6"/>
    <p:sldId id="412" r:id="rId7"/>
    <p:sldId id="438" r:id="rId8"/>
    <p:sldId id="356" r:id="rId9"/>
    <p:sldId id="440" r:id="rId10"/>
    <p:sldId id="450" r:id="rId11"/>
    <p:sldId id="442" r:id="rId12"/>
    <p:sldId id="443" r:id="rId13"/>
    <p:sldId id="444" r:id="rId14"/>
    <p:sldId id="445" r:id="rId15"/>
    <p:sldId id="446" r:id="rId16"/>
    <p:sldId id="447" r:id="rId17"/>
    <p:sldId id="448" r:id="rId18"/>
    <p:sldId id="449" r:id="rId19"/>
    <p:sldId id="452" r:id="rId20"/>
  </p:sldIdLst>
  <p:sldSz cx="9144000" cy="514477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45" userDrawn="1">
          <p15:clr>
            <a:srgbClr val="A4A3A4"/>
          </p15:clr>
        </p15:guide>
        <p15:guide id="2" pos="29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E2762E"/>
    <a:srgbClr val="03445A"/>
    <a:srgbClr val="F1B320"/>
    <a:srgbClr val="E6E6E6"/>
    <a:srgbClr val="483517"/>
    <a:srgbClr val="E83B3A"/>
    <a:srgbClr val="584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05" autoAdjust="0"/>
    <p:restoredTop sz="94660"/>
  </p:normalViewPr>
  <p:slideViewPr>
    <p:cSldViewPr showGuides="1">
      <p:cViewPr varScale="1">
        <p:scale>
          <a:sx n="130" d="100"/>
          <a:sy n="130" d="100"/>
        </p:scale>
        <p:origin x="126" y="480"/>
      </p:cViewPr>
      <p:guideLst>
        <p:guide orient="horz" pos="1545"/>
        <p:guide pos="294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2" d="100"/>
        <a:sy n="32" d="100"/>
      </p:scale>
      <p:origin x="0" y="0"/>
    </p:cViewPr>
  </p:sorterViewPr>
  <p:gridSpacing cx="36000" cy="36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69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FFCF0-DD59-4612-9D71-417719DC037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A1E2-0BCB-498F-B666-E5E40D2532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433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030-126A-44E1-A291-CE0450786A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1CF7-6230-429B-A18C-78A12BF27C2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115E-07FC-47AE-8678-8B681C6891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5BB56-9B96-4394-98D1-089DE868BD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BF030-126A-44E1-A291-CE0450786A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91CF7-6230-429B-A18C-78A12BF27C2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6.xml"/><Relationship Id="rId2" Type="http://schemas.openxmlformats.org/officeDocument/2006/relationships/image" Target="../media/image7.jpeg"/><Relationship Id="rId1" Type="http://schemas.openxmlformats.org/officeDocument/2006/relationships/tags" Target="../tags/tag4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8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9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0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52.xml"/><Relationship Id="rId19" Type="http://schemas.openxmlformats.org/officeDocument/2006/relationships/slideLayout" Target="../slideLayouts/slideLayout3.xml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tags" Target="../tags/tag5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55445" y="2140585"/>
            <a:ext cx="3600450" cy="8070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4800" b="1" spc="225" dirty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AI</a:t>
            </a:r>
            <a:r>
              <a:rPr lang="zh-CN" altLang="en-US" sz="4800" b="1" spc="225" dirty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教辅系统</a:t>
            </a:r>
            <a:endParaRPr lang="zh-CN" altLang="en-US" sz="4800" b="1" spc="225" dirty="0">
              <a:ln w="12700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405121" y="2932683"/>
            <a:ext cx="255143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1"/>
          <p:cNvSpPr txBox="1"/>
          <p:nvPr/>
        </p:nvSpPr>
        <p:spPr>
          <a:xfrm>
            <a:off x="4319905" y="3075940"/>
            <a:ext cx="817880" cy="337820"/>
          </a:xfrm>
          <a:prstGeom prst="rect">
            <a:avLst/>
          </a:prstGeom>
          <a:solidFill>
            <a:schemeClr val="accent4"/>
          </a:solidFill>
          <a:effectLst/>
        </p:spPr>
        <p:txBody>
          <a:bodyPr wrap="square" lIns="68589" tIns="34295" rIns="68589" bIns="34295" rtlCol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26" y="988755"/>
            <a:ext cx="3690822" cy="3503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4" grpId="1"/>
      <p:bldP spid="19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直接连接符 20"/>
          <p:cNvCxnSpPr>
            <a:cxnSpLocks noChangeShapeType="1"/>
          </p:cNvCxnSpPr>
          <p:nvPr>
            <p:custDataLst>
              <p:tags r:id="rId1"/>
            </p:custDataLst>
          </p:nvPr>
        </p:nvCxnSpPr>
        <p:spPr bwMode="auto">
          <a:xfrm flipV="1">
            <a:off x="3597890" y="2007441"/>
            <a:ext cx="638687" cy="707983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" name="直接连接符 20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 flipH="1" flipV="1">
            <a:off x="4816568" y="2007441"/>
            <a:ext cx="638687" cy="707983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4" name="直接连接符 20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 flipH="1" flipV="1">
            <a:off x="4989598" y="1931234"/>
            <a:ext cx="2279648" cy="899527"/>
          </a:xfrm>
          <a:prstGeom prst="line">
            <a:avLst/>
          </a:prstGeom>
          <a:noFill/>
          <a:ln w="6350">
            <a:solidFill>
              <a:schemeClr val="accent1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" name="直接连接符 20"/>
          <p:cNvCxnSpPr>
            <a:cxnSpLocks noChangeShapeType="1"/>
          </p:cNvCxnSpPr>
          <p:nvPr>
            <p:custDataLst>
              <p:tags r:id="rId4"/>
            </p:custDataLst>
          </p:nvPr>
        </p:nvCxnSpPr>
        <p:spPr bwMode="auto">
          <a:xfrm flipV="1">
            <a:off x="1973195" y="1931234"/>
            <a:ext cx="2138325" cy="838292"/>
          </a:xfrm>
          <a:prstGeom prst="line">
            <a:avLst/>
          </a:prstGeom>
          <a:noFill/>
          <a:ln w="6350">
            <a:solidFill>
              <a:schemeClr val="accent2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" name="Freeform 27"/>
          <p:cNvSpPr/>
          <p:nvPr>
            <p:custDataLst>
              <p:tags r:id="rId5"/>
            </p:custDataLst>
          </p:nvPr>
        </p:nvSpPr>
        <p:spPr bwMode="auto">
          <a:xfrm>
            <a:off x="3194231" y="2428292"/>
            <a:ext cx="770620" cy="890462"/>
          </a:xfrm>
          <a:custGeom>
            <a:avLst/>
            <a:gdLst>
              <a:gd name="T0" fmla="*/ 1098 w 2195"/>
              <a:gd name="T1" fmla="*/ 2535 h 2535"/>
              <a:gd name="T2" fmla="*/ 0 w 2195"/>
              <a:gd name="T3" fmla="*/ 1903 h 2535"/>
              <a:gd name="T4" fmla="*/ 0 w 2195"/>
              <a:gd name="T5" fmla="*/ 634 h 2535"/>
              <a:gd name="T6" fmla="*/ 1098 w 2195"/>
              <a:gd name="T7" fmla="*/ 0 h 2535"/>
              <a:gd name="T8" fmla="*/ 2195 w 2195"/>
              <a:gd name="T9" fmla="*/ 634 h 2535"/>
              <a:gd name="T10" fmla="*/ 2195 w 2195"/>
              <a:gd name="T11" fmla="*/ 1903 h 2535"/>
              <a:gd name="T12" fmla="*/ 1098 w 2195"/>
              <a:gd name="T13" fmla="*/ 2535 h 2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95" h="2535">
                <a:moveTo>
                  <a:pt x="1098" y="2535"/>
                </a:moveTo>
                <a:lnTo>
                  <a:pt x="0" y="1903"/>
                </a:lnTo>
                <a:lnTo>
                  <a:pt x="0" y="634"/>
                </a:lnTo>
                <a:lnTo>
                  <a:pt x="1098" y="0"/>
                </a:lnTo>
                <a:lnTo>
                  <a:pt x="2195" y="634"/>
                </a:lnTo>
                <a:lnTo>
                  <a:pt x="2195" y="1903"/>
                </a:lnTo>
                <a:lnTo>
                  <a:pt x="1098" y="2535"/>
                </a:lnTo>
                <a:close/>
              </a:path>
            </a:pathLst>
          </a:custGeom>
          <a:solidFill>
            <a:schemeClr val="accent1"/>
          </a:solidFill>
          <a:ln w="28575" cap="flat">
            <a:noFill/>
            <a:prstDash val="solid"/>
            <a:miter lim="800000"/>
          </a:ln>
          <a:effectLst/>
        </p:spPr>
        <p:txBody>
          <a:bodyPr vert="horz" wrap="square" lIns="68572" tIns="34286" rIns="68572" bIns="34286" numCol="1" anchor="t" anchorCtr="0" compatLnSpc="1"/>
          <a:lstStyle/>
          <a:p>
            <a:pPr algn="ctr"/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TextBox 105"/>
          <p:cNvSpPr txBox="1"/>
          <p:nvPr>
            <p:custDataLst>
              <p:tags r:id="rId6"/>
            </p:custDataLst>
          </p:nvPr>
        </p:nvSpPr>
        <p:spPr>
          <a:xfrm>
            <a:off x="2932443" y="3400488"/>
            <a:ext cx="1260331" cy="313055"/>
          </a:xfrm>
          <a:prstGeom prst="rect">
            <a:avLst/>
          </a:prstGeom>
          <a:noFill/>
        </p:spPr>
        <p:txBody>
          <a:bodyPr wrap="square" lIns="68545" tIns="34272" rIns="68545" bIns="34272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技术架构</a:t>
            </a:r>
            <a:endParaRPr lang="zh-C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7" name="TextBox 106"/>
          <p:cNvSpPr txBox="1"/>
          <p:nvPr>
            <p:custDataLst>
              <p:tags r:id="rId7"/>
            </p:custDataLst>
          </p:nvPr>
        </p:nvSpPr>
        <p:spPr>
          <a:xfrm>
            <a:off x="6857185" y="3424787"/>
            <a:ext cx="1478539" cy="313055"/>
          </a:xfrm>
          <a:prstGeom prst="rect">
            <a:avLst/>
          </a:prstGeom>
          <a:noFill/>
        </p:spPr>
        <p:txBody>
          <a:bodyPr wrap="square" lIns="68545" tIns="34272" rIns="68545" bIns="34272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系统优势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TextBox 107"/>
          <p:cNvSpPr txBox="1"/>
          <p:nvPr>
            <p:custDataLst>
              <p:tags r:id="rId8"/>
            </p:custDataLst>
          </p:nvPr>
        </p:nvSpPr>
        <p:spPr>
          <a:xfrm>
            <a:off x="865505" y="3401060"/>
            <a:ext cx="1518285" cy="313055"/>
          </a:xfrm>
          <a:prstGeom prst="rect">
            <a:avLst/>
          </a:prstGeom>
          <a:noFill/>
        </p:spPr>
        <p:txBody>
          <a:bodyPr wrap="square" lIns="68545" tIns="34272" rIns="68545" bIns="34272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系统设计理念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TextBox 108"/>
          <p:cNvSpPr txBox="1"/>
          <p:nvPr>
            <p:custDataLst>
              <p:tags r:id="rId9"/>
            </p:custDataLst>
          </p:nvPr>
        </p:nvSpPr>
        <p:spPr>
          <a:xfrm>
            <a:off x="4826841" y="3437919"/>
            <a:ext cx="1260331" cy="313055"/>
          </a:xfrm>
          <a:prstGeom prst="rect">
            <a:avLst/>
          </a:prstGeom>
          <a:noFill/>
        </p:spPr>
        <p:txBody>
          <a:bodyPr wrap="square" lIns="68545" tIns="34272" rIns="68545" bIns="34272" rtlCol="0">
            <a:spAutoFit/>
          </a:bodyPr>
          <a:lstStyle/>
          <a:p>
            <a:pPr algn="ctr"/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功能介绍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13"/>
          <p:cNvGrpSpPr/>
          <p:nvPr/>
        </p:nvGrpSpPr>
        <p:grpSpPr>
          <a:xfrm>
            <a:off x="3961805" y="884580"/>
            <a:ext cx="1197610" cy="1383859"/>
            <a:chOff x="3906522" y="1007114"/>
            <a:chExt cx="1198122" cy="1383709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18" name="Freeform 27"/>
            <p:cNvSpPr/>
            <p:nvPr/>
          </p:nvSpPr>
          <p:spPr bwMode="auto">
            <a:xfrm>
              <a:off x="3906522" y="1007114"/>
              <a:ext cx="1198122" cy="1383709"/>
            </a:xfrm>
            <a:custGeom>
              <a:avLst/>
              <a:gdLst>
                <a:gd name="T0" fmla="*/ 1098 w 2195"/>
                <a:gd name="T1" fmla="*/ 2535 h 2535"/>
                <a:gd name="T2" fmla="*/ 0 w 2195"/>
                <a:gd name="T3" fmla="*/ 1903 h 2535"/>
                <a:gd name="T4" fmla="*/ 0 w 2195"/>
                <a:gd name="T5" fmla="*/ 634 h 2535"/>
                <a:gd name="T6" fmla="*/ 1098 w 2195"/>
                <a:gd name="T7" fmla="*/ 0 h 2535"/>
                <a:gd name="T8" fmla="*/ 2195 w 2195"/>
                <a:gd name="T9" fmla="*/ 634 h 2535"/>
                <a:gd name="T10" fmla="*/ 2195 w 2195"/>
                <a:gd name="T11" fmla="*/ 1903 h 2535"/>
                <a:gd name="T12" fmla="*/ 1098 w 2195"/>
                <a:gd name="T13" fmla="*/ 2535 h 2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95" h="2535">
                  <a:moveTo>
                    <a:pt x="1098" y="2535"/>
                  </a:moveTo>
                  <a:lnTo>
                    <a:pt x="0" y="1903"/>
                  </a:lnTo>
                  <a:lnTo>
                    <a:pt x="0" y="634"/>
                  </a:lnTo>
                  <a:lnTo>
                    <a:pt x="1098" y="0"/>
                  </a:lnTo>
                  <a:lnTo>
                    <a:pt x="2195" y="634"/>
                  </a:lnTo>
                  <a:lnTo>
                    <a:pt x="2195" y="1903"/>
                  </a:lnTo>
                  <a:lnTo>
                    <a:pt x="1098" y="2535"/>
                  </a:lnTo>
                  <a:close/>
                </a:path>
              </a:pathLst>
            </a:custGeom>
            <a:solidFill>
              <a:schemeClr val="accent1"/>
            </a:solidFill>
            <a:ln w="28575" cap="flat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vert="horz" wrap="square" lIns="68572" tIns="34286" rIns="68572" bIns="34286" numCol="1" anchor="t" anchorCtr="0" compatLnSpc="1"/>
            <a:lstStyle/>
            <a:p>
              <a:endParaRPr lang="zh-CN" altLang="en-US" sz="1280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3985296" y="1427440"/>
              <a:ext cx="1047563" cy="521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2" name="Freeform 27"/>
          <p:cNvSpPr/>
          <p:nvPr>
            <p:custDataLst>
              <p:tags r:id="rId10"/>
            </p:custDataLst>
          </p:nvPr>
        </p:nvSpPr>
        <p:spPr bwMode="auto">
          <a:xfrm>
            <a:off x="7164333" y="2420672"/>
            <a:ext cx="770620" cy="890462"/>
          </a:xfrm>
          <a:custGeom>
            <a:avLst/>
            <a:gdLst>
              <a:gd name="T0" fmla="*/ 1098 w 2195"/>
              <a:gd name="T1" fmla="*/ 2535 h 2535"/>
              <a:gd name="T2" fmla="*/ 0 w 2195"/>
              <a:gd name="T3" fmla="*/ 1903 h 2535"/>
              <a:gd name="T4" fmla="*/ 0 w 2195"/>
              <a:gd name="T5" fmla="*/ 634 h 2535"/>
              <a:gd name="T6" fmla="*/ 1098 w 2195"/>
              <a:gd name="T7" fmla="*/ 0 h 2535"/>
              <a:gd name="T8" fmla="*/ 2195 w 2195"/>
              <a:gd name="T9" fmla="*/ 634 h 2535"/>
              <a:gd name="T10" fmla="*/ 2195 w 2195"/>
              <a:gd name="T11" fmla="*/ 1903 h 2535"/>
              <a:gd name="T12" fmla="*/ 1098 w 2195"/>
              <a:gd name="T13" fmla="*/ 2535 h 2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95" h="2535">
                <a:moveTo>
                  <a:pt x="1098" y="2535"/>
                </a:moveTo>
                <a:lnTo>
                  <a:pt x="0" y="1903"/>
                </a:lnTo>
                <a:lnTo>
                  <a:pt x="0" y="634"/>
                </a:lnTo>
                <a:lnTo>
                  <a:pt x="1098" y="0"/>
                </a:lnTo>
                <a:lnTo>
                  <a:pt x="2195" y="634"/>
                </a:lnTo>
                <a:lnTo>
                  <a:pt x="2195" y="1903"/>
                </a:lnTo>
                <a:lnTo>
                  <a:pt x="1098" y="2535"/>
                </a:lnTo>
                <a:close/>
              </a:path>
            </a:pathLst>
          </a:custGeom>
          <a:solidFill>
            <a:schemeClr val="accent3"/>
          </a:solidFill>
          <a:ln w="28575" cap="flat">
            <a:noFill/>
            <a:prstDash val="solid"/>
            <a:miter lim="800000"/>
          </a:ln>
          <a:effectLst/>
        </p:spPr>
        <p:txBody>
          <a:bodyPr vert="horz" wrap="square" lIns="68572" tIns="34286" rIns="68572" bIns="34286" numCol="1" anchor="t" anchorCtr="0" compatLnSpc="1"/>
          <a:lstStyle/>
          <a:p>
            <a:pPr algn="ctr"/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Freeform 27"/>
          <p:cNvSpPr/>
          <p:nvPr>
            <p:custDataLst>
              <p:tags r:id="rId11"/>
            </p:custDataLst>
          </p:nvPr>
        </p:nvSpPr>
        <p:spPr bwMode="auto">
          <a:xfrm>
            <a:off x="1254466" y="2392994"/>
            <a:ext cx="770620" cy="890462"/>
          </a:xfrm>
          <a:custGeom>
            <a:avLst/>
            <a:gdLst>
              <a:gd name="T0" fmla="*/ 1098 w 2195"/>
              <a:gd name="T1" fmla="*/ 2535 h 2535"/>
              <a:gd name="T2" fmla="*/ 0 w 2195"/>
              <a:gd name="T3" fmla="*/ 1903 h 2535"/>
              <a:gd name="T4" fmla="*/ 0 w 2195"/>
              <a:gd name="T5" fmla="*/ 634 h 2535"/>
              <a:gd name="T6" fmla="*/ 1098 w 2195"/>
              <a:gd name="T7" fmla="*/ 0 h 2535"/>
              <a:gd name="T8" fmla="*/ 2195 w 2195"/>
              <a:gd name="T9" fmla="*/ 634 h 2535"/>
              <a:gd name="T10" fmla="*/ 2195 w 2195"/>
              <a:gd name="T11" fmla="*/ 1903 h 2535"/>
              <a:gd name="T12" fmla="*/ 1098 w 2195"/>
              <a:gd name="T13" fmla="*/ 2535 h 2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95" h="2535">
                <a:moveTo>
                  <a:pt x="1098" y="2535"/>
                </a:moveTo>
                <a:lnTo>
                  <a:pt x="0" y="1903"/>
                </a:lnTo>
                <a:lnTo>
                  <a:pt x="0" y="634"/>
                </a:lnTo>
                <a:lnTo>
                  <a:pt x="1098" y="0"/>
                </a:lnTo>
                <a:lnTo>
                  <a:pt x="2195" y="634"/>
                </a:lnTo>
                <a:lnTo>
                  <a:pt x="2195" y="1903"/>
                </a:lnTo>
                <a:lnTo>
                  <a:pt x="1098" y="2535"/>
                </a:lnTo>
                <a:close/>
              </a:path>
            </a:pathLst>
          </a:custGeom>
          <a:solidFill>
            <a:schemeClr val="accent2"/>
          </a:solidFill>
          <a:ln w="28575" cap="flat">
            <a:noFill/>
            <a:prstDash val="solid"/>
            <a:miter lim="800000"/>
          </a:ln>
          <a:effectLst/>
        </p:spPr>
        <p:txBody>
          <a:bodyPr vert="horz" wrap="square" lIns="68572" tIns="34286" rIns="68572" bIns="34286" numCol="1" anchor="t" anchorCtr="0" compatLnSpc="1"/>
          <a:lstStyle/>
          <a:p>
            <a:pPr algn="ctr"/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Freeform 27"/>
          <p:cNvSpPr/>
          <p:nvPr>
            <p:custDataLst>
              <p:tags r:id="rId12"/>
            </p:custDataLst>
          </p:nvPr>
        </p:nvSpPr>
        <p:spPr bwMode="auto">
          <a:xfrm>
            <a:off x="5103546" y="2420371"/>
            <a:ext cx="770620" cy="890462"/>
          </a:xfrm>
          <a:custGeom>
            <a:avLst/>
            <a:gdLst>
              <a:gd name="T0" fmla="*/ 1098 w 2195"/>
              <a:gd name="T1" fmla="*/ 2535 h 2535"/>
              <a:gd name="T2" fmla="*/ 0 w 2195"/>
              <a:gd name="T3" fmla="*/ 1903 h 2535"/>
              <a:gd name="T4" fmla="*/ 0 w 2195"/>
              <a:gd name="T5" fmla="*/ 634 h 2535"/>
              <a:gd name="T6" fmla="*/ 1098 w 2195"/>
              <a:gd name="T7" fmla="*/ 0 h 2535"/>
              <a:gd name="T8" fmla="*/ 2195 w 2195"/>
              <a:gd name="T9" fmla="*/ 634 h 2535"/>
              <a:gd name="T10" fmla="*/ 2195 w 2195"/>
              <a:gd name="T11" fmla="*/ 1903 h 2535"/>
              <a:gd name="T12" fmla="*/ 1098 w 2195"/>
              <a:gd name="T13" fmla="*/ 2535 h 2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95" h="2535">
                <a:moveTo>
                  <a:pt x="1098" y="2535"/>
                </a:moveTo>
                <a:lnTo>
                  <a:pt x="0" y="1903"/>
                </a:lnTo>
                <a:lnTo>
                  <a:pt x="0" y="634"/>
                </a:lnTo>
                <a:lnTo>
                  <a:pt x="1098" y="0"/>
                </a:lnTo>
                <a:lnTo>
                  <a:pt x="2195" y="634"/>
                </a:lnTo>
                <a:lnTo>
                  <a:pt x="2195" y="1903"/>
                </a:lnTo>
                <a:lnTo>
                  <a:pt x="1098" y="2535"/>
                </a:lnTo>
                <a:close/>
              </a:path>
            </a:pathLst>
          </a:custGeom>
          <a:solidFill>
            <a:schemeClr val="accent2"/>
          </a:solidFill>
          <a:ln w="28575" cap="flat">
            <a:noFill/>
            <a:prstDash val="solid"/>
            <a:miter lim="800000"/>
          </a:ln>
          <a:effectLst/>
        </p:spPr>
        <p:txBody>
          <a:bodyPr vert="horz" wrap="square" lIns="68572" tIns="34286" rIns="68572" bIns="34286" numCol="1" anchor="t" anchorCtr="0" compatLnSpc="1"/>
          <a:lstStyle/>
          <a:p>
            <a:pPr algn="ctr"/>
            <a:endParaRPr lang="en-US" altLang="zh-CN" dirty="0">
              <a:solidFill>
                <a:schemeClr val="bg1"/>
              </a:solidFill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101" grpId="0" bldLvl="0" animBg="1"/>
      <p:bldP spid="106" grpId="0"/>
      <p:bldP spid="107" grpId="0"/>
      <p:bldP spid="108" grpId="0"/>
      <p:bldP spid="109" grpId="0"/>
      <p:bldP spid="122" grpId="0" bldLvl="0" animBg="1"/>
      <p:bldP spid="126" grpId="0" bldLvl="0" animBg="1"/>
      <p:bldP spid="134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13"/>
          <p:cNvGrpSpPr/>
          <p:nvPr/>
        </p:nvGrpSpPr>
        <p:grpSpPr>
          <a:xfrm>
            <a:off x="2644968" y="1812679"/>
            <a:ext cx="1197610" cy="1383859"/>
            <a:chOff x="3906522" y="1007114"/>
            <a:chExt cx="1198122" cy="1383709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" name="Freeform 27"/>
            <p:cNvSpPr/>
            <p:nvPr/>
          </p:nvSpPr>
          <p:spPr bwMode="auto">
            <a:xfrm>
              <a:off x="3906522" y="1007114"/>
              <a:ext cx="1198122" cy="1383709"/>
            </a:xfrm>
            <a:custGeom>
              <a:avLst/>
              <a:gdLst>
                <a:gd name="T0" fmla="*/ 1098 w 2195"/>
                <a:gd name="T1" fmla="*/ 2535 h 2535"/>
                <a:gd name="T2" fmla="*/ 0 w 2195"/>
                <a:gd name="T3" fmla="*/ 1903 h 2535"/>
                <a:gd name="T4" fmla="*/ 0 w 2195"/>
                <a:gd name="T5" fmla="*/ 634 h 2535"/>
                <a:gd name="T6" fmla="*/ 1098 w 2195"/>
                <a:gd name="T7" fmla="*/ 0 h 2535"/>
                <a:gd name="T8" fmla="*/ 2195 w 2195"/>
                <a:gd name="T9" fmla="*/ 634 h 2535"/>
                <a:gd name="T10" fmla="*/ 2195 w 2195"/>
                <a:gd name="T11" fmla="*/ 1903 h 2535"/>
                <a:gd name="T12" fmla="*/ 1098 w 2195"/>
                <a:gd name="T13" fmla="*/ 2535 h 2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95" h="2535">
                  <a:moveTo>
                    <a:pt x="1098" y="2535"/>
                  </a:moveTo>
                  <a:lnTo>
                    <a:pt x="0" y="1903"/>
                  </a:lnTo>
                  <a:lnTo>
                    <a:pt x="0" y="634"/>
                  </a:lnTo>
                  <a:lnTo>
                    <a:pt x="1098" y="0"/>
                  </a:lnTo>
                  <a:lnTo>
                    <a:pt x="2195" y="634"/>
                  </a:lnTo>
                  <a:lnTo>
                    <a:pt x="2195" y="1903"/>
                  </a:lnTo>
                  <a:lnTo>
                    <a:pt x="1098" y="2535"/>
                  </a:lnTo>
                  <a:close/>
                </a:path>
              </a:pathLst>
            </a:custGeom>
            <a:solidFill>
              <a:schemeClr val="accent1"/>
            </a:solidFill>
            <a:ln w="28575" cap="flat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vert="horz" wrap="square" lIns="68572" tIns="34286" rIns="68572" bIns="34286" numCol="1" anchor="t" anchorCtr="0" compatLnSpc="1"/>
            <a:lstStyle/>
            <a:p>
              <a:endParaRPr lang="zh-CN" altLang="en-US" sz="1280"/>
            </a:p>
          </p:txBody>
        </p:sp>
        <p:sp>
          <p:nvSpPr>
            <p:cNvPr id="4" name="TextBox 115"/>
            <p:cNvSpPr txBox="1"/>
            <p:nvPr/>
          </p:nvSpPr>
          <p:spPr>
            <a:xfrm>
              <a:off x="4020726" y="1452522"/>
              <a:ext cx="925698" cy="521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01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5" name="文本框 5"/>
          <p:cNvSpPr txBox="1">
            <a:spLocks noChangeArrowheads="1"/>
          </p:cNvSpPr>
          <p:nvPr/>
        </p:nvSpPr>
        <p:spPr bwMode="auto">
          <a:xfrm>
            <a:off x="4211717" y="1812650"/>
            <a:ext cx="1706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系统设计理念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13791" y="2152155"/>
            <a:ext cx="1865630" cy="575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 Design Philosophy</a:t>
            </a:r>
            <a:endParaRPr lang="en-US" altLang="zh-CN" sz="10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050" dirty="0">
              <a:solidFill>
                <a:schemeClr val="accent1"/>
              </a:solidFill>
              <a:latin typeface="+mj-ea"/>
              <a:ea typeface="+mj-ea"/>
            </a:endParaRPr>
          </a:p>
          <a:p>
            <a:pPr algn="ctr"/>
            <a:endParaRPr lang="en-US" altLang="zh-CN" sz="105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310174" y="2470958"/>
            <a:ext cx="34190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319528" y="2752308"/>
            <a:ext cx="1111558" cy="305711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21000">
                <a:schemeClr val="accent1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j-lt"/>
              </a:rPr>
              <a:t>PART ONE</a:t>
            </a:r>
            <a:endParaRPr lang="zh-CN" altLang="en-US" sz="12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5" grpId="0"/>
      <p:bldP spid="6" grpId="0"/>
      <p:bldP spid="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1"/>
          <p:cNvSpPr txBox="1"/>
          <p:nvPr/>
        </p:nvSpPr>
        <p:spPr>
          <a:xfrm>
            <a:off x="565150" y="514985"/>
            <a:ext cx="1493520" cy="131445"/>
          </a:xfrm>
          <a:prstGeom prst="rect">
            <a:avLst/>
          </a:prstGeom>
          <a:solidFill>
            <a:srgbClr val="F1B320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2948940" y="835660"/>
            <a:ext cx="3439795" cy="372110"/>
          </a:xfrm>
          <a:prstGeom prst="rect">
            <a:avLst/>
          </a:prstGeom>
          <a:solidFill>
            <a:schemeClr val="accent4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37"/>
          <p:cNvSpPr txBox="1"/>
          <p:nvPr userDrawn="1"/>
        </p:nvSpPr>
        <p:spPr>
          <a:xfrm>
            <a:off x="600710" y="349885"/>
            <a:ext cx="1366520" cy="31432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p>
            <a:r>
              <a:rPr lang="zh-CN" altLang="en-US" sz="1600" b="1" dirty="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系统设计理念</a:t>
            </a:r>
            <a:endParaRPr lang="zh-CN" altLang="en-US" sz="1600" b="1" dirty="0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椭圆 3"/>
          <p:cNvSpPr/>
          <p:nvPr userDrawn="1"/>
        </p:nvSpPr>
        <p:spPr>
          <a:xfrm>
            <a:off x="7949" y="276559"/>
            <a:ext cx="423777" cy="4237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62384" y="285120"/>
            <a:ext cx="423777" cy="423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MH_Other_2"/>
          <p:cNvSpPr/>
          <p:nvPr>
            <p:custDataLst>
              <p:tags r:id="rId1"/>
            </p:custDataLst>
          </p:nvPr>
        </p:nvSpPr>
        <p:spPr>
          <a:xfrm rot="21600000">
            <a:off x="8502650" y="473075"/>
            <a:ext cx="530225" cy="530225"/>
          </a:xfrm>
          <a:custGeom>
            <a:avLst/>
            <a:gdLst>
              <a:gd name="connsiteX0" fmla="*/ 465381 w 939490"/>
              <a:gd name="connsiteY0" fmla="*/ 184805 h 939212"/>
              <a:gd name="connsiteX1" fmla="*/ 743208 w 939490"/>
              <a:gd name="connsiteY1" fmla="*/ 459787 h 939212"/>
              <a:gd name="connsiteX2" fmla="*/ 662956 w 939490"/>
              <a:gd name="connsiteY2" fmla="*/ 655865 h 939212"/>
              <a:gd name="connsiteX3" fmla="*/ 467626 w 939490"/>
              <a:gd name="connsiteY3" fmla="*/ 738049 h 939212"/>
              <a:gd name="connsiteX4" fmla="*/ 88269 w 939490"/>
              <a:gd name="connsiteY4" fmla="*/ 740294 h 939212"/>
              <a:gd name="connsiteX5" fmla="*/ 58269 w 939490"/>
              <a:gd name="connsiteY5" fmla="*/ 697082 h 939212"/>
              <a:gd name="connsiteX6" fmla="*/ 49670 w 939490"/>
              <a:gd name="connsiteY6" fmla="*/ 259967 h 939212"/>
              <a:gd name="connsiteX7" fmla="*/ 95706 w 939490"/>
              <a:gd name="connsiteY7" fmla="*/ 186994 h 939212"/>
              <a:gd name="connsiteX8" fmla="*/ 506729 w 939490"/>
              <a:gd name="connsiteY8" fmla="*/ 1398 h 939212"/>
              <a:gd name="connsiteX9" fmla="*/ 827022 w 939490"/>
              <a:gd name="connsiteY9" fmla="*/ 164053 h 939212"/>
              <a:gd name="connsiteX10" fmla="*/ 774717 w 939490"/>
              <a:gd name="connsiteY10" fmla="*/ 826202 h 939212"/>
              <a:gd name="connsiteX11" fmla="*/ 112472 w 939490"/>
              <a:gd name="connsiteY11" fmla="*/ 775154 h 939212"/>
              <a:gd name="connsiteX12" fmla="*/ 101532 w 939490"/>
              <a:gd name="connsiteY12" fmla="*/ 759396 h 939212"/>
              <a:gd name="connsiteX13" fmla="*/ 472204 w 939490"/>
              <a:gd name="connsiteY13" fmla="*/ 757201 h 939212"/>
              <a:gd name="connsiteX14" fmla="*/ 766895 w 939490"/>
              <a:gd name="connsiteY14" fmla="*/ 459645 h 939212"/>
              <a:gd name="connsiteX15" fmla="*/ 766890 w 939490"/>
              <a:gd name="connsiteY15" fmla="*/ 459645 h 939212"/>
              <a:gd name="connsiteX16" fmla="*/ 469801 w 939490"/>
              <a:gd name="connsiteY16" fmla="*/ 165595 h 939212"/>
              <a:gd name="connsiteX17" fmla="*/ 112464 w 939490"/>
              <a:gd name="connsiteY17" fmla="*/ 167716 h 939212"/>
              <a:gd name="connsiteX18" fmla="*/ 164777 w 939490"/>
              <a:gd name="connsiteY18" fmla="*/ 113007 h 939212"/>
              <a:gd name="connsiteX19" fmla="*/ 506729 w 939490"/>
              <a:gd name="connsiteY19" fmla="*/ 1398 h 9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39490" h="939212">
                <a:moveTo>
                  <a:pt x="465381" y="184805"/>
                </a:moveTo>
                <a:cubicBezTo>
                  <a:pt x="618201" y="183897"/>
                  <a:pt x="742589" y="307012"/>
                  <a:pt x="743208" y="459787"/>
                </a:cubicBezTo>
                <a:cubicBezTo>
                  <a:pt x="743517" y="536173"/>
                  <a:pt x="712828" y="605512"/>
                  <a:pt x="662956" y="655865"/>
                </a:cubicBezTo>
                <a:cubicBezTo>
                  <a:pt x="613089" y="706219"/>
                  <a:pt x="544034" y="737596"/>
                  <a:pt x="467626" y="738049"/>
                </a:cubicBezTo>
                <a:lnTo>
                  <a:pt x="88269" y="740294"/>
                </a:lnTo>
                <a:lnTo>
                  <a:pt x="58269" y="697082"/>
                </a:lnTo>
                <a:cubicBezTo>
                  <a:pt x="-17200" y="560663"/>
                  <a:pt x="-18605" y="396466"/>
                  <a:pt x="49670" y="259967"/>
                </a:cubicBezTo>
                <a:lnTo>
                  <a:pt x="95706" y="186994"/>
                </a:lnTo>
                <a:close/>
                <a:moveTo>
                  <a:pt x="506729" y="1398"/>
                </a:moveTo>
                <a:cubicBezTo>
                  <a:pt x="626572" y="10630"/>
                  <a:pt x="742804" y="65583"/>
                  <a:pt x="827022" y="164053"/>
                </a:cubicBezTo>
                <a:cubicBezTo>
                  <a:pt x="995450" y="360996"/>
                  <a:pt x="972033" y="657448"/>
                  <a:pt x="774717" y="826202"/>
                </a:cubicBezTo>
                <a:cubicBezTo>
                  <a:pt x="577401" y="994954"/>
                  <a:pt x="280902" y="972100"/>
                  <a:pt x="112472" y="775154"/>
                </a:cubicBezTo>
                <a:lnTo>
                  <a:pt x="101532" y="759396"/>
                </a:lnTo>
                <a:lnTo>
                  <a:pt x="472204" y="757201"/>
                </a:lnTo>
                <a:cubicBezTo>
                  <a:pt x="635618" y="756233"/>
                  <a:pt x="767559" y="623010"/>
                  <a:pt x="766895" y="459645"/>
                </a:cubicBezTo>
                <a:lnTo>
                  <a:pt x="766890" y="459645"/>
                </a:lnTo>
                <a:cubicBezTo>
                  <a:pt x="766232" y="296278"/>
                  <a:pt x="633221" y="164629"/>
                  <a:pt x="469801" y="165595"/>
                </a:cubicBezTo>
                <a:lnTo>
                  <a:pt x="112464" y="167716"/>
                </a:lnTo>
                <a:lnTo>
                  <a:pt x="164777" y="113007"/>
                </a:lnTo>
                <a:cubicBezTo>
                  <a:pt x="263432" y="28632"/>
                  <a:pt x="386884" y="-7840"/>
                  <a:pt x="506729" y="139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MH_Other_1"/>
          <p:cNvSpPr/>
          <p:nvPr>
            <p:custDataLst>
              <p:tags r:id="rId2"/>
            </p:custDataLst>
          </p:nvPr>
        </p:nvSpPr>
        <p:spPr>
          <a:xfrm rot="21600000">
            <a:off x="8244205" y="52070"/>
            <a:ext cx="521970" cy="521970"/>
          </a:xfrm>
          <a:custGeom>
            <a:avLst/>
            <a:gdLst>
              <a:gd name="connsiteX0" fmla="*/ 465960 w 925532"/>
              <a:gd name="connsiteY0" fmla="*/ 182093 h 925532"/>
              <a:gd name="connsiteX1" fmla="*/ 830144 w 925532"/>
              <a:gd name="connsiteY1" fmla="*/ 182133 h 925532"/>
              <a:gd name="connsiteX2" fmla="*/ 875777 w 925532"/>
              <a:gd name="connsiteY2" fmla="*/ 253776 h 925532"/>
              <a:gd name="connsiteX3" fmla="*/ 869008 w 925532"/>
              <a:gd name="connsiteY3" fmla="*/ 684569 h 925532"/>
              <a:gd name="connsiteX4" fmla="*/ 839619 w 925532"/>
              <a:gd name="connsiteY4" fmla="*/ 727326 h 925532"/>
              <a:gd name="connsiteX5" fmla="*/ 465897 w 925532"/>
              <a:gd name="connsiteY5" fmla="*/ 727284 h 925532"/>
              <a:gd name="connsiteX6" fmla="*/ 273152 w 925532"/>
              <a:gd name="connsiteY6" fmla="*/ 647422 h 925532"/>
              <a:gd name="connsiteX7" fmla="*/ 193333 w 925532"/>
              <a:gd name="connsiteY7" fmla="*/ 454656 h 925532"/>
              <a:gd name="connsiteX8" fmla="*/ 465960 w 925532"/>
              <a:gd name="connsiteY8" fmla="*/ 182093 h 925532"/>
              <a:gd name="connsiteX9" fmla="*/ 424515 w 925532"/>
              <a:gd name="connsiteY9" fmla="*/ 1594 h 925532"/>
              <a:gd name="connsiteX10" fmla="*/ 761817 w 925532"/>
              <a:gd name="connsiteY10" fmla="*/ 109621 h 925532"/>
              <a:gd name="connsiteX11" fmla="*/ 813561 w 925532"/>
              <a:gd name="connsiteY11" fmla="*/ 163229 h 925532"/>
              <a:gd name="connsiteX12" fmla="*/ 461530 w 925532"/>
              <a:gd name="connsiteY12" fmla="*/ 163189 h 925532"/>
              <a:gd name="connsiteX13" fmla="*/ 170000 w 925532"/>
              <a:gd name="connsiteY13" fmla="*/ 454653 h 925532"/>
              <a:gd name="connsiteX14" fmla="*/ 169998 w 925532"/>
              <a:gd name="connsiteY14" fmla="*/ 454653 h 925532"/>
              <a:gd name="connsiteX15" fmla="*/ 461463 w 925532"/>
              <a:gd name="connsiteY15" fmla="*/ 746184 h 925532"/>
              <a:gd name="connsiteX16" fmla="*/ 826629 w 925532"/>
              <a:gd name="connsiteY16" fmla="*/ 746226 h 925532"/>
              <a:gd name="connsiteX17" fmla="*/ 815913 w 925532"/>
              <a:gd name="connsiteY17" fmla="*/ 761817 h 925532"/>
              <a:gd name="connsiteX18" fmla="*/ 163717 w 925532"/>
              <a:gd name="connsiteY18" fmla="*/ 815913 h 925532"/>
              <a:gd name="connsiteX19" fmla="*/ 109620 w 925532"/>
              <a:gd name="connsiteY19" fmla="*/ 163717 h 925532"/>
              <a:gd name="connsiteX20" fmla="*/ 424515 w 925532"/>
              <a:gd name="connsiteY20" fmla="*/ 1594 h 925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25532" h="925532">
                <a:moveTo>
                  <a:pt x="465960" y="182093"/>
                </a:moveTo>
                <a:lnTo>
                  <a:pt x="830144" y="182133"/>
                </a:lnTo>
                <a:lnTo>
                  <a:pt x="875777" y="253776"/>
                </a:lnTo>
                <a:cubicBezTo>
                  <a:pt x="943569" y="387894"/>
                  <a:pt x="942824" y="549707"/>
                  <a:pt x="869008" y="684569"/>
                </a:cubicBezTo>
                <a:lnTo>
                  <a:pt x="839619" y="727326"/>
                </a:lnTo>
                <a:lnTo>
                  <a:pt x="465897" y="727284"/>
                </a:lnTo>
                <a:cubicBezTo>
                  <a:pt x="390622" y="727276"/>
                  <a:pt x="322477" y="696757"/>
                  <a:pt x="273152" y="647422"/>
                </a:cubicBezTo>
                <a:cubicBezTo>
                  <a:pt x="223827" y="598085"/>
                  <a:pt x="193324" y="529933"/>
                  <a:pt x="193333" y="454656"/>
                </a:cubicBezTo>
                <a:cubicBezTo>
                  <a:pt x="193349" y="304105"/>
                  <a:pt x="315409" y="182074"/>
                  <a:pt x="465960" y="182093"/>
                </a:cubicBezTo>
                <a:close/>
                <a:moveTo>
                  <a:pt x="424515" y="1594"/>
                </a:moveTo>
                <a:cubicBezTo>
                  <a:pt x="542539" y="-8195"/>
                  <a:pt x="664298" y="27040"/>
                  <a:pt x="761817" y="109621"/>
                </a:cubicBezTo>
                <a:lnTo>
                  <a:pt x="813561" y="163229"/>
                </a:lnTo>
                <a:lnTo>
                  <a:pt x="461530" y="163189"/>
                </a:lnTo>
                <a:cubicBezTo>
                  <a:pt x="300541" y="163170"/>
                  <a:pt x="170017" y="293663"/>
                  <a:pt x="170000" y="454653"/>
                </a:cubicBezTo>
                <a:lnTo>
                  <a:pt x="169998" y="454653"/>
                </a:lnTo>
                <a:cubicBezTo>
                  <a:pt x="169980" y="615642"/>
                  <a:pt x="300473" y="746166"/>
                  <a:pt x="461463" y="746184"/>
                </a:cubicBezTo>
                <a:lnTo>
                  <a:pt x="826629" y="746226"/>
                </a:lnTo>
                <a:lnTo>
                  <a:pt x="815913" y="761817"/>
                </a:lnTo>
                <a:cubicBezTo>
                  <a:pt x="650752" y="956855"/>
                  <a:pt x="358754" y="981074"/>
                  <a:pt x="163717" y="815913"/>
                </a:cubicBezTo>
                <a:cubicBezTo>
                  <a:pt x="-31321" y="650751"/>
                  <a:pt x="-55542" y="358754"/>
                  <a:pt x="109620" y="163717"/>
                </a:cubicBezTo>
                <a:cubicBezTo>
                  <a:pt x="192199" y="66197"/>
                  <a:pt x="306491" y="11383"/>
                  <a:pt x="424515" y="15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05180" y="1630045"/>
            <a:ext cx="4836160" cy="772160"/>
            <a:chOff x="1212" y="2399"/>
            <a:chExt cx="7616" cy="1216"/>
          </a:xfrm>
        </p:grpSpPr>
        <p:sp>
          <p:nvSpPr>
            <p:cNvPr id="17" name="文本框 16"/>
            <p:cNvSpPr txBox="1"/>
            <p:nvPr>
              <p:custDataLst>
                <p:tags r:id="rId3"/>
              </p:custDataLst>
            </p:nvPr>
          </p:nvSpPr>
          <p:spPr>
            <a:xfrm>
              <a:off x="1528" y="2399"/>
              <a:ext cx="7301" cy="121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>
                  <a:solidFill>
                    <a:srgbClr val="F1B3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双向减负：</a:t>
              </a:r>
              <a:endParaRPr lang="zh-CN" altLang="en-US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"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学生易学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en-US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→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教师易教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"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的逆向设计思维，重构教学闭环。</a:t>
              </a:r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8" name="Freeform 497"/>
            <p:cNvSpPr>
              <a:spLocks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1212" y="2470"/>
              <a:ext cx="326" cy="452"/>
            </a:xfrm>
            <a:custGeom>
              <a:avLst/>
              <a:gdLst>
                <a:gd name="T0" fmla="*/ 550621 w 128"/>
                <a:gd name="T1" fmla="*/ 364747 h 177"/>
                <a:gd name="T2" fmla="*/ 281918 w 128"/>
                <a:gd name="T3" fmla="*/ 777833 h 177"/>
                <a:gd name="T4" fmla="*/ 0 w 128"/>
                <a:gd name="T5" fmla="*/ 312012 h 177"/>
                <a:gd name="T6" fmla="*/ 0 w 128"/>
                <a:gd name="T7" fmla="*/ 307618 h 177"/>
                <a:gd name="T8" fmla="*/ 0 w 128"/>
                <a:gd name="T9" fmla="*/ 281250 h 177"/>
                <a:gd name="T10" fmla="*/ 281918 w 128"/>
                <a:gd name="T11" fmla="*/ 0 h 177"/>
                <a:gd name="T12" fmla="*/ 563836 w 128"/>
                <a:gd name="T13" fmla="*/ 281250 h 177"/>
                <a:gd name="T14" fmla="*/ 559431 w 128"/>
                <a:gd name="T15" fmla="*/ 298829 h 177"/>
                <a:gd name="T16" fmla="*/ 550621 w 128"/>
                <a:gd name="T17" fmla="*/ 364747 h 177"/>
                <a:gd name="T18" fmla="*/ 281918 w 128"/>
                <a:gd name="T19" fmla="*/ 87891 h 177"/>
                <a:gd name="T20" fmla="*/ 96909 w 128"/>
                <a:gd name="T21" fmla="*/ 272461 h 177"/>
                <a:gd name="T22" fmla="*/ 281918 w 128"/>
                <a:gd name="T23" fmla="*/ 457032 h 177"/>
                <a:gd name="T24" fmla="*/ 466927 w 128"/>
                <a:gd name="T25" fmla="*/ 272461 h 177"/>
                <a:gd name="T26" fmla="*/ 281918 w 128"/>
                <a:gd name="T27" fmla="*/ 87891 h 177"/>
                <a:gd name="T28" fmla="*/ 281918 w 128"/>
                <a:gd name="T29" fmla="*/ 175781 h 177"/>
                <a:gd name="T30" fmla="*/ 193819 w 128"/>
                <a:gd name="T31" fmla="*/ 263672 h 177"/>
                <a:gd name="T32" fmla="*/ 281918 w 128"/>
                <a:gd name="T33" fmla="*/ 351563 h 177"/>
                <a:gd name="T34" fmla="*/ 370017 w 128"/>
                <a:gd name="T35" fmla="*/ 263672 h 177"/>
                <a:gd name="T36" fmla="*/ 281918 w 128"/>
                <a:gd name="T37" fmla="*/ 175781 h 17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8"/>
                <a:gd name="T58" fmla="*/ 0 h 177"/>
                <a:gd name="T59" fmla="*/ 128 w 128"/>
                <a:gd name="T60" fmla="*/ 177 h 17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8" h="177">
                  <a:moveTo>
                    <a:pt x="125" y="83"/>
                  </a:moveTo>
                  <a:cubicBezTo>
                    <a:pt x="120" y="104"/>
                    <a:pt x="105" y="138"/>
                    <a:pt x="64" y="177"/>
                  </a:cubicBezTo>
                  <a:cubicBezTo>
                    <a:pt x="64" y="177"/>
                    <a:pt x="5" y="122"/>
                    <a:pt x="0" y="71"/>
                  </a:cubicBezTo>
                  <a:cubicBezTo>
                    <a:pt x="0" y="71"/>
                    <a:pt x="0" y="70"/>
                    <a:pt x="0" y="70"/>
                  </a:cubicBezTo>
                  <a:cubicBezTo>
                    <a:pt x="0" y="68"/>
                    <a:pt x="0" y="66"/>
                    <a:pt x="0" y="64"/>
                  </a:cubicBezTo>
                  <a:cubicBezTo>
                    <a:pt x="0" y="29"/>
                    <a:pt x="28" y="0"/>
                    <a:pt x="64" y="0"/>
                  </a:cubicBezTo>
                  <a:cubicBezTo>
                    <a:pt x="99" y="0"/>
                    <a:pt x="128" y="29"/>
                    <a:pt x="128" y="64"/>
                  </a:cubicBezTo>
                  <a:cubicBezTo>
                    <a:pt x="128" y="64"/>
                    <a:pt x="128" y="65"/>
                    <a:pt x="127" y="68"/>
                  </a:cubicBezTo>
                  <a:cubicBezTo>
                    <a:pt x="127" y="73"/>
                    <a:pt x="126" y="78"/>
                    <a:pt x="125" y="83"/>
                  </a:cubicBezTo>
                  <a:close/>
                  <a:moveTo>
                    <a:pt x="64" y="20"/>
                  </a:moveTo>
                  <a:cubicBezTo>
                    <a:pt x="40" y="20"/>
                    <a:pt x="22" y="39"/>
                    <a:pt x="22" y="62"/>
                  </a:cubicBezTo>
                  <a:cubicBezTo>
                    <a:pt x="22" y="85"/>
                    <a:pt x="40" y="104"/>
                    <a:pt x="64" y="104"/>
                  </a:cubicBezTo>
                  <a:cubicBezTo>
                    <a:pt x="87" y="104"/>
                    <a:pt x="106" y="85"/>
                    <a:pt x="106" y="62"/>
                  </a:cubicBezTo>
                  <a:cubicBezTo>
                    <a:pt x="106" y="39"/>
                    <a:pt x="87" y="20"/>
                    <a:pt x="64" y="20"/>
                  </a:cubicBezTo>
                  <a:close/>
                  <a:moveTo>
                    <a:pt x="64" y="40"/>
                  </a:moveTo>
                  <a:cubicBezTo>
                    <a:pt x="53" y="40"/>
                    <a:pt x="44" y="49"/>
                    <a:pt x="44" y="60"/>
                  </a:cubicBezTo>
                  <a:cubicBezTo>
                    <a:pt x="44" y="71"/>
                    <a:pt x="53" y="80"/>
                    <a:pt x="64" y="80"/>
                  </a:cubicBezTo>
                  <a:cubicBezTo>
                    <a:pt x="75" y="80"/>
                    <a:pt x="84" y="71"/>
                    <a:pt x="84" y="60"/>
                  </a:cubicBezTo>
                  <a:cubicBezTo>
                    <a:pt x="84" y="49"/>
                    <a:pt x="75" y="40"/>
                    <a:pt x="64" y="4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lIns="68568" tIns="34284" rIns="68568" bIns="34284"/>
            <a:p>
              <a:endParaRPr lang="zh-CN" altLang="en-US"/>
            </a:p>
          </p:txBody>
        </p:sp>
      </p:grpSp>
      <p:grpSp>
        <p:nvGrpSpPr>
          <p:cNvPr id="6" name="组合 5"/>
          <p:cNvGrpSpPr/>
          <p:nvPr>
            <p:custDataLst>
              <p:tags r:id="rId5"/>
            </p:custDataLst>
          </p:nvPr>
        </p:nvGrpSpPr>
        <p:grpSpPr>
          <a:xfrm>
            <a:off x="805815" y="2636520"/>
            <a:ext cx="4836160" cy="772160"/>
            <a:chOff x="1045" y="3480"/>
            <a:chExt cx="7616" cy="1216"/>
          </a:xfrm>
        </p:grpSpPr>
        <p:sp>
          <p:nvSpPr>
            <p:cNvPr id="3" name="文本框 2"/>
            <p:cNvSpPr txBox="1"/>
            <p:nvPr>
              <p:custDataLst>
                <p:tags r:id="rId6"/>
              </p:custDataLst>
            </p:nvPr>
          </p:nvSpPr>
          <p:spPr>
            <a:xfrm>
              <a:off x="1361" y="3480"/>
              <a:ext cx="7301" cy="121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>
                  <a:solidFill>
                    <a:srgbClr val="F1B3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因材施教</a:t>
              </a:r>
              <a:r>
                <a:rPr lang="zh-CN" altLang="en-US">
                  <a:solidFill>
                    <a:srgbClr val="F1B3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zh-CN" altLang="en-US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覆盖课前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-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课中</a:t>
              </a:r>
              <a:r>
                <a:rPr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-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课后全场景，根据学生情况，</a:t>
              </a:r>
              <a:r>
                <a:rPr lang="zh-CN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按需出题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</a:t>
              </a:r>
              <a:endPara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" name="Freeform 497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045" y="3551"/>
              <a:ext cx="326" cy="452"/>
            </a:xfrm>
            <a:custGeom>
              <a:avLst/>
              <a:gdLst>
                <a:gd name="T0" fmla="*/ 550621 w 128"/>
                <a:gd name="T1" fmla="*/ 364747 h 177"/>
                <a:gd name="T2" fmla="*/ 281918 w 128"/>
                <a:gd name="T3" fmla="*/ 777833 h 177"/>
                <a:gd name="T4" fmla="*/ 0 w 128"/>
                <a:gd name="T5" fmla="*/ 312012 h 177"/>
                <a:gd name="T6" fmla="*/ 0 w 128"/>
                <a:gd name="T7" fmla="*/ 307618 h 177"/>
                <a:gd name="T8" fmla="*/ 0 w 128"/>
                <a:gd name="T9" fmla="*/ 281250 h 177"/>
                <a:gd name="T10" fmla="*/ 281918 w 128"/>
                <a:gd name="T11" fmla="*/ 0 h 177"/>
                <a:gd name="T12" fmla="*/ 563836 w 128"/>
                <a:gd name="T13" fmla="*/ 281250 h 177"/>
                <a:gd name="T14" fmla="*/ 559431 w 128"/>
                <a:gd name="T15" fmla="*/ 298829 h 177"/>
                <a:gd name="T16" fmla="*/ 550621 w 128"/>
                <a:gd name="T17" fmla="*/ 364747 h 177"/>
                <a:gd name="T18" fmla="*/ 281918 w 128"/>
                <a:gd name="T19" fmla="*/ 87891 h 177"/>
                <a:gd name="T20" fmla="*/ 96909 w 128"/>
                <a:gd name="T21" fmla="*/ 272461 h 177"/>
                <a:gd name="T22" fmla="*/ 281918 w 128"/>
                <a:gd name="T23" fmla="*/ 457032 h 177"/>
                <a:gd name="T24" fmla="*/ 466927 w 128"/>
                <a:gd name="T25" fmla="*/ 272461 h 177"/>
                <a:gd name="T26" fmla="*/ 281918 w 128"/>
                <a:gd name="T27" fmla="*/ 87891 h 177"/>
                <a:gd name="T28" fmla="*/ 281918 w 128"/>
                <a:gd name="T29" fmla="*/ 175781 h 177"/>
                <a:gd name="T30" fmla="*/ 193819 w 128"/>
                <a:gd name="T31" fmla="*/ 263672 h 177"/>
                <a:gd name="T32" fmla="*/ 281918 w 128"/>
                <a:gd name="T33" fmla="*/ 351563 h 177"/>
                <a:gd name="T34" fmla="*/ 370017 w 128"/>
                <a:gd name="T35" fmla="*/ 263672 h 177"/>
                <a:gd name="T36" fmla="*/ 281918 w 128"/>
                <a:gd name="T37" fmla="*/ 175781 h 17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8"/>
                <a:gd name="T58" fmla="*/ 0 h 177"/>
                <a:gd name="T59" fmla="*/ 128 w 128"/>
                <a:gd name="T60" fmla="*/ 177 h 17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8" h="177">
                  <a:moveTo>
                    <a:pt x="125" y="83"/>
                  </a:moveTo>
                  <a:cubicBezTo>
                    <a:pt x="120" y="104"/>
                    <a:pt x="105" y="138"/>
                    <a:pt x="64" y="177"/>
                  </a:cubicBezTo>
                  <a:cubicBezTo>
                    <a:pt x="64" y="177"/>
                    <a:pt x="5" y="122"/>
                    <a:pt x="0" y="71"/>
                  </a:cubicBezTo>
                  <a:cubicBezTo>
                    <a:pt x="0" y="71"/>
                    <a:pt x="0" y="70"/>
                    <a:pt x="0" y="70"/>
                  </a:cubicBezTo>
                  <a:cubicBezTo>
                    <a:pt x="0" y="68"/>
                    <a:pt x="0" y="66"/>
                    <a:pt x="0" y="64"/>
                  </a:cubicBezTo>
                  <a:cubicBezTo>
                    <a:pt x="0" y="29"/>
                    <a:pt x="28" y="0"/>
                    <a:pt x="64" y="0"/>
                  </a:cubicBezTo>
                  <a:cubicBezTo>
                    <a:pt x="99" y="0"/>
                    <a:pt x="128" y="29"/>
                    <a:pt x="128" y="64"/>
                  </a:cubicBezTo>
                  <a:cubicBezTo>
                    <a:pt x="128" y="64"/>
                    <a:pt x="128" y="65"/>
                    <a:pt x="127" y="68"/>
                  </a:cubicBezTo>
                  <a:cubicBezTo>
                    <a:pt x="127" y="73"/>
                    <a:pt x="126" y="78"/>
                    <a:pt x="125" y="83"/>
                  </a:cubicBezTo>
                  <a:close/>
                  <a:moveTo>
                    <a:pt x="64" y="20"/>
                  </a:moveTo>
                  <a:cubicBezTo>
                    <a:pt x="40" y="20"/>
                    <a:pt x="22" y="39"/>
                    <a:pt x="22" y="62"/>
                  </a:cubicBezTo>
                  <a:cubicBezTo>
                    <a:pt x="22" y="85"/>
                    <a:pt x="40" y="104"/>
                    <a:pt x="64" y="104"/>
                  </a:cubicBezTo>
                  <a:cubicBezTo>
                    <a:pt x="87" y="104"/>
                    <a:pt x="106" y="85"/>
                    <a:pt x="106" y="62"/>
                  </a:cubicBezTo>
                  <a:cubicBezTo>
                    <a:pt x="106" y="39"/>
                    <a:pt x="87" y="20"/>
                    <a:pt x="64" y="20"/>
                  </a:cubicBezTo>
                  <a:close/>
                  <a:moveTo>
                    <a:pt x="64" y="40"/>
                  </a:moveTo>
                  <a:cubicBezTo>
                    <a:pt x="53" y="40"/>
                    <a:pt x="44" y="49"/>
                    <a:pt x="44" y="60"/>
                  </a:cubicBezTo>
                  <a:cubicBezTo>
                    <a:pt x="44" y="71"/>
                    <a:pt x="53" y="80"/>
                    <a:pt x="64" y="80"/>
                  </a:cubicBezTo>
                  <a:cubicBezTo>
                    <a:pt x="75" y="80"/>
                    <a:pt x="84" y="71"/>
                    <a:pt x="84" y="60"/>
                  </a:cubicBezTo>
                  <a:cubicBezTo>
                    <a:pt x="84" y="49"/>
                    <a:pt x="75" y="40"/>
                    <a:pt x="64" y="4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lIns="68568" tIns="34284" rIns="68568" bIns="34284"/>
            <a:p>
              <a:endParaRPr lang="zh-CN" altLang="en-US"/>
            </a:p>
          </p:txBody>
        </p:sp>
      </p:grp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826135" y="3648710"/>
            <a:ext cx="7405370" cy="772795"/>
            <a:chOff x="1045" y="3480"/>
            <a:chExt cx="11662" cy="1217"/>
          </a:xfrm>
        </p:grpSpPr>
        <p:sp>
          <p:nvSpPr>
            <p:cNvPr id="9" name="文本框 8"/>
            <p:cNvSpPr txBox="1"/>
            <p:nvPr>
              <p:custDataLst>
                <p:tags r:id="rId9"/>
              </p:custDataLst>
            </p:nvPr>
          </p:nvSpPr>
          <p:spPr>
            <a:xfrm>
              <a:off x="1361" y="3480"/>
              <a:ext cx="11346" cy="121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>
                  <a:solidFill>
                    <a:srgbClr val="F1B32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行为养成：</a:t>
              </a:r>
              <a:endParaRPr lang="zh-CN" altLang="en-US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通过标准化课件模板，潜移默化培养自主学习思维（预习</a:t>
              </a:r>
              <a:r>
                <a:rPr lang="en-US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→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复习</a:t>
              </a:r>
              <a:r>
                <a:rPr lang="en-US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→</a:t>
              </a:r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错题分析）</a:t>
              </a:r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0" name="Freeform 497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1045" y="3551"/>
              <a:ext cx="326" cy="452"/>
            </a:xfrm>
            <a:custGeom>
              <a:avLst/>
              <a:gdLst>
                <a:gd name="T0" fmla="*/ 550621 w 128"/>
                <a:gd name="T1" fmla="*/ 364747 h 177"/>
                <a:gd name="T2" fmla="*/ 281918 w 128"/>
                <a:gd name="T3" fmla="*/ 777833 h 177"/>
                <a:gd name="T4" fmla="*/ 0 w 128"/>
                <a:gd name="T5" fmla="*/ 312012 h 177"/>
                <a:gd name="T6" fmla="*/ 0 w 128"/>
                <a:gd name="T7" fmla="*/ 307618 h 177"/>
                <a:gd name="T8" fmla="*/ 0 w 128"/>
                <a:gd name="T9" fmla="*/ 281250 h 177"/>
                <a:gd name="T10" fmla="*/ 281918 w 128"/>
                <a:gd name="T11" fmla="*/ 0 h 177"/>
                <a:gd name="T12" fmla="*/ 563836 w 128"/>
                <a:gd name="T13" fmla="*/ 281250 h 177"/>
                <a:gd name="T14" fmla="*/ 559431 w 128"/>
                <a:gd name="T15" fmla="*/ 298829 h 177"/>
                <a:gd name="T16" fmla="*/ 550621 w 128"/>
                <a:gd name="T17" fmla="*/ 364747 h 177"/>
                <a:gd name="T18" fmla="*/ 281918 w 128"/>
                <a:gd name="T19" fmla="*/ 87891 h 177"/>
                <a:gd name="T20" fmla="*/ 96909 w 128"/>
                <a:gd name="T21" fmla="*/ 272461 h 177"/>
                <a:gd name="T22" fmla="*/ 281918 w 128"/>
                <a:gd name="T23" fmla="*/ 457032 h 177"/>
                <a:gd name="T24" fmla="*/ 466927 w 128"/>
                <a:gd name="T25" fmla="*/ 272461 h 177"/>
                <a:gd name="T26" fmla="*/ 281918 w 128"/>
                <a:gd name="T27" fmla="*/ 87891 h 177"/>
                <a:gd name="T28" fmla="*/ 281918 w 128"/>
                <a:gd name="T29" fmla="*/ 175781 h 177"/>
                <a:gd name="T30" fmla="*/ 193819 w 128"/>
                <a:gd name="T31" fmla="*/ 263672 h 177"/>
                <a:gd name="T32" fmla="*/ 281918 w 128"/>
                <a:gd name="T33" fmla="*/ 351563 h 177"/>
                <a:gd name="T34" fmla="*/ 370017 w 128"/>
                <a:gd name="T35" fmla="*/ 263672 h 177"/>
                <a:gd name="T36" fmla="*/ 281918 w 128"/>
                <a:gd name="T37" fmla="*/ 175781 h 17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28"/>
                <a:gd name="T58" fmla="*/ 0 h 177"/>
                <a:gd name="T59" fmla="*/ 128 w 128"/>
                <a:gd name="T60" fmla="*/ 177 h 17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28" h="177">
                  <a:moveTo>
                    <a:pt x="125" y="83"/>
                  </a:moveTo>
                  <a:cubicBezTo>
                    <a:pt x="120" y="104"/>
                    <a:pt x="105" y="138"/>
                    <a:pt x="64" y="177"/>
                  </a:cubicBezTo>
                  <a:cubicBezTo>
                    <a:pt x="64" y="177"/>
                    <a:pt x="5" y="122"/>
                    <a:pt x="0" y="71"/>
                  </a:cubicBezTo>
                  <a:cubicBezTo>
                    <a:pt x="0" y="71"/>
                    <a:pt x="0" y="70"/>
                    <a:pt x="0" y="70"/>
                  </a:cubicBezTo>
                  <a:cubicBezTo>
                    <a:pt x="0" y="68"/>
                    <a:pt x="0" y="66"/>
                    <a:pt x="0" y="64"/>
                  </a:cubicBezTo>
                  <a:cubicBezTo>
                    <a:pt x="0" y="29"/>
                    <a:pt x="28" y="0"/>
                    <a:pt x="64" y="0"/>
                  </a:cubicBezTo>
                  <a:cubicBezTo>
                    <a:pt x="99" y="0"/>
                    <a:pt x="128" y="29"/>
                    <a:pt x="128" y="64"/>
                  </a:cubicBezTo>
                  <a:cubicBezTo>
                    <a:pt x="128" y="64"/>
                    <a:pt x="128" y="65"/>
                    <a:pt x="127" y="68"/>
                  </a:cubicBezTo>
                  <a:cubicBezTo>
                    <a:pt x="127" y="73"/>
                    <a:pt x="126" y="78"/>
                    <a:pt x="125" y="83"/>
                  </a:cubicBezTo>
                  <a:close/>
                  <a:moveTo>
                    <a:pt x="64" y="20"/>
                  </a:moveTo>
                  <a:cubicBezTo>
                    <a:pt x="40" y="20"/>
                    <a:pt x="22" y="39"/>
                    <a:pt x="22" y="62"/>
                  </a:cubicBezTo>
                  <a:cubicBezTo>
                    <a:pt x="22" y="85"/>
                    <a:pt x="40" y="104"/>
                    <a:pt x="64" y="104"/>
                  </a:cubicBezTo>
                  <a:cubicBezTo>
                    <a:pt x="87" y="104"/>
                    <a:pt x="106" y="85"/>
                    <a:pt x="106" y="62"/>
                  </a:cubicBezTo>
                  <a:cubicBezTo>
                    <a:pt x="106" y="39"/>
                    <a:pt x="87" y="20"/>
                    <a:pt x="64" y="20"/>
                  </a:cubicBezTo>
                  <a:close/>
                  <a:moveTo>
                    <a:pt x="64" y="40"/>
                  </a:moveTo>
                  <a:cubicBezTo>
                    <a:pt x="53" y="40"/>
                    <a:pt x="44" y="49"/>
                    <a:pt x="44" y="60"/>
                  </a:cubicBezTo>
                  <a:cubicBezTo>
                    <a:pt x="44" y="71"/>
                    <a:pt x="53" y="80"/>
                    <a:pt x="64" y="80"/>
                  </a:cubicBezTo>
                  <a:cubicBezTo>
                    <a:pt x="75" y="80"/>
                    <a:pt x="84" y="71"/>
                    <a:pt x="84" y="60"/>
                  </a:cubicBezTo>
                  <a:cubicBezTo>
                    <a:pt x="84" y="49"/>
                    <a:pt x="75" y="40"/>
                    <a:pt x="64" y="4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lIns="68568" tIns="34284" rIns="68568" bIns="34284"/>
            <a:p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3161030" y="809625"/>
            <a:ext cx="3048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减负提分，以终为始</a:t>
            </a: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Freeform 6"/>
          <p:cNvSpPr>
            <a:spLocks noEditPoints="1"/>
          </p:cNvSpPr>
          <p:nvPr/>
        </p:nvSpPr>
        <p:spPr bwMode="auto">
          <a:xfrm>
            <a:off x="6734563" y="1780607"/>
            <a:ext cx="1074685" cy="1082027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20" name="Freeform 8"/>
          <p:cNvSpPr/>
          <p:nvPr/>
        </p:nvSpPr>
        <p:spPr bwMode="auto">
          <a:xfrm>
            <a:off x="6606401" y="1697784"/>
            <a:ext cx="432544" cy="496931"/>
          </a:xfrm>
          <a:custGeom>
            <a:avLst/>
            <a:gdLst>
              <a:gd name="T0" fmla="*/ 162 w 162"/>
              <a:gd name="T1" fmla="*/ 0 h 185"/>
              <a:gd name="T2" fmla="*/ 96 w 162"/>
              <a:gd name="T3" fmla="*/ 14 h 185"/>
              <a:gd name="T4" fmla="*/ 102 w 162"/>
              <a:gd name="T5" fmla="*/ 25 h 185"/>
              <a:gd name="T6" fmla="*/ 1 w 162"/>
              <a:gd name="T7" fmla="*/ 178 h 185"/>
              <a:gd name="T8" fmla="*/ 5 w 162"/>
              <a:gd name="T9" fmla="*/ 185 h 185"/>
              <a:gd name="T10" fmla="*/ 7 w 162"/>
              <a:gd name="T11" fmla="*/ 185 h 185"/>
              <a:gd name="T12" fmla="*/ 13 w 162"/>
              <a:gd name="T13" fmla="*/ 180 h 185"/>
              <a:gd name="T14" fmla="*/ 107 w 162"/>
              <a:gd name="T15" fmla="*/ 36 h 185"/>
              <a:gd name="T16" fmla="*/ 112 w 162"/>
              <a:gd name="T17" fmla="*/ 45 h 185"/>
              <a:gd name="T18" fmla="*/ 162 w 162"/>
              <a:gd name="T19" fmla="*/ 0 h 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2" h="185">
                <a:moveTo>
                  <a:pt x="162" y="0"/>
                </a:moveTo>
                <a:cubicBezTo>
                  <a:pt x="96" y="14"/>
                  <a:pt x="96" y="14"/>
                  <a:pt x="96" y="14"/>
                </a:cubicBezTo>
                <a:cubicBezTo>
                  <a:pt x="102" y="25"/>
                  <a:pt x="102" y="25"/>
                  <a:pt x="102" y="25"/>
                </a:cubicBezTo>
                <a:cubicBezTo>
                  <a:pt x="51" y="62"/>
                  <a:pt x="14" y="117"/>
                  <a:pt x="1" y="178"/>
                </a:cubicBezTo>
                <a:cubicBezTo>
                  <a:pt x="0" y="181"/>
                  <a:pt x="2" y="184"/>
                  <a:pt x="5" y="185"/>
                </a:cubicBezTo>
                <a:cubicBezTo>
                  <a:pt x="6" y="185"/>
                  <a:pt x="6" y="185"/>
                  <a:pt x="7" y="185"/>
                </a:cubicBezTo>
                <a:cubicBezTo>
                  <a:pt x="10" y="185"/>
                  <a:pt x="12" y="183"/>
                  <a:pt x="13" y="180"/>
                </a:cubicBezTo>
                <a:cubicBezTo>
                  <a:pt x="25" y="123"/>
                  <a:pt x="59" y="71"/>
                  <a:pt x="107" y="36"/>
                </a:cubicBezTo>
                <a:cubicBezTo>
                  <a:pt x="112" y="45"/>
                  <a:pt x="112" y="45"/>
                  <a:pt x="112" y="45"/>
                </a:cubicBezTo>
                <a:lnTo>
                  <a:pt x="1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6948165" y="1995677"/>
            <a:ext cx="647481" cy="651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34" name="Freeform 22"/>
          <p:cNvSpPr>
            <a:spLocks noEditPoints="1"/>
          </p:cNvSpPr>
          <p:nvPr/>
        </p:nvSpPr>
        <p:spPr bwMode="auto">
          <a:xfrm>
            <a:off x="7140406" y="2194715"/>
            <a:ext cx="262998" cy="253809"/>
          </a:xfrm>
          <a:custGeom>
            <a:avLst/>
            <a:gdLst>
              <a:gd name="T0" fmla="*/ 59 w 98"/>
              <a:gd name="T1" fmla="*/ 0 h 94"/>
              <a:gd name="T2" fmla="*/ 70 w 98"/>
              <a:gd name="T3" fmla="*/ 11 h 94"/>
              <a:gd name="T4" fmla="*/ 79 w 98"/>
              <a:gd name="T5" fmla="*/ 14 h 94"/>
              <a:gd name="T6" fmla="*/ 98 w 98"/>
              <a:gd name="T7" fmla="*/ 34 h 94"/>
              <a:gd name="T8" fmla="*/ 92 w 98"/>
              <a:gd name="T9" fmla="*/ 89 h 94"/>
              <a:gd name="T10" fmla="*/ 19 w 98"/>
              <a:gd name="T11" fmla="*/ 94 h 94"/>
              <a:gd name="T12" fmla="*/ 5 w 98"/>
              <a:gd name="T13" fmla="*/ 88 h 94"/>
              <a:gd name="T14" fmla="*/ 0 w 98"/>
              <a:gd name="T15" fmla="*/ 34 h 94"/>
              <a:gd name="T16" fmla="*/ 19 w 98"/>
              <a:gd name="T17" fmla="*/ 14 h 94"/>
              <a:gd name="T18" fmla="*/ 27 w 98"/>
              <a:gd name="T19" fmla="*/ 11 h 94"/>
              <a:gd name="T20" fmla="*/ 38 w 98"/>
              <a:gd name="T21" fmla="*/ 0 h 94"/>
              <a:gd name="T22" fmla="*/ 69 w 98"/>
              <a:gd name="T23" fmla="*/ 22 h 94"/>
              <a:gd name="T24" fmla="*/ 68 w 98"/>
              <a:gd name="T25" fmla="*/ 22 h 94"/>
              <a:gd name="T26" fmla="*/ 29 w 98"/>
              <a:gd name="T27" fmla="*/ 22 h 94"/>
              <a:gd name="T28" fmla="*/ 11 w 98"/>
              <a:gd name="T29" fmla="*/ 25 h 94"/>
              <a:gd name="T30" fmla="*/ 7 w 98"/>
              <a:gd name="T31" fmla="*/ 34 h 94"/>
              <a:gd name="T32" fmla="*/ 18 w 98"/>
              <a:gd name="T33" fmla="*/ 52 h 94"/>
              <a:gd name="T34" fmla="*/ 20 w 98"/>
              <a:gd name="T35" fmla="*/ 43 h 94"/>
              <a:gd name="T36" fmla="*/ 37 w 98"/>
              <a:gd name="T37" fmla="*/ 43 h 94"/>
              <a:gd name="T38" fmla="*/ 39 w 98"/>
              <a:gd name="T39" fmla="*/ 45 h 94"/>
              <a:gd name="T40" fmla="*/ 59 w 98"/>
              <a:gd name="T41" fmla="*/ 52 h 94"/>
              <a:gd name="T42" fmla="*/ 61 w 98"/>
              <a:gd name="T43" fmla="*/ 43 h 94"/>
              <a:gd name="T44" fmla="*/ 77 w 98"/>
              <a:gd name="T45" fmla="*/ 43 h 94"/>
              <a:gd name="T46" fmla="*/ 80 w 98"/>
              <a:gd name="T47" fmla="*/ 45 h 94"/>
              <a:gd name="T48" fmla="*/ 91 w 98"/>
              <a:gd name="T49" fmla="*/ 52 h 94"/>
              <a:gd name="T50" fmla="*/ 87 w 98"/>
              <a:gd name="T51" fmla="*/ 25 h 94"/>
              <a:gd name="T52" fmla="*/ 69 w 98"/>
              <a:gd name="T53" fmla="*/ 22 h 94"/>
              <a:gd name="T54" fmla="*/ 32 w 98"/>
              <a:gd name="T55" fmla="*/ 14 h 94"/>
              <a:gd name="T56" fmla="*/ 66 w 98"/>
              <a:gd name="T57" fmla="*/ 11 h 94"/>
              <a:gd name="T58" fmla="*/ 59 w 98"/>
              <a:gd name="T59" fmla="*/ 4 h 94"/>
              <a:gd name="T60" fmla="*/ 34 w 98"/>
              <a:gd name="T61" fmla="*/ 6 h 94"/>
              <a:gd name="T62" fmla="*/ 32 w 98"/>
              <a:gd name="T63" fmla="*/ 14 h 94"/>
              <a:gd name="T64" fmla="*/ 7 w 98"/>
              <a:gd name="T65" fmla="*/ 57 h 94"/>
              <a:gd name="T66" fmla="*/ 11 w 98"/>
              <a:gd name="T67" fmla="*/ 83 h 94"/>
              <a:gd name="T68" fmla="*/ 19 w 98"/>
              <a:gd name="T69" fmla="*/ 87 h 94"/>
              <a:gd name="T70" fmla="*/ 87 w 98"/>
              <a:gd name="T71" fmla="*/ 83 h 94"/>
              <a:gd name="T72" fmla="*/ 91 w 98"/>
              <a:gd name="T73" fmla="*/ 57 h 94"/>
              <a:gd name="T74" fmla="*/ 80 w 98"/>
              <a:gd name="T75" fmla="*/ 63 h 94"/>
              <a:gd name="T76" fmla="*/ 77 w 98"/>
              <a:gd name="T77" fmla="*/ 66 h 94"/>
              <a:gd name="T78" fmla="*/ 59 w 98"/>
              <a:gd name="T79" fmla="*/ 63 h 94"/>
              <a:gd name="T80" fmla="*/ 59 w 98"/>
              <a:gd name="T81" fmla="*/ 57 h 94"/>
              <a:gd name="T82" fmla="*/ 39 w 98"/>
              <a:gd name="T83" fmla="*/ 63 h 94"/>
              <a:gd name="T84" fmla="*/ 36 w 98"/>
              <a:gd name="T85" fmla="*/ 66 h 94"/>
              <a:gd name="T86" fmla="*/ 18 w 98"/>
              <a:gd name="T87" fmla="*/ 63 h 94"/>
              <a:gd name="T88" fmla="*/ 18 w 98"/>
              <a:gd name="T89" fmla="*/ 57 h 94"/>
              <a:gd name="T90" fmla="*/ 34 w 98"/>
              <a:gd name="T91" fmla="*/ 48 h 94"/>
              <a:gd name="T92" fmla="*/ 23 w 98"/>
              <a:gd name="T93" fmla="*/ 48 h 94"/>
              <a:gd name="T94" fmla="*/ 23 w 98"/>
              <a:gd name="T95" fmla="*/ 54 h 94"/>
              <a:gd name="T96" fmla="*/ 23 w 98"/>
              <a:gd name="T97" fmla="*/ 61 h 94"/>
              <a:gd name="T98" fmla="*/ 34 w 98"/>
              <a:gd name="T99" fmla="*/ 54 h 94"/>
              <a:gd name="T100" fmla="*/ 34 w 98"/>
              <a:gd name="T101" fmla="*/ 54 h 94"/>
              <a:gd name="T102" fmla="*/ 75 w 98"/>
              <a:gd name="T103" fmla="*/ 48 h 94"/>
              <a:gd name="T104" fmla="*/ 64 w 98"/>
              <a:gd name="T105" fmla="*/ 48 h 94"/>
              <a:gd name="T106" fmla="*/ 64 w 98"/>
              <a:gd name="T107" fmla="*/ 54 h 94"/>
              <a:gd name="T108" fmla="*/ 64 w 98"/>
              <a:gd name="T109" fmla="*/ 61 h 94"/>
              <a:gd name="T110" fmla="*/ 75 w 98"/>
              <a:gd name="T111" fmla="*/ 54 h 94"/>
              <a:gd name="T112" fmla="*/ 75 w 98"/>
              <a:gd name="T113" fmla="*/ 5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98" h="94">
                <a:moveTo>
                  <a:pt x="38" y="0"/>
                </a:moveTo>
                <a:cubicBezTo>
                  <a:pt x="59" y="0"/>
                  <a:pt x="59" y="0"/>
                  <a:pt x="59" y="0"/>
                </a:cubicBezTo>
                <a:cubicBezTo>
                  <a:pt x="62" y="0"/>
                  <a:pt x="65" y="1"/>
                  <a:pt x="67" y="3"/>
                </a:cubicBezTo>
                <a:cubicBezTo>
                  <a:pt x="69" y="5"/>
                  <a:pt x="70" y="8"/>
                  <a:pt x="70" y="11"/>
                </a:cubicBezTo>
                <a:cubicBezTo>
                  <a:pt x="70" y="14"/>
                  <a:pt x="70" y="14"/>
                  <a:pt x="70" y="14"/>
                </a:cubicBezTo>
                <a:cubicBezTo>
                  <a:pt x="79" y="14"/>
                  <a:pt x="79" y="14"/>
                  <a:pt x="79" y="14"/>
                </a:cubicBezTo>
                <a:cubicBezTo>
                  <a:pt x="84" y="14"/>
                  <a:pt x="89" y="16"/>
                  <a:pt x="92" y="20"/>
                </a:cubicBezTo>
                <a:cubicBezTo>
                  <a:pt x="96" y="24"/>
                  <a:pt x="98" y="28"/>
                  <a:pt x="98" y="34"/>
                </a:cubicBezTo>
                <a:cubicBezTo>
                  <a:pt x="98" y="75"/>
                  <a:pt x="98" y="75"/>
                  <a:pt x="98" y="75"/>
                </a:cubicBezTo>
                <a:cubicBezTo>
                  <a:pt x="98" y="80"/>
                  <a:pt x="96" y="85"/>
                  <a:pt x="92" y="89"/>
                </a:cubicBezTo>
                <a:cubicBezTo>
                  <a:pt x="89" y="92"/>
                  <a:pt x="84" y="94"/>
                  <a:pt x="79" y="94"/>
                </a:cubicBezTo>
                <a:cubicBezTo>
                  <a:pt x="19" y="94"/>
                  <a:pt x="19" y="94"/>
                  <a:pt x="19" y="94"/>
                </a:cubicBezTo>
                <a:cubicBezTo>
                  <a:pt x="14" y="94"/>
                  <a:pt x="9" y="92"/>
                  <a:pt x="5" y="89"/>
                </a:cubicBezTo>
                <a:cubicBezTo>
                  <a:pt x="5" y="88"/>
                  <a:pt x="5" y="88"/>
                  <a:pt x="5" y="88"/>
                </a:cubicBezTo>
                <a:cubicBezTo>
                  <a:pt x="2" y="85"/>
                  <a:pt x="0" y="80"/>
                  <a:pt x="0" y="75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28"/>
                  <a:pt x="2" y="24"/>
                  <a:pt x="5" y="20"/>
                </a:cubicBezTo>
                <a:cubicBezTo>
                  <a:pt x="9" y="16"/>
                  <a:pt x="14" y="14"/>
                  <a:pt x="19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1"/>
                  <a:pt x="27" y="11"/>
                  <a:pt x="27" y="11"/>
                </a:cubicBezTo>
                <a:cubicBezTo>
                  <a:pt x="27" y="8"/>
                  <a:pt x="29" y="5"/>
                  <a:pt x="31" y="3"/>
                </a:cubicBezTo>
                <a:cubicBezTo>
                  <a:pt x="33" y="1"/>
                  <a:pt x="35" y="0"/>
                  <a:pt x="38" y="0"/>
                </a:cubicBezTo>
                <a:close/>
                <a:moveTo>
                  <a:pt x="69" y="22"/>
                </a:moveTo>
                <a:cubicBezTo>
                  <a:pt x="69" y="22"/>
                  <a:pt x="69" y="22"/>
                  <a:pt x="69" y="22"/>
                </a:cubicBezTo>
                <a:cubicBezTo>
                  <a:pt x="68" y="22"/>
                  <a:pt x="68" y="22"/>
                  <a:pt x="68" y="22"/>
                </a:cubicBezTo>
                <a:cubicBezTo>
                  <a:pt x="68" y="22"/>
                  <a:pt x="68" y="22"/>
                  <a:pt x="68" y="22"/>
                </a:cubicBezTo>
                <a:cubicBezTo>
                  <a:pt x="30" y="22"/>
                  <a:pt x="30" y="22"/>
                  <a:pt x="30" y="22"/>
                </a:cubicBezTo>
                <a:cubicBezTo>
                  <a:pt x="29" y="22"/>
                  <a:pt x="29" y="22"/>
                  <a:pt x="29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16" y="22"/>
                  <a:pt x="13" y="23"/>
                  <a:pt x="11" y="25"/>
                </a:cubicBezTo>
                <a:cubicBezTo>
                  <a:pt x="11" y="25"/>
                  <a:pt x="11" y="25"/>
                  <a:pt x="11" y="25"/>
                </a:cubicBezTo>
                <a:cubicBezTo>
                  <a:pt x="9" y="28"/>
                  <a:pt x="7" y="31"/>
                  <a:pt x="7" y="34"/>
                </a:cubicBezTo>
                <a:cubicBezTo>
                  <a:pt x="7" y="52"/>
                  <a:pt x="7" y="52"/>
                  <a:pt x="7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45"/>
                  <a:pt x="18" y="45"/>
                  <a:pt x="18" y="45"/>
                </a:cubicBezTo>
                <a:cubicBezTo>
                  <a:pt x="18" y="44"/>
                  <a:pt x="19" y="43"/>
                  <a:pt x="20" y="43"/>
                </a:cubicBezTo>
                <a:cubicBezTo>
                  <a:pt x="20" y="43"/>
                  <a:pt x="20" y="43"/>
                  <a:pt x="20" y="43"/>
                </a:cubicBezTo>
                <a:cubicBezTo>
                  <a:pt x="37" y="43"/>
                  <a:pt x="37" y="43"/>
                  <a:pt x="37" y="43"/>
                </a:cubicBezTo>
                <a:cubicBezTo>
                  <a:pt x="38" y="43"/>
                  <a:pt x="39" y="44"/>
                  <a:pt x="39" y="45"/>
                </a:cubicBezTo>
                <a:cubicBezTo>
                  <a:pt x="39" y="45"/>
                  <a:pt x="39" y="45"/>
                  <a:pt x="39" y="45"/>
                </a:cubicBezTo>
                <a:cubicBezTo>
                  <a:pt x="39" y="52"/>
                  <a:pt x="39" y="52"/>
                  <a:pt x="39" y="52"/>
                </a:cubicBezTo>
                <a:cubicBezTo>
                  <a:pt x="59" y="52"/>
                  <a:pt x="59" y="52"/>
                  <a:pt x="59" y="52"/>
                </a:cubicBezTo>
                <a:cubicBezTo>
                  <a:pt x="59" y="45"/>
                  <a:pt x="59" y="45"/>
                  <a:pt x="59" y="45"/>
                </a:cubicBezTo>
                <a:cubicBezTo>
                  <a:pt x="59" y="44"/>
                  <a:pt x="60" y="43"/>
                  <a:pt x="61" y="43"/>
                </a:cubicBezTo>
                <a:cubicBezTo>
                  <a:pt x="61" y="43"/>
                  <a:pt x="61" y="43"/>
                  <a:pt x="61" y="43"/>
                </a:cubicBezTo>
                <a:cubicBezTo>
                  <a:pt x="77" y="43"/>
                  <a:pt x="77" y="43"/>
                  <a:pt x="77" y="43"/>
                </a:cubicBezTo>
                <a:cubicBezTo>
                  <a:pt x="79" y="43"/>
                  <a:pt x="80" y="44"/>
                  <a:pt x="80" y="45"/>
                </a:cubicBezTo>
                <a:cubicBezTo>
                  <a:pt x="80" y="45"/>
                  <a:pt x="80" y="45"/>
                  <a:pt x="80" y="45"/>
                </a:cubicBezTo>
                <a:cubicBezTo>
                  <a:pt x="80" y="52"/>
                  <a:pt x="80" y="52"/>
                  <a:pt x="80" y="52"/>
                </a:cubicBezTo>
                <a:cubicBezTo>
                  <a:pt x="91" y="52"/>
                  <a:pt x="91" y="52"/>
                  <a:pt x="91" y="52"/>
                </a:cubicBezTo>
                <a:cubicBezTo>
                  <a:pt x="91" y="34"/>
                  <a:pt x="91" y="34"/>
                  <a:pt x="91" y="34"/>
                </a:cubicBezTo>
                <a:cubicBezTo>
                  <a:pt x="91" y="31"/>
                  <a:pt x="89" y="28"/>
                  <a:pt x="87" y="25"/>
                </a:cubicBezTo>
                <a:cubicBezTo>
                  <a:pt x="85" y="23"/>
                  <a:pt x="82" y="22"/>
                  <a:pt x="79" y="22"/>
                </a:cubicBezTo>
                <a:cubicBezTo>
                  <a:pt x="69" y="22"/>
                  <a:pt x="69" y="22"/>
                  <a:pt x="69" y="22"/>
                </a:cubicBezTo>
                <a:close/>
                <a:moveTo>
                  <a:pt x="32" y="14"/>
                </a:moveTo>
                <a:cubicBezTo>
                  <a:pt x="32" y="14"/>
                  <a:pt x="32" y="14"/>
                  <a:pt x="32" y="14"/>
                </a:cubicBezTo>
                <a:cubicBezTo>
                  <a:pt x="66" y="14"/>
                  <a:pt x="66" y="14"/>
                  <a:pt x="66" y="14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9"/>
                  <a:pt x="65" y="7"/>
                  <a:pt x="64" y="6"/>
                </a:cubicBezTo>
                <a:cubicBezTo>
                  <a:pt x="63" y="5"/>
                  <a:pt x="61" y="4"/>
                  <a:pt x="59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7" y="4"/>
                  <a:pt x="35" y="5"/>
                  <a:pt x="34" y="6"/>
                </a:cubicBezTo>
                <a:cubicBezTo>
                  <a:pt x="33" y="7"/>
                  <a:pt x="32" y="9"/>
                  <a:pt x="32" y="11"/>
                </a:cubicBezTo>
                <a:cubicBezTo>
                  <a:pt x="32" y="14"/>
                  <a:pt x="32" y="14"/>
                  <a:pt x="32" y="14"/>
                </a:cubicBezTo>
                <a:close/>
                <a:moveTo>
                  <a:pt x="7" y="57"/>
                </a:moveTo>
                <a:cubicBezTo>
                  <a:pt x="7" y="57"/>
                  <a:pt x="7" y="57"/>
                  <a:pt x="7" y="57"/>
                </a:cubicBezTo>
                <a:cubicBezTo>
                  <a:pt x="7" y="75"/>
                  <a:pt x="7" y="75"/>
                  <a:pt x="7" y="75"/>
                </a:cubicBezTo>
                <a:cubicBezTo>
                  <a:pt x="7" y="78"/>
                  <a:pt x="8" y="81"/>
                  <a:pt x="11" y="83"/>
                </a:cubicBezTo>
                <a:cubicBezTo>
                  <a:pt x="11" y="83"/>
                  <a:pt x="11" y="83"/>
                  <a:pt x="11" y="83"/>
                </a:cubicBezTo>
                <a:cubicBezTo>
                  <a:pt x="13" y="85"/>
                  <a:pt x="16" y="87"/>
                  <a:pt x="19" y="87"/>
                </a:cubicBezTo>
                <a:cubicBezTo>
                  <a:pt x="79" y="87"/>
                  <a:pt x="79" y="87"/>
                  <a:pt x="79" y="87"/>
                </a:cubicBezTo>
                <a:cubicBezTo>
                  <a:pt x="82" y="87"/>
                  <a:pt x="85" y="85"/>
                  <a:pt x="87" y="83"/>
                </a:cubicBezTo>
                <a:cubicBezTo>
                  <a:pt x="89" y="81"/>
                  <a:pt x="91" y="78"/>
                  <a:pt x="91" y="75"/>
                </a:cubicBezTo>
                <a:cubicBezTo>
                  <a:pt x="91" y="57"/>
                  <a:pt x="91" y="57"/>
                  <a:pt x="91" y="57"/>
                </a:cubicBezTo>
                <a:cubicBezTo>
                  <a:pt x="80" y="57"/>
                  <a:pt x="80" y="57"/>
                  <a:pt x="80" y="57"/>
                </a:cubicBezTo>
                <a:cubicBezTo>
                  <a:pt x="80" y="63"/>
                  <a:pt x="80" y="63"/>
                  <a:pt x="80" y="63"/>
                </a:cubicBezTo>
                <a:cubicBezTo>
                  <a:pt x="80" y="65"/>
                  <a:pt x="79" y="66"/>
                  <a:pt x="77" y="66"/>
                </a:cubicBezTo>
                <a:cubicBezTo>
                  <a:pt x="77" y="66"/>
                  <a:pt x="77" y="66"/>
                  <a:pt x="77" y="66"/>
                </a:cubicBezTo>
                <a:cubicBezTo>
                  <a:pt x="61" y="66"/>
                  <a:pt x="61" y="66"/>
                  <a:pt x="61" y="66"/>
                </a:cubicBezTo>
                <a:cubicBezTo>
                  <a:pt x="60" y="66"/>
                  <a:pt x="59" y="65"/>
                  <a:pt x="59" y="63"/>
                </a:cubicBezTo>
                <a:cubicBezTo>
                  <a:pt x="59" y="63"/>
                  <a:pt x="59" y="63"/>
                  <a:pt x="59" y="63"/>
                </a:cubicBezTo>
                <a:cubicBezTo>
                  <a:pt x="59" y="57"/>
                  <a:pt x="59" y="57"/>
                  <a:pt x="59" y="57"/>
                </a:cubicBezTo>
                <a:cubicBezTo>
                  <a:pt x="39" y="57"/>
                  <a:pt x="39" y="57"/>
                  <a:pt x="39" y="57"/>
                </a:cubicBezTo>
                <a:cubicBezTo>
                  <a:pt x="39" y="63"/>
                  <a:pt x="39" y="63"/>
                  <a:pt x="39" y="63"/>
                </a:cubicBezTo>
                <a:cubicBezTo>
                  <a:pt x="39" y="65"/>
                  <a:pt x="38" y="66"/>
                  <a:pt x="37" y="66"/>
                </a:cubicBezTo>
                <a:cubicBezTo>
                  <a:pt x="36" y="66"/>
                  <a:pt x="36" y="66"/>
                  <a:pt x="36" y="66"/>
                </a:cubicBezTo>
                <a:cubicBezTo>
                  <a:pt x="20" y="66"/>
                  <a:pt x="20" y="66"/>
                  <a:pt x="20" y="66"/>
                </a:cubicBezTo>
                <a:cubicBezTo>
                  <a:pt x="19" y="66"/>
                  <a:pt x="18" y="65"/>
                  <a:pt x="18" y="63"/>
                </a:cubicBezTo>
                <a:cubicBezTo>
                  <a:pt x="18" y="63"/>
                  <a:pt x="18" y="63"/>
                  <a:pt x="18" y="63"/>
                </a:cubicBezTo>
                <a:cubicBezTo>
                  <a:pt x="18" y="57"/>
                  <a:pt x="18" y="57"/>
                  <a:pt x="18" y="57"/>
                </a:cubicBezTo>
                <a:cubicBezTo>
                  <a:pt x="7" y="57"/>
                  <a:pt x="7" y="57"/>
                  <a:pt x="7" y="57"/>
                </a:cubicBezTo>
                <a:close/>
                <a:moveTo>
                  <a:pt x="34" y="48"/>
                </a:moveTo>
                <a:cubicBezTo>
                  <a:pt x="34" y="48"/>
                  <a:pt x="34" y="48"/>
                  <a:pt x="34" y="48"/>
                </a:cubicBezTo>
                <a:cubicBezTo>
                  <a:pt x="23" y="48"/>
                  <a:pt x="23" y="48"/>
                  <a:pt x="23" y="48"/>
                </a:cubicBezTo>
                <a:cubicBezTo>
                  <a:pt x="23" y="54"/>
                  <a:pt x="23" y="54"/>
                  <a:pt x="23" y="54"/>
                </a:cubicBezTo>
                <a:cubicBezTo>
                  <a:pt x="23" y="54"/>
                  <a:pt x="23" y="54"/>
                  <a:pt x="23" y="54"/>
                </a:cubicBezTo>
                <a:cubicBezTo>
                  <a:pt x="23" y="54"/>
                  <a:pt x="23" y="54"/>
                  <a:pt x="23" y="54"/>
                </a:cubicBezTo>
                <a:cubicBezTo>
                  <a:pt x="23" y="61"/>
                  <a:pt x="23" y="61"/>
                  <a:pt x="23" y="61"/>
                </a:cubicBezTo>
                <a:cubicBezTo>
                  <a:pt x="34" y="61"/>
                  <a:pt x="34" y="61"/>
                  <a:pt x="34" y="61"/>
                </a:cubicBezTo>
                <a:cubicBezTo>
                  <a:pt x="34" y="54"/>
                  <a:pt x="34" y="54"/>
                  <a:pt x="34" y="54"/>
                </a:cubicBezTo>
                <a:cubicBezTo>
                  <a:pt x="34" y="54"/>
                  <a:pt x="34" y="54"/>
                  <a:pt x="34" y="54"/>
                </a:cubicBezTo>
                <a:cubicBezTo>
                  <a:pt x="34" y="54"/>
                  <a:pt x="34" y="54"/>
                  <a:pt x="34" y="54"/>
                </a:cubicBezTo>
                <a:cubicBezTo>
                  <a:pt x="34" y="48"/>
                  <a:pt x="34" y="48"/>
                  <a:pt x="34" y="48"/>
                </a:cubicBezTo>
                <a:close/>
                <a:moveTo>
                  <a:pt x="75" y="48"/>
                </a:moveTo>
                <a:cubicBezTo>
                  <a:pt x="75" y="48"/>
                  <a:pt x="75" y="48"/>
                  <a:pt x="75" y="48"/>
                </a:cubicBezTo>
                <a:cubicBezTo>
                  <a:pt x="64" y="48"/>
                  <a:pt x="64" y="48"/>
                  <a:pt x="64" y="48"/>
                </a:cubicBezTo>
                <a:cubicBezTo>
                  <a:pt x="64" y="54"/>
                  <a:pt x="64" y="54"/>
                  <a:pt x="64" y="54"/>
                </a:cubicBezTo>
                <a:cubicBezTo>
                  <a:pt x="64" y="54"/>
                  <a:pt x="64" y="54"/>
                  <a:pt x="64" y="54"/>
                </a:cubicBezTo>
                <a:cubicBezTo>
                  <a:pt x="64" y="54"/>
                  <a:pt x="64" y="54"/>
                  <a:pt x="64" y="54"/>
                </a:cubicBezTo>
                <a:cubicBezTo>
                  <a:pt x="64" y="61"/>
                  <a:pt x="64" y="61"/>
                  <a:pt x="64" y="61"/>
                </a:cubicBezTo>
                <a:cubicBezTo>
                  <a:pt x="75" y="61"/>
                  <a:pt x="75" y="61"/>
                  <a:pt x="75" y="61"/>
                </a:cubicBezTo>
                <a:cubicBezTo>
                  <a:pt x="75" y="54"/>
                  <a:pt x="75" y="54"/>
                  <a:pt x="75" y="54"/>
                </a:cubicBezTo>
                <a:cubicBezTo>
                  <a:pt x="75" y="54"/>
                  <a:pt x="75" y="54"/>
                  <a:pt x="75" y="54"/>
                </a:cubicBezTo>
                <a:cubicBezTo>
                  <a:pt x="75" y="54"/>
                  <a:pt x="75" y="54"/>
                  <a:pt x="75" y="54"/>
                </a:cubicBezTo>
                <a:cubicBezTo>
                  <a:pt x="75" y="48"/>
                  <a:pt x="75" y="48"/>
                  <a:pt x="75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27" name="Freeform 15"/>
          <p:cNvSpPr>
            <a:spLocks noEditPoints="1"/>
          </p:cNvSpPr>
          <p:nvPr/>
        </p:nvSpPr>
        <p:spPr bwMode="auto">
          <a:xfrm>
            <a:off x="7560537" y="2392112"/>
            <a:ext cx="1074685" cy="1082027"/>
          </a:xfrm>
          <a:custGeom>
            <a:avLst/>
            <a:gdLst>
              <a:gd name="T0" fmla="*/ 373 w 402"/>
              <a:gd name="T1" fmla="*/ 209 h 402"/>
              <a:gd name="T2" fmla="*/ 372 w 402"/>
              <a:gd name="T3" fmla="*/ 190 h 402"/>
              <a:gd name="T4" fmla="*/ 401 w 402"/>
              <a:gd name="T5" fmla="*/ 170 h 402"/>
              <a:gd name="T6" fmla="*/ 389 w 402"/>
              <a:gd name="T7" fmla="*/ 124 h 402"/>
              <a:gd name="T8" fmla="*/ 353 w 402"/>
              <a:gd name="T9" fmla="*/ 123 h 402"/>
              <a:gd name="T10" fmla="*/ 344 w 402"/>
              <a:gd name="T11" fmla="*/ 107 h 402"/>
              <a:gd name="T12" fmla="*/ 360 w 402"/>
              <a:gd name="T13" fmla="*/ 74 h 402"/>
              <a:gd name="T14" fmla="*/ 325 w 402"/>
              <a:gd name="T15" fmla="*/ 41 h 402"/>
              <a:gd name="T16" fmla="*/ 293 w 402"/>
              <a:gd name="T17" fmla="*/ 57 h 402"/>
              <a:gd name="T18" fmla="*/ 277 w 402"/>
              <a:gd name="T19" fmla="*/ 48 h 402"/>
              <a:gd name="T20" fmla="*/ 275 w 402"/>
              <a:gd name="T21" fmla="*/ 12 h 402"/>
              <a:gd name="T22" fmla="*/ 251 w 402"/>
              <a:gd name="T23" fmla="*/ 6 h 402"/>
              <a:gd name="T24" fmla="*/ 228 w 402"/>
              <a:gd name="T25" fmla="*/ 0 h 402"/>
              <a:gd name="T26" fmla="*/ 209 w 402"/>
              <a:gd name="T27" fmla="*/ 30 h 402"/>
              <a:gd name="T28" fmla="*/ 190 w 402"/>
              <a:gd name="T29" fmla="*/ 30 h 402"/>
              <a:gd name="T30" fmla="*/ 170 w 402"/>
              <a:gd name="T31" fmla="*/ 1 h 402"/>
              <a:gd name="T32" fmla="*/ 124 w 402"/>
              <a:gd name="T33" fmla="*/ 13 h 402"/>
              <a:gd name="T34" fmla="*/ 122 w 402"/>
              <a:gd name="T35" fmla="*/ 49 h 402"/>
              <a:gd name="T36" fmla="*/ 106 w 402"/>
              <a:gd name="T37" fmla="*/ 59 h 402"/>
              <a:gd name="T38" fmla="*/ 74 w 402"/>
              <a:gd name="T39" fmla="*/ 43 h 402"/>
              <a:gd name="T40" fmla="*/ 41 w 402"/>
              <a:gd name="T41" fmla="*/ 77 h 402"/>
              <a:gd name="T42" fmla="*/ 56 w 402"/>
              <a:gd name="T43" fmla="*/ 109 h 402"/>
              <a:gd name="T44" fmla="*/ 47 w 402"/>
              <a:gd name="T45" fmla="*/ 126 h 402"/>
              <a:gd name="T46" fmla="*/ 12 w 402"/>
              <a:gd name="T47" fmla="*/ 128 h 402"/>
              <a:gd name="T48" fmla="*/ 6 w 402"/>
              <a:gd name="T49" fmla="*/ 151 h 402"/>
              <a:gd name="T50" fmla="*/ 0 w 402"/>
              <a:gd name="T51" fmla="*/ 174 h 402"/>
              <a:gd name="T52" fmla="*/ 30 w 402"/>
              <a:gd name="T53" fmla="*/ 194 h 402"/>
              <a:gd name="T54" fmla="*/ 30 w 402"/>
              <a:gd name="T55" fmla="*/ 212 h 402"/>
              <a:gd name="T56" fmla="*/ 0 w 402"/>
              <a:gd name="T57" fmla="*/ 233 h 402"/>
              <a:gd name="T58" fmla="*/ 13 w 402"/>
              <a:gd name="T59" fmla="*/ 279 h 402"/>
              <a:gd name="T60" fmla="*/ 49 w 402"/>
              <a:gd name="T61" fmla="*/ 280 h 402"/>
              <a:gd name="T62" fmla="*/ 59 w 402"/>
              <a:gd name="T63" fmla="*/ 296 h 402"/>
              <a:gd name="T64" fmla="*/ 43 w 402"/>
              <a:gd name="T65" fmla="*/ 328 h 402"/>
              <a:gd name="T66" fmla="*/ 77 w 402"/>
              <a:gd name="T67" fmla="*/ 362 h 402"/>
              <a:gd name="T68" fmla="*/ 109 w 402"/>
              <a:gd name="T69" fmla="*/ 345 h 402"/>
              <a:gd name="T70" fmla="*/ 125 w 402"/>
              <a:gd name="T71" fmla="*/ 355 h 402"/>
              <a:gd name="T72" fmla="*/ 128 w 402"/>
              <a:gd name="T73" fmla="*/ 390 h 402"/>
              <a:gd name="T74" fmla="*/ 150 w 402"/>
              <a:gd name="T75" fmla="*/ 396 h 402"/>
              <a:gd name="T76" fmla="*/ 174 w 402"/>
              <a:gd name="T77" fmla="*/ 402 h 402"/>
              <a:gd name="T78" fmla="*/ 194 w 402"/>
              <a:gd name="T79" fmla="*/ 373 h 402"/>
              <a:gd name="T80" fmla="*/ 212 w 402"/>
              <a:gd name="T81" fmla="*/ 372 h 402"/>
              <a:gd name="T82" fmla="*/ 232 w 402"/>
              <a:gd name="T83" fmla="*/ 402 h 402"/>
              <a:gd name="T84" fmla="*/ 278 w 402"/>
              <a:gd name="T85" fmla="*/ 389 h 402"/>
              <a:gd name="T86" fmla="*/ 280 w 402"/>
              <a:gd name="T87" fmla="*/ 353 h 402"/>
              <a:gd name="T88" fmla="*/ 296 w 402"/>
              <a:gd name="T89" fmla="*/ 344 h 402"/>
              <a:gd name="T90" fmla="*/ 328 w 402"/>
              <a:gd name="T91" fmla="*/ 360 h 402"/>
              <a:gd name="T92" fmla="*/ 362 w 402"/>
              <a:gd name="T93" fmla="*/ 326 h 402"/>
              <a:gd name="T94" fmla="*/ 345 w 402"/>
              <a:gd name="T95" fmla="*/ 294 h 402"/>
              <a:gd name="T96" fmla="*/ 354 w 402"/>
              <a:gd name="T97" fmla="*/ 277 h 402"/>
              <a:gd name="T98" fmla="*/ 390 w 402"/>
              <a:gd name="T99" fmla="*/ 275 h 402"/>
              <a:gd name="T100" fmla="*/ 396 w 402"/>
              <a:gd name="T101" fmla="*/ 251 h 402"/>
              <a:gd name="T102" fmla="*/ 402 w 402"/>
              <a:gd name="T103" fmla="*/ 229 h 402"/>
              <a:gd name="T104" fmla="*/ 373 w 402"/>
              <a:gd name="T105" fmla="*/ 209 h 402"/>
              <a:gd name="T106" fmla="*/ 373 w 402"/>
              <a:gd name="T107" fmla="*/ 209 h 402"/>
              <a:gd name="T108" fmla="*/ 166 w 402"/>
              <a:gd name="T109" fmla="*/ 335 h 402"/>
              <a:gd name="T110" fmla="*/ 67 w 402"/>
              <a:gd name="T111" fmla="*/ 167 h 402"/>
              <a:gd name="T112" fmla="*/ 235 w 402"/>
              <a:gd name="T113" fmla="*/ 68 h 402"/>
              <a:gd name="T114" fmla="*/ 335 w 402"/>
              <a:gd name="T115" fmla="*/ 236 h 402"/>
              <a:gd name="T116" fmla="*/ 166 w 402"/>
              <a:gd name="T117" fmla="*/ 335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2" h="402">
                <a:moveTo>
                  <a:pt x="373" y="209"/>
                </a:moveTo>
                <a:cubicBezTo>
                  <a:pt x="373" y="203"/>
                  <a:pt x="373" y="197"/>
                  <a:pt x="372" y="190"/>
                </a:cubicBezTo>
                <a:cubicBezTo>
                  <a:pt x="401" y="170"/>
                  <a:pt x="401" y="170"/>
                  <a:pt x="401" y="170"/>
                </a:cubicBezTo>
                <a:cubicBezTo>
                  <a:pt x="389" y="124"/>
                  <a:pt x="389" y="124"/>
                  <a:pt x="389" y="124"/>
                </a:cubicBezTo>
                <a:cubicBezTo>
                  <a:pt x="353" y="123"/>
                  <a:pt x="353" y="123"/>
                  <a:pt x="353" y="123"/>
                </a:cubicBezTo>
                <a:cubicBezTo>
                  <a:pt x="351" y="117"/>
                  <a:pt x="347" y="111"/>
                  <a:pt x="344" y="107"/>
                </a:cubicBezTo>
                <a:cubicBezTo>
                  <a:pt x="360" y="74"/>
                  <a:pt x="360" y="74"/>
                  <a:pt x="360" y="74"/>
                </a:cubicBezTo>
                <a:cubicBezTo>
                  <a:pt x="325" y="41"/>
                  <a:pt x="325" y="41"/>
                  <a:pt x="325" y="41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88" y="54"/>
                  <a:pt x="282" y="51"/>
                  <a:pt x="277" y="48"/>
                </a:cubicBezTo>
                <a:cubicBezTo>
                  <a:pt x="275" y="12"/>
                  <a:pt x="275" y="12"/>
                  <a:pt x="275" y="12"/>
                </a:cubicBezTo>
                <a:cubicBezTo>
                  <a:pt x="251" y="6"/>
                  <a:pt x="251" y="6"/>
                  <a:pt x="251" y="6"/>
                </a:cubicBezTo>
                <a:cubicBezTo>
                  <a:pt x="228" y="0"/>
                  <a:pt x="228" y="0"/>
                  <a:pt x="228" y="0"/>
                </a:cubicBezTo>
                <a:cubicBezTo>
                  <a:pt x="209" y="30"/>
                  <a:pt x="209" y="30"/>
                  <a:pt x="209" y="30"/>
                </a:cubicBezTo>
                <a:cubicBezTo>
                  <a:pt x="203" y="30"/>
                  <a:pt x="196" y="30"/>
                  <a:pt x="190" y="30"/>
                </a:cubicBezTo>
                <a:cubicBezTo>
                  <a:pt x="170" y="1"/>
                  <a:pt x="170" y="1"/>
                  <a:pt x="170" y="1"/>
                </a:cubicBezTo>
                <a:cubicBezTo>
                  <a:pt x="124" y="13"/>
                  <a:pt x="124" y="13"/>
                  <a:pt x="124" y="13"/>
                </a:cubicBezTo>
                <a:cubicBezTo>
                  <a:pt x="122" y="49"/>
                  <a:pt x="122" y="49"/>
                  <a:pt x="122" y="49"/>
                </a:cubicBezTo>
                <a:cubicBezTo>
                  <a:pt x="116" y="52"/>
                  <a:pt x="111" y="55"/>
                  <a:pt x="106" y="59"/>
                </a:cubicBezTo>
                <a:cubicBezTo>
                  <a:pt x="74" y="43"/>
                  <a:pt x="74" y="43"/>
                  <a:pt x="74" y="43"/>
                </a:cubicBezTo>
                <a:cubicBezTo>
                  <a:pt x="41" y="77"/>
                  <a:pt x="41" y="77"/>
                  <a:pt x="41" y="77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53" y="114"/>
                  <a:pt x="50" y="120"/>
                  <a:pt x="47" y="126"/>
                </a:cubicBezTo>
                <a:cubicBezTo>
                  <a:pt x="12" y="128"/>
                  <a:pt x="12" y="128"/>
                  <a:pt x="12" y="128"/>
                </a:cubicBezTo>
                <a:cubicBezTo>
                  <a:pt x="6" y="151"/>
                  <a:pt x="6" y="151"/>
                  <a:pt x="6" y="151"/>
                </a:cubicBezTo>
                <a:cubicBezTo>
                  <a:pt x="0" y="174"/>
                  <a:pt x="0" y="174"/>
                  <a:pt x="0" y="174"/>
                </a:cubicBezTo>
                <a:cubicBezTo>
                  <a:pt x="30" y="194"/>
                  <a:pt x="30" y="194"/>
                  <a:pt x="30" y="194"/>
                </a:cubicBezTo>
                <a:cubicBezTo>
                  <a:pt x="30" y="200"/>
                  <a:pt x="30" y="206"/>
                  <a:pt x="30" y="212"/>
                </a:cubicBezTo>
                <a:cubicBezTo>
                  <a:pt x="0" y="233"/>
                  <a:pt x="0" y="233"/>
                  <a:pt x="0" y="233"/>
                </a:cubicBezTo>
                <a:cubicBezTo>
                  <a:pt x="13" y="279"/>
                  <a:pt x="13" y="279"/>
                  <a:pt x="13" y="279"/>
                </a:cubicBezTo>
                <a:cubicBezTo>
                  <a:pt x="49" y="280"/>
                  <a:pt x="49" y="280"/>
                  <a:pt x="49" y="280"/>
                </a:cubicBezTo>
                <a:cubicBezTo>
                  <a:pt x="52" y="286"/>
                  <a:pt x="55" y="291"/>
                  <a:pt x="59" y="296"/>
                </a:cubicBezTo>
                <a:cubicBezTo>
                  <a:pt x="43" y="328"/>
                  <a:pt x="43" y="328"/>
                  <a:pt x="43" y="328"/>
                </a:cubicBezTo>
                <a:cubicBezTo>
                  <a:pt x="77" y="362"/>
                  <a:pt x="77" y="362"/>
                  <a:pt x="77" y="362"/>
                </a:cubicBezTo>
                <a:cubicBezTo>
                  <a:pt x="109" y="345"/>
                  <a:pt x="109" y="345"/>
                  <a:pt x="109" y="345"/>
                </a:cubicBezTo>
                <a:cubicBezTo>
                  <a:pt x="114" y="349"/>
                  <a:pt x="119" y="352"/>
                  <a:pt x="125" y="355"/>
                </a:cubicBezTo>
                <a:cubicBezTo>
                  <a:pt x="128" y="390"/>
                  <a:pt x="128" y="390"/>
                  <a:pt x="128" y="390"/>
                </a:cubicBezTo>
                <a:cubicBezTo>
                  <a:pt x="150" y="396"/>
                  <a:pt x="150" y="396"/>
                  <a:pt x="150" y="396"/>
                </a:cubicBezTo>
                <a:cubicBezTo>
                  <a:pt x="174" y="402"/>
                  <a:pt x="174" y="402"/>
                  <a:pt x="174" y="402"/>
                </a:cubicBezTo>
                <a:cubicBezTo>
                  <a:pt x="194" y="373"/>
                  <a:pt x="194" y="373"/>
                  <a:pt x="194" y="373"/>
                </a:cubicBezTo>
                <a:cubicBezTo>
                  <a:pt x="200" y="373"/>
                  <a:pt x="206" y="373"/>
                  <a:pt x="212" y="372"/>
                </a:cubicBezTo>
                <a:cubicBezTo>
                  <a:pt x="232" y="402"/>
                  <a:pt x="232" y="402"/>
                  <a:pt x="232" y="402"/>
                </a:cubicBezTo>
                <a:cubicBezTo>
                  <a:pt x="278" y="389"/>
                  <a:pt x="278" y="389"/>
                  <a:pt x="278" y="389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285" y="351"/>
                  <a:pt x="291" y="348"/>
                  <a:pt x="296" y="344"/>
                </a:cubicBezTo>
                <a:cubicBezTo>
                  <a:pt x="328" y="360"/>
                  <a:pt x="328" y="360"/>
                  <a:pt x="328" y="360"/>
                </a:cubicBezTo>
                <a:cubicBezTo>
                  <a:pt x="362" y="326"/>
                  <a:pt x="362" y="326"/>
                  <a:pt x="362" y="326"/>
                </a:cubicBezTo>
                <a:cubicBezTo>
                  <a:pt x="345" y="294"/>
                  <a:pt x="345" y="294"/>
                  <a:pt x="345" y="294"/>
                </a:cubicBezTo>
                <a:cubicBezTo>
                  <a:pt x="349" y="289"/>
                  <a:pt x="352" y="283"/>
                  <a:pt x="354" y="277"/>
                </a:cubicBezTo>
                <a:cubicBezTo>
                  <a:pt x="390" y="275"/>
                  <a:pt x="390" y="275"/>
                  <a:pt x="390" y="275"/>
                </a:cubicBezTo>
                <a:cubicBezTo>
                  <a:pt x="396" y="251"/>
                  <a:pt x="396" y="251"/>
                  <a:pt x="396" y="251"/>
                </a:cubicBezTo>
                <a:cubicBezTo>
                  <a:pt x="402" y="229"/>
                  <a:pt x="402" y="229"/>
                  <a:pt x="402" y="229"/>
                </a:cubicBezTo>
                <a:cubicBezTo>
                  <a:pt x="373" y="209"/>
                  <a:pt x="373" y="209"/>
                  <a:pt x="373" y="209"/>
                </a:cubicBezTo>
                <a:cubicBezTo>
                  <a:pt x="373" y="209"/>
                  <a:pt x="373" y="209"/>
                  <a:pt x="373" y="209"/>
                </a:cubicBezTo>
                <a:close/>
                <a:moveTo>
                  <a:pt x="166" y="335"/>
                </a:moveTo>
                <a:cubicBezTo>
                  <a:pt x="93" y="316"/>
                  <a:pt x="48" y="241"/>
                  <a:pt x="67" y="167"/>
                </a:cubicBezTo>
                <a:cubicBezTo>
                  <a:pt x="87" y="93"/>
                  <a:pt x="162" y="49"/>
                  <a:pt x="235" y="68"/>
                </a:cubicBezTo>
                <a:cubicBezTo>
                  <a:pt x="309" y="87"/>
                  <a:pt x="354" y="162"/>
                  <a:pt x="335" y="236"/>
                </a:cubicBezTo>
                <a:cubicBezTo>
                  <a:pt x="316" y="310"/>
                  <a:pt x="241" y="354"/>
                  <a:pt x="166" y="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28" name="Oval 16"/>
          <p:cNvSpPr>
            <a:spLocks noChangeArrowheads="1"/>
          </p:cNvSpPr>
          <p:nvPr/>
        </p:nvSpPr>
        <p:spPr bwMode="auto">
          <a:xfrm>
            <a:off x="7774139" y="2607182"/>
            <a:ext cx="647481" cy="651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  <p:sp>
        <p:nvSpPr>
          <p:cNvPr id="37" name="Freeform 25"/>
          <p:cNvSpPr>
            <a:spLocks noEditPoints="1"/>
          </p:cNvSpPr>
          <p:nvPr/>
        </p:nvSpPr>
        <p:spPr bwMode="auto">
          <a:xfrm>
            <a:off x="7966379" y="2800877"/>
            <a:ext cx="262998" cy="264495"/>
          </a:xfrm>
          <a:custGeom>
            <a:avLst/>
            <a:gdLst>
              <a:gd name="T0" fmla="*/ 62 w 98"/>
              <a:gd name="T1" fmla="*/ 39 h 98"/>
              <a:gd name="T2" fmla="*/ 51 w 98"/>
              <a:gd name="T3" fmla="*/ 43 h 98"/>
              <a:gd name="T4" fmla="*/ 58 w 98"/>
              <a:gd name="T5" fmla="*/ 41 h 98"/>
              <a:gd name="T6" fmla="*/ 56 w 98"/>
              <a:gd name="T7" fmla="*/ 44 h 98"/>
              <a:gd name="T8" fmla="*/ 40 w 98"/>
              <a:gd name="T9" fmla="*/ 50 h 98"/>
              <a:gd name="T10" fmla="*/ 40 w 98"/>
              <a:gd name="T11" fmla="*/ 37 h 98"/>
              <a:gd name="T12" fmla="*/ 39 w 98"/>
              <a:gd name="T13" fmla="*/ 42 h 98"/>
              <a:gd name="T14" fmla="*/ 41 w 98"/>
              <a:gd name="T15" fmla="*/ 44 h 98"/>
              <a:gd name="T16" fmla="*/ 94 w 98"/>
              <a:gd name="T17" fmla="*/ 0 h 98"/>
              <a:gd name="T18" fmla="*/ 3 w 98"/>
              <a:gd name="T19" fmla="*/ 98 h 98"/>
              <a:gd name="T20" fmla="*/ 91 w 98"/>
              <a:gd name="T21" fmla="*/ 91 h 98"/>
              <a:gd name="T22" fmla="*/ 91 w 98"/>
              <a:gd name="T23" fmla="*/ 91 h 98"/>
              <a:gd name="T24" fmla="*/ 15 w 98"/>
              <a:gd name="T25" fmla="*/ 7 h 98"/>
              <a:gd name="T26" fmla="*/ 35 w 98"/>
              <a:gd name="T27" fmla="*/ 7 h 98"/>
              <a:gd name="T28" fmla="*/ 55 w 98"/>
              <a:gd name="T29" fmla="*/ 7 h 98"/>
              <a:gd name="T30" fmla="*/ 76 w 98"/>
              <a:gd name="T31" fmla="*/ 7 h 98"/>
              <a:gd name="T32" fmla="*/ 91 w 98"/>
              <a:gd name="T33" fmla="*/ 7 h 98"/>
              <a:gd name="T34" fmla="*/ 80 w 98"/>
              <a:gd name="T35" fmla="*/ 48 h 98"/>
              <a:gd name="T36" fmla="*/ 71 w 98"/>
              <a:gd name="T37" fmla="*/ 39 h 98"/>
              <a:gd name="T38" fmla="*/ 75 w 98"/>
              <a:gd name="T39" fmla="*/ 41 h 98"/>
              <a:gd name="T40" fmla="*/ 74 w 98"/>
              <a:gd name="T41" fmla="*/ 44 h 98"/>
              <a:gd name="T42" fmla="*/ 75 w 98"/>
              <a:gd name="T43" fmla="*/ 67 h 98"/>
              <a:gd name="T44" fmla="*/ 80 w 98"/>
              <a:gd name="T45" fmla="*/ 56 h 98"/>
              <a:gd name="T46" fmla="*/ 71 w 98"/>
              <a:gd name="T47" fmla="*/ 65 h 98"/>
              <a:gd name="T48" fmla="*/ 77 w 98"/>
              <a:gd name="T49" fmla="*/ 60 h 98"/>
              <a:gd name="T50" fmla="*/ 74 w 98"/>
              <a:gd name="T51" fmla="*/ 59 h 98"/>
              <a:gd name="T52" fmla="*/ 45 w 98"/>
              <a:gd name="T53" fmla="*/ 82 h 98"/>
              <a:gd name="T54" fmla="*/ 36 w 98"/>
              <a:gd name="T55" fmla="*/ 73 h 98"/>
              <a:gd name="T56" fmla="*/ 39 w 98"/>
              <a:gd name="T57" fmla="*/ 76 h 98"/>
              <a:gd name="T58" fmla="*/ 41 w 98"/>
              <a:gd name="T59" fmla="*/ 79 h 98"/>
              <a:gd name="T60" fmla="*/ 39 w 98"/>
              <a:gd name="T61" fmla="*/ 76 h 98"/>
              <a:gd name="T62" fmla="*/ 27 w 98"/>
              <a:gd name="T63" fmla="*/ 65 h 98"/>
              <a:gd name="T64" fmla="*/ 18 w 98"/>
              <a:gd name="T65" fmla="*/ 56 h 98"/>
              <a:gd name="T66" fmla="*/ 21 w 98"/>
              <a:gd name="T67" fmla="*/ 59 h 98"/>
              <a:gd name="T68" fmla="*/ 24 w 98"/>
              <a:gd name="T69" fmla="*/ 62 h 98"/>
              <a:gd name="T70" fmla="*/ 21 w 98"/>
              <a:gd name="T71" fmla="*/ 59 h 98"/>
              <a:gd name="T72" fmla="*/ 27 w 98"/>
              <a:gd name="T73" fmla="*/ 82 h 98"/>
              <a:gd name="T74" fmla="*/ 18 w 98"/>
              <a:gd name="T75" fmla="*/ 73 h 98"/>
              <a:gd name="T76" fmla="*/ 21 w 98"/>
              <a:gd name="T77" fmla="*/ 76 h 98"/>
              <a:gd name="T78" fmla="*/ 24 w 98"/>
              <a:gd name="T79" fmla="*/ 79 h 98"/>
              <a:gd name="T80" fmla="*/ 21 w 98"/>
              <a:gd name="T81" fmla="*/ 76 h 98"/>
              <a:gd name="T82" fmla="*/ 62 w 98"/>
              <a:gd name="T83" fmla="*/ 65 h 98"/>
              <a:gd name="T84" fmla="*/ 53 w 98"/>
              <a:gd name="T85" fmla="*/ 56 h 98"/>
              <a:gd name="T86" fmla="*/ 56 w 98"/>
              <a:gd name="T87" fmla="*/ 59 h 98"/>
              <a:gd name="T88" fmla="*/ 59 w 98"/>
              <a:gd name="T89" fmla="*/ 62 h 98"/>
              <a:gd name="T90" fmla="*/ 53 w 98"/>
              <a:gd name="T91" fmla="*/ 82 h 98"/>
              <a:gd name="T92" fmla="*/ 64 w 98"/>
              <a:gd name="T93" fmla="*/ 77 h 98"/>
              <a:gd name="T94" fmla="*/ 53 w 98"/>
              <a:gd name="T95" fmla="*/ 73 h 98"/>
              <a:gd name="T96" fmla="*/ 56 w 98"/>
              <a:gd name="T97" fmla="*/ 76 h 98"/>
              <a:gd name="T98" fmla="*/ 58 w 98"/>
              <a:gd name="T99" fmla="*/ 79 h 98"/>
              <a:gd name="T100" fmla="*/ 36 w 98"/>
              <a:gd name="T101" fmla="*/ 65 h 98"/>
              <a:gd name="T102" fmla="*/ 45 w 98"/>
              <a:gd name="T103" fmla="*/ 56 h 98"/>
              <a:gd name="T104" fmla="*/ 36 w 98"/>
              <a:gd name="T105" fmla="*/ 65 h 98"/>
              <a:gd name="T106" fmla="*/ 41 w 98"/>
              <a:gd name="T107" fmla="*/ 59 h 98"/>
              <a:gd name="T108" fmla="*/ 40 w 98"/>
              <a:gd name="T109" fmla="*/ 62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8" h="98">
                <a:moveTo>
                  <a:pt x="53" y="48"/>
                </a:moveTo>
                <a:cubicBezTo>
                  <a:pt x="54" y="49"/>
                  <a:pt x="56" y="50"/>
                  <a:pt x="58" y="50"/>
                </a:cubicBezTo>
                <a:cubicBezTo>
                  <a:pt x="59" y="50"/>
                  <a:pt x="61" y="49"/>
                  <a:pt x="62" y="48"/>
                </a:cubicBezTo>
                <a:cubicBezTo>
                  <a:pt x="63" y="46"/>
                  <a:pt x="64" y="45"/>
                  <a:pt x="64" y="43"/>
                </a:cubicBezTo>
                <a:cubicBezTo>
                  <a:pt x="64" y="41"/>
                  <a:pt x="63" y="40"/>
                  <a:pt x="62" y="39"/>
                </a:cubicBezTo>
                <a:cubicBezTo>
                  <a:pt x="62" y="39"/>
                  <a:pt x="62" y="39"/>
                  <a:pt x="62" y="39"/>
                </a:cubicBezTo>
                <a:cubicBezTo>
                  <a:pt x="61" y="37"/>
                  <a:pt x="59" y="37"/>
                  <a:pt x="58" y="37"/>
                </a:cubicBezTo>
                <a:cubicBezTo>
                  <a:pt x="56" y="37"/>
                  <a:pt x="54" y="37"/>
                  <a:pt x="53" y="39"/>
                </a:cubicBezTo>
                <a:cubicBezTo>
                  <a:pt x="53" y="39"/>
                  <a:pt x="53" y="39"/>
                  <a:pt x="53" y="39"/>
                </a:cubicBezTo>
                <a:cubicBezTo>
                  <a:pt x="52" y="40"/>
                  <a:pt x="51" y="41"/>
                  <a:pt x="51" y="43"/>
                </a:cubicBezTo>
                <a:cubicBezTo>
                  <a:pt x="51" y="45"/>
                  <a:pt x="52" y="46"/>
                  <a:pt x="53" y="48"/>
                </a:cubicBezTo>
                <a:cubicBezTo>
                  <a:pt x="53" y="48"/>
                  <a:pt x="53" y="48"/>
                  <a:pt x="53" y="48"/>
                </a:cubicBezTo>
                <a:close/>
                <a:moveTo>
                  <a:pt x="56" y="42"/>
                </a:moveTo>
                <a:cubicBezTo>
                  <a:pt x="56" y="42"/>
                  <a:pt x="56" y="42"/>
                  <a:pt x="56" y="42"/>
                </a:cubicBezTo>
                <a:cubicBezTo>
                  <a:pt x="57" y="41"/>
                  <a:pt x="57" y="41"/>
                  <a:pt x="58" y="41"/>
                </a:cubicBezTo>
                <a:cubicBezTo>
                  <a:pt x="58" y="41"/>
                  <a:pt x="59" y="41"/>
                  <a:pt x="59" y="42"/>
                </a:cubicBezTo>
                <a:cubicBezTo>
                  <a:pt x="59" y="42"/>
                  <a:pt x="59" y="43"/>
                  <a:pt x="59" y="43"/>
                </a:cubicBezTo>
                <a:cubicBezTo>
                  <a:pt x="59" y="44"/>
                  <a:pt x="59" y="44"/>
                  <a:pt x="59" y="44"/>
                </a:cubicBezTo>
                <a:cubicBezTo>
                  <a:pt x="59" y="45"/>
                  <a:pt x="58" y="45"/>
                  <a:pt x="58" y="45"/>
                </a:cubicBezTo>
                <a:cubicBezTo>
                  <a:pt x="57" y="45"/>
                  <a:pt x="57" y="45"/>
                  <a:pt x="56" y="44"/>
                </a:cubicBezTo>
                <a:cubicBezTo>
                  <a:pt x="56" y="44"/>
                  <a:pt x="56" y="44"/>
                  <a:pt x="56" y="43"/>
                </a:cubicBezTo>
                <a:cubicBezTo>
                  <a:pt x="56" y="43"/>
                  <a:pt x="56" y="42"/>
                  <a:pt x="56" y="42"/>
                </a:cubicBezTo>
                <a:close/>
                <a:moveTo>
                  <a:pt x="36" y="48"/>
                </a:moveTo>
                <a:cubicBezTo>
                  <a:pt x="36" y="48"/>
                  <a:pt x="36" y="48"/>
                  <a:pt x="36" y="48"/>
                </a:cubicBezTo>
                <a:cubicBezTo>
                  <a:pt x="37" y="49"/>
                  <a:pt x="38" y="50"/>
                  <a:pt x="40" y="50"/>
                </a:cubicBezTo>
                <a:cubicBezTo>
                  <a:pt x="42" y="50"/>
                  <a:pt x="43" y="49"/>
                  <a:pt x="45" y="48"/>
                </a:cubicBezTo>
                <a:cubicBezTo>
                  <a:pt x="46" y="46"/>
                  <a:pt x="47" y="45"/>
                  <a:pt x="47" y="43"/>
                </a:cubicBezTo>
                <a:cubicBezTo>
                  <a:pt x="47" y="41"/>
                  <a:pt x="46" y="40"/>
                  <a:pt x="45" y="39"/>
                </a:cubicBezTo>
                <a:cubicBezTo>
                  <a:pt x="45" y="39"/>
                  <a:pt x="45" y="39"/>
                  <a:pt x="45" y="39"/>
                </a:cubicBezTo>
                <a:cubicBezTo>
                  <a:pt x="43" y="37"/>
                  <a:pt x="42" y="37"/>
                  <a:pt x="40" y="37"/>
                </a:cubicBezTo>
                <a:cubicBezTo>
                  <a:pt x="38" y="37"/>
                  <a:pt x="37" y="37"/>
                  <a:pt x="36" y="39"/>
                </a:cubicBezTo>
                <a:cubicBezTo>
                  <a:pt x="34" y="40"/>
                  <a:pt x="34" y="41"/>
                  <a:pt x="34" y="43"/>
                </a:cubicBezTo>
                <a:cubicBezTo>
                  <a:pt x="34" y="45"/>
                  <a:pt x="34" y="46"/>
                  <a:pt x="36" y="48"/>
                </a:cubicBezTo>
                <a:close/>
                <a:moveTo>
                  <a:pt x="39" y="42"/>
                </a:moveTo>
                <a:cubicBezTo>
                  <a:pt x="39" y="42"/>
                  <a:pt x="39" y="42"/>
                  <a:pt x="39" y="42"/>
                </a:cubicBezTo>
                <a:cubicBezTo>
                  <a:pt x="39" y="41"/>
                  <a:pt x="40" y="41"/>
                  <a:pt x="40" y="41"/>
                </a:cubicBezTo>
                <a:cubicBezTo>
                  <a:pt x="41" y="41"/>
                  <a:pt x="41" y="41"/>
                  <a:pt x="41" y="42"/>
                </a:cubicBezTo>
                <a:cubicBezTo>
                  <a:pt x="41" y="42"/>
                  <a:pt x="41" y="42"/>
                  <a:pt x="41" y="42"/>
                </a:cubicBezTo>
                <a:cubicBezTo>
                  <a:pt x="42" y="42"/>
                  <a:pt x="42" y="43"/>
                  <a:pt x="42" y="43"/>
                </a:cubicBezTo>
                <a:cubicBezTo>
                  <a:pt x="42" y="44"/>
                  <a:pt x="42" y="44"/>
                  <a:pt x="41" y="44"/>
                </a:cubicBezTo>
                <a:cubicBezTo>
                  <a:pt x="41" y="45"/>
                  <a:pt x="41" y="45"/>
                  <a:pt x="40" y="45"/>
                </a:cubicBezTo>
                <a:cubicBezTo>
                  <a:pt x="40" y="45"/>
                  <a:pt x="39" y="45"/>
                  <a:pt x="39" y="44"/>
                </a:cubicBezTo>
                <a:cubicBezTo>
                  <a:pt x="38" y="44"/>
                  <a:pt x="38" y="44"/>
                  <a:pt x="38" y="43"/>
                </a:cubicBezTo>
                <a:cubicBezTo>
                  <a:pt x="38" y="43"/>
                  <a:pt x="38" y="42"/>
                  <a:pt x="39" y="42"/>
                </a:cubicBezTo>
                <a:close/>
                <a:moveTo>
                  <a:pt x="94" y="0"/>
                </a:moveTo>
                <a:cubicBezTo>
                  <a:pt x="94" y="0"/>
                  <a:pt x="94" y="0"/>
                  <a:pt x="94" y="0"/>
                </a:cubicBezTo>
                <a:cubicBezTo>
                  <a:pt x="3" y="0"/>
                  <a:pt x="3" y="0"/>
                  <a:pt x="3" y="0"/>
                </a:cubicBezTo>
                <a:cubicBezTo>
                  <a:pt x="1" y="0"/>
                  <a:pt x="0" y="1"/>
                  <a:pt x="0" y="4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7"/>
                  <a:pt x="1" y="98"/>
                  <a:pt x="3" y="98"/>
                </a:cubicBezTo>
                <a:cubicBezTo>
                  <a:pt x="94" y="98"/>
                  <a:pt x="94" y="98"/>
                  <a:pt x="94" y="98"/>
                </a:cubicBezTo>
                <a:cubicBezTo>
                  <a:pt x="96" y="98"/>
                  <a:pt x="98" y="97"/>
                  <a:pt x="98" y="94"/>
                </a:cubicBezTo>
                <a:cubicBezTo>
                  <a:pt x="98" y="4"/>
                  <a:pt x="98" y="4"/>
                  <a:pt x="98" y="4"/>
                </a:cubicBezTo>
                <a:cubicBezTo>
                  <a:pt x="98" y="1"/>
                  <a:pt x="96" y="0"/>
                  <a:pt x="94" y="0"/>
                </a:cubicBezTo>
                <a:close/>
                <a:moveTo>
                  <a:pt x="91" y="91"/>
                </a:moveTo>
                <a:cubicBezTo>
                  <a:pt x="91" y="91"/>
                  <a:pt x="91" y="91"/>
                  <a:pt x="91" y="91"/>
                </a:cubicBezTo>
                <a:cubicBezTo>
                  <a:pt x="7" y="91"/>
                  <a:pt x="7" y="91"/>
                  <a:pt x="7" y="91"/>
                </a:cubicBezTo>
                <a:cubicBezTo>
                  <a:pt x="7" y="29"/>
                  <a:pt x="7" y="29"/>
                  <a:pt x="7" y="29"/>
                </a:cubicBezTo>
                <a:cubicBezTo>
                  <a:pt x="91" y="29"/>
                  <a:pt x="91" y="29"/>
                  <a:pt x="91" y="29"/>
                </a:cubicBezTo>
                <a:cubicBezTo>
                  <a:pt x="91" y="91"/>
                  <a:pt x="91" y="91"/>
                  <a:pt x="91" y="91"/>
                </a:cubicBezTo>
                <a:close/>
                <a:moveTo>
                  <a:pt x="91" y="25"/>
                </a:moveTo>
                <a:cubicBezTo>
                  <a:pt x="91" y="25"/>
                  <a:pt x="91" y="25"/>
                  <a:pt x="91" y="25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7"/>
                  <a:pt x="7" y="7"/>
                  <a:pt x="7" y="7"/>
                </a:cubicBezTo>
                <a:cubicBezTo>
                  <a:pt x="15" y="7"/>
                  <a:pt x="15" y="7"/>
                  <a:pt x="15" y="7"/>
                </a:cubicBezTo>
                <a:cubicBezTo>
                  <a:pt x="15" y="13"/>
                  <a:pt x="15" y="13"/>
                  <a:pt x="15" y="13"/>
                </a:cubicBezTo>
                <a:cubicBezTo>
                  <a:pt x="15" y="15"/>
                  <a:pt x="16" y="17"/>
                  <a:pt x="18" y="17"/>
                </a:cubicBezTo>
                <a:cubicBezTo>
                  <a:pt x="20" y="17"/>
                  <a:pt x="22" y="15"/>
                  <a:pt x="22" y="13"/>
                </a:cubicBezTo>
                <a:cubicBezTo>
                  <a:pt x="22" y="7"/>
                  <a:pt x="22" y="7"/>
                  <a:pt x="22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5"/>
                  <a:pt x="37" y="17"/>
                  <a:pt x="39" y="17"/>
                </a:cubicBezTo>
                <a:cubicBezTo>
                  <a:pt x="41" y="17"/>
                  <a:pt x="42" y="15"/>
                  <a:pt x="42" y="13"/>
                </a:cubicBezTo>
                <a:cubicBezTo>
                  <a:pt x="42" y="7"/>
                  <a:pt x="42" y="7"/>
                  <a:pt x="42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13"/>
                  <a:pt x="55" y="13"/>
                  <a:pt x="55" y="13"/>
                </a:cubicBezTo>
                <a:cubicBezTo>
                  <a:pt x="55" y="15"/>
                  <a:pt x="57" y="17"/>
                  <a:pt x="59" y="17"/>
                </a:cubicBezTo>
                <a:cubicBezTo>
                  <a:pt x="61" y="17"/>
                  <a:pt x="63" y="15"/>
                  <a:pt x="63" y="13"/>
                </a:cubicBezTo>
                <a:cubicBezTo>
                  <a:pt x="63" y="7"/>
                  <a:pt x="63" y="7"/>
                  <a:pt x="63" y="7"/>
                </a:cubicBezTo>
                <a:cubicBezTo>
                  <a:pt x="76" y="7"/>
                  <a:pt x="76" y="7"/>
                  <a:pt x="76" y="7"/>
                </a:cubicBezTo>
                <a:cubicBezTo>
                  <a:pt x="76" y="13"/>
                  <a:pt x="76" y="13"/>
                  <a:pt x="76" y="13"/>
                </a:cubicBezTo>
                <a:cubicBezTo>
                  <a:pt x="76" y="15"/>
                  <a:pt x="77" y="17"/>
                  <a:pt x="79" y="17"/>
                </a:cubicBezTo>
                <a:cubicBezTo>
                  <a:pt x="81" y="17"/>
                  <a:pt x="83" y="15"/>
                  <a:pt x="83" y="13"/>
                </a:cubicBezTo>
                <a:cubicBezTo>
                  <a:pt x="83" y="7"/>
                  <a:pt x="83" y="7"/>
                  <a:pt x="83" y="7"/>
                </a:cubicBezTo>
                <a:cubicBezTo>
                  <a:pt x="91" y="7"/>
                  <a:pt x="91" y="7"/>
                  <a:pt x="91" y="7"/>
                </a:cubicBezTo>
                <a:cubicBezTo>
                  <a:pt x="91" y="25"/>
                  <a:pt x="91" y="25"/>
                  <a:pt x="91" y="25"/>
                </a:cubicBezTo>
                <a:close/>
                <a:moveTo>
                  <a:pt x="71" y="48"/>
                </a:moveTo>
                <a:cubicBezTo>
                  <a:pt x="71" y="48"/>
                  <a:pt x="71" y="48"/>
                  <a:pt x="71" y="48"/>
                </a:cubicBezTo>
                <a:cubicBezTo>
                  <a:pt x="72" y="49"/>
                  <a:pt x="73" y="50"/>
                  <a:pt x="75" y="50"/>
                </a:cubicBezTo>
                <a:cubicBezTo>
                  <a:pt x="77" y="50"/>
                  <a:pt x="78" y="49"/>
                  <a:pt x="80" y="48"/>
                </a:cubicBezTo>
                <a:cubicBezTo>
                  <a:pt x="81" y="46"/>
                  <a:pt x="82" y="45"/>
                  <a:pt x="82" y="43"/>
                </a:cubicBezTo>
                <a:cubicBezTo>
                  <a:pt x="82" y="41"/>
                  <a:pt x="81" y="40"/>
                  <a:pt x="80" y="39"/>
                </a:cubicBezTo>
                <a:cubicBezTo>
                  <a:pt x="80" y="39"/>
                  <a:pt x="80" y="39"/>
                  <a:pt x="80" y="39"/>
                </a:cubicBezTo>
                <a:cubicBezTo>
                  <a:pt x="78" y="37"/>
                  <a:pt x="77" y="37"/>
                  <a:pt x="75" y="37"/>
                </a:cubicBezTo>
                <a:cubicBezTo>
                  <a:pt x="73" y="37"/>
                  <a:pt x="72" y="37"/>
                  <a:pt x="71" y="39"/>
                </a:cubicBezTo>
                <a:cubicBezTo>
                  <a:pt x="69" y="40"/>
                  <a:pt x="69" y="41"/>
                  <a:pt x="69" y="43"/>
                </a:cubicBezTo>
                <a:cubicBezTo>
                  <a:pt x="69" y="45"/>
                  <a:pt x="69" y="46"/>
                  <a:pt x="71" y="48"/>
                </a:cubicBezTo>
                <a:close/>
                <a:moveTo>
                  <a:pt x="74" y="42"/>
                </a:moveTo>
                <a:cubicBezTo>
                  <a:pt x="74" y="42"/>
                  <a:pt x="74" y="42"/>
                  <a:pt x="74" y="42"/>
                </a:cubicBezTo>
                <a:cubicBezTo>
                  <a:pt x="74" y="41"/>
                  <a:pt x="75" y="41"/>
                  <a:pt x="75" y="41"/>
                </a:cubicBezTo>
                <a:cubicBezTo>
                  <a:pt x="76" y="41"/>
                  <a:pt x="76" y="41"/>
                  <a:pt x="76" y="42"/>
                </a:cubicBezTo>
                <a:cubicBezTo>
                  <a:pt x="77" y="42"/>
                  <a:pt x="77" y="43"/>
                  <a:pt x="77" y="43"/>
                </a:cubicBezTo>
                <a:cubicBezTo>
                  <a:pt x="77" y="44"/>
                  <a:pt x="77" y="44"/>
                  <a:pt x="76" y="44"/>
                </a:cubicBezTo>
                <a:cubicBezTo>
                  <a:pt x="76" y="45"/>
                  <a:pt x="76" y="45"/>
                  <a:pt x="75" y="45"/>
                </a:cubicBezTo>
                <a:cubicBezTo>
                  <a:pt x="75" y="45"/>
                  <a:pt x="74" y="45"/>
                  <a:pt x="74" y="44"/>
                </a:cubicBezTo>
                <a:cubicBezTo>
                  <a:pt x="73" y="44"/>
                  <a:pt x="73" y="44"/>
                  <a:pt x="73" y="43"/>
                </a:cubicBezTo>
                <a:cubicBezTo>
                  <a:pt x="73" y="43"/>
                  <a:pt x="73" y="42"/>
                  <a:pt x="74" y="42"/>
                </a:cubicBezTo>
                <a:close/>
                <a:moveTo>
                  <a:pt x="71" y="65"/>
                </a:moveTo>
                <a:cubicBezTo>
                  <a:pt x="71" y="65"/>
                  <a:pt x="71" y="65"/>
                  <a:pt x="71" y="65"/>
                </a:cubicBezTo>
                <a:cubicBezTo>
                  <a:pt x="72" y="66"/>
                  <a:pt x="73" y="67"/>
                  <a:pt x="75" y="67"/>
                </a:cubicBezTo>
                <a:cubicBezTo>
                  <a:pt x="77" y="67"/>
                  <a:pt x="78" y="66"/>
                  <a:pt x="80" y="65"/>
                </a:cubicBezTo>
                <a:cubicBezTo>
                  <a:pt x="80" y="65"/>
                  <a:pt x="80" y="65"/>
                  <a:pt x="80" y="65"/>
                </a:cubicBezTo>
                <a:cubicBezTo>
                  <a:pt x="81" y="64"/>
                  <a:pt x="82" y="62"/>
                  <a:pt x="82" y="60"/>
                </a:cubicBezTo>
                <a:cubicBezTo>
                  <a:pt x="82" y="59"/>
                  <a:pt x="81" y="57"/>
                  <a:pt x="80" y="56"/>
                </a:cubicBezTo>
                <a:cubicBezTo>
                  <a:pt x="80" y="56"/>
                  <a:pt x="80" y="56"/>
                  <a:pt x="80" y="56"/>
                </a:cubicBezTo>
                <a:cubicBezTo>
                  <a:pt x="78" y="54"/>
                  <a:pt x="77" y="54"/>
                  <a:pt x="75" y="54"/>
                </a:cubicBezTo>
                <a:cubicBezTo>
                  <a:pt x="73" y="54"/>
                  <a:pt x="72" y="54"/>
                  <a:pt x="71" y="56"/>
                </a:cubicBezTo>
                <a:cubicBezTo>
                  <a:pt x="69" y="57"/>
                  <a:pt x="69" y="59"/>
                  <a:pt x="69" y="60"/>
                </a:cubicBezTo>
                <a:cubicBezTo>
                  <a:pt x="69" y="62"/>
                  <a:pt x="69" y="64"/>
                  <a:pt x="71" y="65"/>
                </a:cubicBezTo>
                <a:cubicBezTo>
                  <a:pt x="71" y="65"/>
                  <a:pt x="71" y="65"/>
                  <a:pt x="71" y="65"/>
                </a:cubicBezTo>
                <a:close/>
                <a:moveTo>
                  <a:pt x="74" y="59"/>
                </a:moveTo>
                <a:cubicBezTo>
                  <a:pt x="74" y="59"/>
                  <a:pt x="74" y="59"/>
                  <a:pt x="74" y="59"/>
                </a:cubicBezTo>
                <a:cubicBezTo>
                  <a:pt x="74" y="59"/>
                  <a:pt x="75" y="58"/>
                  <a:pt x="75" y="58"/>
                </a:cubicBezTo>
                <a:cubicBezTo>
                  <a:pt x="76" y="58"/>
                  <a:pt x="76" y="59"/>
                  <a:pt x="76" y="59"/>
                </a:cubicBezTo>
                <a:cubicBezTo>
                  <a:pt x="77" y="59"/>
                  <a:pt x="77" y="60"/>
                  <a:pt x="77" y="60"/>
                </a:cubicBezTo>
                <a:cubicBezTo>
                  <a:pt x="77" y="61"/>
                  <a:pt x="77" y="61"/>
                  <a:pt x="76" y="62"/>
                </a:cubicBezTo>
                <a:cubicBezTo>
                  <a:pt x="76" y="62"/>
                  <a:pt x="76" y="62"/>
                  <a:pt x="75" y="62"/>
                </a:cubicBezTo>
                <a:cubicBezTo>
                  <a:pt x="75" y="62"/>
                  <a:pt x="74" y="62"/>
                  <a:pt x="74" y="62"/>
                </a:cubicBezTo>
                <a:cubicBezTo>
                  <a:pt x="73" y="61"/>
                  <a:pt x="73" y="61"/>
                  <a:pt x="73" y="60"/>
                </a:cubicBezTo>
                <a:cubicBezTo>
                  <a:pt x="73" y="60"/>
                  <a:pt x="73" y="59"/>
                  <a:pt x="74" y="59"/>
                </a:cubicBezTo>
                <a:close/>
                <a:moveTo>
                  <a:pt x="36" y="82"/>
                </a:moveTo>
                <a:cubicBezTo>
                  <a:pt x="36" y="82"/>
                  <a:pt x="36" y="82"/>
                  <a:pt x="36" y="82"/>
                </a:cubicBezTo>
                <a:cubicBezTo>
                  <a:pt x="37" y="83"/>
                  <a:pt x="38" y="84"/>
                  <a:pt x="40" y="84"/>
                </a:cubicBezTo>
                <a:cubicBezTo>
                  <a:pt x="42" y="84"/>
                  <a:pt x="43" y="83"/>
                  <a:pt x="45" y="82"/>
                </a:cubicBezTo>
                <a:cubicBezTo>
                  <a:pt x="45" y="82"/>
                  <a:pt x="45" y="82"/>
                  <a:pt x="45" y="82"/>
                </a:cubicBezTo>
                <a:cubicBezTo>
                  <a:pt x="46" y="81"/>
                  <a:pt x="47" y="79"/>
                  <a:pt x="47" y="77"/>
                </a:cubicBezTo>
                <a:cubicBezTo>
                  <a:pt x="47" y="76"/>
                  <a:pt x="46" y="74"/>
                  <a:pt x="45" y="73"/>
                </a:cubicBezTo>
                <a:cubicBezTo>
                  <a:pt x="45" y="73"/>
                  <a:pt x="45" y="73"/>
                  <a:pt x="45" y="73"/>
                </a:cubicBezTo>
                <a:cubicBezTo>
                  <a:pt x="43" y="72"/>
                  <a:pt x="42" y="71"/>
                  <a:pt x="40" y="71"/>
                </a:cubicBezTo>
                <a:cubicBezTo>
                  <a:pt x="38" y="71"/>
                  <a:pt x="37" y="72"/>
                  <a:pt x="36" y="73"/>
                </a:cubicBezTo>
                <a:cubicBezTo>
                  <a:pt x="36" y="73"/>
                  <a:pt x="36" y="73"/>
                  <a:pt x="36" y="73"/>
                </a:cubicBezTo>
                <a:cubicBezTo>
                  <a:pt x="34" y="74"/>
                  <a:pt x="34" y="76"/>
                  <a:pt x="34" y="77"/>
                </a:cubicBezTo>
                <a:cubicBezTo>
                  <a:pt x="34" y="79"/>
                  <a:pt x="34" y="81"/>
                  <a:pt x="36" y="82"/>
                </a:cubicBezTo>
                <a:close/>
                <a:moveTo>
                  <a:pt x="39" y="76"/>
                </a:moveTo>
                <a:cubicBezTo>
                  <a:pt x="39" y="76"/>
                  <a:pt x="39" y="76"/>
                  <a:pt x="39" y="76"/>
                </a:cubicBezTo>
                <a:cubicBezTo>
                  <a:pt x="39" y="76"/>
                  <a:pt x="40" y="75"/>
                  <a:pt x="40" y="75"/>
                </a:cubicBezTo>
                <a:cubicBezTo>
                  <a:pt x="41" y="75"/>
                  <a:pt x="41" y="76"/>
                  <a:pt x="41" y="76"/>
                </a:cubicBezTo>
                <a:cubicBezTo>
                  <a:pt x="41" y="76"/>
                  <a:pt x="41" y="76"/>
                  <a:pt x="41" y="76"/>
                </a:cubicBezTo>
                <a:cubicBezTo>
                  <a:pt x="42" y="76"/>
                  <a:pt x="42" y="77"/>
                  <a:pt x="42" y="77"/>
                </a:cubicBezTo>
                <a:cubicBezTo>
                  <a:pt x="42" y="78"/>
                  <a:pt x="42" y="78"/>
                  <a:pt x="41" y="79"/>
                </a:cubicBezTo>
                <a:cubicBezTo>
                  <a:pt x="41" y="79"/>
                  <a:pt x="41" y="79"/>
                  <a:pt x="41" y="79"/>
                </a:cubicBezTo>
                <a:cubicBezTo>
                  <a:pt x="41" y="79"/>
                  <a:pt x="41" y="79"/>
                  <a:pt x="40" y="79"/>
                </a:cubicBezTo>
                <a:cubicBezTo>
                  <a:pt x="40" y="79"/>
                  <a:pt x="39" y="79"/>
                  <a:pt x="39" y="79"/>
                </a:cubicBezTo>
                <a:cubicBezTo>
                  <a:pt x="38" y="78"/>
                  <a:pt x="38" y="78"/>
                  <a:pt x="38" y="77"/>
                </a:cubicBezTo>
                <a:cubicBezTo>
                  <a:pt x="38" y="77"/>
                  <a:pt x="38" y="76"/>
                  <a:pt x="39" y="76"/>
                </a:cubicBezTo>
                <a:close/>
                <a:moveTo>
                  <a:pt x="18" y="65"/>
                </a:moveTo>
                <a:cubicBezTo>
                  <a:pt x="18" y="65"/>
                  <a:pt x="18" y="65"/>
                  <a:pt x="18" y="65"/>
                </a:cubicBezTo>
                <a:cubicBezTo>
                  <a:pt x="19" y="66"/>
                  <a:pt x="21" y="67"/>
                  <a:pt x="23" y="67"/>
                </a:cubicBezTo>
                <a:cubicBezTo>
                  <a:pt x="24" y="67"/>
                  <a:pt x="26" y="66"/>
                  <a:pt x="27" y="65"/>
                </a:cubicBezTo>
                <a:cubicBezTo>
                  <a:pt x="27" y="65"/>
                  <a:pt x="27" y="65"/>
                  <a:pt x="27" y="65"/>
                </a:cubicBezTo>
                <a:cubicBezTo>
                  <a:pt x="28" y="64"/>
                  <a:pt x="29" y="62"/>
                  <a:pt x="29" y="60"/>
                </a:cubicBezTo>
                <a:cubicBezTo>
                  <a:pt x="29" y="59"/>
                  <a:pt x="28" y="57"/>
                  <a:pt x="27" y="56"/>
                </a:cubicBezTo>
                <a:cubicBezTo>
                  <a:pt x="27" y="56"/>
                  <a:pt x="27" y="56"/>
                  <a:pt x="27" y="56"/>
                </a:cubicBezTo>
                <a:cubicBezTo>
                  <a:pt x="26" y="54"/>
                  <a:pt x="24" y="54"/>
                  <a:pt x="23" y="54"/>
                </a:cubicBezTo>
                <a:cubicBezTo>
                  <a:pt x="21" y="54"/>
                  <a:pt x="19" y="54"/>
                  <a:pt x="18" y="56"/>
                </a:cubicBezTo>
                <a:cubicBezTo>
                  <a:pt x="17" y="57"/>
                  <a:pt x="16" y="59"/>
                  <a:pt x="16" y="60"/>
                </a:cubicBezTo>
                <a:cubicBezTo>
                  <a:pt x="16" y="62"/>
                  <a:pt x="17" y="64"/>
                  <a:pt x="18" y="65"/>
                </a:cubicBezTo>
                <a:cubicBezTo>
                  <a:pt x="18" y="65"/>
                  <a:pt x="18" y="65"/>
                  <a:pt x="18" y="65"/>
                </a:cubicBezTo>
                <a:close/>
                <a:moveTo>
                  <a:pt x="21" y="59"/>
                </a:moveTo>
                <a:cubicBezTo>
                  <a:pt x="21" y="59"/>
                  <a:pt x="21" y="59"/>
                  <a:pt x="21" y="59"/>
                </a:cubicBezTo>
                <a:cubicBezTo>
                  <a:pt x="21" y="59"/>
                  <a:pt x="21" y="59"/>
                  <a:pt x="21" y="59"/>
                </a:cubicBezTo>
                <a:cubicBezTo>
                  <a:pt x="22" y="59"/>
                  <a:pt x="22" y="58"/>
                  <a:pt x="23" y="58"/>
                </a:cubicBezTo>
                <a:cubicBezTo>
                  <a:pt x="23" y="58"/>
                  <a:pt x="24" y="59"/>
                  <a:pt x="24" y="59"/>
                </a:cubicBezTo>
                <a:cubicBezTo>
                  <a:pt x="24" y="59"/>
                  <a:pt x="25" y="60"/>
                  <a:pt x="25" y="60"/>
                </a:cubicBezTo>
                <a:cubicBezTo>
                  <a:pt x="25" y="61"/>
                  <a:pt x="24" y="61"/>
                  <a:pt x="24" y="62"/>
                </a:cubicBezTo>
                <a:cubicBezTo>
                  <a:pt x="24" y="62"/>
                  <a:pt x="23" y="62"/>
                  <a:pt x="23" y="62"/>
                </a:cubicBezTo>
                <a:cubicBezTo>
                  <a:pt x="22" y="62"/>
                  <a:pt x="22" y="62"/>
                  <a:pt x="21" y="62"/>
                </a:cubicBezTo>
                <a:cubicBezTo>
                  <a:pt x="21" y="62"/>
                  <a:pt x="21" y="62"/>
                  <a:pt x="21" y="62"/>
                </a:cubicBezTo>
                <a:cubicBezTo>
                  <a:pt x="21" y="61"/>
                  <a:pt x="21" y="61"/>
                  <a:pt x="21" y="60"/>
                </a:cubicBezTo>
                <a:cubicBezTo>
                  <a:pt x="21" y="60"/>
                  <a:pt x="21" y="59"/>
                  <a:pt x="21" y="59"/>
                </a:cubicBezTo>
                <a:close/>
                <a:moveTo>
                  <a:pt x="18" y="82"/>
                </a:moveTo>
                <a:cubicBezTo>
                  <a:pt x="18" y="82"/>
                  <a:pt x="18" y="82"/>
                  <a:pt x="18" y="82"/>
                </a:cubicBezTo>
                <a:cubicBezTo>
                  <a:pt x="19" y="83"/>
                  <a:pt x="21" y="84"/>
                  <a:pt x="23" y="84"/>
                </a:cubicBezTo>
                <a:cubicBezTo>
                  <a:pt x="24" y="84"/>
                  <a:pt x="26" y="83"/>
                  <a:pt x="27" y="82"/>
                </a:cubicBezTo>
                <a:cubicBezTo>
                  <a:pt x="27" y="82"/>
                  <a:pt x="27" y="82"/>
                  <a:pt x="27" y="82"/>
                </a:cubicBezTo>
                <a:cubicBezTo>
                  <a:pt x="28" y="81"/>
                  <a:pt x="29" y="79"/>
                  <a:pt x="29" y="77"/>
                </a:cubicBezTo>
                <a:cubicBezTo>
                  <a:pt x="29" y="76"/>
                  <a:pt x="28" y="74"/>
                  <a:pt x="27" y="73"/>
                </a:cubicBezTo>
                <a:cubicBezTo>
                  <a:pt x="27" y="73"/>
                  <a:pt x="27" y="73"/>
                  <a:pt x="27" y="73"/>
                </a:cubicBezTo>
                <a:cubicBezTo>
                  <a:pt x="26" y="72"/>
                  <a:pt x="24" y="71"/>
                  <a:pt x="23" y="71"/>
                </a:cubicBezTo>
                <a:cubicBezTo>
                  <a:pt x="21" y="71"/>
                  <a:pt x="19" y="72"/>
                  <a:pt x="18" y="73"/>
                </a:cubicBezTo>
                <a:cubicBezTo>
                  <a:pt x="18" y="73"/>
                  <a:pt x="18" y="73"/>
                  <a:pt x="18" y="73"/>
                </a:cubicBezTo>
                <a:cubicBezTo>
                  <a:pt x="17" y="74"/>
                  <a:pt x="16" y="76"/>
                  <a:pt x="16" y="77"/>
                </a:cubicBezTo>
                <a:cubicBezTo>
                  <a:pt x="16" y="79"/>
                  <a:pt x="17" y="81"/>
                  <a:pt x="18" y="82"/>
                </a:cubicBezTo>
                <a:close/>
                <a:moveTo>
                  <a:pt x="21" y="76"/>
                </a:moveTo>
                <a:cubicBezTo>
                  <a:pt x="21" y="76"/>
                  <a:pt x="21" y="76"/>
                  <a:pt x="21" y="76"/>
                </a:cubicBezTo>
                <a:cubicBezTo>
                  <a:pt x="21" y="76"/>
                  <a:pt x="21" y="76"/>
                  <a:pt x="21" y="76"/>
                </a:cubicBezTo>
                <a:cubicBezTo>
                  <a:pt x="22" y="76"/>
                  <a:pt x="22" y="75"/>
                  <a:pt x="23" y="75"/>
                </a:cubicBezTo>
                <a:cubicBezTo>
                  <a:pt x="23" y="75"/>
                  <a:pt x="24" y="76"/>
                  <a:pt x="24" y="76"/>
                </a:cubicBezTo>
                <a:cubicBezTo>
                  <a:pt x="24" y="76"/>
                  <a:pt x="25" y="77"/>
                  <a:pt x="25" y="77"/>
                </a:cubicBezTo>
                <a:cubicBezTo>
                  <a:pt x="25" y="78"/>
                  <a:pt x="24" y="78"/>
                  <a:pt x="24" y="79"/>
                </a:cubicBezTo>
                <a:cubicBezTo>
                  <a:pt x="24" y="79"/>
                  <a:pt x="23" y="79"/>
                  <a:pt x="23" y="79"/>
                </a:cubicBezTo>
                <a:cubicBezTo>
                  <a:pt x="22" y="79"/>
                  <a:pt x="22" y="79"/>
                  <a:pt x="21" y="79"/>
                </a:cubicBezTo>
                <a:cubicBezTo>
                  <a:pt x="21" y="79"/>
                  <a:pt x="21" y="79"/>
                  <a:pt x="21" y="79"/>
                </a:cubicBezTo>
                <a:cubicBezTo>
                  <a:pt x="21" y="78"/>
                  <a:pt x="21" y="78"/>
                  <a:pt x="21" y="77"/>
                </a:cubicBezTo>
                <a:cubicBezTo>
                  <a:pt x="21" y="77"/>
                  <a:pt x="21" y="76"/>
                  <a:pt x="21" y="76"/>
                </a:cubicBezTo>
                <a:close/>
                <a:moveTo>
                  <a:pt x="53" y="65"/>
                </a:moveTo>
                <a:cubicBezTo>
                  <a:pt x="53" y="65"/>
                  <a:pt x="53" y="65"/>
                  <a:pt x="53" y="65"/>
                </a:cubicBezTo>
                <a:cubicBezTo>
                  <a:pt x="54" y="66"/>
                  <a:pt x="56" y="67"/>
                  <a:pt x="58" y="67"/>
                </a:cubicBezTo>
                <a:cubicBezTo>
                  <a:pt x="59" y="67"/>
                  <a:pt x="61" y="66"/>
                  <a:pt x="62" y="65"/>
                </a:cubicBezTo>
                <a:cubicBezTo>
                  <a:pt x="62" y="65"/>
                  <a:pt x="62" y="65"/>
                  <a:pt x="62" y="65"/>
                </a:cubicBezTo>
                <a:cubicBezTo>
                  <a:pt x="63" y="64"/>
                  <a:pt x="64" y="62"/>
                  <a:pt x="64" y="60"/>
                </a:cubicBezTo>
                <a:cubicBezTo>
                  <a:pt x="64" y="59"/>
                  <a:pt x="63" y="57"/>
                  <a:pt x="62" y="56"/>
                </a:cubicBezTo>
                <a:cubicBezTo>
                  <a:pt x="62" y="56"/>
                  <a:pt x="62" y="56"/>
                  <a:pt x="62" y="56"/>
                </a:cubicBezTo>
                <a:cubicBezTo>
                  <a:pt x="61" y="54"/>
                  <a:pt x="59" y="54"/>
                  <a:pt x="58" y="54"/>
                </a:cubicBezTo>
                <a:cubicBezTo>
                  <a:pt x="56" y="54"/>
                  <a:pt x="54" y="54"/>
                  <a:pt x="53" y="56"/>
                </a:cubicBezTo>
                <a:cubicBezTo>
                  <a:pt x="53" y="56"/>
                  <a:pt x="53" y="56"/>
                  <a:pt x="53" y="56"/>
                </a:cubicBezTo>
                <a:cubicBezTo>
                  <a:pt x="52" y="57"/>
                  <a:pt x="51" y="59"/>
                  <a:pt x="51" y="60"/>
                </a:cubicBezTo>
                <a:cubicBezTo>
                  <a:pt x="51" y="62"/>
                  <a:pt x="52" y="64"/>
                  <a:pt x="53" y="65"/>
                </a:cubicBezTo>
                <a:cubicBezTo>
                  <a:pt x="53" y="65"/>
                  <a:pt x="53" y="65"/>
                  <a:pt x="53" y="65"/>
                </a:cubicBezTo>
                <a:close/>
                <a:moveTo>
                  <a:pt x="56" y="59"/>
                </a:moveTo>
                <a:cubicBezTo>
                  <a:pt x="56" y="59"/>
                  <a:pt x="56" y="59"/>
                  <a:pt x="56" y="59"/>
                </a:cubicBezTo>
                <a:cubicBezTo>
                  <a:pt x="57" y="59"/>
                  <a:pt x="57" y="58"/>
                  <a:pt x="58" y="58"/>
                </a:cubicBezTo>
                <a:cubicBezTo>
                  <a:pt x="58" y="58"/>
                  <a:pt x="59" y="59"/>
                  <a:pt x="59" y="59"/>
                </a:cubicBezTo>
                <a:cubicBezTo>
                  <a:pt x="59" y="59"/>
                  <a:pt x="59" y="60"/>
                  <a:pt x="59" y="60"/>
                </a:cubicBezTo>
                <a:cubicBezTo>
                  <a:pt x="59" y="61"/>
                  <a:pt x="59" y="61"/>
                  <a:pt x="59" y="62"/>
                </a:cubicBezTo>
                <a:cubicBezTo>
                  <a:pt x="59" y="62"/>
                  <a:pt x="58" y="62"/>
                  <a:pt x="58" y="62"/>
                </a:cubicBezTo>
                <a:cubicBezTo>
                  <a:pt x="57" y="62"/>
                  <a:pt x="57" y="62"/>
                  <a:pt x="56" y="62"/>
                </a:cubicBezTo>
                <a:cubicBezTo>
                  <a:pt x="56" y="61"/>
                  <a:pt x="56" y="61"/>
                  <a:pt x="56" y="60"/>
                </a:cubicBezTo>
                <a:cubicBezTo>
                  <a:pt x="56" y="60"/>
                  <a:pt x="56" y="59"/>
                  <a:pt x="56" y="59"/>
                </a:cubicBezTo>
                <a:close/>
                <a:moveTo>
                  <a:pt x="53" y="82"/>
                </a:moveTo>
                <a:cubicBezTo>
                  <a:pt x="53" y="82"/>
                  <a:pt x="53" y="82"/>
                  <a:pt x="53" y="82"/>
                </a:cubicBezTo>
                <a:cubicBezTo>
                  <a:pt x="54" y="83"/>
                  <a:pt x="56" y="84"/>
                  <a:pt x="58" y="84"/>
                </a:cubicBezTo>
                <a:cubicBezTo>
                  <a:pt x="59" y="84"/>
                  <a:pt x="61" y="83"/>
                  <a:pt x="62" y="82"/>
                </a:cubicBezTo>
                <a:cubicBezTo>
                  <a:pt x="62" y="82"/>
                  <a:pt x="62" y="82"/>
                  <a:pt x="62" y="82"/>
                </a:cubicBezTo>
                <a:cubicBezTo>
                  <a:pt x="63" y="81"/>
                  <a:pt x="64" y="79"/>
                  <a:pt x="64" y="77"/>
                </a:cubicBezTo>
                <a:cubicBezTo>
                  <a:pt x="64" y="76"/>
                  <a:pt x="63" y="74"/>
                  <a:pt x="62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1" y="72"/>
                  <a:pt x="59" y="71"/>
                  <a:pt x="58" y="71"/>
                </a:cubicBezTo>
                <a:cubicBezTo>
                  <a:pt x="56" y="71"/>
                  <a:pt x="54" y="72"/>
                  <a:pt x="53" y="73"/>
                </a:cubicBezTo>
                <a:cubicBezTo>
                  <a:pt x="53" y="73"/>
                  <a:pt x="53" y="73"/>
                  <a:pt x="53" y="73"/>
                </a:cubicBezTo>
                <a:cubicBezTo>
                  <a:pt x="52" y="74"/>
                  <a:pt x="51" y="76"/>
                  <a:pt x="51" y="77"/>
                </a:cubicBezTo>
                <a:cubicBezTo>
                  <a:pt x="51" y="79"/>
                  <a:pt x="52" y="81"/>
                  <a:pt x="53" y="82"/>
                </a:cubicBezTo>
                <a:cubicBezTo>
                  <a:pt x="53" y="82"/>
                  <a:pt x="53" y="82"/>
                  <a:pt x="53" y="82"/>
                </a:cubicBezTo>
                <a:close/>
                <a:moveTo>
                  <a:pt x="56" y="76"/>
                </a:moveTo>
                <a:cubicBezTo>
                  <a:pt x="56" y="76"/>
                  <a:pt x="56" y="76"/>
                  <a:pt x="56" y="76"/>
                </a:cubicBezTo>
                <a:cubicBezTo>
                  <a:pt x="57" y="76"/>
                  <a:pt x="57" y="75"/>
                  <a:pt x="58" y="75"/>
                </a:cubicBezTo>
                <a:cubicBezTo>
                  <a:pt x="58" y="75"/>
                  <a:pt x="59" y="76"/>
                  <a:pt x="59" y="76"/>
                </a:cubicBezTo>
                <a:cubicBezTo>
                  <a:pt x="59" y="76"/>
                  <a:pt x="59" y="77"/>
                  <a:pt x="59" y="77"/>
                </a:cubicBezTo>
                <a:cubicBezTo>
                  <a:pt x="59" y="78"/>
                  <a:pt x="59" y="78"/>
                  <a:pt x="59" y="79"/>
                </a:cubicBezTo>
                <a:cubicBezTo>
                  <a:pt x="59" y="79"/>
                  <a:pt x="58" y="79"/>
                  <a:pt x="58" y="79"/>
                </a:cubicBezTo>
                <a:cubicBezTo>
                  <a:pt x="57" y="79"/>
                  <a:pt x="57" y="79"/>
                  <a:pt x="56" y="79"/>
                </a:cubicBezTo>
                <a:cubicBezTo>
                  <a:pt x="56" y="78"/>
                  <a:pt x="56" y="78"/>
                  <a:pt x="56" y="77"/>
                </a:cubicBezTo>
                <a:cubicBezTo>
                  <a:pt x="56" y="77"/>
                  <a:pt x="56" y="76"/>
                  <a:pt x="56" y="76"/>
                </a:cubicBezTo>
                <a:close/>
                <a:moveTo>
                  <a:pt x="36" y="65"/>
                </a:moveTo>
                <a:cubicBezTo>
                  <a:pt x="36" y="65"/>
                  <a:pt x="36" y="65"/>
                  <a:pt x="36" y="65"/>
                </a:cubicBezTo>
                <a:cubicBezTo>
                  <a:pt x="37" y="66"/>
                  <a:pt x="38" y="67"/>
                  <a:pt x="40" y="67"/>
                </a:cubicBezTo>
                <a:cubicBezTo>
                  <a:pt x="42" y="67"/>
                  <a:pt x="43" y="66"/>
                  <a:pt x="45" y="65"/>
                </a:cubicBezTo>
                <a:cubicBezTo>
                  <a:pt x="45" y="65"/>
                  <a:pt x="45" y="65"/>
                  <a:pt x="45" y="65"/>
                </a:cubicBezTo>
                <a:cubicBezTo>
                  <a:pt x="46" y="64"/>
                  <a:pt x="47" y="62"/>
                  <a:pt x="47" y="60"/>
                </a:cubicBezTo>
                <a:cubicBezTo>
                  <a:pt x="47" y="59"/>
                  <a:pt x="46" y="57"/>
                  <a:pt x="45" y="56"/>
                </a:cubicBezTo>
                <a:cubicBezTo>
                  <a:pt x="45" y="56"/>
                  <a:pt x="45" y="56"/>
                  <a:pt x="45" y="56"/>
                </a:cubicBezTo>
                <a:cubicBezTo>
                  <a:pt x="43" y="54"/>
                  <a:pt x="42" y="54"/>
                  <a:pt x="40" y="54"/>
                </a:cubicBezTo>
                <a:cubicBezTo>
                  <a:pt x="38" y="54"/>
                  <a:pt x="37" y="54"/>
                  <a:pt x="36" y="56"/>
                </a:cubicBezTo>
                <a:cubicBezTo>
                  <a:pt x="34" y="57"/>
                  <a:pt x="34" y="59"/>
                  <a:pt x="34" y="60"/>
                </a:cubicBezTo>
                <a:cubicBezTo>
                  <a:pt x="34" y="62"/>
                  <a:pt x="34" y="64"/>
                  <a:pt x="36" y="65"/>
                </a:cubicBezTo>
                <a:cubicBezTo>
                  <a:pt x="36" y="65"/>
                  <a:pt x="36" y="65"/>
                  <a:pt x="36" y="65"/>
                </a:cubicBezTo>
                <a:close/>
                <a:moveTo>
                  <a:pt x="39" y="59"/>
                </a:moveTo>
                <a:cubicBezTo>
                  <a:pt x="39" y="59"/>
                  <a:pt x="39" y="59"/>
                  <a:pt x="39" y="59"/>
                </a:cubicBezTo>
                <a:cubicBezTo>
                  <a:pt x="39" y="59"/>
                  <a:pt x="40" y="58"/>
                  <a:pt x="40" y="58"/>
                </a:cubicBezTo>
                <a:cubicBezTo>
                  <a:pt x="41" y="58"/>
                  <a:pt x="41" y="59"/>
                  <a:pt x="41" y="59"/>
                </a:cubicBezTo>
                <a:cubicBezTo>
                  <a:pt x="41" y="59"/>
                  <a:pt x="41" y="59"/>
                  <a:pt x="41" y="59"/>
                </a:cubicBezTo>
                <a:cubicBezTo>
                  <a:pt x="42" y="59"/>
                  <a:pt x="42" y="60"/>
                  <a:pt x="42" y="60"/>
                </a:cubicBezTo>
                <a:cubicBezTo>
                  <a:pt x="42" y="61"/>
                  <a:pt x="42" y="61"/>
                  <a:pt x="41" y="62"/>
                </a:cubicBezTo>
                <a:cubicBezTo>
                  <a:pt x="41" y="62"/>
                  <a:pt x="41" y="62"/>
                  <a:pt x="41" y="62"/>
                </a:cubicBezTo>
                <a:cubicBezTo>
                  <a:pt x="41" y="62"/>
                  <a:pt x="41" y="62"/>
                  <a:pt x="40" y="62"/>
                </a:cubicBezTo>
                <a:cubicBezTo>
                  <a:pt x="40" y="62"/>
                  <a:pt x="39" y="62"/>
                  <a:pt x="39" y="62"/>
                </a:cubicBezTo>
                <a:cubicBezTo>
                  <a:pt x="38" y="61"/>
                  <a:pt x="38" y="61"/>
                  <a:pt x="38" y="60"/>
                </a:cubicBezTo>
                <a:cubicBezTo>
                  <a:pt x="38" y="60"/>
                  <a:pt x="38" y="59"/>
                  <a:pt x="39" y="5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18" grpId="0" bldLvl="0" animBg="1"/>
      <p:bldP spid="25" grpId="0" bldLvl="0" animBg="1"/>
      <p:bldP spid="19" grpId="0" bldLvl="0" animBg="1"/>
      <p:bldP spid="19" grpId="1" bldLvl="0" animBg="1"/>
      <p:bldP spid="20" grpId="0" bldLvl="0" animBg="1"/>
      <p:bldP spid="12" grpId="0" bldLvl="0" animBg="1"/>
      <p:bldP spid="34" grpId="0" bldLvl="0" animBg="1"/>
      <p:bldP spid="27" grpId="0" bldLvl="0" animBg="1"/>
      <p:bldP spid="27" grpId="1" bldLvl="0" animBg="1"/>
      <p:bldP spid="28" grpId="0" bldLvl="0" animBg="1"/>
      <p:bldP spid="37" grpId="0" bldLvl="0" animBg="1"/>
      <p:bldP spid="14" grpId="0" bldLvl="0" animBg="1"/>
      <p:bldP spid="1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13"/>
          <p:cNvGrpSpPr/>
          <p:nvPr/>
        </p:nvGrpSpPr>
        <p:grpSpPr>
          <a:xfrm>
            <a:off x="2644968" y="1812679"/>
            <a:ext cx="1197610" cy="1383859"/>
            <a:chOff x="3906522" y="1007114"/>
            <a:chExt cx="1198122" cy="1383709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" name="Freeform 27"/>
            <p:cNvSpPr/>
            <p:nvPr/>
          </p:nvSpPr>
          <p:spPr bwMode="auto">
            <a:xfrm>
              <a:off x="3906522" y="1007114"/>
              <a:ext cx="1198122" cy="1383709"/>
            </a:xfrm>
            <a:custGeom>
              <a:avLst/>
              <a:gdLst>
                <a:gd name="T0" fmla="*/ 1098 w 2195"/>
                <a:gd name="T1" fmla="*/ 2535 h 2535"/>
                <a:gd name="T2" fmla="*/ 0 w 2195"/>
                <a:gd name="T3" fmla="*/ 1903 h 2535"/>
                <a:gd name="T4" fmla="*/ 0 w 2195"/>
                <a:gd name="T5" fmla="*/ 634 h 2535"/>
                <a:gd name="T6" fmla="*/ 1098 w 2195"/>
                <a:gd name="T7" fmla="*/ 0 h 2535"/>
                <a:gd name="T8" fmla="*/ 2195 w 2195"/>
                <a:gd name="T9" fmla="*/ 634 h 2535"/>
                <a:gd name="T10" fmla="*/ 2195 w 2195"/>
                <a:gd name="T11" fmla="*/ 1903 h 2535"/>
                <a:gd name="T12" fmla="*/ 1098 w 2195"/>
                <a:gd name="T13" fmla="*/ 2535 h 2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95" h="2535">
                  <a:moveTo>
                    <a:pt x="1098" y="2535"/>
                  </a:moveTo>
                  <a:lnTo>
                    <a:pt x="0" y="1903"/>
                  </a:lnTo>
                  <a:lnTo>
                    <a:pt x="0" y="634"/>
                  </a:lnTo>
                  <a:lnTo>
                    <a:pt x="1098" y="0"/>
                  </a:lnTo>
                  <a:lnTo>
                    <a:pt x="2195" y="634"/>
                  </a:lnTo>
                  <a:lnTo>
                    <a:pt x="2195" y="1903"/>
                  </a:lnTo>
                  <a:lnTo>
                    <a:pt x="1098" y="2535"/>
                  </a:lnTo>
                  <a:close/>
                </a:path>
              </a:pathLst>
            </a:custGeom>
            <a:solidFill>
              <a:schemeClr val="accent1"/>
            </a:solidFill>
            <a:ln w="28575" cap="flat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vert="horz" wrap="square" lIns="68572" tIns="34286" rIns="68572" bIns="34286" numCol="1" anchor="t" anchorCtr="0" compatLnSpc="1"/>
            <a:lstStyle/>
            <a:p>
              <a:endParaRPr lang="zh-CN" altLang="en-US" sz="1280"/>
            </a:p>
          </p:txBody>
        </p:sp>
        <p:sp>
          <p:nvSpPr>
            <p:cNvPr id="4" name="TextBox 115"/>
            <p:cNvSpPr txBox="1"/>
            <p:nvPr/>
          </p:nvSpPr>
          <p:spPr>
            <a:xfrm>
              <a:off x="4020726" y="1452522"/>
              <a:ext cx="925698" cy="521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02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5" name="文本框 5"/>
          <p:cNvSpPr txBox="1">
            <a:spLocks noChangeArrowheads="1"/>
          </p:cNvSpPr>
          <p:nvPr/>
        </p:nvSpPr>
        <p:spPr bwMode="auto">
          <a:xfrm>
            <a:off x="4211717" y="1812650"/>
            <a:ext cx="1198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技术架构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07124" y="2152155"/>
            <a:ext cx="1594485" cy="575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Technical Architecture</a:t>
            </a:r>
            <a:endParaRPr lang="en-US" altLang="zh-CN" sz="10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050" dirty="0">
              <a:solidFill>
                <a:schemeClr val="accent1"/>
              </a:solidFill>
              <a:latin typeface="+mj-ea"/>
              <a:ea typeface="+mj-ea"/>
            </a:endParaRPr>
          </a:p>
          <a:p>
            <a:pPr algn="ctr"/>
            <a:endParaRPr lang="en-US" altLang="zh-CN" sz="105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310174" y="2470958"/>
            <a:ext cx="34190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319528" y="2752308"/>
            <a:ext cx="1111558" cy="305711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21000">
                <a:schemeClr val="accent1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j-lt"/>
              </a:rPr>
              <a:t>PART TWO</a:t>
            </a:r>
            <a:endParaRPr lang="zh-CN" altLang="en-US" sz="12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5" grpId="0"/>
      <p:bldP spid="6" grpId="0"/>
      <p:bldP spid="9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18"/>
          <p:cNvGrpSpPr/>
          <p:nvPr>
            <p:custDataLst>
              <p:tags r:id="rId1"/>
            </p:custDataLst>
          </p:nvPr>
        </p:nvGrpSpPr>
        <p:grpSpPr>
          <a:xfrm>
            <a:off x="6016625" y="1931035"/>
            <a:ext cx="2585085" cy="2040890"/>
            <a:chOff x="4603182" y="1431781"/>
            <a:chExt cx="1850186" cy="2420828"/>
          </a:xfrm>
        </p:grpSpPr>
        <p:sp>
          <p:nvSpPr>
            <p:cNvPr id="65" name="圆角矩形 64"/>
            <p:cNvSpPr/>
            <p:nvPr>
              <p:custDataLst>
                <p:tags r:id="rId2"/>
              </p:custDataLst>
            </p:nvPr>
          </p:nvSpPr>
          <p:spPr>
            <a:xfrm>
              <a:off x="4712149" y="1431781"/>
              <a:ext cx="1632254" cy="1502651"/>
            </a:xfrm>
            <a:prstGeom prst="roundRect">
              <a:avLst>
                <a:gd name="adj" fmla="val 9350"/>
              </a:avLst>
            </a:prstGeom>
            <a:solidFill>
              <a:schemeClr val="accent3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66" name="任意多边形 65"/>
            <p:cNvSpPr/>
            <p:nvPr>
              <p:custDataLst>
                <p:tags r:id="rId3"/>
              </p:custDataLst>
            </p:nvPr>
          </p:nvSpPr>
          <p:spPr>
            <a:xfrm>
              <a:off x="4603182" y="1860618"/>
              <a:ext cx="1850186" cy="1991991"/>
            </a:xfrm>
            <a:custGeom>
              <a:avLst/>
              <a:gdLst>
                <a:gd name="connsiteX0" fmla="*/ 1 w 2466914"/>
                <a:gd name="connsiteY0" fmla="*/ 0 h 3944375"/>
                <a:gd name="connsiteX1" fmla="*/ 2466914 w 2466914"/>
                <a:gd name="connsiteY1" fmla="*/ 0 h 3944375"/>
                <a:gd name="connsiteX2" fmla="*/ 2466914 w 2466914"/>
                <a:gd name="connsiteY2" fmla="*/ 3515745 h 3944375"/>
                <a:gd name="connsiteX3" fmla="*/ 2466913 w 2466914"/>
                <a:gd name="connsiteY3" fmla="*/ 3515745 h 3944375"/>
                <a:gd name="connsiteX4" fmla="*/ 2466913 w 2466914"/>
                <a:gd name="connsiteY4" fmla="*/ 3757044 h 3944375"/>
                <a:gd name="connsiteX5" fmla="*/ 2279582 w 2466914"/>
                <a:gd name="connsiteY5" fmla="*/ 3944375 h 3944375"/>
                <a:gd name="connsiteX6" fmla="*/ 187331 w 2466914"/>
                <a:gd name="connsiteY6" fmla="*/ 3944375 h 3944375"/>
                <a:gd name="connsiteX7" fmla="*/ 0 w 2466914"/>
                <a:gd name="connsiteY7" fmla="*/ 3757044 h 3944375"/>
                <a:gd name="connsiteX8" fmla="*/ 0 w 2466914"/>
                <a:gd name="connsiteY8" fmla="*/ 2128171 h 3944375"/>
                <a:gd name="connsiteX9" fmla="*/ 1 w 2466914"/>
                <a:gd name="connsiteY9" fmla="*/ 2128161 h 394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6914" h="3944375">
                  <a:moveTo>
                    <a:pt x="1" y="0"/>
                  </a:moveTo>
                  <a:lnTo>
                    <a:pt x="2466914" y="0"/>
                  </a:lnTo>
                  <a:lnTo>
                    <a:pt x="2466914" y="3515745"/>
                  </a:lnTo>
                  <a:lnTo>
                    <a:pt x="2466913" y="3515745"/>
                  </a:lnTo>
                  <a:lnTo>
                    <a:pt x="2466913" y="3757044"/>
                  </a:lnTo>
                  <a:cubicBezTo>
                    <a:pt x="2466913" y="3860504"/>
                    <a:pt x="2383042" y="3944375"/>
                    <a:pt x="2279582" y="3944375"/>
                  </a:cubicBezTo>
                  <a:lnTo>
                    <a:pt x="187331" y="3944375"/>
                  </a:lnTo>
                  <a:cubicBezTo>
                    <a:pt x="83871" y="3944375"/>
                    <a:pt x="0" y="3860504"/>
                    <a:pt x="0" y="3757044"/>
                  </a:cubicBezTo>
                  <a:lnTo>
                    <a:pt x="0" y="2128171"/>
                  </a:lnTo>
                  <a:lnTo>
                    <a:pt x="1" y="2128161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67" name="椭圆 66"/>
            <p:cNvSpPr/>
            <p:nvPr>
              <p:custDataLst>
                <p:tags r:id="rId4"/>
              </p:custDataLst>
            </p:nvPr>
          </p:nvSpPr>
          <p:spPr>
            <a:xfrm>
              <a:off x="5228238" y="1647875"/>
              <a:ext cx="600075" cy="600075"/>
            </a:xfrm>
            <a:prstGeom prst="ellipse">
              <a:avLst/>
            </a:prstGeom>
            <a:solidFill>
              <a:schemeClr val="accent3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</a:endParaRPr>
            </a:p>
          </p:txBody>
        </p:sp>
        <p:sp>
          <p:nvSpPr>
            <p:cNvPr id="68" name="文本框 54"/>
            <p:cNvSpPr txBox="1"/>
            <p:nvPr>
              <p:custDataLst>
                <p:tags r:id="rId5"/>
              </p:custDataLst>
            </p:nvPr>
          </p:nvSpPr>
          <p:spPr>
            <a:xfrm>
              <a:off x="5044295" y="1570661"/>
              <a:ext cx="978584" cy="665087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ctr" defTabSz="913765">
                <a:defRPr/>
              </a:pPr>
              <a:r>
                <a:rPr lang="en-US" altLang="zh-HK" sz="3200" kern="0" dirty="0">
                  <a:solidFill>
                    <a:prstClr val="white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03</a:t>
              </a:r>
              <a:endParaRPr lang="zh-HK" altLang="en-US" sz="3200" kern="0" dirty="0">
                <a:solidFill>
                  <a:prstClr val="white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7" name="组合 11"/>
          <p:cNvGrpSpPr/>
          <p:nvPr>
            <p:custDataLst>
              <p:tags r:id="rId6"/>
            </p:custDataLst>
          </p:nvPr>
        </p:nvGrpSpPr>
        <p:grpSpPr>
          <a:xfrm>
            <a:off x="3206750" y="1930395"/>
            <a:ext cx="2559685" cy="2062482"/>
            <a:chOff x="2690633" y="1548701"/>
            <a:chExt cx="1850186" cy="2274265"/>
          </a:xfrm>
        </p:grpSpPr>
        <p:sp>
          <p:nvSpPr>
            <p:cNvPr id="58" name="圆角矩形 57"/>
            <p:cNvSpPr/>
            <p:nvPr>
              <p:custDataLst>
                <p:tags r:id="rId7"/>
              </p:custDataLst>
            </p:nvPr>
          </p:nvSpPr>
          <p:spPr>
            <a:xfrm>
              <a:off x="2799601" y="1548701"/>
              <a:ext cx="1632254" cy="1502651"/>
            </a:xfrm>
            <a:prstGeom prst="roundRect">
              <a:avLst>
                <a:gd name="adj" fmla="val 9350"/>
              </a:avLst>
            </a:prstGeom>
            <a:solidFill>
              <a:schemeClr val="accent2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59" name="任意多边形 58"/>
            <p:cNvSpPr/>
            <p:nvPr>
              <p:custDataLst>
                <p:tags r:id="rId8"/>
              </p:custDataLst>
            </p:nvPr>
          </p:nvSpPr>
          <p:spPr>
            <a:xfrm>
              <a:off x="2690633" y="1947820"/>
              <a:ext cx="1850186" cy="1875146"/>
            </a:xfrm>
            <a:custGeom>
              <a:avLst/>
              <a:gdLst>
                <a:gd name="connsiteX0" fmla="*/ 1 w 2466914"/>
                <a:gd name="connsiteY0" fmla="*/ 0 h 3944375"/>
                <a:gd name="connsiteX1" fmla="*/ 2466914 w 2466914"/>
                <a:gd name="connsiteY1" fmla="*/ 0 h 3944375"/>
                <a:gd name="connsiteX2" fmla="*/ 2466914 w 2466914"/>
                <a:gd name="connsiteY2" fmla="*/ 3515745 h 3944375"/>
                <a:gd name="connsiteX3" fmla="*/ 2466913 w 2466914"/>
                <a:gd name="connsiteY3" fmla="*/ 3515745 h 3944375"/>
                <a:gd name="connsiteX4" fmla="*/ 2466913 w 2466914"/>
                <a:gd name="connsiteY4" fmla="*/ 3757044 h 3944375"/>
                <a:gd name="connsiteX5" fmla="*/ 2279582 w 2466914"/>
                <a:gd name="connsiteY5" fmla="*/ 3944375 h 3944375"/>
                <a:gd name="connsiteX6" fmla="*/ 187331 w 2466914"/>
                <a:gd name="connsiteY6" fmla="*/ 3944375 h 3944375"/>
                <a:gd name="connsiteX7" fmla="*/ 0 w 2466914"/>
                <a:gd name="connsiteY7" fmla="*/ 3757044 h 3944375"/>
                <a:gd name="connsiteX8" fmla="*/ 0 w 2466914"/>
                <a:gd name="connsiteY8" fmla="*/ 2128171 h 3944375"/>
                <a:gd name="connsiteX9" fmla="*/ 1 w 2466914"/>
                <a:gd name="connsiteY9" fmla="*/ 2128161 h 394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6914" h="3944375">
                  <a:moveTo>
                    <a:pt x="1" y="0"/>
                  </a:moveTo>
                  <a:lnTo>
                    <a:pt x="2466914" y="0"/>
                  </a:lnTo>
                  <a:lnTo>
                    <a:pt x="2466914" y="3515745"/>
                  </a:lnTo>
                  <a:lnTo>
                    <a:pt x="2466913" y="3515745"/>
                  </a:lnTo>
                  <a:lnTo>
                    <a:pt x="2466913" y="3757044"/>
                  </a:lnTo>
                  <a:cubicBezTo>
                    <a:pt x="2466913" y="3860504"/>
                    <a:pt x="2383042" y="3944375"/>
                    <a:pt x="2279582" y="3944375"/>
                  </a:cubicBezTo>
                  <a:lnTo>
                    <a:pt x="187331" y="3944375"/>
                  </a:lnTo>
                  <a:cubicBezTo>
                    <a:pt x="83871" y="3944375"/>
                    <a:pt x="0" y="3860504"/>
                    <a:pt x="0" y="3757044"/>
                  </a:cubicBezTo>
                  <a:lnTo>
                    <a:pt x="0" y="2128171"/>
                  </a:lnTo>
                  <a:lnTo>
                    <a:pt x="1" y="2128161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chemeClr val="accent2"/>
              </a:solidFill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60" name="椭圆 59"/>
            <p:cNvSpPr/>
            <p:nvPr>
              <p:custDataLst>
                <p:tags r:id="rId9"/>
              </p:custDataLst>
            </p:nvPr>
          </p:nvSpPr>
          <p:spPr>
            <a:xfrm>
              <a:off x="3315689" y="1647875"/>
              <a:ext cx="600075" cy="600075"/>
            </a:xfrm>
            <a:prstGeom prst="ellipse">
              <a:avLst/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</a:endParaRPr>
            </a:p>
          </p:txBody>
        </p:sp>
        <p:sp>
          <p:nvSpPr>
            <p:cNvPr id="61" name="文本框 48"/>
            <p:cNvSpPr txBox="1"/>
            <p:nvPr>
              <p:custDataLst>
                <p:tags r:id="rId10"/>
              </p:custDataLst>
            </p:nvPr>
          </p:nvSpPr>
          <p:spPr>
            <a:xfrm>
              <a:off x="3185327" y="1615062"/>
              <a:ext cx="894944" cy="618280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ctr" defTabSz="913765">
                <a:defRPr/>
              </a:pPr>
              <a:r>
                <a:rPr lang="en-US" altLang="zh-HK" sz="3200" kern="0" dirty="0">
                  <a:solidFill>
                    <a:prstClr val="white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02</a:t>
              </a:r>
              <a:endParaRPr lang="zh-HK" altLang="en-US" sz="3200" kern="0" dirty="0">
                <a:solidFill>
                  <a:prstClr val="white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949" y="276559"/>
            <a:ext cx="423777" cy="4237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9" name="组合 3"/>
          <p:cNvGrpSpPr/>
          <p:nvPr>
            <p:custDataLst>
              <p:tags r:id="rId11"/>
            </p:custDataLst>
          </p:nvPr>
        </p:nvGrpSpPr>
        <p:grpSpPr>
          <a:xfrm>
            <a:off x="567055" y="1926590"/>
            <a:ext cx="2399665" cy="2058670"/>
            <a:chOff x="778084" y="1532110"/>
            <a:chExt cx="1850186" cy="2407793"/>
          </a:xfrm>
        </p:grpSpPr>
        <p:sp>
          <p:nvSpPr>
            <p:cNvPr id="40" name="圆角矩形 39"/>
            <p:cNvSpPr/>
            <p:nvPr>
              <p:custDataLst>
                <p:tags r:id="rId12"/>
              </p:custDataLst>
            </p:nvPr>
          </p:nvSpPr>
          <p:spPr>
            <a:xfrm>
              <a:off x="887052" y="1532110"/>
              <a:ext cx="1632254" cy="1502650"/>
            </a:xfrm>
            <a:prstGeom prst="roundRect">
              <a:avLst>
                <a:gd name="adj" fmla="val 9350"/>
              </a:avLst>
            </a:prstGeom>
            <a:solidFill>
              <a:schemeClr val="accent1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41" name="任意多边形 40"/>
            <p:cNvSpPr/>
            <p:nvPr>
              <p:custDataLst>
                <p:tags r:id="rId13"/>
              </p:custDataLst>
            </p:nvPr>
          </p:nvSpPr>
          <p:spPr>
            <a:xfrm>
              <a:off x="778084" y="1947913"/>
              <a:ext cx="1850186" cy="1991990"/>
            </a:xfrm>
            <a:custGeom>
              <a:avLst/>
              <a:gdLst>
                <a:gd name="connsiteX0" fmla="*/ 1 w 2466914"/>
                <a:gd name="connsiteY0" fmla="*/ 0 h 3944375"/>
                <a:gd name="connsiteX1" fmla="*/ 2466914 w 2466914"/>
                <a:gd name="connsiteY1" fmla="*/ 0 h 3944375"/>
                <a:gd name="connsiteX2" fmla="*/ 2466914 w 2466914"/>
                <a:gd name="connsiteY2" fmla="*/ 3515745 h 3944375"/>
                <a:gd name="connsiteX3" fmla="*/ 2466913 w 2466914"/>
                <a:gd name="connsiteY3" fmla="*/ 3515745 h 3944375"/>
                <a:gd name="connsiteX4" fmla="*/ 2466913 w 2466914"/>
                <a:gd name="connsiteY4" fmla="*/ 3757044 h 3944375"/>
                <a:gd name="connsiteX5" fmla="*/ 2279582 w 2466914"/>
                <a:gd name="connsiteY5" fmla="*/ 3944375 h 3944375"/>
                <a:gd name="connsiteX6" fmla="*/ 187331 w 2466914"/>
                <a:gd name="connsiteY6" fmla="*/ 3944375 h 3944375"/>
                <a:gd name="connsiteX7" fmla="*/ 0 w 2466914"/>
                <a:gd name="connsiteY7" fmla="*/ 3757044 h 3944375"/>
                <a:gd name="connsiteX8" fmla="*/ 0 w 2466914"/>
                <a:gd name="connsiteY8" fmla="*/ 2128171 h 3944375"/>
                <a:gd name="connsiteX9" fmla="*/ 1 w 2466914"/>
                <a:gd name="connsiteY9" fmla="*/ 2128161 h 394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6914" h="3944375">
                  <a:moveTo>
                    <a:pt x="1" y="0"/>
                  </a:moveTo>
                  <a:lnTo>
                    <a:pt x="2466914" y="0"/>
                  </a:lnTo>
                  <a:lnTo>
                    <a:pt x="2466914" y="3515745"/>
                  </a:lnTo>
                  <a:lnTo>
                    <a:pt x="2466913" y="3515745"/>
                  </a:lnTo>
                  <a:lnTo>
                    <a:pt x="2466913" y="3757044"/>
                  </a:lnTo>
                  <a:cubicBezTo>
                    <a:pt x="2466913" y="3860504"/>
                    <a:pt x="2383042" y="3944375"/>
                    <a:pt x="2279582" y="3944375"/>
                  </a:cubicBezTo>
                  <a:lnTo>
                    <a:pt x="187331" y="3944375"/>
                  </a:lnTo>
                  <a:cubicBezTo>
                    <a:pt x="83871" y="3944375"/>
                    <a:pt x="0" y="3860504"/>
                    <a:pt x="0" y="3757044"/>
                  </a:cubicBezTo>
                  <a:lnTo>
                    <a:pt x="0" y="2128171"/>
                  </a:lnTo>
                  <a:lnTo>
                    <a:pt x="1" y="2128161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42" name="椭圆 41"/>
            <p:cNvSpPr/>
            <p:nvPr>
              <p:custDataLst>
                <p:tags r:id="rId14"/>
              </p:custDataLst>
            </p:nvPr>
          </p:nvSpPr>
          <p:spPr>
            <a:xfrm>
              <a:off x="1403141" y="1647875"/>
              <a:ext cx="600075" cy="600075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</a:endParaRPr>
            </a:p>
          </p:txBody>
        </p:sp>
        <p:sp>
          <p:nvSpPr>
            <p:cNvPr id="43" name="文本框 11"/>
            <p:cNvSpPr txBox="1"/>
            <p:nvPr>
              <p:custDataLst>
                <p:tags r:id="rId15"/>
              </p:custDataLst>
            </p:nvPr>
          </p:nvSpPr>
          <p:spPr>
            <a:xfrm>
              <a:off x="1278555" y="1592816"/>
              <a:ext cx="839367" cy="65579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ctr" defTabSz="913765">
                <a:defRPr/>
              </a:pPr>
              <a:r>
                <a:rPr lang="en-US" altLang="zh-HK" sz="3200" kern="0" dirty="0">
                  <a:solidFill>
                    <a:prstClr val="white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01</a:t>
              </a:r>
              <a:endParaRPr lang="zh-HK" altLang="en-US" sz="3200" kern="0" dirty="0">
                <a:solidFill>
                  <a:prstClr val="white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62384" y="285120"/>
            <a:ext cx="423777" cy="423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789940" y="2508250"/>
            <a:ext cx="2162810" cy="1486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认知理解层：</a:t>
            </a:r>
            <a:endParaRPr lang="zh-CN" altLang="en-US">
              <a:solidFill>
                <a:srgbClr val="F1B3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大模型多轮回调技术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语义多重鉴别分析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学科知识图谱构建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3562350" y="2593975"/>
            <a:ext cx="2099945" cy="1333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决策优化层：</a:t>
            </a:r>
            <a:endParaRPr lang="zh-CN" altLang="en-US">
              <a:solidFill>
                <a:srgbClr val="F1B3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思维链模式分析问题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幻觉抑制算法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个性化融合模型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6400800" y="2607310"/>
            <a:ext cx="2426335" cy="1064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应用服务层：</a:t>
            </a:r>
            <a:endParaRPr lang="zh-CN" altLang="en-US">
              <a:solidFill>
                <a:srgbClr val="F1B3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私有化部署保障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独立云服务器和数据库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微服务架构支持高并发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3" name="TextBox 11"/>
          <p:cNvSpPr txBox="1"/>
          <p:nvPr/>
        </p:nvSpPr>
        <p:spPr>
          <a:xfrm>
            <a:off x="3087370" y="835660"/>
            <a:ext cx="3213100" cy="372110"/>
          </a:xfrm>
          <a:prstGeom prst="rect">
            <a:avLst/>
          </a:prstGeom>
          <a:solidFill>
            <a:schemeClr val="accent4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196590" y="809625"/>
            <a:ext cx="3048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三层智能引擎架构</a:t>
            </a: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Box 11"/>
          <p:cNvSpPr txBox="1"/>
          <p:nvPr/>
        </p:nvSpPr>
        <p:spPr>
          <a:xfrm>
            <a:off x="565150" y="514985"/>
            <a:ext cx="1493520" cy="131445"/>
          </a:xfrm>
          <a:prstGeom prst="rect">
            <a:avLst/>
          </a:prstGeom>
          <a:solidFill>
            <a:srgbClr val="F1B320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37"/>
          <p:cNvSpPr txBox="1"/>
          <p:nvPr userDrawn="1"/>
        </p:nvSpPr>
        <p:spPr>
          <a:xfrm>
            <a:off x="600710" y="349885"/>
            <a:ext cx="1366520" cy="31432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p>
            <a:r>
              <a:rPr lang="zh-CN" altLang="en-US" sz="1600" b="1" dirty="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技术架构解析</a:t>
            </a:r>
            <a:endParaRPr lang="zh-CN" altLang="en-US" sz="1600" b="1" dirty="0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73" grpId="0" bldLvl="0" animBg="1"/>
      <p:bldP spid="7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 userDrawn="1"/>
        </p:nvSpPr>
        <p:spPr>
          <a:xfrm>
            <a:off x="7949" y="276559"/>
            <a:ext cx="423777" cy="4237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62384" y="285120"/>
            <a:ext cx="423777" cy="423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60045" y="1562100"/>
            <a:ext cx="2705100" cy="46037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20000"/>
              </a:lnSpc>
            </a:pPr>
            <a:r>
              <a:rPr lang="zh-CN" altLang="en-US" sz="2000" b="1" i="0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技术突破点</a:t>
            </a:r>
            <a:endParaRPr lang="zh-CN" altLang="en-US" sz="2000" b="1" i="0">
              <a:solidFill>
                <a:srgbClr val="F1B32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TextBox 11"/>
          <p:cNvSpPr txBox="1"/>
          <p:nvPr/>
        </p:nvSpPr>
        <p:spPr>
          <a:xfrm>
            <a:off x="565150" y="514985"/>
            <a:ext cx="1493520" cy="131445"/>
          </a:xfrm>
          <a:prstGeom prst="rect">
            <a:avLst/>
          </a:prstGeom>
          <a:solidFill>
            <a:srgbClr val="F1B320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37"/>
          <p:cNvSpPr txBox="1"/>
          <p:nvPr userDrawn="1"/>
        </p:nvSpPr>
        <p:spPr>
          <a:xfrm>
            <a:off x="600710" y="349885"/>
            <a:ext cx="1366520" cy="31432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p>
            <a:r>
              <a:rPr lang="zh-CN" altLang="en-US" sz="1600" b="1" dirty="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技术架构解析</a:t>
            </a:r>
            <a:endParaRPr lang="zh-CN" altLang="en-US" sz="1600" b="1" dirty="0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8790" y="882015"/>
            <a:ext cx="5951220" cy="37630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0720" y="2120265"/>
            <a:ext cx="2159000" cy="1613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60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专业领域微调大模型</a:t>
            </a:r>
            <a:r>
              <a:rPr lang="zh-CN" altLang="en-US" sz="140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（教育专用参数占比</a:t>
            </a:r>
            <a:r>
              <a:rPr lang="en-US" altLang="zh-CN" sz="140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68%</a:t>
            </a:r>
            <a:r>
              <a:rPr lang="zh-CN" altLang="en-US" sz="140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lang="zh-CN" altLang="en-US" sz="1600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60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跨学科知识关联引擎</a:t>
            </a:r>
            <a:r>
              <a:rPr lang="zh-CN" altLang="en-US" sz="140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（支持</a:t>
            </a:r>
            <a:r>
              <a:rPr lang="en-US" altLang="zh-CN" sz="140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en-US" sz="140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大学科融合）</a:t>
            </a:r>
            <a:endParaRPr lang="zh-CN" altLang="en-US" sz="1400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51485" y="2244725"/>
            <a:ext cx="263525" cy="265430"/>
            <a:chOff x="4076" y="3864"/>
            <a:chExt cx="1020" cy="1026"/>
          </a:xfrm>
        </p:grpSpPr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4076" y="3864"/>
              <a:ext cx="1020" cy="10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6" name="Freeform 24"/>
            <p:cNvSpPr>
              <a:spLocks noEditPoints="1"/>
            </p:cNvSpPr>
            <p:nvPr/>
          </p:nvSpPr>
          <p:spPr bwMode="auto">
            <a:xfrm>
              <a:off x="4379" y="4181"/>
              <a:ext cx="414" cy="391"/>
            </a:xfrm>
            <a:custGeom>
              <a:avLst/>
              <a:gdLst>
                <a:gd name="T0" fmla="*/ 48 w 98"/>
                <a:gd name="T1" fmla="*/ 24 h 92"/>
                <a:gd name="T2" fmla="*/ 50 w 98"/>
                <a:gd name="T3" fmla="*/ 53 h 92"/>
                <a:gd name="T4" fmla="*/ 52 w 98"/>
                <a:gd name="T5" fmla="*/ 17 h 92"/>
                <a:gd name="T6" fmla="*/ 48 w 98"/>
                <a:gd name="T7" fmla="*/ 16 h 92"/>
                <a:gd name="T8" fmla="*/ 41 w 98"/>
                <a:gd name="T9" fmla="*/ 28 h 92"/>
                <a:gd name="T10" fmla="*/ 94 w 98"/>
                <a:gd name="T11" fmla="*/ 12 h 92"/>
                <a:gd name="T12" fmla="*/ 84 w 98"/>
                <a:gd name="T13" fmla="*/ 12 h 92"/>
                <a:gd name="T14" fmla="*/ 80 w 98"/>
                <a:gd name="T15" fmla="*/ 0 h 92"/>
                <a:gd name="T16" fmla="*/ 14 w 98"/>
                <a:gd name="T17" fmla="*/ 4 h 92"/>
                <a:gd name="T18" fmla="*/ 3 w 98"/>
                <a:gd name="T19" fmla="*/ 12 h 92"/>
                <a:gd name="T20" fmla="*/ 0 w 98"/>
                <a:gd name="T21" fmla="*/ 37 h 92"/>
                <a:gd name="T22" fmla="*/ 6 w 98"/>
                <a:gd name="T23" fmla="*/ 52 h 92"/>
                <a:gd name="T24" fmla="*/ 45 w 98"/>
                <a:gd name="T25" fmla="*/ 75 h 92"/>
                <a:gd name="T26" fmla="*/ 29 w 98"/>
                <a:gd name="T27" fmla="*/ 84 h 92"/>
                <a:gd name="T28" fmla="*/ 29 w 98"/>
                <a:gd name="T29" fmla="*/ 92 h 92"/>
                <a:gd name="T30" fmla="*/ 73 w 98"/>
                <a:gd name="T31" fmla="*/ 88 h 92"/>
                <a:gd name="T32" fmla="*/ 53 w 98"/>
                <a:gd name="T33" fmla="*/ 84 h 92"/>
                <a:gd name="T34" fmla="*/ 78 w 98"/>
                <a:gd name="T35" fmla="*/ 59 h 92"/>
                <a:gd name="T36" fmla="*/ 92 w 98"/>
                <a:gd name="T37" fmla="*/ 52 h 92"/>
                <a:gd name="T38" fmla="*/ 98 w 98"/>
                <a:gd name="T39" fmla="*/ 16 h 92"/>
                <a:gd name="T40" fmla="*/ 11 w 98"/>
                <a:gd name="T41" fmla="*/ 47 h 92"/>
                <a:gd name="T42" fmla="*/ 7 w 98"/>
                <a:gd name="T43" fmla="*/ 37 h 92"/>
                <a:gd name="T44" fmla="*/ 14 w 98"/>
                <a:gd name="T45" fmla="*/ 20 h 92"/>
                <a:gd name="T46" fmla="*/ 15 w 98"/>
                <a:gd name="T47" fmla="*/ 50 h 92"/>
                <a:gd name="T48" fmla="*/ 76 w 98"/>
                <a:gd name="T49" fmla="*/ 40 h 92"/>
                <a:gd name="T50" fmla="*/ 73 w 98"/>
                <a:gd name="T51" fmla="*/ 53 h 92"/>
                <a:gd name="T52" fmla="*/ 49 w 98"/>
                <a:gd name="T53" fmla="*/ 67 h 92"/>
                <a:gd name="T54" fmla="*/ 24 w 98"/>
                <a:gd name="T55" fmla="*/ 53 h 92"/>
                <a:gd name="T56" fmla="*/ 21 w 98"/>
                <a:gd name="T57" fmla="*/ 40 h 92"/>
                <a:gd name="T58" fmla="*/ 76 w 98"/>
                <a:gd name="T59" fmla="*/ 8 h 92"/>
                <a:gd name="T60" fmla="*/ 91 w 98"/>
                <a:gd name="T61" fmla="*/ 37 h 92"/>
                <a:gd name="T62" fmla="*/ 86 w 98"/>
                <a:gd name="T63" fmla="*/ 47 h 92"/>
                <a:gd name="T64" fmla="*/ 83 w 98"/>
                <a:gd name="T65" fmla="*/ 50 h 92"/>
                <a:gd name="T66" fmla="*/ 84 w 98"/>
                <a:gd name="T67" fmla="*/ 40 h 92"/>
                <a:gd name="T68" fmla="*/ 91 w 98"/>
                <a:gd name="T69" fmla="*/ 2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92">
                  <a:moveTo>
                    <a:pt x="44" y="28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8" y="51"/>
                    <a:pt x="48" y="51"/>
                    <a:pt x="48" y="51"/>
                  </a:cubicBezTo>
                  <a:cubicBezTo>
                    <a:pt x="48" y="52"/>
                    <a:pt x="49" y="53"/>
                    <a:pt x="50" y="53"/>
                  </a:cubicBezTo>
                  <a:cubicBezTo>
                    <a:pt x="51" y="53"/>
                    <a:pt x="52" y="52"/>
                    <a:pt x="52" y="51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6"/>
                    <a:pt x="51" y="15"/>
                    <a:pt x="50" y="15"/>
                  </a:cubicBezTo>
                  <a:cubicBezTo>
                    <a:pt x="49" y="15"/>
                    <a:pt x="48" y="15"/>
                    <a:pt x="48" y="16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0" y="26"/>
                    <a:pt x="40" y="28"/>
                    <a:pt x="41" y="28"/>
                  </a:cubicBezTo>
                  <a:cubicBezTo>
                    <a:pt x="42" y="29"/>
                    <a:pt x="44" y="29"/>
                    <a:pt x="44" y="2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4" y="2"/>
                    <a:pt x="82" y="0"/>
                    <a:pt x="8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5" y="0"/>
                    <a:pt x="14" y="2"/>
                    <a:pt x="14" y="4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" y="12"/>
                    <a:pt x="0" y="14"/>
                    <a:pt x="0" y="1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3"/>
                    <a:pt x="2" y="48"/>
                    <a:pt x="6" y="52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9" y="56"/>
                    <a:pt x="14" y="58"/>
                    <a:pt x="19" y="59"/>
                  </a:cubicBezTo>
                  <a:cubicBezTo>
                    <a:pt x="25" y="68"/>
                    <a:pt x="35" y="74"/>
                    <a:pt x="45" y="75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29" y="84"/>
                    <a:pt x="29" y="84"/>
                    <a:pt x="29" y="84"/>
                  </a:cubicBezTo>
                  <a:cubicBezTo>
                    <a:pt x="27" y="84"/>
                    <a:pt x="25" y="86"/>
                    <a:pt x="25" y="88"/>
                  </a:cubicBezTo>
                  <a:cubicBezTo>
                    <a:pt x="25" y="90"/>
                    <a:pt x="27" y="92"/>
                    <a:pt x="29" y="92"/>
                  </a:cubicBezTo>
                  <a:cubicBezTo>
                    <a:pt x="69" y="92"/>
                    <a:pt x="69" y="92"/>
                    <a:pt x="69" y="92"/>
                  </a:cubicBezTo>
                  <a:cubicBezTo>
                    <a:pt x="71" y="92"/>
                    <a:pt x="73" y="90"/>
                    <a:pt x="73" y="88"/>
                  </a:cubicBezTo>
                  <a:cubicBezTo>
                    <a:pt x="73" y="86"/>
                    <a:pt x="71" y="84"/>
                    <a:pt x="69" y="84"/>
                  </a:cubicBezTo>
                  <a:cubicBezTo>
                    <a:pt x="53" y="84"/>
                    <a:pt x="53" y="84"/>
                    <a:pt x="53" y="84"/>
                  </a:cubicBezTo>
                  <a:cubicBezTo>
                    <a:pt x="53" y="75"/>
                    <a:pt x="53" y="75"/>
                    <a:pt x="53" y="75"/>
                  </a:cubicBezTo>
                  <a:cubicBezTo>
                    <a:pt x="63" y="74"/>
                    <a:pt x="73" y="68"/>
                    <a:pt x="78" y="59"/>
                  </a:cubicBezTo>
                  <a:cubicBezTo>
                    <a:pt x="84" y="58"/>
                    <a:pt x="88" y="56"/>
                    <a:pt x="92" y="53"/>
                  </a:cubicBezTo>
                  <a:cubicBezTo>
                    <a:pt x="92" y="52"/>
                    <a:pt x="92" y="52"/>
                    <a:pt x="92" y="52"/>
                  </a:cubicBezTo>
                  <a:cubicBezTo>
                    <a:pt x="96" y="48"/>
                    <a:pt x="98" y="43"/>
                    <a:pt x="98" y="37"/>
                  </a:cubicBezTo>
                  <a:cubicBezTo>
                    <a:pt x="98" y="16"/>
                    <a:pt x="98" y="16"/>
                    <a:pt x="98" y="16"/>
                  </a:cubicBezTo>
                  <a:cubicBezTo>
                    <a:pt x="98" y="14"/>
                    <a:pt x="96" y="12"/>
                    <a:pt x="94" y="12"/>
                  </a:cubicBezTo>
                  <a:close/>
                  <a:moveTo>
                    <a:pt x="11" y="47"/>
                  </a:moveTo>
                  <a:cubicBezTo>
                    <a:pt x="11" y="47"/>
                    <a:pt x="11" y="47"/>
                    <a:pt x="11" y="47"/>
                  </a:cubicBezTo>
                  <a:cubicBezTo>
                    <a:pt x="9" y="44"/>
                    <a:pt x="7" y="41"/>
                    <a:pt x="7" y="37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4"/>
                    <a:pt x="14" y="47"/>
                    <a:pt x="15" y="50"/>
                  </a:cubicBezTo>
                  <a:cubicBezTo>
                    <a:pt x="14" y="49"/>
                    <a:pt x="12" y="48"/>
                    <a:pt x="11" y="47"/>
                  </a:cubicBezTo>
                  <a:close/>
                  <a:moveTo>
                    <a:pt x="76" y="40"/>
                  </a:moveTo>
                  <a:cubicBezTo>
                    <a:pt x="76" y="40"/>
                    <a:pt x="76" y="40"/>
                    <a:pt x="76" y="40"/>
                  </a:cubicBezTo>
                  <a:cubicBezTo>
                    <a:pt x="76" y="45"/>
                    <a:pt x="75" y="49"/>
                    <a:pt x="73" y="53"/>
                  </a:cubicBezTo>
                  <a:cubicBezTo>
                    <a:pt x="73" y="53"/>
                    <a:pt x="73" y="53"/>
                    <a:pt x="73" y="53"/>
                  </a:cubicBezTo>
                  <a:cubicBezTo>
                    <a:pt x="69" y="62"/>
                    <a:pt x="59" y="67"/>
                    <a:pt x="49" y="67"/>
                  </a:cubicBezTo>
                  <a:cubicBezTo>
                    <a:pt x="39" y="67"/>
                    <a:pt x="29" y="62"/>
                    <a:pt x="24" y="53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2" y="49"/>
                    <a:pt x="21" y="45"/>
                    <a:pt x="21" y="40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6" y="40"/>
                    <a:pt x="76" y="40"/>
                    <a:pt x="76" y="40"/>
                  </a:cubicBezTo>
                  <a:close/>
                  <a:moveTo>
                    <a:pt x="91" y="37"/>
                  </a:moveTo>
                  <a:cubicBezTo>
                    <a:pt x="91" y="37"/>
                    <a:pt x="91" y="37"/>
                    <a:pt x="91" y="37"/>
                  </a:cubicBezTo>
                  <a:cubicBezTo>
                    <a:pt x="91" y="41"/>
                    <a:pt x="89" y="44"/>
                    <a:pt x="86" y="47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5" y="48"/>
                    <a:pt x="84" y="49"/>
                    <a:pt x="83" y="50"/>
                  </a:cubicBezTo>
                  <a:cubicBezTo>
                    <a:pt x="84" y="47"/>
                    <a:pt x="84" y="44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37"/>
                    <a:pt x="91" y="37"/>
                    <a:pt x="91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36880" y="3137535"/>
            <a:ext cx="263525" cy="265430"/>
            <a:chOff x="4076" y="3864"/>
            <a:chExt cx="1020" cy="1026"/>
          </a:xfrm>
        </p:grpSpPr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4076" y="3864"/>
              <a:ext cx="1020" cy="10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" name="Freeform 24"/>
            <p:cNvSpPr>
              <a:spLocks noEditPoints="1"/>
            </p:cNvSpPr>
            <p:nvPr/>
          </p:nvSpPr>
          <p:spPr bwMode="auto">
            <a:xfrm>
              <a:off x="4379" y="4181"/>
              <a:ext cx="414" cy="391"/>
            </a:xfrm>
            <a:custGeom>
              <a:avLst/>
              <a:gdLst>
                <a:gd name="T0" fmla="*/ 48 w 98"/>
                <a:gd name="T1" fmla="*/ 24 h 92"/>
                <a:gd name="T2" fmla="*/ 50 w 98"/>
                <a:gd name="T3" fmla="*/ 53 h 92"/>
                <a:gd name="T4" fmla="*/ 52 w 98"/>
                <a:gd name="T5" fmla="*/ 17 h 92"/>
                <a:gd name="T6" fmla="*/ 48 w 98"/>
                <a:gd name="T7" fmla="*/ 16 h 92"/>
                <a:gd name="T8" fmla="*/ 41 w 98"/>
                <a:gd name="T9" fmla="*/ 28 h 92"/>
                <a:gd name="T10" fmla="*/ 94 w 98"/>
                <a:gd name="T11" fmla="*/ 12 h 92"/>
                <a:gd name="T12" fmla="*/ 84 w 98"/>
                <a:gd name="T13" fmla="*/ 12 h 92"/>
                <a:gd name="T14" fmla="*/ 80 w 98"/>
                <a:gd name="T15" fmla="*/ 0 h 92"/>
                <a:gd name="T16" fmla="*/ 14 w 98"/>
                <a:gd name="T17" fmla="*/ 4 h 92"/>
                <a:gd name="T18" fmla="*/ 3 w 98"/>
                <a:gd name="T19" fmla="*/ 12 h 92"/>
                <a:gd name="T20" fmla="*/ 0 w 98"/>
                <a:gd name="T21" fmla="*/ 37 h 92"/>
                <a:gd name="T22" fmla="*/ 6 w 98"/>
                <a:gd name="T23" fmla="*/ 52 h 92"/>
                <a:gd name="T24" fmla="*/ 45 w 98"/>
                <a:gd name="T25" fmla="*/ 75 h 92"/>
                <a:gd name="T26" fmla="*/ 29 w 98"/>
                <a:gd name="T27" fmla="*/ 84 h 92"/>
                <a:gd name="T28" fmla="*/ 29 w 98"/>
                <a:gd name="T29" fmla="*/ 92 h 92"/>
                <a:gd name="T30" fmla="*/ 73 w 98"/>
                <a:gd name="T31" fmla="*/ 88 h 92"/>
                <a:gd name="T32" fmla="*/ 53 w 98"/>
                <a:gd name="T33" fmla="*/ 84 h 92"/>
                <a:gd name="T34" fmla="*/ 78 w 98"/>
                <a:gd name="T35" fmla="*/ 59 h 92"/>
                <a:gd name="T36" fmla="*/ 92 w 98"/>
                <a:gd name="T37" fmla="*/ 52 h 92"/>
                <a:gd name="T38" fmla="*/ 98 w 98"/>
                <a:gd name="T39" fmla="*/ 16 h 92"/>
                <a:gd name="T40" fmla="*/ 11 w 98"/>
                <a:gd name="T41" fmla="*/ 47 h 92"/>
                <a:gd name="T42" fmla="*/ 7 w 98"/>
                <a:gd name="T43" fmla="*/ 37 h 92"/>
                <a:gd name="T44" fmla="*/ 14 w 98"/>
                <a:gd name="T45" fmla="*/ 20 h 92"/>
                <a:gd name="T46" fmla="*/ 15 w 98"/>
                <a:gd name="T47" fmla="*/ 50 h 92"/>
                <a:gd name="T48" fmla="*/ 76 w 98"/>
                <a:gd name="T49" fmla="*/ 40 h 92"/>
                <a:gd name="T50" fmla="*/ 73 w 98"/>
                <a:gd name="T51" fmla="*/ 53 h 92"/>
                <a:gd name="T52" fmla="*/ 49 w 98"/>
                <a:gd name="T53" fmla="*/ 67 h 92"/>
                <a:gd name="T54" fmla="*/ 24 w 98"/>
                <a:gd name="T55" fmla="*/ 53 h 92"/>
                <a:gd name="T56" fmla="*/ 21 w 98"/>
                <a:gd name="T57" fmla="*/ 40 h 92"/>
                <a:gd name="T58" fmla="*/ 76 w 98"/>
                <a:gd name="T59" fmla="*/ 8 h 92"/>
                <a:gd name="T60" fmla="*/ 91 w 98"/>
                <a:gd name="T61" fmla="*/ 37 h 92"/>
                <a:gd name="T62" fmla="*/ 86 w 98"/>
                <a:gd name="T63" fmla="*/ 47 h 92"/>
                <a:gd name="T64" fmla="*/ 83 w 98"/>
                <a:gd name="T65" fmla="*/ 50 h 92"/>
                <a:gd name="T66" fmla="*/ 84 w 98"/>
                <a:gd name="T67" fmla="*/ 40 h 92"/>
                <a:gd name="T68" fmla="*/ 91 w 98"/>
                <a:gd name="T69" fmla="*/ 2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92">
                  <a:moveTo>
                    <a:pt x="44" y="28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8" y="51"/>
                    <a:pt x="48" y="51"/>
                    <a:pt x="48" y="51"/>
                  </a:cubicBezTo>
                  <a:cubicBezTo>
                    <a:pt x="48" y="52"/>
                    <a:pt x="49" y="53"/>
                    <a:pt x="50" y="53"/>
                  </a:cubicBezTo>
                  <a:cubicBezTo>
                    <a:pt x="51" y="53"/>
                    <a:pt x="52" y="52"/>
                    <a:pt x="52" y="51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6"/>
                    <a:pt x="51" y="15"/>
                    <a:pt x="50" y="15"/>
                  </a:cubicBezTo>
                  <a:cubicBezTo>
                    <a:pt x="49" y="15"/>
                    <a:pt x="48" y="15"/>
                    <a:pt x="48" y="16"/>
                  </a:cubicBezTo>
                  <a:cubicBezTo>
                    <a:pt x="41" y="25"/>
                    <a:pt x="41" y="25"/>
                    <a:pt x="41" y="25"/>
                  </a:cubicBezTo>
                  <a:cubicBezTo>
                    <a:pt x="40" y="26"/>
                    <a:pt x="40" y="28"/>
                    <a:pt x="41" y="28"/>
                  </a:cubicBezTo>
                  <a:cubicBezTo>
                    <a:pt x="42" y="29"/>
                    <a:pt x="44" y="29"/>
                    <a:pt x="44" y="2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84" y="2"/>
                    <a:pt x="82" y="0"/>
                    <a:pt x="8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5" y="0"/>
                    <a:pt x="14" y="2"/>
                    <a:pt x="14" y="4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1" y="12"/>
                    <a:pt x="0" y="14"/>
                    <a:pt x="0" y="1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3"/>
                    <a:pt x="2" y="48"/>
                    <a:pt x="6" y="52"/>
                  </a:cubicBezTo>
                  <a:cubicBezTo>
                    <a:pt x="6" y="52"/>
                    <a:pt x="6" y="52"/>
                    <a:pt x="6" y="52"/>
                  </a:cubicBezTo>
                  <a:cubicBezTo>
                    <a:pt x="9" y="56"/>
                    <a:pt x="14" y="58"/>
                    <a:pt x="19" y="59"/>
                  </a:cubicBezTo>
                  <a:cubicBezTo>
                    <a:pt x="25" y="68"/>
                    <a:pt x="35" y="74"/>
                    <a:pt x="45" y="75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29" y="84"/>
                    <a:pt x="29" y="84"/>
                    <a:pt x="29" y="84"/>
                  </a:cubicBezTo>
                  <a:cubicBezTo>
                    <a:pt x="27" y="84"/>
                    <a:pt x="25" y="86"/>
                    <a:pt x="25" y="88"/>
                  </a:cubicBezTo>
                  <a:cubicBezTo>
                    <a:pt x="25" y="90"/>
                    <a:pt x="27" y="92"/>
                    <a:pt x="29" y="92"/>
                  </a:cubicBezTo>
                  <a:cubicBezTo>
                    <a:pt x="69" y="92"/>
                    <a:pt x="69" y="92"/>
                    <a:pt x="69" y="92"/>
                  </a:cubicBezTo>
                  <a:cubicBezTo>
                    <a:pt x="71" y="92"/>
                    <a:pt x="73" y="90"/>
                    <a:pt x="73" y="88"/>
                  </a:cubicBezTo>
                  <a:cubicBezTo>
                    <a:pt x="73" y="86"/>
                    <a:pt x="71" y="84"/>
                    <a:pt x="69" y="84"/>
                  </a:cubicBezTo>
                  <a:cubicBezTo>
                    <a:pt x="53" y="84"/>
                    <a:pt x="53" y="84"/>
                    <a:pt x="53" y="84"/>
                  </a:cubicBezTo>
                  <a:cubicBezTo>
                    <a:pt x="53" y="75"/>
                    <a:pt x="53" y="75"/>
                    <a:pt x="53" y="75"/>
                  </a:cubicBezTo>
                  <a:cubicBezTo>
                    <a:pt x="63" y="74"/>
                    <a:pt x="73" y="68"/>
                    <a:pt x="78" y="59"/>
                  </a:cubicBezTo>
                  <a:cubicBezTo>
                    <a:pt x="84" y="58"/>
                    <a:pt x="88" y="56"/>
                    <a:pt x="92" y="53"/>
                  </a:cubicBezTo>
                  <a:cubicBezTo>
                    <a:pt x="92" y="52"/>
                    <a:pt x="92" y="52"/>
                    <a:pt x="92" y="52"/>
                  </a:cubicBezTo>
                  <a:cubicBezTo>
                    <a:pt x="96" y="48"/>
                    <a:pt x="98" y="43"/>
                    <a:pt x="98" y="37"/>
                  </a:cubicBezTo>
                  <a:cubicBezTo>
                    <a:pt x="98" y="16"/>
                    <a:pt x="98" y="16"/>
                    <a:pt x="98" y="16"/>
                  </a:cubicBezTo>
                  <a:cubicBezTo>
                    <a:pt x="98" y="14"/>
                    <a:pt x="96" y="12"/>
                    <a:pt x="94" y="12"/>
                  </a:cubicBezTo>
                  <a:close/>
                  <a:moveTo>
                    <a:pt x="11" y="47"/>
                  </a:moveTo>
                  <a:cubicBezTo>
                    <a:pt x="11" y="47"/>
                    <a:pt x="11" y="47"/>
                    <a:pt x="11" y="47"/>
                  </a:cubicBezTo>
                  <a:cubicBezTo>
                    <a:pt x="9" y="44"/>
                    <a:pt x="7" y="41"/>
                    <a:pt x="7" y="37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4"/>
                    <a:pt x="14" y="47"/>
                    <a:pt x="15" y="50"/>
                  </a:cubicBezTo>
                  <a:cubicBezTo>
                    <a:pt x="14" y="49"/>
                    <a:pt x="12" y="48"/>
                    <a:pt x="11" y="47"/>
                  </a:cubicBezTo>
                  <a:close/>
                  <a:moveTo>
                    <a:pt x="76" y="40"/>
                  </a:moveTo>
                  <a:cubicBezTo>
                    <a:pt x="76" y="40"/>
                    <a:pt x="76" y="40"/>
                    <a:pt x="76" y="40"/>
                  </a:cubicBezTo>
                  <a:cubicBezTo>
                    <a:pt x="76" y="45"/>
                    <a:pt x="75" y="49"/>
                    <a:pt x="73" y="53"/>
                  </a:cubicBezTo>
                  <a:cubicBezTo>
                    <a:pt x="73" y="53"/>
                    <a:pt x="73" y="53"/>
                    <a:pt x="73" y="53"/>
                  </a:cubicBezTo>
                  <a:cubicBezTo>
                    <a:pt x="69" y="62"/>
                    <a:pt x="59" y="67"/>
                    <a:pt x="49" y="67"/>
                  </a:cubicBezTo>
                  <a:cubicBezTo>
                    <a:pt x="39" y="67"/>
                    <a:pt x="29" y="62"/>
                    <a:pt x="24" y="53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2" y="49"/>
                    <a:pt x="21" y="45"/>
                    <a:pt x="21" y="40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6" y="40"/>
                    <a:pt x="76" y="40"/>
                    <a:pt x="76" y="40"/>
                  </a:cubicBezTo>
                  <a:close/>
                  <a:moveTo>
                    <a:pt x="91" y="37"/>
                  </a:moveTo>
                  <a:cubicBezTo>
                    <a:pt x="91" y="37"/>
                    <a:pt x="91" y="37"/>
                    <a:pt x="91" y="37"/>
                  </a:cubicBezTo>
                  <a:cubicBezTo>
                    <a:pt x="91" y="41"/>
                    <a:pt x="89" y="44"/>
                    <a:pt x="86" y="47"/>
                  </a:cubicBezTo>
                  <a:cubicBezTo>
                    <a:pt x="86" y="47"/>
                    <a:pt x="86" y="47"/>
                    <a:pt x="86" y="47"/>
                  </a:cubicBezTo>
                  <a:cubicBezTo>
                    <a:pt x="85" y="48"/>
                    <a:pt x="84" y="49"/>
                    <a:pt x="83" y="50"/>
                  </a:cubicBezTo>
                  <a:cubicBezTo>
                    <a:pt x="84" y="47"/>
                    <a:pt x="84" y="44"/>
                    <a:pt x="84" y="40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91" y="20"/>
                    <a:pt x="91" y="20"/>
                    <a:pt x="91" y="20"/>
                  </a:cubicBezTo>
                  <a:cubicBezTo>
                    <a:pt x="91" y="37"/>
                    <a:pt x="91" y="37"/>
                    <a:pt x="91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14925" y="4623435"/>
            <a:ext cx="27609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[</a:t>
            </a:r>
            <a:r>
              <a:rPr lang="zh-CN" altLang="zh-CN" sz="1400"/>
              <a:t>大模型通用</a:t>
            </a:r>
            <a:r>
              <a:rPr lang="en-US" altLang="zh-CN" sz="1400"/>
              <a:t>LoRA</a:t>
            </a:r>
            <a:r>
              <a:rPr lang="zh-CN" altLang="en-US" sz="1400"/>
              <a:t>微调技术原理</a:t>
            </a:r>
            <a:r>
              <a:rPr lang="en-US" altLang="zh-CN" sz="1400"/>
              <a:t>]</a:t>
            </a:r>
            <a:endParaRPr lang="en-US" altLang="zh-CN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1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 userDrawn="1"/>
        </p:nvSpPr>
        <p:spPr>
          <a:xfrm>
            <a:off x="7949" y="276559"/>
            <a:ext cx="423777" cy="4237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62384" y="285120"/>
            <a:ext cx="423777" cy="423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TextBox 11"/>
          <p:cNvSpPr txBox="1"/>
          <p:nvPr/>
        </p:nvSpPr>
        <p:spPr>
          <a:xfrm>
            <a:off x="565150" y="514985"/>
            <a:ext cx="1493520" cy="131445"/>
          </a:xfrm>
          <a:prstGeom prst="rect">
            <a:avLst/>
          </a:prstGeom>
          <a:solidFill>
            <a:srgbClr val="F1B320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37"/>
          <p:cNvSpPr txBox="1"/>
          <p:nvPr userDrawn="1"/>
        </p:nvSpPr>
        <p:spPr>
          <a:xfrm>
            <a:off x="600710" y="349885"/>
            <a:ext cx="1366520" cy="31432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p>
            <a:r>
              <a:rPr lang="zh-CN" altLang="en-US" sz="1600" b="1" dirty="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技术架构解析</a:t>
            </a:r>
            <a:endParaRPr lang="zh-CN" altLang="en-US" sz="1600" b="1" dirty="0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1455420"/>
            <a:ext cx="4689475" cy="2338705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945" y="1240155"/>
            <a:ext cx="3092450" cy="2220595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2954655"/>
            <a:ext cx="4107815" cy="209994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35" y="2896235"/>
            <a:ext cx="3259455" cy="2087245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28" name="文本框 27"/>
          <p:cNvSpPr txBox="1"/>
          <p:nvPr/>
        </p:nvSpPr>
        <p:spPr>
          <a:xfrm>
            <a:off x="396240" y="1057275"/>
            <a:ext cx="47250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E276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我们系统微调后的</a:t>
            </a:r>
            <a:r>
              <a:rPr lang="en-US" altLang="zh-CN" sz="1400">
                <a:solidFill>
                  <a:srgbClr val="E276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sz="1400">
                <a:solidFill>
                  <a:srgbClr val="E276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eepSeek</a:t>
            </a:r>
            <a:r>
              <a:rPr lang="zh-CN" sz="1400">
                <a:solidFill>
                  <a:srgbClr val="E276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，有效减少大模型的</a:t>
            </a:r>
            <a:r>
              <a:rPr lang="en-US" altLang="zh-CN" sz="1400">
                <a:solidFill>
                  <a:srgbClr val="E276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sz="1400">
                <a:solidFill>
                  <a:srgbClr val="E276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幻觉</a:t>
            </a:r>
            <a:r>
              <a:rPr lang="en-US" altLang="zh-CN" sz="1400">
                <a:solidFill>
                  <a:srgbClr val="E276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en-US" altLang="zh-CN" sz="1400">
              <a:solidFill>
                <a:srgbClr val="E276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654675" y="879475"/>
            <a:ext cx="32169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solidFill>
                  <a:srgbClr val="E276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通用版</a:t>
            </a:r>
            <a:r>
              <a:rPr lang="en-US" altLang="zh-CN" sz="1400">
                <a:solidFill>
                  <a:srgbClr val="E276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lang="en-US" sz="1400">
                <a:solidFill>
                  <a:srgbClr val="E276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eepSeek</a:t>
            </a:r>
            <a:r>
              <a:rPr lang="zh-CN" sz="1400">
                <a:solidFill>
                  <a:srgbClr val="E276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，有时候会自编内容</a:t>
            </a:r>
            <a:endParaRPr lang="zh-CN" altLang="en-US" sz="1400">
              <a:solidFill>
                <a:srgbClr val="E276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5406390" y="871855"/>
            <a:ext cx="306705" cy="309245"/>
            <a:chOff x="8968" y="3525"/>
            <a:chExt cx="1692" cy="1704"/>
          </a:xfrm>
        </p:grpSpPr>
        <p:sp>
          <p:nvSpPr>
            <p:cNvPr id="31" name="Freeform 19"/>
            <p:cNvSpPr>
              <a:spLocks noEditPoints="1"/>
            </p:cNvSpPr>
            <p:nvPr/>
          </p:nvSpPr>
          <p:spPr bwMode="auto">
            <a:xfrm>
              <a:off x="8968" y="3525"/>
              <a:ext cx="1692" cy="1704"/>
            </a:xfrm>
            <a:custGeom>
              <a:avLst/>
              <a:gdLst>
                <a:gd name="T0" fmla="*/ 373 w 402"/>
                <a:gd name="T1" fmla="*/ 209 h 402"/>
                <a:gd name="T2" fmla="*/ 372 w 402"/>
                <a:gd name="T3" fmla="*/ 190 h 402"/>
                <a:gd name="T4" fmla="*/ 401 w 402"/>
                <a:gd name="T5" fmla="*/ 170 h 402"/>
                <a:gd name="T6" fmla="*/ 389 w 402"/>
                <a:gd name="T7" fmla="*/ 124 h 402"/>
                <a:gd name="T8" fmla="*/ 353 w 402"/>
                <a:gd name="T9" fmla="*/ 123 h 402"/>
                <a:gd name="T10" fmla="*/ 344 w 402"/>
                <a:gd name="T11" fmla="*/ 107 h 402"/>
                <a:gd name="T12" fmla="*/ 360 w 402"/>
                <a:gd name="T13" fmla="*/ 74 h 402"/>
                <a:gd name="T14" fmla="*/ 325 w 402"/>
                <a:gd name="T15" fmla="*/ 41 h 402"/>
                <a:gd name="T16" fmla="*/ 293 w 402"/>
                <a:gd name="T17" fmla="*/ 57 h 402"/>
                <a:gd name="T18" fmla="*/ 277 w 402"/>
                <a:gd name="T19" fmla="*/ 48 h 402"/>
                <a:gd name="T20" fmla="*/ 275 w 402"/>
                <a:gd name="T21" fmla="*/ 12 h 402"/>
                <a:gd name="T22" fmla="*/ 251 w 402"/>
                <a:gd name="T23" fmla="*/ 6 h 402"/>
                <a:gd name="T24" fmla="*/ 228 w 402"/>
                <a:gd name="T25" fmla="*/ 0 h 402"/>
                <a:gd name="T26" fmla="*/ 209 w 402"/>
                <a:gd name="T27" fmla="*/ 30 h 402"/>
                <a:gd name="T28" fmla="*/ 190 w 402"/>
                <a:gd name="T29" fmla="*/ 30 h 402"/>
                <a:gd name="T30" fmla="*/ 170 w 402"/>
                <a:gd name="T31" fmla="*/ 1 h 402"/>
                <a:gd name="T32" fmla="*/ 124 w 402"/>
                <a:gd name="T33" fmla="*/ 13 h 402"/>
                <a:gd name="T34" fmla="*/ 122 w 402"/>
                <a:gd name="T35" fmla="*/ 49 h 402"/>
                <a:gd name="T36" fmla="*/ 106 w 402"/>
                <a:gd name="T37" fmla="*/ 59 h 402"/>
                <a:gd name="T38" fmla="*/ 74 w 402"/>
                <a:gd name="T39" fmla="*/ 43 h 402"/>
                <a:gd name="T40" fmla="*/ 41 w 402"/>
                <a:gd name="T41" fmla="*/ 77 h 402"/>
                <a:gd name="T42" fmla="*/ 56 w 402"/>
                <a:gd name="T43" fmla="*/ 109 h 402"/>
                <a:gd name="T44" fmla="*/ 47 w 402"/>
                <a:gd name="T45" fmla="*/ 126 h 402"/>
                <a:gd name="T46" fmla="*/ 12 w 402"/>
                <a:gd name="T47" fmla="*/ 128 h 402"/>
                <a:gd name="T48" fmla="*/ 6 w 402"/>
                <a:gd name="T49" fmla="*/ 151 h 402"/>
                <a:gd name="T50" fmla="*/ 0 w 402"/>
                <a:gd name="T51" fmla="*/ 174 h 402"/>
                <a:gd name="T52" fmla="*/ 30 w 402"/>
                <a:gd name="T53" fmla="*/ 194 h 402"/>
                <a:gd name="T54" fmla="*/ 30 w 402"/>
                <a:gd name="T55" fmla="*/ 212 h 402"/>
                <a:gd name="T56" fmla="*/ 0 w 402"/>
                <a:gd name="T57" fmla="*/ 233 h 402"/>
                <a:gd name="T58" fmla="*/ 13 w 402"/>
                <a:gd name="T59" fmla="*/ 279 h 402"/>
                <a:gd name="T60" fmla="*/ 49 w 402"/>
                <a:gd name="T61" fmla="*/ 280 h 402"/>
                <a:gd name="T62" fmla="*/ 59 w 402"/>
                <a:gd name="T63" fmla="*/ 296 h 402"/>
                <a:gd name="T64" fmla="*/ 43 w 402"/>
                <a:gd name="T65" fmla="*/ 328 h 402"/>
                <a:gd name="T66" fmla="*/ 77 w 402"/>
                <a:gd name="T67" fmla="*/ 362 h 402"/>
                <a:gd name="T68" fmla="*/ 109 w 402"/>
                <a:gd name="T69" fmla="*/ 345 h 402"/>
                <a:gd name="T70" fmla="*/ 125 w 402"/>
                <a:gd name="T71" fmla="*/ 355 h 402"/>
                <a:gd name="T72" fmla="*/ 128 w 402"/>
                <a:gd name="T73" fmla="*/ 390 h 402"/>
                <a:gd name="T74" fmla="*/ 150 w 402"/>
                <a:gd name="T75" fmla="*/ 396 h 402"/>
                <a:gd name="T76" fmla="*/ 174 w 402"/>
                <a:gd name="T77" fmla="*/ 402 h 402"/>
                <a:gd name="T78" fmla="*/ 194 w 402"/>
                <a:gd name="T79" fmla="*/ 373 h 402"/>
                <a:gd name="T80" fmla="*/ 212 w 402"/>
                <a:gd name="T81" fmla="*/ 372 h 402"/>
                <a:gd name="T82" fmla="*/ 232 w 402"/>
                <a:gd name="T83" fmla="*/ 402 h 402"/>
                <a:gd name="T84" fmla="*/ 278 w 402"/>
                <a:gd name="T85" fmla="*/ 389 h 402"/>
                <a:gd name="T86" fmla="*/ 280 w 402"/>
                <a:gd name="T87" fmla="*/ 353 h 402"/>
                <a:gd name="T88" fmla="*/ 296 w 402"/>
                <a:gd name="T89" fmla="*/ 344 h 402"/>
                <a:gd name="T90" fmla="*/ 328 w 402"/>
                <a:gd name="T91" fmla="*/ 360 h 402"/>
                <a:gd name="T92" fmla="*/ 362 w 402"/>
                <a:gd name="T93" fmla="*/ 326 h 402"/>
                <a:gd name="T94" fmla="*/ 345 w 402"/>
                <a:gd name="T95" fmla="*/ 294 h 402"/>
                <a:gd name="T96" fmla="*/ 354 w 402"/>
                <a:gd name="T97" fmla="*/ 277 h 402"/>
                <a:gd name="T98" fmla="*/ 390 w 402"/>
                <a:gd name="T99" fmla="*/ 275 h 402"/>
                <a:gd name="T100" fmla="*/ 396 w 402"/>
                <a:gd name="T101" fmla="*/ 251 h 402"/>
                <a:gd name="T102" fmla="*/ 402 w 402"/>
                <a:gd name="T103" fmla="*/ 229 h 402"/>
                <a:gd name="T104" fmla="*/ 373 w 402"/>
                <a:gd name="T105" fmla="*/ 209 h 402"/>
                <a:gd name="T106" fmla="*/ 373 w 402"/>
                <a:gd name="T107" fmla="*/ 209 h 402"/>
                <a:gd name="T108" fmla="*/ 166 w 402"/>
                <a:gd name="T109" fmla="*/ 335 h 402"/>
                <a:gd name="T110" fmla="*/ 67 w 402"/>
                <a:gd name="T111" fmla="*/ 167 h 402"/>
                <a:gd name="T112" fmla="*/ 235 w 402"/>
                <a:gd name="T113" fmla="*/ 68 h 402"/>
                <a:gd name="T114" fmla="*/ 335 w 402"/>
                <a:gd name="T115" fmla="*/ 236 h 402"/>
                <a:gd name="T116" fmla="*/ 166 w 402"/>
                <a:gd name="T117" fmla="*/ 335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2" h="402">
                  <a:moveTo>
                    <a:pt x="373" y="209"/>
                  </a:moveTo>
                  <a:cubicBezTo>
                    <a:pt x="373" y="203"/>
                    <a:pt x="373" y="197"/>
                    <a:pt x="372" y="190"/>
                  </a:cubicBezTo>
                  <a:cubicBezTo>
                    <a:pt x="401" y="170"/>
                    <a:pt x="401" y="170"/>
                    <a:pt x="401" y="170"/>
                  </a:cubicBezTo>
                  <a:cubicBezTo>
                    <a:pt x="389" y="124"/>
                    <a:pt x="389" y="124"/>
                    <a:pt x="389" y="124"/>
                  </a:cubicBezTo>
                  <a:cubicBezTo>
                    <a:pt x="353" y="123"/>
                    <a:pt x="353" y="123"/>
                    <a:pt x="353" y="123"/>
                  </a:cubicBezTo>
                  <a:cubicBezTo>
                    <a:pt x="351" y="117"/>
                    <a:pt x="347" y="111"/>
                    <a:pt x="344" y="107"/>
                  </a:cubicBezTo>
                  <a:cubicBezTo>
                    <a:pt x="360" y="74"/>
                    <a:pt x="360" y="74"/>
                    <a:pt x="360" y="74"/>
                  </a:cubicBezTo>
                  <a:cubicBezTo>
                    <a:pt x="325" y="41"/>
                    <a:pt x="325" y="41"/>
                    <a:pt x="325" y="41"/>
                  </a:cubicBezTo>
                  <a:cubicBezTo>
                    <a:pt x="293" y="57"/>
                    <a:pt x="293" y="57"/>
                    <a:pt x="293" y="57"/>
                  </a:cubicBezTo>
                  <a:cubicBezTo>
                    <a:pt x="288" y="54"/>
                    <a:pt x="282" y="51"/>
                    <a:pt x="277" y="48"/>
                  </a:cubicBezTo>
                  <a:cubicBezTo>
                    <a:pt x="275" y="12"/>
                    <a:pt x="275" y="12"/>
                    <a:pt x="275" y="12"/>
                  </a:cubicBezTo>
                  <a:cubicBezTo>
                    <a:pt x="251" y="6"/>
                    <a:pt x="251" y="6"/>
                    <a:pt x="251" y="6"/>
                  </a:cubicBezTo>
                  <a:cubicBezTo>
                    <a:pt x="228" y="0"/>
                    <a:pt x="228" y="0"/>
                    <a:pt x="228" y="0"/>
                  </a:cubicBezTo>
                  <a:cubicBezTo>
                    <a:pt x="209" y="30"/>
                    <a:pt x="209" y="30"/>
                    <a:pt x="209" y="30"/>
                  </a:cubicBezTo>
                  <a:cubicBezTo>
                    <a:pt x="203" y="30"/>
                    <a:pt x="196" y="30"/>
                    <a:pt x="190" y="30"/>
                  </a:cubicBezTo>
                  <a:cubicBezTo>
                    <a:pt x="170" y="1"/>
                    <a:pt x="170" y="1"/>
                    <a:pt x="170" y="1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52"/>
                    <a:pt x="111" y="55"/>
                    <a:pt x="106" y="59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3" y="114"/>
                    <a:pt x="50" y="120"/>
                    <a:pt x="47" y="126"/>
                  </a:cubicBezTo>
                  <a:cubicBezTo>
                    <a:pt x="12" y="128"/>
                    <a:pt x="12" y="128"/>
                    <a:pt x="12" y="128"/>
                  </a:cubicBezTo>
                  <a:cubicBezTo>
                    <a:pt x="6" y="151"/>
                    <a:pt x="6" y="151"/>
                    <a:pt x="6" y="151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30" y="194"/>
                    <a:pt x="30" y="194"/>
                    <a:pt x="30" y="194"/>
                  </a:cubicBezTo>
                  <a:cubicBezTo>
                    <a:pt x="30" y="200"/>
                    <a:pt x="30" y="206"/>
                    <a:pt x="30" y="212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13" y="279"/>
                    <a:pt x="13" y="279"/>
                    <a:pt x="13" y="279"/>
                  </a:cubicBezTo>
                  <a:cubicBezTo>
                    <a:pt x="49" y="280"/>
                    <a:pt x="49" y="280"/>
                    <a:pt x="49" y="280"/>
                  </a:cubicBezTo>
                  <a:cubicBezTo>
                    <a:pt x="52" y="286"/>
                    <a:pt x="55" y="291"/>
                    <a:pt x="59" y="296"/>
                  </a:cubicBezTo>
                  <a:cubicBezTo>
                    <a:pt x="43" y="328"/>
                    <a:pt x="43" y="328"/>
                    <a:pt x="43" y="328"/>
                  </a:cubicBezTo>
                  <a:cubicBezTo>
                    <a:pt x="77" y="362"/>
                    <a:pt x="77" y="362"/>
                    <a:pt x="77" y="362"/>
                  </a:cubicBezTo>
                  <a:cubicBezTo>
                    <a:pt x="109" y="345"/>
                    <a:pt x="109" y="345"/>
                    <a:pt x="109" y="345"/>
                  </a:cubicBezTo>
                  <a:cubicBezTo>
                    <a:pt x="114" y="349"/>
                    <a:pt x="119" y="352"/>
                    <a:pt x="125" y="355"/>
                  </a:cubicBezTo>
                  <a:cubicBezTo>
                    <a:pt x="128" y="390"/>
                    <a:pt x="128" y="390"/>
                    <a:pt x="128" y="390"/>
                  </a:cubicBezTo>
                  <a:cubicBezTo>
                    <a:pt x="150" y="396"/>
                    <a:pt x="150" y="396"/>
                    <a:pt x="150" y="396"/>
                  </a:cubicBezTo>
                  <a:cubicBezTo>
                    <a:pt x="174" y="402"/>
                    <a:pt x="174" y="402"/>
                    <a:pt x="174" y="402"/>
                  </a:cubicBezTo>
                  <a:cubicBezTo>
                    <a:pt x="194" y="373"/>
                    <a:pt x="194" y="373"/>
                    <a:pt x="194" y="373"/>
                  </a:cubicBezTo>
                  <a:cubicBezTo>
                    <a:pt x="200" y="373"/>
                    <a:pt x="206" y="373"/>
                    <a:pt x="212" y="372"/>
                  </a:cubicBezTo>
                  <a:cubicBezTo>
                    <a:pt x="232" y="402"/>
                    <a:pt x="232" y="402"/>
                    <a:pt x="232" y="402"/>
                  </a:cubicBezTo>
                  <a:cubicBezTo>
                    <a:pt x="278" y="389"/>
                    <a:pt x="278" y="389"/>
                    <a:pt x="278" y="389"/>
                  </a:cubicBezTo>
                  <a:cubicBezTo>
                    <a:pt x="280" y="353"/>
                    <a:pt x="280" y="353"/>
                    <a:pt x="280" y="353"/>
                  </a:cubicBezTo>
                  <a:cubicBezTo>
                    <a:pt x="285" y="351"/>
                    <a:pt x="291" y="348"/>
                    <a:pt x="296" y="344"/>
                  </a:cubicBezTo>
                  <a:cubicBezTo>
                    <a:pt x="328" y="360"/>
                    <a:pt x="328" y="360"/>
                    <a:pt x="328" y="360"/>
                  </a:cubicBezTo>
                  <a:cubicBezTo>
                    <a:pt x="362" y="326"/>
                    <a:pt x="362" y="326"/>
                    <a:pt x="362" y="326"/>
                  </a:cubicBezTo>
                  <a:cubicBezTo>
                    <a:pt x="345" y="294"/>
                    <a:pt x="345" y="294"/>
                    <a:pt x="345" y="294"/>
                  </a:cubicBezTo>
                  <a:cubicBezTo>
                    <a:pt x="349" y="289"/>
                    <a:pt x="352" y="283"/>
                    <a:pt x="354" y="277"/>
                  </a:cubicBezTo>
                  <a:cubicBezTo>
                    <a:pt x="390" y="275"/>
                    <a:pt x="390" y="275"/>
                    <a:pt x="390" y="275"/>
                  </a:cubicBezTo>
                  <a:cubicBezTo>
                    <a:pt x="396" y="251"/>
                    <a:pt x="396" y="251"/>
                    <a:pt x="396" y="251"/>
                  </a:cubicBezTo>
                  <a:cubicBezTo>
                    <a:pt x="402" y="229"/>
                    <a:pt x="402" y="229"/>
                    <a:pt x="402" y="229"/>
                  </a:cubicBezTo>
                  <a:cubicBezTo>
                    <a:pt x="373" y="209"/>
                    <a:pt x="373" y="209"/>
                    <a:pt x="373" y="209"/>
                  </a:cubicBezTo>
                  <a:cubicBezTo>
                    <a:pt x="373" y="209"/>
                    <a:pt x="373" y="209"/>
                    <a:pt x="373" y="209"/>
                  </a:cubicBezTo>
                  <a:close/>
                  <a:moveTo>
                    <a:pt x="166" y="335"/>
                  </a:moveTo>
                  <a:cubicBezTo>
                    <a:pt x="93" y="316"/>
                    <a:pt x="48" y="241"/>
                    <a:pt x="67" y="167"/>
                  </a:cubicBezTo>
                  <a:cubicBezTo>
                    <a:pt x="87" y="93"/>
                    <a:pt x="162" y="49"/>
                    <a:pt x="235" y="68"/>
                  </a:cubicBezTo>
                  <a:cubicBezTo>
                    <a:pt x="309" y="87"/>
                    <a:pt x="354" y="162"/>
                    <a:pt x="335" y="236"/>
                  </a:cubicBezTo>
                  <a:cubicBezTo>
                    <a:pt x="316" y="310"/>
                    <a:pt x="241" y="354"/>
                    <a:pt x="166" y="3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" name="Oval 20"/>
            <p:cNvSpPr>
              <a:spLocks noChangeArrowheads="1"/>
            </p:cNvSpPr>
            <p:nvPr/>
          </p:nvSpPr>
          <p:spPr bwMode="auto">
            <a:xfrm>
              <a:off x="9304" y="3864"/>
              <a:ext cx="1020" cy="10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5" name="Freeform 23"/>
            <p:cNvSpPr>
              <a:spLocks noEditPoints="1"/>
            </p:cNvSpPr>
            <p:nvPr/>
          </p:nvSpPr>
          <p:spPr bwMode="auto">
            <a:xfrm>
              <a:off x="9641" y="4173"/>
              <a:ext cx="341" cy="408"/>
            </a:xfrm>
            <a:custGeom>
              <a:avLst/>
              <a:gdLst>
                <a:gd name="T0" fmla="*/ 72 w 81"/>
                <a:gd name="T1" fmla="*/ 1 h 96"/>
                <a:gd name="T2" fmla="*/ 70 w 81"/>
                <a:gd name="T3" fmla="*/ 7 h 96"/>
                <a:gd name="T4" fmla="*/ 81 w 81"/>
                <a:gd name="T5" fmla="*/ 36 h 96"/>
                <a:gd name="T6" fmla="*/ 68 w 81"/>
                <a:gd name="T7" fmla="*/ 68 h 96"/>
                <a:gd name="T8" fmla="*/ 54 w 81"/>
                <a:gd name="T9" fmla="*/ 78 h 96"/>
                <a:gd name="T10" fmla="*/ 40 w 81"/>
                <a:gd name="T11" fmla="*/ 81 h 96"/>
                <a:gd name="T12" fmla="*/ 55 w 81"/>
                <a:gd name="T13" fmla="*/ 88 h 96"/>
                <a:gd name="T14" fmla="*/ 55 w 81"/>
                <a:gd name="T15" fmla="*/ 96 h 96"/>
                <a:gd name="T16" fmla="*/ 37 w 81"/>
                <a:gd name="T17" fmla="*/ 96 h 96"/>
                <a:gd name="T18" fmla="*/ 18 w 81"/>
                <a:gd name="T19" fmla="*/ 96 h 96"/>
                <a:gd name="T20" fmla="*/ 18 w 81"/>
                <a:gd name="T21" fmla="*/ 88 h 96"/>
                <a:gd name="T22" fmla="*/ 33 w 81"/>
                <a:gd name="T23" fmla="*/ 81 h 96"/>
                <a:gd name="T24" fmla="*/ 20 w 81"/>
                <a:gd name="T25" fmla="*/ 78 h 96"/>
                <a:gd name="T26" fmla="*/ 7 w 81"/>
                <a:gd name="T27" fmla="*/ 69 h 96"/>
                <a:gd name="T28" fmla="*/ 1 w 81"/>
                <a:gd name="T29" fmla="*/ 72 h 96"/>
                <a:gd name="T30" fmla="*/ 10 w 81"/>
                <a:gd name="T31" fmla="*/ 60 h 96"/>
                <a:gd name="T32" fmla="*/ 11 w 81"/>
                <a:gd name="T33" fmla="*/ 11 h 96"/>
                <a:gd name="T34" fmla="*/ 37 w 81"/>
                <a:gd name="T35" fmla="*/ 0 h 96"/>
                <a:gd name="T36" fmla="*/ 65 w 81"/>
                <a:gd name="T37" fmla="*/ 5 h 96"/>
                <a:gd name="T38" fmla="*/ 65 w 81"/>
                <a:gd name="T39" fmla="*/ 5 h 96"/>
                <a:gd name="T40" fmla="*/ 69 w 81"/>
                <a:gd name="T41" fmla="*/ 1 h 96"/>
                <a:gd name="T42" fmla="*/ 67 w 81"/>
                <a:gd name="T43" fmla="*/ 10 h 96"/>
                <a:gd name="T44" fmla="*/ 73 w 81"/>
                <a:gd name="T45" fmla="*/ 36 h 96"/>
                <a:gd name="T46" fmla="*/ 62 w 81"/>
                <a:gd name="T47" fmla="*/ 62 h 96"/>
                <a:gd name="T48" fmla="*/ 13 w 81"/>
                <a:gd name="T49" fmla="*/ 64 h 96"/>
                <a:gd name="T50" fmla="*/ 21 w 81"/>
                <a:gd name="T51" fmla="*/ 73 h 96"/>
                <a:gd name="T52" fmla="*/ 52 w 81"/>
                <a:gd name="T53" fmla="*/ 73 h 96"/>
                <a:gd name="T54" fmla="*/ 65 w 81"/>
                <a:gd name="T55" fmla="*/ 65 h 96"/>
                <a:gd name="T56" fmla="*/ 65 w 81"/>
                <a:gd name="T57" fmla="*/ 65 h 96"/>
                <a:gd name="T58" fmla="*/ 77 w 81"/>
                <a:gd name="T59" fmla="*/ 36 h 96"/>
                <a:gd name="T60" fmla="*/ 67 w 81"/>
                <a:gd name="T61" fmla="*/ 10 h 96"/>
                <a:gd name="T62" fmla="*/ 57 w 81"/>
                <a:gd name="T63" fmla="*/ 16 h 96"/>
                <a:gd name="T64" fmla="*/ 16 w 81"/>
                <a:gd name="T65" fmla="*/ 16 h 96"/>
                <a:gd name="T66" fmla="*/ 16 w 81"/>
                <a:gd name="T67" fmla="*/ 57 h 96"/>
                <a:gd name="T68" fmla="*/ 57 w 81"/>
                <a:gd name="T69" fmla="*/ 57 h 96"/>
                <a:gd name="T70" fmla="*/ 65 w 81"/>
                <a:gd name="T71" fmla="*/ 36 h 96"/>
                <a:gd name="T72" fmla="*/ 57 w 81"/>
                <a:gd name="T73" fmla="*/ 1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1" h="96">
                  <a:moveTo>
                    <a:pt x="69" y="1"/>
                  </a:moveTo>
                  <a:cubicBezTo>
                    <a:pt x="70" y="0"/>
                    <a:pt x="71" y="0"/>
                    <a:pt x="72" y="1"/>
                  </a:cubicBezTo>
                  <a:cubicBezTo>
                    <a:pt x="73" y="2"/>
                    <a:pt x="73" y="3"/>
                    <a:pt x="72" y="4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3" y="10"/>
                    <a:pt x="76" y="15"/>
                    <a:pt x="78" y="19"/>
                  </a:cubicBezTo>
                  <a:cubicBezTo>
                    <a:pt x="80" y="25"/>
                    <a:pt x="81" y="30"/>
                    <a:pt x="81" y="36"/>
                  </a:cubicBezTo>
                  <a:cubicBezTo>
                    <a:pt x="81" y="42"/>
                    <a:pt x="80" y="48"/>
                    <a:pt x="78" y="53"/>
                  </a:cubicBezTo>
                  <a:cubicBezTo>
                    <a:pt x="76" y="59"/>
                    <a:pt x="72" y="64"/>
                    <a:pt x="68" y="68"/>
                  </a:cubicBezTo>
                  <a:cubicBezTo>
                    <a:pt x="64" y="72"/>
                    <a:pt x="59" y="75"/>
                    <a:pt x="54" y="78"/>
                  </a:cubicBezTo>
                  <a:cubicBezTo>
                    <a:pt x="54" y="78"/>
                    <a:pt x="54" y="78"/>
                    <a:pt x="54" y="78"/>
                  </a:cubicBezTo>
                  <a:cubicBezTo>
                    <a:pt x="49" y="79"/>
                    <a:pt x="45" y="80"/>
                    <a:pt x="40" y="81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0" y="88"/>
                    <a:pt x="40" y="88"/>
                    <a:pt x="40" y="88"/>
                  </a:cubicBezTo>
                  <a:cubicBezTo>
                    <a:pt x="55" y="88"/>
                    <a:pt x="55" y="88"/>
                    <a:pt x="55" y="88"/>
                  </a:cubicBezTo>
                  <a:cubicBezTo>
                    <a:pt x="57" y="88"/>
                    <a:pt x="59" y="90"/>
                    <a:pt x="59" y="92"/>
                  </a:cubicBezTo>
                  <a:cubicBezTo>
                    <a:pt x="59" y="94"/>
                    <a:pt x="57" y="96"/>
                    <a:pt x="55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6" y="96"/>
                    <a:pt x="15" y="94"/>
                    <a:pt x="15" y="92"/>
                  </a:cubicBezTo>
                  <a:cubicBezTo>
                    <a:pt x="15" y="90"/>
                    <a:pt x="16" y="88"/>
                    <a:pt x="18" y="88"/>
                  </a:cubicBezTo>
                  <a:cubicBezTo>
                    <a:pt x="33" y="88"/>
                    <a:pt x="33" y="88"/>
                    <a:pt x="33" y="88"/>
                  </a:cubicBezTo>
                  <a:cubicBezTo>
                    <a:pt x="33" y="81"/>
                    <a:pt x="33" y="81"/>
                    <a:pt x="33" y="81"/>
                  </a:cubicBezTo>
                  <a:cubicBezTo>
                    <a:pt x="33" y="81"/>
                    <a:pt x="33" y="81"/>
                    <a:pt x="33" y="81"/>
                  </a:cubicBezTo>
                  <a:cubicBezTo>
                    <a:pt x="28" y="80"/>
                    <a:pt x="24" y="79"/>
                    <a:pt x="20" y="78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15" y="76"/>
                    <a:pt x="11" y="73"/>
                    <a:pt x="7" y="69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4" y="73"/>
                    <a:pt x="2" y="73"/>
                    <a:pt x="1" y="72"/>
                  </a:cubicBezTo>
                  <a:cubicBezTo>
                    <a:pt x="0" y="71"/>
                    <a:pt x="0" y="69"/>
                    <a:pt x="1" y="69"/>
                  </a:cubicBezTo>
                  <a:cubicBezTo>
                    <a:pt x="10" y="60"/>
                    <a:pt x="10" y="60"/>
                    <a:pt x="10" y="60"/>
                  </a:cubicBezTo>
                  <a:cubicBezTo>
                    <a:pt x="4" y="54"/>
                    <a:pt x="1" y="46"/>
                    <a:pt x="1" y="36"/>
                  </a:cubicBezTo>
                  <a:cubicBezTo>
                    <a:pt x="1" y="26"/>
                    <a:pt x="5" y="17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8" y="4"/>
                    <a:pt x="27" y="0"/>
                    <a:pt x="37" y="0"/>
                  </a:cubicBezTo>
                  <a:cubicBezTo>
                    <a:pt x="46" y="0"/>
                    <a:pt x="54" y="4"/>
                    <a:pt x="61" y="9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5" y="5"/>
                    <a:pt x="65" y="5"/>
                    <a:pt x="65" y="5"/>
                  </a:cubicBezTo>
                  <a:cubicBezTo>
                    <a:pt x="69" y="1"/>
                    <a:pt x="69" y="1"/>
                    <a:pt x="69" y="1"/>
                  </a:cubicBezTo>
                  <a:close/>
                  <a:moveTo>
                    <a:pt x="67" y="10"/>
                  </a:moveTo>
                  <a:cubicBezTo>
                    <a:pt x="67" y="10"/>
                    <a:pt x="67" y="10"/>
                    <a:pt x="67" y="10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9" y="19"/>
                    <a:pt x="73" y="27"/>
                    <a:pt x="73" y="36"/>
                  </a:cubicBezTo>
                  <a:cubicBezTo>
                    <a:pt x="73" y="46"/>
                    <a:pt x="69" y="55"/>
                    <a:pt x="62" y="62"/>
                  </a:cubicBezTo>
                  <a:cubicBezTo>
                    <a:pt x="62" y="62"/>
                    <a:pt x="62" y="62"/>
                    <a:pt x="62" y="62"/>
                  </a:cubicBezTo>
                  <a:cubicBezTo>
                    <a:pt x="56" y="69"/>
                    <a:pt x="47" y="73"/>
                    <a:pt x="37" y="73"/>
                  </a:cubicBezTo>
                  <a:cubicBezTo>
                    <a:pt x="28" y="73"/>
                    <a:pt x="19" y="69"/>
                    <a:pt x="13" y="64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3" y="69"/>
                    <a:pt x="17" y="72"/>
                    <a:pt x="21" y="73"/>
                  </a:cubicBezTo>
                  <a:cubicBezTo>
                    <a:pt x="26" y="75"/>
                    <a:pt x="31" y="76"/>
                    <a:pt x="37" y="76"/>
                  </a:cubicBezTo>
                  <a:cubicBezTo>
                    <a:pt x="42" y="76"/>
                    <a:pt x="47" y="75"/>
                    <a:pt x="52" y="73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57" y="71"/>
                    <a:pt x="61" y="68"/>
                    <a:pt x="65" y="65"/>
                  </a:cubicBezTo>
                  <a:cubicBezTo>
                    <a:pt x="65" y="65"/>
                    <a:pt x="65" y="65"/>
                    <a:pt x="65" y="65"/>
                  </a:cubicBezTo>
                  <a:cubicBezTo>
                    <a:pt x="65" y="65"/>
                    <a:pt x="65" y="65"/>
                    <a:pt x="65" y="65"/>
                  </a:cubicBezTo>
                  <a:cubicBezTo>
                    <a:pt x="69" y="61"/>
                    <a:pt x="72" y="57"/>
                    <a:pt x="74" y="52"/>
                  </a:cubicBezTo>
                  <a:cubicBezTo>
                    <a:pt x="76" y="47"/>
                    <a:pt x="77" y="42"/>
                    <a:pt x="77" y="36"/>
                  </a:cubicBezTo>
                  <a:cubicBezTo>
                    <a:pt x="77" y="31"/>
                    <a:pt x="76" y="26"/>
                    <a:pt x="74" y="21"/>
                  </a:cubicBezTo>
                  <a:cubicBezTo>
                    <a:pt x="72" y="17"/>
                    <a:pt x="69" y="13"/>
                    <a:pt x="67" y="10"/>
                  </a:cubicBezTo>
                  <a:close/>
                  <a:moveTo>
                    <a:pt x="57" y="16"/>
                  </a:moveTo>
                  <a:cubicBezTo>
                    <a:pt x="57" y="16"/>
                    <a:pt x="57" y="16"/>
                    <a:pt x="57" y="16"/>
                  </a:cubicBezTo>
                  <a:cubicBezTo>
                    <a:pt x="52" y="11"/>
                    <a:pt x="45" y="8"/>
                    <a:pt x="37" y="8"/>
                  </a:cubicBezTo>
                  <a:cubicBezTo>
                    <a:pt x="29" y="8"/>
                    <a:pt x="22" y="11"/>
                    <a:pt x="16" y="16"/>
                  </a:cubicBezTo>
                  <a:cubicBezTo>
                    <a:pt x="11" y="21"/>
                    <a:pt x="8" y="28"/>
                    <a:pt x="8" y="36"/>
                  </a:cubicBezTo>
                  <a:cubicBezTo>
                    <a:pt x="8" y="44"/>
                    <a:pt x="11" y="51"/>
                    <a:pt x="16" y="57"/>
                  </a:cubicBezTo>
                  <a:cubicBezTo>
                    <a:pt x="22" y="62"/>
                    <a:pt x="29" y="65"/>
                    <a:pt x="37" y="65"/>
                  </a:cubicBezTo>
                  <a:cubicBezTo>
                    <a:pt x="44" y="65"/>
                    <a:pt x="52" y="62"/>
                    <a:pt x="57" y="57"/>
                  </a:cubicBezTo>
                  <a:cubicBezTo>
                    <a:pt x="57" y="57"/>
                    <a:pt x="57" y="57"/>
                    <a:pt x="57" y="57"/>
                  </a:cubicBezTo>
                  <a:cubicBezTo>
                    <a:pt x="62" y="51"/>
                    <a:pt x="65" y="44"/>
                    <a:pt x="65" y="36"/>
                  </a:cubicBezTo>
                  <a:cubicBezTo>
                    <a:pt x="65" y="28"/>
                    <a:pt x="62" y="21"/>
                    <a:pt x="57" y="16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57" y="16"/>
                    <a:pt x="57" y="16"/>
                    <a:pt x="57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2710" y="1038860"/>
            <a:ext cx="358775" cy="347980"/>
            <a:chOff x="1795" y="3395"/>
            <a:chExt cx="1894" cy="1834"/>
          </a:xfrm>
        </p:grpSpPr>
        <p:sp>
          <p:nvSpPr>
            <p:cNvPr id="33" name="Freeform 6"/>
            <p:cNvSpPr>
              <a:spLocks noEditPoints="1"/>
            </p:cNvSpPr>
            <p:nvPr/>
          </p:nvSpPr>
          <p:spPr bwMode="auto">
            <a:xfrm>
              <a:off x="1997" y="3525"/>
              <a:ext cx="1692" cy="1704"/>
            </a:xfrm>
            <a:custGeom>
              <a:avLst/>
              <a:gdLst>
                <a:gd name="T0" fmla="*/ 373 w 402"/>
                <a:gd name="T1" fmla="*/ 209 h 402"/>
                <a:gd name="T2" fmla="*/ 372 w 402"/>
                <a:gd name="T3" fmla="*/ 190 h 402"/>
                <a:gd name="T4" fmla="*/ 401 w 402"/>
                <a:gd name="T5" fmla="*/ 170 h 402"/>
                <a:gd name="T6" fmla="*/ 389 w 402"/>
                <a:gd name="T7" fmla="*/ 124 h 402"/>
                <a:gd name="T8" fmla="*/ 353 w 402"/>
                <a:gd name="T9" fmla="*/ 123 h 402"/>
                <a:gd name="T10" fmla="*/ 344 w 402"/>
                <a:gd name="T11" fmla="*/ 107 h 402"/>
                <a:gd name="T12" fmla="*/ 360 w 402"/>
                <a:gd name="T13" fmla="*/ 74 h 402"/>
                <a:gd name="T14" fmla="*/ 325 w 402"/>
                <a:gd name="T15" fmla="*/ 41 h 402"/>
                <a:gd name="T16" fmla="*/ 293 w 402"/>
                <a:gd name="T17" fmla="*/ 57 h 402"/>
                <a:gd name="T18" fmla="*/ 277 w 402"/>
                <a:gd name="T19" fmla="*/ 48 h 402"/>
                <a:gd name="T20" fmla="*/ 275 w 402"/>
                <a:gd name="T21" fmla="*/ 12 h 402"/>
                <a:gd name="T22" fmla="*/ 251 w 402"/>
                <a:gd name="T23" fmla="*/ 6 h 402"/>
                <a:gd name="T24" fmla="*/ 228 w 402"/>
                <a:gd name="T25" fmla="*/ 0 h 402"/>
                <a:gd name="T26" fmla="*/ 209 w 402"/>
                <a:gd name="T27" fmla="*/ 30 h 402"/>
                <a:gd name="T28" fmla="*/ 190 w 402"/>
                <a:gd name="T29" fmla="*/ 30 h 402"/>
                <a:gd name="T30" fmla="*/ 170 w 402"/>
                <a:gd name="T31" fmla="*/ 1 h 402"/>
                <a:gd name="T32" fmla="*/ 124 w 402"/>
                <a:gd name="T33" fmla="*/ 13 h 402"/>
                <a:gd name="T34" fmla="*/ 122 w 402"/>
                <a:gd name="T35" fmla="*/ 49 h 402"/>
                <a:gd name="T36" fmla="*/ 106 w 402"/>
                <a:gd name="T37" fmla="*/ 59 h 402"/>
                <a:gd name="T38" fmla="*/ 74 w 402"/>
                <a:gd name="T39" fmla="*/ 43 h 402"/>
                <a:gd name="T40" fmla="*/ 41 w 402"/>
                <a:gd name="T41" fmla="*/ 77 h 402"/>
                <a:gd name="T42" fmla="*/ 56 w 402"/>
                <a:gd name="T43" fmla="*/ 109 h 402"/>
                <a:gd name="T44" fmla="*/ 47 w 402"/>
                <a:gd name="T45" fmla="*/ 126 h 402"/>
                <a:gd name="T46" fmla="*/ 12 w 402"/>
                <a:gd name="T47" fmla="*/ 128 h 402"/>
                <a:gd name="T48" fmla="*/ 6 w 402"/>
                <a:gd name="T49" fmla="*/ 151 h 402"/>
                <a:gd name="T50" fmla="*/ 0 w 402"/>
                <a:gd name="T51" fmla="*/ 174 h 402"/>
                <a:gd name="T52" fmla="*/ 30 w 402"/>
                <a:gd name="T53" fmla="*/ 194 h 402"/>
                <a:gd name="T54" fmla="*/ 30 w 402"/>
                <a:gd name="T55" fmla="*/ 212 h 402"/>
                <a:gd name="T56" fmla="*/ 0 w 402"/>
                <a:gd name="T57" fmla="*/ 233 h 402"/>
                <a:gd name="T58" fmla="*/ 13 w 402"/>
                <a:gd name="T59" fmla="*/ 279 h 402"/>
                <a:gd name="T60" fmla="*/ 49 w 402"/>
                <a:gd name="T61" fmla="*/ 280 h 402"/>
                <a:gd name="T62" fmla="*/ 59 w 402"/>
                <a:gd name="T63" fmla="*/ 296 h 402"/>
                <a:gd name="T64" fmla="*/ 43 w 402"/>
                <a:gd name="T65" fmla="*/ 328 h 402"/>
                <a:gd name="T66" fmla="*/ 77 w 402"/>
                <a:gd name="T67" fmla="*/ 362 h 402"/>
                <a:gd name="T68" fmla="*/ 109 w 402"/>
                <a:gd name="T69" fmla="*/ 345 h 402"/>
                <a:gd name="T70" fmla="*/ 125 w 402"/>
                <a:gd name="T71" fmla="*/ 355 h 402"/>
                <a:gd name="T72" fmla="*/ 128 w 402"/>
                <a:gd name="T73" fmla="*/ 390 h 402"/>
                <a:gd name="T74" fmla="*/ 150 w 402"/>
                <a:gd name="T75" fmla="*/ 396 h 402"/>
                <a:gd name="T76" fmla="*/ 174 w 402"/>
                <a:gd name="T77" fmla="*/ 402 h 402"/>
                <a:gd name="T78" fmla="*/ 194 w 402"/>
                <a:gd name="T79" fmla="*/ 373 h 402"/>
                <a:gd name="T80" fmla="*/ 212 w 402"/>
                <a:gd name="T81" fmla="*/ 372 h 402"/>
                <a:gd name="T82" fmla="*/ 232 w 402"/>
                <a:gd name="T83" fmla="*/ 402 h 402"/>
                <a:gd name="T84" fmla="*/ 278 w 402"/>
                <a:gd name="T85" fmla="*/ 389 h 402"/>
                <a:gd name="T86" fmla="*/ 280 w 402"/>
                <a:gd name="T87" fmla="*/ 353 h 402"/>
                <a:gd name="T88" fmla="*/ 296 w 402"/>
                <a:gd name="T89" fmla="*/ 344 h 402"/>
                <a:gd name="T90" fmla="*/ 328 w 402"/>
                <a:gd name="T91" fmla="*/ 360 h 402"/>
                <a:gd name="T92" fmla="*/ 362 w 402"/>
                <a:gd name="T93" fmla="*/ 326 h 402"/>
                <a:gd name="T94" fmla="*/ 345 w 402"/>
                <a:gd name="T95" fmla="*/ 294 h 402"/>
                <a:gd name="T96" fmla="*/ 354 w 402"/>
                <a:gd name="T97" fmla="*/ 277 h 402"/>
                <a:gd name="T98" fmla="*/ 390 w 402"/>
                <a:gd name="T99" fmla="*/ 275 h 402"/>
                <a:gd name="T100" fmla="*/ 396 w 402"/>
                <a:gd name="T101" fmla="*/ 251 h 402"/>
                <a:gd name="T102" fmla="*/ 402 w 402"/>
                <a:gd name="T103" fmla="*/ 229 h 402"/>
                <a:gd name="T104" fmla="*/ 373 w 402"/>
                <a:gd name="T105" fmla="*/ 209 h 402"/>
                <a:gd name="T106" fmla="*/ 373 w 402"/>
                <a:gd name="T107" fmla="*/ 209 h 402"/>
                <a:gd name="T108" fmla="*/ 166 w 402"/>
                <a:gd name="T109" fmla="*/ 335 h 402"/>
                <a:gd name="T110" fmla="*/ 67 w 402"/>
                <a:gd name="T111" fmla="*/ 167 h 402"/>
                <a:gd name="T112" fmla="*/ 235 w 402"/>
                <a:gd name="T113" fmla="*/ 68 h 402"/>
                <a:gd name="T114" fmla="*/ 335 w 402"/>
                <a:gd name="T115" fmla="*/ 236 h 402"/>
                <a:gd name="T116" fmla="*/ 166 w 402"/>
                <a:gd name="T117" fmla="*/ 335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02" h="402">
                  <a:moveTo>
                    <a:pt x="373" y="209"/>
                  </a:moveTo>
                  <a:cubicBezTo>
                    <a:pt x="373" y="203"/>
                    <a:pt x="373" y="197"/>
                    <a:pt x="372" y="190"/>
                  </a:cubicBezTo>
                  <a:cubicBezTo>
                    <a:pt x="401" y="170"/>
                    <a:pt x="401" y="170"/>
                    <a:pt x="401" y="170"/>
                  </a:cubicBezTo>
                  <a:cubicBezTo>
                    <a:pt x="389" y="124"/>
                    <a:pt x="389" y="124"/>
                    <a:pt x="389" y="124"/>
                  </a:cubicBezTo>
                  <a:cubicBezTo>
                    <a:pt x="353" y="123"/>
                    <a:pt x="353" y="123"/>
                    <a:pt x="353" y="123"/>
                  </a:cubicBezTo>
                  <a:cubicBezTo>
                    <a:pt x="351" y="117"/>
                    <a:pt x="347" y="111"/>
                    <a:pt x="344" y="107"/>
                  </a:cubicBezTo>
                  <a:cubicBezTo>
                    <a:pt x="360" y="74"/>
                    <a:pt x="360" y="74"/>
                    <a:pt x="360" y="74"/>
                  </a:cubicBezTo>
                  <a:cubicBezTo>
                    <a:pt x="325" y="41"/>
                    <a:pt x="325" y="41"/>
                    <a:pt x="325" y="41"/>
                  </a:cubicBezTo>
                  <a:cubicBezTo>
                    <a:pt x="293" y="57"/>
                    <a:pt x="293" y="57"/>
                    <a:pt x="293" y="57"/>
                  </a:cubicBezTo>
                  <a:cubicBezTo>
                    <a:pt x="288" y="54"/>
                    <a:pt x="282" y="51"/>
                    <a:pt x="277" y="48"/>
                  </a:cubicBezTo>
                  <a:cubicBezTo>
                    <a:pt x="275" y="12"/>
                    <a:pt x="275" y="12"/>
                    <a:pt x="275" y="12"/>
                  </a:cubicBezTo>
                  <a:cubicBezTo>
                    <a:pt x="251" y="6"/>
                    <a:pt x="251" y="6"/>
                    <a:pt x="251" y="6"/>
                  </a:cubicBezTo>
                  <a:cubicBezTo>
                    <a:pt x="228" y="0"/>
                    <a:pt x="228" y="0"/>
                    <a:pt x="228" y="0"/>
                  </a:cubicBezTo>
                  <a:cubicBezTo>
                    <a:pt x="209" y="30"/>
                    <a:pt x="209" y="30"/>
                    <a:pt x="209" y="30"/>
                  </a:cubicBezTo>
                  <a:cubicBezTo>
                    <a:pt x="203" y="30"/>
                    <a:pt x="196" y="30"/>
                    <a:pt x="190" y="30"/>
                  </a:cubicBezTo>
                  <a:cubicBezTo>
                    <a:pt x="170" y="1"/>
                    <a:pt x="170" y="1"/>
                    <a:pt x="170" y="1"/>
                  </a:cubicBezTo>
                  <a:cubicBezTo>
                    <a:pt x="124" y="13"/>
                    <a:pt x="124" y="13"/>
                    <a:pt x="124" y="13"/>
                  </a:cubicBezTo>
                  <a:cubicBezTo>
                    <a:pt x="122" y="49"/>
                    <a:pt x="122" y="49"/>
                    <a:pt x="122" y="49"/>
                  </a:cubicBezTo>
                  <a:cubicBezTo>
                    <a:pt x="116" y="52"/>
                    <a:pt x="111" y="55"/>
                    <a:pt x="106" y="59"/>
                  </a:cubicBezTo>
                  <a:cubicBezTo>
                    <a:pt x="74" y="43"/>
                    <a:pt x="74" y="43"/>
                    <a:pt x="74" y="43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3" y="114"/>
                    <a:pt x="50" y="120"/>
                    <a:pt x="47" y="126"/>
                  </a:cubicBezTo>
                  <a:cubicBezTo>
                    <a:pt x="12" y="128"/>
                    <a:pt x="12" y="128"/>
                    <a:pt x="12" y="128"/>
                  </a:cubicBezTo>
                  <a:cubicBezTo>
                    <a:pt x="6" y="151"/>
                    <a:pt x="6" y="151"/>
                    <a:pt x="6" y="151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30" y="194"/>
                    <a:pt x="30" y="194"/>
                    <a:pt x="30" y="194"/>
                  </a:cubicBezTo>
                  <a:cubicBezTo>
                    <a:pt x="30" y="200"/>
                    <a:pt x="30" y="206"/>
                    <a:pt x="30" y="212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13" y="279"/>
                    <a:pt x="13" y="279"/>
                    <a:pt x="13" y="279"/>
                  </a:cubicBezTo>
                  <a:cubicBezTo>
                    <a:pt x="49" y="280"/>
                    <a:pt x="49" y="280"/>
                    <a:pt x="49" y="280"/>
                  </a:cubicBezTo>
                  <a:cubicBezTo>
                    <a:pt x="52" y="286"/>
                    <a:pt x="55" y="291"/>
                    <a:pt x="59" y="296"/>
                  </a:cubicBezTo>
                  <a:cubicBezTo>
                    <a:pt x="43" y="328"/>
                    <a:pt x="43" y="328"/>
                    <a:pt x="43" y="328"/>
                  </a:cubicBezTo>
                  <a:cubicBezTo>
                    <a:pt x="77" y="362"/>
                    <a:pt x="77" y="362"/>
                    <a:pt x="77" y="362"/>
                  </a:cubicBezTo>
                  <a:cubicBezTo>
                    <a:pt x="109" y="345"/>
                    <a:pt x="109" y="345"/>
                    <a:pt x="109" y="345"/>
                  </a:cubicBezTo>
                  <a:cubicBezTo>
                    <a:pt x="114" y="349"/>
                    <a:pt x="119" y="352"/>
                    <a:pt x="125" y="355"/>
                  </a:cubicBezTo>
                  <a:cubicBezTo>
                    <a:pt x="128" y="390"/>
                    <a:pt x="128" y="390"/>
                    <a:pt x="128" y="390"/>
                  </a:cubicBezTo>
                  <a:cubicBezTo>
                    <a:pt x="150" y="396"/>
                    <a:pt x="150" y="396"/>
                    <a:pt x="150" y="396"/>
                  </a:cubicBezTo>
                  <a:cubicBezTo>
                    <a:pt x="174" y="402"/>
                    <a:pt x="174" y="402"/>
                    <a:pt x="174" y="402"/>
                  </a:cubicBezTo>
                  <a:cubicBezTo>
                    <a:pt x="194" y="373"/>
                    <a:pt x="194" y="373"/>
                    <a:pt x="194" y="373"/>
                  </a:cubicBezTo>
                  <a:cubicBezTo>
                    <a:pt x="200" y="373"/>
                    <a:pt x="206" y="373"/>
                    <a:pt x="212" y="372"/>
                  </a:cubicBezTo>
                  <a:cubicBezTo>
                    <a:pt x="232" y="402"/>
                    <a:pt x="232" y="402"/>
                    <a:pt x="232" y="402"/>
                  </a:cubicBezTo>
                  <a:cubicBezTo>
                    <a:pt x="278" y="389"/>
                    <a:pt x="278" y="389"/>
                    <a:pt x="278" y="389"/>
                  </a:cubicBezTo>
                  <a:cubicBezTo>
                    <a:pt x="280" y="353"/>
                    <a:pt x="280" y="353"/>
                    <a:pt x="280" y="353"/>
                  </a:cubicBezTo>
                  <a:cubicBezTo>
                    <a:pt x="285" y="351"/>
                    <a:pt x="291" y="348"/>
                    <a:pt x="296" y="344"/>
                  </a:cubicBezTo>
                  <a:cubicBezTo>
                    <a:pt x="328" y="360"/>
                    <a:pt x="328" y="360"/>
                    <a:pt x="328" y="360"/>
                  </a:cubicBezTo>
                  <a:cubicBezTo>
                    <a:pt x="362" y="326"/>
                    <a:pt x="362" y="326"/>
                    <a:pt x="362" y="326"/>
                  </a:cubicBezTo>
                  <a:cubicBezTo>
                    <a:pt x="345" y="294"/>
                    <a:pt x="345" y="294"/>
                    <a:pt x="345" y="294"/>
                  </a:cubicBezTo>
                  <a:cubicBezTo>
                    <a:pt x="349" y="289"/>
                    <a:pt x="352" y="283"/>
                    <a:pt x="354" y="277"/>
                  </a:cubicBezTo>
                  <a:cubicBezTo>
                    <a:pt x="390" y="275"/>
                    <a:pt x="390" y="275"/>
                    <a:pt x="390" y="275"/>
                  </a:cubicBezTo>
                  <a:cubicBezTo>
                    <a:pt x="396" y="251"/>
                    <a:pt x="396" y="251"/>
                    <a:pt x="396" y="251"/>
                  </a:cubicBezTo>
                  <a:cubicBezTo>
                    <a:pt x="402" y="229"/>
                    <a:pt x="402" y="229"/>
                    <a:pt x="402" y="229"/>
                  </a:cubicBezTo>
                  <a:cubicBezTo>
                    <a:pt x="373" y="209"/>
                    <a:pt x="373" y="209"/>
                    <a:pt x="373" y="209"/>
                  </a:cubicBezTo>
                  <a:cubicBezTo>
                    <a:pt x="373" y="209"/>
                    <a:pt x="373" y="209"/>
                    <a:pt x="373" y="209"/>
                  </a:cubicBezTo>
                  <a:close/>
                  <a:moveTo>
                    <a:pt x="166" y="335"/>
                  </a:moveTo>
                  <a:cubicBezTo>
                    <a:pt x="93" y="316"/>
                    <a:pt x="48" y="241"/>
                    <a:pt x="67" y="167"/>
                  </a:cubicBezTo>
                  <a:cubicBezTo>
                    <a:pt x="87" y="93"/>
                    <a:pt x="162" y="49"/>
                    <a:pt x="235" y="68"/>
                  </a:cubicBezTo>
                  <a:cubicBezTo>
                    <a:pt x="309" y="87"/>
                    <a:pt x="354" y="162"/>
                    <a:pt x="335" y="236"/>
                  </a:cubicBezTo>
                  <a:cubicBezTo>
                    <a:pt x="316" y="310"/>
                    <a:pt x="241" y="354"/>
                    <a:pt x="166" y="3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4" name="Freeform 8"/>
            <p:cNvSpPr/>
            <p:nvPr/>
          </p:nvSpPr>
          <p:spPr bwMode="auto">
            <a:xfrm>
              <a:off x="1795" y="3395"/>
              <a:ext cx="681" cy="783"/>
            </a:xfrm>
            <a:custGeom>
              <a:avLst/>
              <a:gdLst>
                <a:gd name="T0" fmla="*/ 162 w 162"/>
                <a:gd name="T1" fmla="*/ 0 h 185"/>
                <a:gd name="T2" fmla="*/ 96 w 162"/>
                <a:gd name="T3" fmla="*/ 14 h 185"/>
                <a:gd name="T4" fmla="*/ 102 w 162"/>
                <a:gd name="T5" fmla="*/ 25 h 185"/>
                <a:gd name="T6" fmla="*/ 1 w 162"/>
                <a:gd name="T7" fmla="*/ 178 h 185"/>
                <a:gd name="T8" fmla="*/ 5 w 162"/>
                <a:gd name="T9" fmla="*/ 185 h 185"/>
                <a:gd name="T10" fmla="*/ 7 w 162"/>
                <a:gd name="T11" fmla="*/ 185 h 185"/>
                <a:gd name="T12" fmla="*/ 13 w 162"/>
                <a:gd name="T13" fmla="*/ 180 h 185"/>
                <a:gd name="T14" fmla="*/ 107 w 162"/>
                <a:gd name="T15" fmla="*/ 36 h 185"/>
                <a:gd name="T16" fmla="*/ 112 w 162"/>
                <a:gd name="T17" fmla="*/ 45 h 185"/>
                <a:gd name="T18" fmla="*/ 162 w 162"/>
                <a:gd name="T19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85">
                  <a:moveTo>
                    <a:pt x="162" y="0"/>
                  </a:moveTo>
                  <a:cubicBezTo>
                    <a:pt x="96" y="14"/>
                    <a:pt x="96" y="14"/>
                    <a:pt x="96" y="14"/>
                  </a:cubicBezTo>
                  <a:cubicBezTo>
                    <a:pt x="102" y="25"/>
                    <a:pt x="102" y="25"/>
                    <a:pt x="102" y="25"/>
                  </a:cubicBezTo>
                  <a:cubicBezTo>
                    <a:pt x="51" y="62"/>
                    <a:pt x="14" y="117"/>
                    <a:pt x="1" y="178"/>
                  </a:cubicBezTo>
                  <a:cubicBezTo>
                    <a:pt x="0" y="181"/>
                    <a:pt x="2" y="184"/>
                    <a:pt x="5" y="185"/>
                  </a:cubicBezTo>
                  <a:cubicBezTo>
                    <a:pt x="6" y="185"/>
                    <a:pt x="6" y="185"/>
                    <a:pt x="7" y="185"/>
                  </a:cubicBezTo>
                  <a:cubicBezTo>
                    <a:pt x="10" y="185"/>
                    <a:pt x="12" y="183"/>
                    <a:pt x="13" y="180"/>
                  </a:cubicBezTo>
                  <a:cubicBezTo>
                    <a:pt x="25" y="123"/>
                    <a:pt x="59" y="71"/>
                    <a:pt x="107" y="36"/>
                  </a:cubicBezTo>
                  <a:cubicBezTo>
                    <a:pt x="112" y="45"/>
                    <a:pt x="112" y="45"/>
                    <a:pt x="112" y="45"/>
                  </a:cubicBezTo>
                  <a:lnTo>
                    <a:pt x="1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7" name="Oval 9"/>
            <p:cNvSpPr>
              <a:spLocks noChangeArrowheads="1"/>
            </p:cNvSpPr>
            <p:nvPr/>
          </p:nvSpPr>
          <p:spPr bwMode="auto">
            <a:xfrm>
              <a:off x="2333" y="3864"/>
              <a:ext cx="1020" cy="10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8" name="Freeform 22"/>
            <p:cNvSpPr>
              <a:spLocks noEditPoints="1"/>
            </p:cNvSpPr>
            <p:nvPr/>
          </p:nvSpPr>
          <p:spPr bwMode="auto">
            <a:xfrm>
              <a:off x="2636" y="4177"/>
              <a:ext cx="414" cy="400"/>
            </a:xfrm>
            <a:custGeom>
              <a:avLst/>
              <a:gdLst>
                <a:gd name="T0" fmla="*/ 59 w 98"/>
                <a:gd name="T1" fmla="*/ 0 h 94"/>
                <a:gd name="T2" fmla="*/ 70 w 98"/>
                <a:gd name="T3" fmla="*/ 11 h 94"/>
                <a:gd name="T4" fmla="*/ 79 w 98"/>
                <a:gd name="T5" fmla="*/ 14 h 94"/>
                <a:gd name="T6" fmla="*/ 98 w 98"/>
                <a:gd name="T7" fmla="*/ 34 h 94"/>
                <a:gd name="T8" fmla="*/ 92 w 98"/>
                <a:gd name="T9" fmla="*/ 89 h 94"/>
                <a:gd name="T10" fmla="*/ 19 w 98"/>
                <a:gd name="T11" fmla="*/ 94 h 94"/>
                <a:gd name="T12" fmla="*/ 5 w 98"/>
                <a:gd name="T13" fmla="*/ 88 h 94"/>
                <a:gd name="T14" fmla="*/ 0 w 98"/>
                <a:gd name="T15" fmla="*/ 34 h 94"/>
                <a:gd name="T16" fmla="*/ 19 w 98"/>
                <a:gd name="T17" fmla="*/ 14 h 94"/>
                <a:gd name="T18" fmla="*/ 27 w 98"/>
                <a:gd name="T19" fmla="*/ 11 h 94"/>
                <a:gd name="T20" fmla="*/ 38 w 98"/>
                <a:gd name="T21" fmla="*/ 0 h 94"/>
                <a:gd name="T22" fmla="*/ 69 w 98"/>
                <a:gd name="T23" fmla="*/ 22 h 94"/>
                <a:gd name="T24" fmla="*/ 68 w 98"/>
                <a:gd name="T25" fmla="*/ 22 h 94"/>
                <a:gd name="T26" fmla="*/ 29 w 98"/>
                <a:gd name="T27" fmla="*/ 22 h 94"/>
                <a:gd name="T28" fmla="*/ 11 w 98"/>
                <a:gd name="T29" fmla="*/ 25 h 94"/>
                <a:gd name="T30" fmla="*/ 7 w 98"/>
                <a:gd name="T31" fmla="*/ 34 h 94"/>
                <a:gd name="T32" fmla="*/ 18 w 98"/>
                <a:gd name="T33" fmla="*/ 52 h 94"/>
                <a:gd name="T34" fmla="*/ 20 w 98"/>
                <a:gd name="T35" fmla="*/ 43 h 94"/>
                <a:gd name="T36" fmla="*/ 37 w 98"/>
                <a:gd name="T37" fmla="*/ 43 h 94"/>
                <a:gd name="T38" fmla="*/ 39 w 98"/>
                <a:gd name="T39" fmla="*/ 45 h 94"/>
                <a:gd name="T40" fmla="*/ 59 w 98"/>
                <a:gd name="T41" fmla="*/ 52 h 94"/>
                <a:gd name="T42" fmla="*/ 61 w 98"/>
                <a:gd name="T43" fmla="*/ 43 h 94"/>
                <a:gd name="T44" fmla="*/ 77 w 98"/>
                <a:gd name="T45" fmla="*/ 43 h 94"/>
                <a:gd name="T46" fmla="*/ 80 w 98"/>
                <a:gd name="T47" fmla="*/ 45 h 94"/>
                <a:gd name="T48" fmla="*/ 91 w 98"/>
                <a:gd name="T49" fmla="*/ 52 h 94"/>
                <a:gd name="T50" fmla="*/ 87 w 98"/>
                <a:gd name="T51" fmla="*/ 25 h 94"/>
                <a:gd name="T52" fmla="*/ 69 w 98"/>
                <a:gd name="T53" fmla="*/ 22 h 94"/>
                <a:gd name="T54" fmla="*/ 32 w 98"/>
                <a:gd name="T55" fmla="*/ 14 h 94"/>
                <a:gd name="T56" fmla="*/ 66 w 98"/>
                <a:gd name="T57" fmla="*/ 11 h 94"/>
                <a:gd name="T58" fmla="*/ 59 w 98"/>
                <a:gd name="T59" fmla="*/ 4 h 94"/>
                <a:gd name="T60" fmla="*/ 34 w 98"/>
                <a:gd name="T61" fmla="*/ 6 h 94"/>
                <a:gd name="T62" fmla="*/ 32 w 98"/>
                <a:gd name="T63" fmla="*/ 14 h 94"/>
                <a:gd name="T64" fmla="*/ 7 w 98"/>
                <a:gd name="T65" fmla="*/ 57 h 94"/>
                <a:gd name="T66" fmla="*/ 11 w 98"/>
                <a:gd name="T67" fmla="*/ 83 h 94"/>
                <a:gd name="T68" fmla="*/ 19 w 98"/>
                <a:gd name="T69" fmla="*/ 87 h 94"/>
                <a:gd name="T70" fmla="*/ 87 w 98"/>
                <a:gd name="T71" fmla="*/ 83 h 94"/>
                <a:gd name="T72" fmla="*/ 91 w 98"/>
                <a:gd name="T73" fmla="*/ 57 h 94"/>
                <a:gd name="T74" fmla="*/ 80 w 98"/>
                <a:gd name="T75" fmla="*/ 63 h 94"/>
                <a:gd name="T76" fmla="*/ 77 w 98"/>
                <a:gd name="T77" fmla="*/ 66 h 94"/>
                <a:gd name="T78" fmla="*/ 59 w 98"/>
                <a:gd name="T79" fmla="*/ 63 h 94"/>
                <a:gd name="T80" fmla="*/ 59 w 98"/>
                <a:gd name="T81" fmla="*/ 57 h 94"/>
                <a:gd name="T82" fmla="*/ 39 w 98"/>
                <a:gd name="T83" fmla="*/ 63 h 94"/>
                <a:gd name="T84" fmla="*/ 36 w 98"/>
                <a:gd name="T85" fmla="*/ 66 h 94"/>
                <a:gd name="T86" fmla="*/ 18 w 98"/>
                <a:gd name="T87" fmla="*/ 63 h 94"/>
                <a:gd name="T88" fmla="*/ 18 w 98"/>
                <a:gd name="T89" fmla="*/ 57 h 94"/>
                <a:gd name="T90" fmla="*/ 34 w 98"/>
                <a:gd name="T91" fmla="*/ 48 h 94"/>
                <a:gd name="T92" fmla="*/ 23 w 98"/>
                <a:gd name="T93" fmla="*/ 48 h 94"/>
                <a:gd name="T94" fmla="*/ 23 w 98"/>
                <a:gd name="T95" fmla="*/ 54 h 94"/>
                <a:gd name="T96" fmla="*/ 23 w 98"/>
                <a:gd name="T97" fmla="*/ 61 h 94"/>
                <a:gd name="T98" fmla="*/ 34 w 98"/>
                <a:gd name="T99" fmla="*/ 54 h 94"/>
                <a:gd name="T100" fmla="*/ 34 w 98"/>
                <a:gd name="T101" fmla="*/ 54 h 94"/>
                <a:gd name="T102" fmla="*/ 75 w 98"/>
                <a:gd name="T103" fmla="*/ 48 h 94"/>
                <a:gd name="T104" fmla="*/ 64 w 98"/>
                <a:gd name="T105" fmla="*/ 48 h 94"/>
                <a:gd name="T106" fmla="*/ 64 w 98"/>
                <a:gd name="T107" fmla="*/ 54 h 94"/>
                <a:gd name="T108" fmla="*/ 64 w 98"/>
                <a:gd name="T109" fmla="*/ 61 h 94"/>
                <a:gd name="T110" fmla="*/ 75 w 98"/>
                <a:gd name="T111" fmla="*/ 54 h 94"/>
                <a:gd name="T112" fmla="*/ 75 w 98"/>
                <a:gd name="T113" fmla="*/ 5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8" h="94">
                  <a:moveTo>
                    <a:pt x="38" y="0"/>
                  </a:moveTo>
                  <a:cubicBezTo>
                    <a:pt x="59" y="0"/>
                    <a:pt x="59" y="0"/>
                    <a:pt x="59" y="0"/>
                  </a:cubicBezTo>
                  <a:cubicBezTo>
                    <a:pt x="62" y="0"/>
                    <a:pt x="65" y="1"/>
                    <a:pt x="67" y="3"/>
                  </a:cubicBezTo>
                  <a:cubicBezTo>
                    <a:pt x="69" y="5"/>
                    <a:pt x="70" y="8"/>
                    <a:pt x="70" y="11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4" y="14"/>
                    <a:pt x="89" y="16"/>
                    <a:pt x="92" y="20"/>
                  </a:cubicBezTo>
                  <a:cubicBezTo>
                    <a:pt x="96" y="24"/>
                    <a:pt x="98" y="28"/>
                    <a:pt x="98" y="34"/>
                  </a:cubicBezTo>
                  <a:cubicBezTo>
                    <a:pt x="98" y="75"/>
                    <a:pt x="98" y="75"/>
                    <a:pt x="98" y="75"/>
                  </a:cubicBezTo>
                  <a:cubicBezTo>
                    <a:pt x="98" y="80"/>
                    <a:pt x="96" y="85"/>
                    <a:pt x="92" y="89"/>
                  </a:cubicBezTo>
                  <a:cubicBezTo>
                    <a:pt x="89" y="92"/>
                    <a:pt x="84" y="94"/>
                    <a:pt x="79" y="94"/>
                  </a:cubicBezTo>
                  <a:cubicBezTo>
                    <a:pt x="19" y="94"/>
                    <a:pt x="19" y="94"/>
                    <a:pt x="19" y="94"/>
                  </a:cubicBezTo>
                  <a:cubicBezTo>
                    <a:pt x="14" y="94"/>
                    <a:pt x="9" y="92"/>
                    <a:pt x="5" y="89"/>
                  </a:cubicBezTo>
                  <a:cubicBezTo>
                    <a:pt x="5" y="88"/>
                    <a:pt x="5" y="88"/>
                    <a:pt x="5" y="88"/>
                  </a:cubicBezTo>
                  <a:cubicBezTo>
                    <a:pt x="2" y="85"/>
                    <a:pt x="0" y="80"/>
                    <a:pt x="0" y="75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28"/>
                    <a:pt x="2" y="24"/>
                    <a:pt x="5" y="20"/>
                  </a:cubicBezTo>
                  <a:cubicBezTo>
                    <a:pt x="9" y="16"/>
                    <a:pt x="14" y="14"/>
                    <a:pt x="19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8"/>
                    <a:pt x="29" y="5"/>
                    <a:pt x="31" y="3"/>
                  </a:cubicBezTo>
                  <a:cubicBezTo>
                    <a:pt x="33" y="1"/>
                    <a:pt x="35" y="0"/>
                    <a:pt x="38" y="0"/>
                  </a:cubicBezTo>
                  <a:close/>
                  <a:moveTo>
                    <a:pt x="69" y="22"/>
                  </a:moveTo>
                  <a:cubicBezTo>
                    <a:pt x="69" y="22"/>
                    <a:pt x="69" y="22"/>
                    <a:pt x="69" y="22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6" y="22"/>
                    <a:pt x="13" y="23"/>
                    <a:pt x="11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9" y="28"/>
                    <a:pt x="7" y="31"/>
                    <a:pt x="7" y="34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4"/>
                    <a:pt x="19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3"/>
                    <a:pt x="39" y="44"/>
                    <a:pt x="39" y="45"/>
                  </a:cubicBezTo>
                  <a:cubicBezTo>
                    <a:pt x="39" y="45"/>
                    <a:pt x="39" y="45"/>
                    <a:pt x="39" y="45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9" y="44"/>
                    <a:pt x="60" y="43"/>
                    <a:pt x="61" y="43"/>
                  </a:cubicBezTo>
                  <a:cubicBezTo>
                    <a:pt x="61" y="43"/>
                    <a:pt x="61" y="43"/>
                    <a:pt x="61" y="43"/>
                  </a:cubicBezTo>
                  <a:cubicBezTo>
                    <a:pt x="77" y="43"/>
                    <a:pt x="77" y="43"/>
                    <a:pt x="77" y="43"/>
                  </a:cubicBezTo>
                  <a:cubicBezTo>
                    <a:pt x="79" y="43"/>
                    <a:pt x="80" y="44"/>
                    <a:pt x="80" y="45"/>
                  </a:cubicBezTo>
                  <a:cubicBezTo>
                    <a:pt x="80" y="45"/>
                    <a:pt x="80" y="45"/>
                    <a:pt x="80" y="45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91" y="52"/>
                    <a:pt x="91" y="52"/>
                    <a:pt x="91" y="52"/>
                  </a:cubicBezTo>
                  <a:cubicBezTo>
                    <a:pt x="91" y="34"/>
                    <a:pt x="91" y="34"/>
                    <a:pt x="91" y="34"/>
                  </a:cubicBezTo>
                  <a:cubicBezTo>
                    <a:pt x="91" y="31"/>
                    <a:pt x="89" y="28"/>
                    <a:pt x="87" y="25"/>
                  </a:cubicBezTo>
                  <a:cubicBezTo>
                    <a:pt x="85" y="23"/>
                    <a:pt x="82" y="22"/>
                    <a:pt x="79" y="22"/>
                  </a:cubicBezTo>
                  <a:cubicBezTo>
                    <a:pt x="69" y="22"/>
                    <a:pt x="69" y="22"/>
                    <a:pt x="69" y="22"/>
                  </a:cubicBezTo>
                  <a:close/>
                  <a:moveTo>
                    <a:pt x="32" y="14"/>
                  </a:moveTo>
                  <a:cubicBezTo>
                    <a:pt x="32" y="14"/>
                    <a:pt x="32" y="14"/>
                    <a:pt x="32" y="14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66" y="9"/>
                    <a:pt x="65" y="7"/>
                    <a:pt x="64" y="6"/>
                  </a:cubicBezTo>
                  <a:cubicBezTo>
                    <a:pt x="63" y="5"/>
                    <a:pt x="61" y="4"/>
                    <a:pt x="59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7" y="4"/>
                    <a:pt x="35" y="5"/>
                    <a:pt x="34" y="6"/>
                  </a:cubicBezTo>
                  <a:cubicBezTo>
                    <a:pt x="33" y="7"/>
                    <a:pt x="32" y="9"/>
                    <a:pt x="32" y="11"/>
                  </a:cubicBezTo>
                  <a:cubicBezTo>
                    <a:pt x="32" y="14"/>
                    <a:pt x="32" y="14"/>
                    <a:pt x="32" y="14"/>
                  </a:cubicBezTo>
                  <a:close/>
                  <a:moveTo>
                    <a:pt x="7" y="57"/>
                  </a:moveTo>
                  <a:cubicBezTo>
                    <a:pt x="7" y="57"/>
                    <a:pt x="7" y="57"/>
                    <a:pt x="7" y="57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7" y="78"/>
                    <a:pt x="8" y="81"/>
                    <a:pt x="11" y="83"/>
                  </a:cubicBezTo>
                  <a:cubicBezTo>
                    <a:pt x="11" y="83"/>
                    <a:pt x="11" y="83"/>
                    <a:pt x="11" y="83"/>
                  </a:cubicBezTo>
                  <a:cubicBezTo>
                    <a:pt x="13" y="85"/>
                    <a:pt x="16" y="87"/>
                    <a:pt x="19" y="87"/>
                  </a:cubicBezTo>
                  <a:cubicBezTo>
                    <a:pt x="79" y="87"/>
                    <a:pt x="79" y="87"/>
                    <a:pt x="79" y="87"/>
                  </a:cubicBezTo>
                  <a:cubicBezTo>
                    <a:pt x="82" y="87"/>
                    <a:pt x="85" y="85"/>
                    <a:pt x="87" y="83"/>
                  </a:cubicBezTo>
                  <a:cubicBezTo>
                    <a:pt x="89" y="81"/>
                    <a:pt x="91" y="78"/>
                    <a:pt x="91" y="75"/>
                  </a:cubicBezTo>
                  <a:cubicBezTo>
                    <a:pt x="91" y="57"/>
                    <a:pt x="91" y="57"/>
                    <a:pt x="91" y="57"/>
                  </a:cubicBezTo>
                  <a:cubicBezTo>
                    <a:pt x="80" y="57"/>
                    <a:pt x="80" y="57"/>
                    <a:pt x="80" y="57"/>
                  </a:cubicBezTo>
                  <a:cubicBezTo>
                    <a:pt x="80" y="63"/>
                    <a:pt x="80" y="63"/>
                    <a:pt x="80" y="63"/>
                  </a:cubicBezTo>
                  <a:cubicBezTo>
                    <a:pt x="80" y="65"/>
                    <a:pt x="79" y="66"/>
                    <a:pt x="77" y="66"/>
                  </a:cubicBezTo>
                  <a:cubicBezTo>
                    <a:pt x="77" y="66"/>
                    <a:pt x="77" y="66"/>
                    <a:pt x="77" y="66"/>
                  </a:cubicBezTo>
                  <a:cubicBezTo>
                    <a:pt x="61" y="66"/>
                    <a:pt x="61" y="66"/>
                    <a:pt x="61" y="66"/>
                  </a:cubicBezTo>
                  <a:cubicBezTo>
                    <a:pt x="60" y="66"/>
                    <a:pt x="59" y="65"/>
                    <a:pt x="59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57"/>
                    <a:pt x="59" y="57"/>
                    <a:pt x="59" y="57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5"/>
                    <a:pt x="38" y="66"/>
                    <a:pt x="37" y="66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20" y="66"/>
                    <a:pt x="20" y="66"/>
                    <a:pt x="20" y="66"/>
                  </a:cubicBezTo>
                  <a:cubicBezTo>
                    <a:pt x="19" y="66"/>
                    <a:pt x="18" y="65"/>
                    <a:pt x="18" y="63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7" y="57"/>
                    <a:pt x="7" y="57"/>
                    <a:pt x="7" y="57"/>
                  </a:cubicBezTo>
                  <a:close/>
                  <a:moveTo>
                    <a:pt x="34" y="48"/>
                  </a:moveTo>
                  <a:cubicBezTo>
                    <a:pt x="34" y="48"/>
                    <a:pt x="34" y="48"/>
                    <a:pt x="34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34" y="61"/>
                    <a:pt x="34" y="61"/>
                    <a:pt x="34" y="61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48"/>
                    <a:pt x="34" y="48"/>
                    <a:pt x="34" y="48"/>
                  </a:cubicBezTo>
                  <a:close/>
                  <a:moveTo>
                    <a:pt x="75" y="48"/>
                  </a:moveTo>
                  <a:cubicBezTo>
                    <a:pt x="75" y="48"/>
                    <a:pt x="75" y="48"/>
                    <a:pt x="75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61"/>
                    <a:pt x="64" y="61"/>
                    <a:pt x="64" y="61"/>
                  </a:cubicBezTo>
                  <a:cubicBezTo>
                    <a:pt x="75" y="61"/>
                    <a:pt x="75" y="61"/>
                    <a:pt x="75" y="61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54"/>
                    <a:pt x="75" y="54"/>
                    <a:pt x="75" y="54"/>
                  </a:cubicBezTo>
                  <a:cubicBezTo>
                    <a:pt x="75" y="48"/>
                    <a:pt x="75" y="48"/>
                    <a:pt x="75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 rot="5580000">
            <a:off x="4532630" y="1853565"/>
            <a:ext cx="546735" cy="1016000"/>
            <a:chOff x="492" y="2216"/>
            <a:chExt cx="2540" cy="3396"/>
          </a:xfrm>
        </p:grpSpPr>
        <p:sp>
          <p:nvSpPr>
            <p:cNvPr id="40" name="等腰三角形 39"/>
            <p:cNvSpPr/>
            <p:nvPr>
              <p:custDataLst>
                <p:tags r:id="rId5"/>
              </p:custDataLst>
            </p:nvPr>
          </p:nvSpPr>
          <p:spPr>
            <a:xfrm flipH="1">
              <a:off x="492" y="2216"/>
              <a:ext cx="2540" cy="1616"/>
            </a:xfrm>
            <a:prstGeom prst="triangle">
              <a:avLst>
                <a:gd name="adj" fmla="val 65232"/>
              </a:avLst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平行四边形 40"/>
            <p:cNvSpPr/>
            <p:nvPr>
              <p:custDataLst>
                <p:tags r:id="rId6"/>
              </p:custDataLst>
            </p:nvPr>
          </p:nvSpPr>
          <p:spPr>
            <a:xfrm flipH="1">
              <a:off x="1023" y="3824"/>
              <a:ext cx="2009" cy="1789"/>
            </a:xfrm>
            <a:prstGeom prst="parallelogram">
              <a:avLst>
                <a:gd name="adj" fmla="val 30532"/>
              </a:avLst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 rot="5580000">
            <a:off x="4964430" y="3723640"/>
            <a:ext cx="546735" cy="1016000"/>
            <a:chOff x="492" y="2216"/>
            <a:chExt cx="2540" cy="3396"/>
          </a:xfrm>
        </p:grpSpPr>
        <p:sp>
          <p:nvSpPr>
            <p:cNvPr id="47" name="等腰三角形 46"/>
            <p:cNvSpPr/>
            <p:nvPr>
              <p:custDataLst>
                <p:tags r:id="rId7"/>
              </p:custDataLst>
            </p:nvPr>
          </p:nvSpPr>
          <p:spPr>
            <a:xfrm flipH="1">
              <a:off x="492" y="2216"/>
              <a:ext cx="2540" cy="1616"/>
            </a:xfrm>
            <a:prstGeom prst="triangle">
              <a:avLst>
                <a:gd name="adj" fmla="val 65232"/>
              </a:avLst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平行四边形 47"/>
            <p:cNvSpPr/>
            <p:nvPr>
              <p:custDataLst>
                <p:tags r:id="rId8"/>
              </p:custDataLst>
            </p:nvPr>
          </p:nvSpPr>
          <p:spPr>
            <a:xfrm flipH="1">
              <a:off x="1023" y="3824"/>
              <a:ext cx="2009" cy="1789"/>
            </a:xfrm>
            <a:prstGeom prst="parallelogram">
              <a:avLst>
                <a:gd name="adj" fmla="val 30532"/>
              </a:avLst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15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13"/>
          <p:cNvGrpSpPr/>
          <p:nvPr/>
        </p:nvGrpSpPr>
        <p:grpSpPr>
          <a:xfrm>
            <a:off x="2644968" y="1812679"/>
            <a:ext cx="1197610" cy="1383859"/>
            <a:chOff x="3906522" y="1007114"/>
            <a:chExt cx="1198122" cy="1383709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" name="Freeform 27"/>
            <p:cNvSpPr/>
            <p:nvPr/>
          </p:nvSpPr>
          <p:spPr bwMode="auto">
            <a:xfrm>
              <a:off x="3906522" y="1007114"/>
              <a:ext cx="1198122" cy="1383709"/>
            </a:xfrm>
            <a:custGeom>
              <a:avLst/>
              <a:gdLst>
                <a:gd name="T0" fmla="*/ 1098 w 2195"/>
                <a:gd name="T1" fmla="*/ 2535 h 2535"/>
                <a:gd name="T2" fmla="*/ 0 w 2195"/>
                <a:gd name="T3" fmla="*/ 1903 h 2535"/>
                <a:gd name="T4" fmla="*/ 0 w 2195"/>
                <a:gd name="T5" fmla="*/ 634 h 2535"/>
                <a:gd name="T6" fmla="*/ 1098 w 2195"/>
                <a:gd name="T7" fmla="*/ 0 h 2535"/>
                <a:gd name="T8" fmla="*/ 2195 w 2195"/>
                <a:gd name="T9" fmla="*/ 634 h 2535"/>
                <a:gd name="T10" fmla="*/ 2195 w 2195"/>
                <a:gd name="T11" fmla="*/ 1903 h 2535"/>
                <a:gd name="T12" fmla="*/ 1098 w 2195"/>
                <a:gd name="T13" fmla="*/ 2535 h 2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95" h="2535">
                  <a:moveTo>
                    <a:pt x="1098" y="2535"/>
                  </a:moveTo>
                  <a:lnTo>
                    <a:pt x="0" y="1903"/>
                  </a:lnTo>
                  <a:lnTo>
                    <a:pt x="0" y="634"/>
                  </a:lnTo>
                  <a:lnTo>
                    <a:pt x="1098" y="0"/>
                  </a:lnTo>
                  <a:lnTo>
                    <a:pt x="2195" y="634"/>
                  </a:lnTo>
                  <a:lnTo>
                    <a:pt x="2195" y="1903"/>
                  </a:lnTo>
                  <a:lnTo>
                    <a:pt x="1098" y="2535"/>
                  </a:lnTo>
                  <a:close/>
                </a:path>
              </a:pathLst>
            </a:custGeom>
            <a:solidFill>
              <a:schemeClr val="accent1"/>
            </a:solidFill>
            <a:ln w="28575" cap="flat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vert="horz" wrap="square" lIns="68572" tIns="34286" rIns="68572" bIns="34286" numCol="1" anchor="t" anchorCtr="0" compatLnSpc="1"/>
            <a:lstStyle/>
            <a:p>
              <a:endParaRPr lang="zh-CN" altLang="en-US" sz="1280"/>
            </a:p>
          </p:txBody>
        </p:sp>
        <p:sp>
          <p:nvSpPr>
            <p:cNvPr id="4" name="TextBox 115"/>
            <p:cNvSpPr txBox="1"/>
            <p:nvPr/>
          </p:nvSpPr>
          <p:spPr>
            <a:xfrm>
              <a:off x="4020726" y="1452522"/>
              <a:ext cx="925698" cy="521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03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5" name="文本框 5"/>
          <p:cNvSpPr txBox="1">
            <a:spLocks noChangeArrowheads="1"/>
          </p:cNvSpPr>
          <p:nvPr/>
        </p:nvSpPr>
        <p:spPr bwMode="auto">
          <a:xfrm>
            <a:off x="4211717" y="1812650"/>
            <a:ext cx="1198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功能介绍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09664" y="2152155"/>
            <a:ext cx="1492885" cy="252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0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Feature Introduction</a:t>
            </a:r>
            <a:endParaRPr lang="en-US" altLang="zh-CN" sz="105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310174" y="2470958"/>
            <a:ext cx="34190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319528" y="2752308"/>
            <a:ext cx="1111558" cy="305711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21000">
                <a:schemeClr val="accent1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j-lt"/>
              </a:rPr>
              <a:t>PART THREE</a:t>
            </a:r>
            <a:endParaRPr lang="zh-CN" altLang="en-US" sz="12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5" grpId="0"/>
      <p:bldP spid="6" grpId="0"/>
      <p:bldP spid="9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1"/>
          <p:cNvGraphicFramePr/>
          <p:nvPr>
            <p:custDataLst>
              <p:tags r:id="rId1"/>
            </p:custDataLst>
          </p:nvPr>
        </p:nvGraphicFramePr>
        <p:xfrm>
          <a:off x="264160" y="1583055"/>
          <a:ext cx="4284345" cy="3095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820"/>
                <a:gridCol w="1003300"/>
                <a:gridCol w="2181225"/>
              </a:tblGrid>
              <a:tr h="452120"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功能模块</a:t>
                      </a:r>
                      <a:endParaRPr lang="zh-CN" altLang="en-US" sz="11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>
                    <a:solidFill>
                      <a:srgbClr val="F1B320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核心价值</a:t>
                      </a:r>
                      <a:endParaRPr lang="zh-CN" altLang="en-US" sz="11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>
                    <a:solidFill>
                      <a:srgbClr val="F1B320"/>
                    </a:solidFill>
                  </a:tcPr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1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典型场景</a:t>
                      </a:r>
                      <a:endParaRPr lang="zh-CN" altLang="en-US" sz="1100" b="1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>
                    <a:solidFill>
                      <a:srgbClr val="F1B320"/>
                    </a:solidFill>
                  </a:tcPr>
                </a:tc>
              </a:tr>
              <a:tr h="660400"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课堂巩固</a:t>
                      </a:r>
                      <a:endParaRPr lang="zh-CN" altLang="en-US" sz="11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构建学习闭环</a:t>
                      </a:r>
                      <a:endParaRPr lang="zh-CN" altLang="en-US" sz="11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分钟生成带错题的复习课件</a:t>
                      </a:r>
                      <a:endParaRPr lang="en-US" altLang="zh-CN" sz="11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/>
                </a:tc>
              </a:tr>
              <a:tr h="661670"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视频课件</a:t>
                      </a:r>
                      <a:endParaRPr lang="zh-CN" altLang="en-US" sz="11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提升知识留存率</a:t>
                      </a:r>
                      <a:endParaRPr lang="zh-CN" altLang="en-US" sz="11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分钟生成声图并茂的视频复习课件</a:t>
                      </a:r>
                      <a:endParaRPr lang="en-US" altLang="zh-CN" sz="11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/>
                </a:tc>
              </a:tr>
              <a:tr h="660400"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备课助手</a:t>
                      </a:r>
                      <a:endParaRPr lang="zh-CN" altLang="en-US" sz="11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释放教师生产力</a:t>
                      </a:r>
                      <a:endParaRPr lang="zh-CN" altLang="en-US" sz="11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生成融合</a:t>
                      </a:r>
                      <a:r>
                        <a:rPr lang="en-US" altLang="zh-CN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STEAM</a:t>
                      </a: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理念的跨学科教案</a:t>
                      </a:r>
                      <a:endParaRPr lang="zh-CN" altLang="en-US" sz="11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/>
                </a:tc>
              </a:tr>
              <a:tr h="661035"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单元练习</a:t>
                      </a:r>
                      <a:endParaRPr lang="zh-CN" altLang="en-US" sz="11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实现精准教学</a:t>
                      </a:r>
                      <a:endParaRPr lang="zh-CN" altLang="en-US" sz="11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/>
                </a:tc>
                <a:tc>
                  <a:txBody>
                    <a:bodyPr/>
                    <a:p>
                      <a:pPr marL="0" indent="0" algn="ctr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根据学生知识掌握情况出题，专攻薄弱环节</a:t>
                      </a:r>
                      <a:endParaRPr lang="zh-CN" altLang="en-US" sz="11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107950" marB="107950" anchor="ctr" anchorCtr="0"/>
                </a:tc>
              </a:tr>
            </a:tbl>
          </a:graphicData>
        </a:graphic>
      </p:graphicFrame>
      <p:sp>
        <p:nvSpPr>
          <p:cNvPr id="73" name="TextBox 11"/>
          <p:cNvSpPr txBox="1"/>
          <p:nvPr/>
        </p:nvSpPr>
        <p:spPr>
          <a:xfrm>
            <a:off x="3087370" y="835660"/>
            <a:ext cx="3213100" cy="372110"/>
          </a:xfrm>
          <a:prstGeom prst="rect">
            <a:avLst/>
          </a:prstGeom>
          <a:solidFill>
            <a:schemeClr val="accent4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196590" y="809625"/>
            <a:ext cx="3048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四大模块全链路覆盖</a:t>
            </a:r>
            <a:endParaRPr lang="en-US" altLang="zh-CN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7949" y="276559"/>
            <a:ext cx="423777" cy="4237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62384" y="285120"/>
            <a:ext cx="423777" cy="423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TextBox 11"/>
          <p:cNvSpPr txBox="1"/>
          <p:nvPr/>
        </p:nvSpPr>
        <p:spPr>
          <a:xfrm>
            <a:off x="565150" y="514985"/>
            <a:ext cx="1493520" cy="131445"/>
          </a:xfrm>
          <a:prstGeom prst="rect">
            <a:avLst/>
          </a:prstGeom>
          <a:solidFill>
            <a:srgbClr val="F1B320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37"/>
          <p:cNvSpPr txBox="1"/>
          <p:nvPr userDrawn="1"/>
        </p:nvSpPr>
        <p:spPr>
          <a:xfrm>
            <a:off x="600710" y="349885"/>
            <a:ext cx="1366520" cy="31432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p>
            <a:r>
              <a:rPr lang="zh-CN" altLang="en-US" sz="1600" b="1" dirty="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核心功能介绍</a:t>
            </a:r>
            <a:endParaRPr lang="zh-CN" altLang="en-US" sz="1600" b="1" dirty="0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edu-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390" y="1583055"/>
            <a:ext cx="4288155" cy="3095625"/>
          </a:xfrm>
          <a:prstGeom prst="rect">
            <a:avLst/>
          </a:prstGeom>
          <a:effectLst/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73" grpId="0" bldLvl="0" animBg="1"/>
      <p:bldP spid="1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 userDrawn="1"/>
        </p:nvSpPr>
        <p:spPr>
          <a:xfrm>
            <a:off x="7949" y="276559"/>
            <a:ext cx="423777" cy="4237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62384" y="285120"/>
            <a:ext cx="423777" cy="423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TextBox 11"/>
          <p:cNvSpPr txBox="1"/>
          <p:nvPr/>
        </p:nvSpPr>
        <p:spPr>
          <a:xfrm>
            <a:off x="565150" y="514985"/>
            <a:ext cx="1493520" cy="131445"/>
          </a:xfrm>
          <a:prstGeom prst="rect">
            <a:avLst/>
          </a:prstGeom>
          <a:solidFill>
            <a:srgbClr val="F1B320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37"/>
          <p:cNvSpPr txBox="1"/>
          <p:nvPr userDrawn="1"/>
        </p:nvSpPr>
        <p:spPr>
          <a:xfrm>
            <a:off x="600710" y="349885"/>
            <a:ext cx="1366520" cy="31432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p>
            <a:r>
              <a:rPr lang="zh-CN" altLang="en-US" sz="1600" b="1" dirty="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核心功能介绍</a:t>
            </a:r>
            <a:endParaRPr lang="zh-CN" altLang="en-US" sz="1600" b="1" dirty="0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062990"/>
            <a:ext cx="6672580" cy="3372485"/>
          </a:xfrm>
          <a:prstGeom prst="rect">
            <a:avLst/>
          </a:prstGeom>
          <a:effectLst/>
        </p:spPr>
      </p:pic>
      <p:sp>
        <p:nvSpPr>
          <p:cNvPr id="4" name="文本框 3"/>
          <p:cNvSpPr txBox="1"/>
          <p:nvPr/>
        </p:nvSpPr>
        <p:spPr>
          <a:xfrm>
            <a:off x="680720" y="1350645"/>
            <a:ext cx="1499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课堂巩固</a:t>
            </a:r>
            <a:endParaRPr lang="zh-CN" altLang="en-US" b="1">
              <a:solidFill>
                <a:srgbClr val="F1B3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9860" y="1755775"/>
            <a:ext cx="1983105" cy="2353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高效总结复习知识点、分析错题和新课预习提示，快速生成课堂要点的巩固课件。课件采用固定模式，通过行为培养，让学生自然形成</a:t>
            </a:r>
            <a:r>
              <a:rPr lang="zh-CN" altLang="en-US" sz="1400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学习思维和习惯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1400">
              <a:solidFill>
                <a:srgbClr val="03445A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11" name="图片 10" descr="i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" y="1315720"/>
            <a:ext cx="418465" cy="4324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15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0610" y="1061085"/>
            <a:ext cx="6676390" cy="3375025"/>
          </a:xfrm>
          <a:prstGeom prst="rect">
            <a:avLst/>
          </a:prstGeom>
        </p:spPr>
      </p:pic>
      <p:sp>
        <p:nvSpPr>
          <p:cNvPr id="9" name="椭圆 8"/>
          <p:cNvSpPr/>
          <p:nvPr userDrawn="1"/>
        </p:nvSpPr>
        <p:spPr>
          <a:xfrm>
            <a:off x="7949" y="276559"/>
            <a:ext cx="423777" cy="4237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62384" y="285120"/>
            <a:ext cx="423777" cy="423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TextBox 11"/>
          <p:cNvSpPr txBox="1"/>
          <p:nvPr/>
        </p:nvSpPr>
        <p:spPr>
          <a:xfrm>
            <a:off x="565150" y="514985"/>
            <a:ext cx="1493520" cy="131445"/>
          </a:xfrm>
          <a:prstGeom prst="rect">
            <a:avLst/>
          </a:prstGeom>
          <a:solidFill>
            <a:srgbClr val="F1B320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37"/>
          <p:cNvSpPr txBox="1"/>
          <p:nvPr userDrawn="1"/>
        </p:nvSpPr>
        <p:spPr>
          <a:xfrm>
            <a:off x="600710" y="349885"/>
            <a:ext cx="1366520" cy="31432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p>
            <a:r>
              <a:rPr lang="zh-CN" altLang="en-US" sz="1600" b="1" dirty="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核心功能介绍</a:t>
            </a:r>
            <a:endParaRPr lang="zh-CN" altLang="en-US" sz="1600" b="1" dirty="0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0720" y="1457325"/>
            <a:ext cx="1499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视频课件</a:t>
            </a:r>
            <a:endParaRPr lang="zh-CN" altLang="en-US" b="1">
              <a:solidFill>
                <a:srgbClr val="F1B3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9860" y="1862455"/>
            <a:ext cx="198310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对于现在的小孩来说，视频具有天生的</a:t>
            </a:r>
            <a:r>
              <a:rPr lang="zh-CN" altLang="en-US" sz="1400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吸引力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。把巩固课件转化为视频，使学生更乐于接受，且可以反复观看，加深印象。</a:t>
            </a:r>
            <a:endParaRPr lang="zh-CN" altLang="en-US" sz="1400">
              <a:solidFill>
                <a:srgbClr val="03445A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pic>
        <p:nvPicPr>
          <p:cNvPr id="3" name="图片 2" descr="i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" y="1449070"/>
            <a:ext cx="419100" cy="4330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1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5050" y="1061085"/>
            <a:ext cx="6685915" cy="3378835"/>
          </a:xfrm>
          <a:prstGeom prst="rect">
            <a:avLst/>
          </a:prstGeom>
        </p:spPr>
      </p:pic>
      <p:pic>
        <p:nvPicPr>
          <p:cNvPr id="2" name="图片 1" descr="i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1384935"/>
            <a:ext cx="396240" cy="410845"/>
          </a:xfrm>
          <a:prstGeom prst="rect">
            <a:avLst/>
          </a:prstGeom>
        </p:spPr>
      </p:pic>
      <p:sp>
        <p:nvSpPr>
          <p:cNvPr id="9" name="椭圆 8"/>
          <p:cNvSpPr/>
          <p:nvPr userDrawn="1"/>
        </p:nvSpPr>
        <p:spPr>
          <a:xfrm>
            <a:off x="7949" y="276559"/>
            <a:ext cx="423777" cy="4237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62384" y="285120"/>
            <a:ext cx="423777" cy="423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TextBox 11"/>
          <p:cNvSpPr txBox="1"/>
          <p:nvPr/>
        </p:nvSpPr>
        <p:spPr>
          <a:xfrm>
            <a:off x="565150" y="514985"/>
            <a:ext cx="1493520" cy="131445"/>
          </a:xfrm>
          <a:prstGeom prst="rect">
            <a:avLst/>
          </a:prstGeom>
          <a:solidFill>
            <a:srgbClr val="F1B320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37"/>
          <p:cNvSpPr txBox="1"/>
          <p:nvPr userDrawn="1"/>
        </p:nvSpPr>
        <p:spPr>
          <a:xfrm>
            <a:off x="600710" y="349885"/>
            <a:ext cx="1366520" cy="31432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p>
            <a:r>
              <a:rPr lang="zh-CN" altLang="en-US" sz="1600" b="1" dirty="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核心功能介绍</a:t>
            </a:r>
            <a:endParaRPr lang="zh-CN" altLang="en-US" sz="1600" b="1" dirty="0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0720" y="1386205"/>
            <a:ext cx="1499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备课助手</a:t>
            </a:r>
            <a:endParaRPr lang="zh-CN" altLang="en-US" b="1">
              <a:solidFill>
                <a:srgbClr val="F1B3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9860" y="1791335"/>
            <a:ext cx="1983105" cy="2353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智能生成融合</a:t>
            </a:r>
            <a:r>
              <a:rPr lang="en-US" altLang="zh-CN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STEAM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理念的跨学科教案和备课素材，提供</a:t>
            </a:r>
            <a:r>
              <a:rPr lang="zh-CN" altLang="en-US" sz="1400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高频考题、跨学科融合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示例等，使教学目的更加明确，为教学提供多角度、多方位参考。</a:t>
            </a:r>
            <a:endParaRPr lang="zh-CN" altLang="en-US" sz="1400">
              <a:solidFill>
                <a:srgbClr val="03445A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1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415" y="1061085"/>
            <a:ext cx="6684645" cy="3378200"/>
          </a:xfrm>
          <a:prstGeom prst="rect">
            <a:avLst/>
          </a:prstGeom>
        </p:spPr>
      </p:pic>
      <p:pic>
        <p:nvPicPr>
          <p:cNvPr id="3" name="图片 2" descr="i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1379220"/>
            <a:ext cx="396240" cy="410845"/>
          </a:xfrm>
          <a:prstGeom prst="rect">
            <a:avLst/>
          </a:prstGeom>
        </p:spPr>
      </p:pic>
      <p:sp>
        <p:nvSpPr>
          <p:cNvPr id="9" name="椭圆 8"/>
          <p:cNvSpPr/>
          <p:nvPr userDrawn="1"/>
        </p:nvSpPr>
        <p:spPr>
          <a:xfrm>
            <a:off x="7949" y="276559"/>
            <a:ext cx="423777" cy="4237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62384" y="285120"/>
            <a:ext cx="423777" cy="423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TextBox 11"/>
          <p:cNvSpPr txBox="1"/>
          <p:nvPr/>
        </p:nvSpPr>
        <p:spPr>
          <a:xfrm>
            <a:off x="565150" y="514985"/>
            <a:ext cx="1493520" cy="131445"/>
          </a:xfrm>
          <a:prstGeom prst="rect">
            <a:avLst/>
          </a:prstGeom>
          <a:solidFill>
            <a:srgbClr val="F1B320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37"/>
          <p:cNvSpPr txBox="1"/>
          <p:nvPr userDrawn="1"/>
        </p:nvSpPr>
        <p:spPr>
          <a:xfrm>
            <a:off x="600710" y="349885"/>
            <a:ext cx="1366520" cy="31432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p>
            <a:r>
              <a:rPr lang="zh-CN" altLang="en-US" sz="1600" b="1" dirty="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核心功能介绍</a:t>
            </a:r>
            <a:endParaRPr lang="zh-CN" altLang="en-US" sz="1600" b="1" dirty="0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0720" y="1386205"/>
            <a:ext cx="1499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单元练习</a:t>
            </a:r>
            <a:endParaRPr lang="zh-CN" altLang="en-US" b="1">
              <a:solidFill>
                <a:srgbClr val="F1B3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9860" y="1791335"/>
            <a:ext cx="1983105" cy="2353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       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生成符合教学大纲的习题与测验，帮助学生巩固所学知识。可根据不同学生的知识掌握情况，进行单</a:t>
            </a:r>
            <a:r>
              <a:rPr lang="en-US" altLang="zh-CN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(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多</a:t>
            </a:r>
            <a:r>
              <a:rPr lang="en-US" altLang="zh-CN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项强化练习，</a:t>
            </a:r>
            <a:r>
              <a:rPr lang="zh-CN" altLang="en-US" sz="1400" spc="120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专攻薄弱环节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，做到</a:t>
            </a:r>
            <a:r>
              <a:rPr lang="en-US" altLang="zh-CN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“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千人千题</a:t>
            </a:r>
            <a:r>
              <a:rPr lang="en-US" altLang="zh-CN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”</a:t>
            </a:r>
            <a:r>
              <a:rPr lang="zh-CN" altLang="en-US" sz="1400">
                <a:solidFill>
                  <a:srgbClr val="03445A"/>
                </a:solidFill>
                <a:latin typeface="微软雅黑 Light" panose="020B0502040204020203" charset="-122"/>
                <a:ea typeface="微软雅黑 Light" panose="020B0502040204020203" charset="-122"/>
              </a:rPr>
              <a:t>。</a:t>
            </a:r>
            <a:endParaRPr lang="zh-CN" altLang="en-US" sz="1400">
              <a:solidFill>
                <a:srgbClr val="03445A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1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13"/>
          <p:cNvGrpSpPr/>
          <p:nvPr/>
        </p:nvGrpSpPr>
        <p:grpSpPr>
          <a:xfrm>
            <a:off x="2644968" y="1812679"/>
            <a:ext cx="1197610" cy="1383859"/>
            <a:chOff x="3906522" y="1007114"/>
            <a:chExt cx="1198122" cy="1383709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" name="Freeform 27"/>
            <p:cNvSpPr/>
            <p:nvPr/>
          </p:nvSpPr>
          <p:spPr bwMode="auto">
            <a:xfrm>
              <a:off x="3906522" y="1007114"/>
              <a:ext cx="1198122" cy="1383709"/>
            </a:xfrm>
            <a:custGeom>
              <a:avLst/>
              <a:gdLst>
                <a:gd name="T0" fmla="*/ 1098 w 2195"/>
                <a:gd name="T1" fmla="*/ 2535 h 2535"/>
                <a:gd name="T2" fmla="*/ 0 w 2195"/>
                <a:gd name="T3" fmla="*/ 1903 h 2535"/>
                <a:gd name="T4" fmla="*/ 0 w 2195"/>
                <a:gd name="T5" fmla="*/ 634 h 2535"/>
                <a:gd name="T6" fmla="*/ 1098 w 2195"/>
                <a:gd name="T7" fmla="*/ 0 h 2535"/>
                <a:gd name="T8" fmla="*/ 2195 w 2195"/>
                <a:gd name="T9" fmla="*/ 634 h 2535"/>
                <a:gd name="T10" fmla="*/ 2195 w 2195"/>
                <a:gd name="T11" fmla="*/ 1903 h 2535"/>
                <a:gd name="T12" fmla="*/ 1098 w 2195"/>
                <a:gd name="T13" fmla="*/ 2535 h 2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95" h="2535">
                  <a:moveTo>
                    <a:pt x="1098" y="2535"/>
                  </a:moveTo>
                  <a:lnTo>
                    <a:pt x="0" y="1903"/>
                  </a:lnTo>
                  <a:lnTo>
                    <a:pt x="0" y="634"/>
                  </a:lnTo>
                  <a:lnTo>
                    <a:pt x="1098" y="0"/>
                  </a:lnTo>
                  <a:lnTo>
                    <a:pt x="2195" y="634"/>
                  </a:lnTo>
                  <a:lnTo>
                    <a:pt x="2195" y="1903"/>
                  </a:lnTo>
                  <a:lnTo>
                    <a:pt x="1098" y="2535"/>
                  </a:lnTo>
                  <a:close/>
                </a:path>
              </a:pathLst>
            </a:custGeom>
            <a:solidFill>
              <a:schemeClr val="accent1"/>
            </a:solidFill>
            <a:ln w="28575" cap="flat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vert="horz" wrap="square" lIns="68572" tIns="34286" rIns="68572" bIns="34286" numCol="1" anchor="t" anchorCtr="0" compatLnSpc="1"/>
            <a:lstStyle/>
            <a:p>
              <a:endParaRPr lang="zh-CN" altLang="en-US" sz="1280"/>
            </a:p>
          </p:txBody>
        </p:sp>
        <p:sp>
          <p:nvSpPr>
            <p:cNvPr id="4" name="TextBox 115"/>
            <p:cNvSpPr txBox="1"/>
            <p:nvPr/>
          </p:nvSpPr>
          <p:spPr>
            <a:xfrm>
              <a:off x="4020726" y="1452522"/>
              <a:ext cx="925698" cy="521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04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5" name="文本框 5"/>
          <p:cNvSpPr txBox="1">
            <a:spLocks noChangeArrowheads="1"/>
          </p:cNvSpPr>
          <p:nvPr/>
        </p:nvSpPr>
        <p:spPr bwMode="auto">
          <a:xfrm>
            <a:off x="4211717" y="1812650"/>
            <a:ext cx="11988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系统优势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17602" y="2152155"/>
            <a:ext cx="1431290" cy="252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10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System Advantages</a:t>
            </a:r>
            <a:endParaRPr lang="en-US" altLang="zh-CN" sz="105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310174" y="2470958"/>
            <a:ext cx="34190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319528" y="2752308"/>
            <a:ext cx="1111558" cy="305711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21000">
                <a:schemeClr val="accent1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j-lt"/>
              </a:rPr>
              <a:t>PART FOUR</a:t>
            </a:r>
            <a:endParaRPr lang="zh-CN" altLang="en-US" sz="120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5" grpId="0"/>
      <p:bldP spid="6" grpId="0"/>
      <p:bldP spid="9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18"/>
          <p:cNvGrpSpPr/>
          <p:nvPr>
            <p:custDataLst>
              <p:tags r:id="rId1"/>
            </p:custDataLst>
          </p:nvPr>
        </p:nvGrpSpPr>
        <p:grpSpPr>
          <a:xfrm>
            <a:off x="6016625" y="1931035"/>
            <a:ext cx="2585085" cy="2040890"/>
            <a:chOff x="4603182" y="1431781"/>
            <a:chExt cx="1850186" cy="2420828"/>
          </a:xfrm>
        </p:grpSpPr>
        <p:sp>
          <p:nvSpPr>
            <p:cNvPr id="65" name="圆角矩形 64"/>
            <p:cNvSpPr/>
            <p:nvPr>
              <p:custDataLst>
                <p:tags r:id="rId2"/>
              </p:custDataLst>
            </p:nvPr>
          </p:nvSpPr>
          <p:spPr>
            <a:xfrm>
              <a:off x="4712149" y="1431781"/>
              <a:ext cx="1632254" cy="1502651"/>
            </a:xfrm>
            <a:prstGeom prst="roundRect">
              <a:avLst>
                <a:gd name="adj" fmla="val 9350"/>
              </a:avLst>
            </a:prstGeom>
            <a:solidFill>
              <a:schemeClr val="accent3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66" name="任意多边形 65"/>
            <p:cNvSpPr/>
            <p:nvPr>
              <p:custDataLst>
                <p:tags r:id="rId3"/>
              </p:custDataLst>
            </p:nvPr>
          </p:nvSpPr>
          <p:spPr>
            <a:xfrm>
              <a:off x="4603182" y="1860618"/>
              <a:ext cx="1850186" cy="1991991"/>
            </a:xfrm>
            <a:custGeom>
              <a:avLst/>
              <a:gdLst>
                <a:gd name="connsiteX0" fmla="*/ 1 w 2466914"/>
                <a:gd name="connsiteY0" fmla="*/ 0 h 3944375"/>
                <a:gd name="connsiteX1" fmla="*/ 2466914 w 2466914"/>
                <a:gd name="connsiteY1" fmla="*/ 0 h 3944375"/>
                <a:gd name="connsiteX2" fmla="*/ 2466914 w 2466914"/>
                <a:gd name="connsiteY2" fmla="*/ 3515745 h 3944375"/>
                <a:gd name="connsiteX3" fmla="*/ 2466913 w 2466914"/>
                <a:gd name="connsiteY3" fmla="*/ 3515745 h 3944375"/>
                <a:gd name="connsiteX4" fmla="*/ 2466913 w 2466914"/>
                <a:gd name="connsiteY4" fmla="*/ 3757044 h 3944375"/>
                <a:gd name="connsiteX5" fmla="*/ 2279582 w 2466914"/>
                <a:gd name="connsiteY5" fmla="*/ 3944375 h 3944375"/>
                <a:gd name="connsiteX6" fmla="*/ 187331 w 2466914"/>
                <a:gd name="connsiteY6" fmla="*/ 3944375 h 3944375"/>
                <a:gd name="connsiteX7" fmla="*/ 0 w 2466914"/>
                <a:gd name="connsiteY7" fmla="*/ 3757044 h 3944375"/>
                <a:gd name="connsiteX8" fmla="*/ 0 w 2466914"/>
                <a:gd name="connsiteY8" fmla="*/ 2128171 h 3944375"/>
                <a:gd name="connsiteX9" fmla="*/ 1 w 2466914"/>
                <a:gd name="connsiteY9" fmla="*/ 2128161 h 394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6914" h="3944375">
                  <a:moveTo>
                    <a:pt x="1" y="0"/>
                  </a:moveTo>
                  <a:lnTo>
                    <a:pt x="2466914" y="0"/>
                  </a:lnTo>
                  <a:lnTo>
                    <a:pt x="2466914" y="3515745"/>
                  </a:lnTo>
                  <a:lnTo>
                    <a:pt x="2466913" y="3515745"/>
                  </a:lnTo>
                  <a:lnTo>
                    <a:pt x="2466913" y="3757044"/>
                  </a:lnTo>
                  <a:cubicBezTo>
                    <a:pt x="2466913" y="3860504"/>
                    <a:pt x="2383042" y="3944375"/>
                    <a:pt x="2279582" y="3944375"/>
                  </a:cubicBezTo>
                  <a:lnTo>
                    <a:pt x="187331" y="3944375"/>
                  </a:lnTo>
                  <a:cubicBezTo>
                    <a:pt x="83871" y="3944375"/>
                    <a:pt x="0" y="3860504"/>
                    <a:pt x="0" y="3757044"/>
                  </a:cubicBezTo>
                  <a:lnTo>
                    <a:pt x="0" y="2128171"/>
                  </a:lnTo>
                  <a:lnTo>
                    <a:pt x="1" y="2128161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67" name="椭圆 66"/>
            <p:cNvSpPr/>
            <p:nvPr>
              <p:custDataLst>
                <p:tags r:id="rId4"/>
              </p:custDataLst>
            </p:nvPr>
          </p:nvSpPr>
          <p:spPr>
            <a:xfrm>
              <a:off x="5228238" y="1647875"/>
              <a:ext cx="600075" cy="600075"/>
            </a:xfrm>
            <a:prstGeom prst="ellipse">
              <a:avLst/>
            </a:prstGeom>
            <a:solidFill>
              <a:schemeClr val="accent3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</a:endParaRPr>
            </a:p>
          </p:txBody>
        </p:sp>
        <p:sp>
          <p:nvSpPr>
            <p:cNvPr id="68" name="文本框 54"/>
            <p:cNvSpPr txBox="1"/>
            <p:nvPr>
              <p:custDataLst>
                <p:tags r:id="rId5"/>
              </p:custDataLst>
            </p:nvPr>
          </p:nvSpPr>
          <p:spPr>
            <a:xfrm>
              <a:off x="5044295" y="1570661"/>
              <a:ext cx="978584" cy="665087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ctr" defTabSz="913765">
                <a:defRPr/>
              </a:pPr>
              <a:r>
                <a:rPr lang="en-US" altLang="zh-HK" sz="3200" kern="0" dirty="0">
                  <a:solidFill>
                    <a:prstClr val="white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03</a:t>
              </a:r>
              <a:endParaRPr lang="zh-HK" altLang="en-US" sz="3200" kern="0" dirty="0">
                <a:solidFill>
                  <a:prstClr val="white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7" name="组合 11"/>
          <p:cNvGrpSpPr/>
          <p:nvPr>
            <p:custDataLst>
              <p:tags r:id="rId6"/>
            </p:custDataLst>
          </p:nvPr>
        </p:nvGrpSpPr>
        <p:grpSpPr>
          <a:xfrm>
            <a:off x="3206750" y="1930395"/>
            <a:ext cx="2559685" cy="2062482"/>
            <a:chOff x="2690633" y="1548701"/>
            <a:chExt cx="1850186" cy="2274265"/>
          </a:xfrm>
        </p:grpSpPr>
        <p:sp>
          <p:nvSpPr>
            <p:cNvPr id="58" name="圆角矩形 57"/>
            <p:cNvSpPr/>
            <p:nvPr>
              <p:custDataLst>
                <p:tags r:id="rId7"/>
              </p:custDataLst>
            </p:nvPr>
          </p:nvSpPr>
          <p:spPr>
            <a:xfrm>
              <a:off x="2799601" y="1548701"/>
              <a:ext cx="1632254" cy="1502651"/>
            </a:xfrm>
            <a:prstGeom prst="roundRect">
              <a:avLst>
                <a:gd name="adj" fmla="val 9350"/>
              </a:avLst>
            </a:prstGeom>
            <a:solidFill>
              <a:schemeClr val="accent2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59" name="任意多边形 58"/>
            <p:cNvSpPr/>
            <p:nvPr>
              <p:custDataLst>
                <p:tags r:id="rId8"/>
              </p:custDataLst>
            </p:nvPr>
          </p:nvSpPr>
          <p:spPr>
            <a:xfrm>
              <a:off x="2690633" y="1947820"/>
              <a:ext cx="1850186" cy="1875146"/>
            </a:xfrm>
            <a:custGeom>
              <a:avLst/>
              <a:gdLst>
                <a:gd name="connsiteX0" fmla="*/ 1 w 2466914"/>
                <a:gd name="connsiteY0" fmla="*/ 0 h 3944375"/>
                <a:gd name="connsiteX1" fmla="*/ 2466914 w 2466914"/>
                <a:gd name="connsiteY1" fmla="*/ 0 h 3944375"/>
                <a:gd name="connsiteX2" fmla="*/ 2466914 w 2466914"/>
                <a:gd name="connsiteY2" fmla="*/ 3515745 h 3944375"/>
                <a:gd name="connsiteX3" fmla="*/ 2466913 w 2466914"/>
                <a:gd name="connsiteY3" fmla="*/ 3515745 h 3944375"/>
                <a:gd name="connsiteX4" fmla="*/ 2466913 w 2466914"/>
                <a:gd name="connsiteY4" fmla="*/ 3757044 h 3944375"/>
                <a:gd name="connsiteX5" fmla="*/ 2279582 w 2466914"/>
                <a:gd name="connsiteY5" fmla="*/ 3944375 h 3944375"/>
                <a:gd name="connsiteX6" fmla="*/ 187331 w 2466914"/>
                <a:gd name="connsiteY6" fmla="*/ 3944375 h 3944375"/>
                <a:gd name="connsiteX7" fmla="*/ 0 w 2466914"/>
                <a:gd name="connsiteY7" fmla="*/ 3757044 h 3944375"/>
                <a:gd name="connsiteX8" fmla="*/ 0 w 2466914"/>
                <a:gd name="connsiteY8" fmla="*/ 2128171 h 3944375"/>
                <a:gd name="connsiteX9" fmla="*/ 1 w 2466914"/>
                <a:gd name="connsiteY9" fmla="*/ 2128161 h 394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6914" h="3944375">
                  <a:moveTo>
                    <a:pt x="1" y="0"/>
                  </a:moveTo>
                  <a:lnTo>
                    <a:pt x="2466914" y="0"/>
                  </a:lnTo>
                  <a:lnTo>
                    <a:pt x="2466914" y="3515745"/>
                  </a:lnTo>
                  <a:lnTo>
                    <a:pt x="2466913" y="3515745"/>
                  </a:lnTo>
                  <a:lnTo>
                    <a:pt x="2466913" y="3757044"/>
                  </a:lnTo>
                  <a:cubicBezTo>
                    <a:pt x="2466913" y="3860504"/>
                    <a:pt x="2383042" y="3944375"/>
                    <a:pt x="2279582" y="3944375"/>
                  </a:cubicBezTo>
                  <a:lnTo>
                    <a:pt x="187331" y="3944375"/>
                  </a:lnTo>
                  <a:cubicBezTo>
                    <a:pt x="83871" y="3944375"/>
                    <a:pt x="0" y="3860504"/>
                    <a:pt x="0" y="3757044"/>
                  </a:cubicBezTo>
                  <a:lnTo>
                    <a:pt x="0" y="2128171"/>
                  </a:lnTo>
                  <a:lnTo>
                    <a:pt x="1" y="2128161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chemeClr val="accent2"/>
              </a:solidFill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60" name="椭圆 59"/>
            <p:cNvSpPr/>
            <p:nvPr>
              <p:custDataLst>
                <p:tags r:id="rId9"/>
              </p:custDataLst>
            </p:nvPr>
          </p:nvSpPr>
          <p:spPr>
            <a:xfrm>
              <a:off x="3315689" y="1647875"/>
              <a:ext cx="600075" cy="600075"/>
            </a:xfrm>
            <a:prstGeom prst="ellipse">
              <a:avLst/>
            </a:prstGeom>
            <a:solidFill>
              <a:schemeClr val="accent2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</a:endParaRPr>
            </a:p>
          </p:txBody>
        </p:sp>
        <p:sp>
          <p:nvSpPr>
            <p:cNvPr id="61" name="文本框 48"/>
            <p:cNvSpPr txBox="1"/>
            <p:nvPr>
              <p:custDataLst>
                <p:tags r:id="rId10"/>
              </p:custDataLst>
            </p:nvPr>
          </p:nvSpPr>
          <p:spPr>
            <a:xfrm>
              <a:off x="3185327" y="1615062"/>
              <a:ext cx="894944" cy="618280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ctr" defTabSz="913765">
                <a:defRPr/>
              </a:pPr>
              <a:r>
                <a:rPr lang="en-US" altLang="zh-HK" sz="3200" kern="0" dirty="0">
                  <a:solidFill>
                    <a:prstClr val="white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02</a:t>
              </a:r>
              <a:endParaRPr lang="zh-HK" altLang="en-US" sz="3200" kern="0" dirty="0">
                <a:solidFill>
                  <a:prstClr val="white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949" y="276559"/>
            <a:ext cx="423777" cy="4237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9" name="组合 3"/>
          <p:cNvGrpSpPr/>
          <p:nvPr>
            <p:custDataLst>
              <p:tags r:id="rId11"/>
            </p:custDataLst>
          </p:nvPr>
        </p:nvGrpSpPr>
        <p:grpSpPr>
          <a:xfrm>
            <a:off x="567055" y="1926590"/>
            <a:ext cx="2399665" cy="2058670"/>
            <a:chOff x="778084" y="1532110"/>
            <a:chExt cx="1850186" cy="2407793"/>
          </a:xfrm>
        </p:grpSpPr>
        <p:sp>
          <p:nvSpPr>
            <p:cNvPr id="40" name="圆角矩形 39"/>
            <p:cNvSpPr/>
            <p:nvPr>
              <p:custDataLst>
                <p:tags r:id="rId12"/>
              </p:custDataLst>
            </p:nvPr>
          </p:nvSpPr>
          <p:spPr>
            <a:xfrm>
              <a:off x="887052" y="1532110"/>
              <a:ext cx="1632254" cy="1502650"/>
            </a:xfrm>
            <a:prstGeom prst="roundRect">
              <a:avLst>
                <a:gd name="adj" fmla="val 9350"/>
              </a:avLst>
            </a:prstGeom>
            <a:solidFill>
              <a:schemeClr val="accent1"/>
            </a:solidFill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41" name="任意多边形 40"/>
            <p:cNvSpPr/>
            <p:nvPr>
              <p:custDataLst>
                <p:tags r:id="rId13"/>
              </p:custDataLst>
            </p:nvPr>
          </p:nvSpPr>
          <p:spPr>
            <a:xfrm>
              <a:off x="778084" y="1947913"/>
              <a:ext cx="1850186" cy="1991990"/>
            </a:xfrm>
            <a:custGeom>
              <a:avLst/>
              <a:gdLst>
                <a:gd name="connsiteX0" fmla="*/ 1 w 2466914"/>
                <a:gd name="connsiteY0" fmla="*/ 0 h 3944375"/>
                <a:gd name="connsiteX1" fmla="*/ 2466914 w 2466914"/>
                <a:gd name="connsiteY1" fmla="*/ 0 h 3944375"/>
                <a:gd name="connsiteX2" fmla="*/ 2466914 w 2466914"/>
                <a:gd name="connsiteY2" fmla="*/ 3515745 h 3944375"/>
                <a:gd name="connsiteX3" fmla="*/ 2466913 w 2466914"/>
                <a:gd name="connsiteY3" fmla="*/ 3515745 h 3944375"/>
                <a:gd name="connsiteX4" fmla="*/ 2466913 w 2466914"/>
                <a:gd name="connsiteY4" fmla="*/ 3757044 h 3944375"/>
                <a:gd name="connsiteX5" fmla="*/ 2279582 w 2466914"/>
                <a:gd name="connsiteY5" fmla="*/ 3944375 h 3944375"/>
                <a:gd name="connsiteX6" fmla="*/ 187331 w 2466914"/>
                <a:gd name="connsiteY6" fmla="*/ 3944375 h 3944375"/>
                <a:gd name="connsiteX7" fmla="*/ 0 w 2466914"/>
                <a:gd name="connsiteY7" fmla="*/ 3757044 h 3944375"/>
                <a:gd name="connsiteX8" fmla="*/ 0 w 2466914"/>
                <a:gd name="connsiteY8" fmla="*/ 2128171 h 3944375"/>
                <a:gd name="connsiteX9" fmla="*/ 1 w 2466914"/>
                <a:gd name="connsiteY9" fmla="*/ 2128161 h 394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66914" h="3944375">
                  <a:moveTo>
                    <a:pt x="1" y="0"/>
                  </a:moveTo>
                  <a:lnTo>
                    <a:pt x="2466914" y="0"/>
                  </a:lnTo>
                  <a:lnTo>
                    <a:pt x="2466914" y="3515745"/>
                  </a:lnTo>
                  <a:lnTo>
                    <a:pt x="2466913" y="3515745"/>
                  </a:lnTo>
                  <a:lnTo>
                    <a:pt x="2466913" y="3757044"/>
                  </a:lnTo>
                  <a:cubicBezTo>
                    <a:pt x="2466913" y="3860504"/>
                    <a:pt x="2383042" y="3944375"/>
                    <a:pt x="2279582" y="3944375"/>
                  </a:cubicBezTo>
                  <a:lnTo>
                    <a:pt x="187331" y="3944375"/>
                  </a:lnTo>
                  <a:cubicBezTo>
                    <a:pt x="83871" y="3944375"/>
                    <a:pt x="0" y="3860504"/>
                    <a:pt x="0" y="3757044"/>
                  </a:cubicBezTo>
                  <a:lnTo>
                    <a:pt x="0" y="2128171"/>
                  </a:lnTo>
                  <a:lnTo>
                    <a:pt x="1" y="2128161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254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Calibri" panose="020F0502020204030204"/>
                <a:ea typeface="等线" panose="02010600030101010101" charset="-122"/>
              </a:endParaRPr>
            </a:p>
          </p:txBody>
        </p:sp>
        <p:sp>
          <p:nvSpPr>
            <p:cNvPr id="42" name="椭圆 41"/>
            <p:cNvSpPr/>
            <p:nvPr>
              <p:custDataLst>
                <p:tags r:id="rId14"/>
              </p:custDataLst>
            </p:nvPr>
          </p:nvSpPr>
          <p:spPr>
            <a:xfrm>
              <a:off x="1403141" y="1647875"/>
              <a:ext cx="600075" cy="600075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lIns="68580" tIns="34290" rIns="68580" bIns="34290" rtlCol="0" anchor="ctr"/>
            <a:p>
              <a:pPr algn="ctr" defTabSz="913765">
                <a:defRPr/>
              </a:pPr>
              <a:endParaRPr lang="zh-HK" altLang="en-US" sz="1600" kern="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</a:endParaRPr>
            </a:p>
          </p:txBody>
        </p:sp>
        <p:sp>
          <p:nvSpPr>
            <p:cNvPr id="43" name="文本框 11"/>
            <p:cNvSpPr txBox="1"/>
            <p:nvPr>
              <p:custDataLst>
                <p:tags r:id="rId15"/>
              </p:custDataLst>
            </p:nvPr>
          </p:nvSpPr>
          <p:spPr>
            <a:xfrm>
              <a:off x="1278555" y="1592816"/>
              <a:ext cx="839367" cy="655793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p>
              <a:pPr algn="ctr" defTabSz="913765">
                <a:defRPr/>
              </a:pPr>
              <a:r>
                <a:rPr lang="en-US" altLang="zh-HK" sz="3200" kern="0" dirty="0">
                  <a:solidFill>
                    <a:prstClr val="white"/>
                  </a:solidFill>
                  <a:latin typeface="Impact" panose="020B0806030902050204" pitchFamily="34" charset="0"/>
                  <a:ea typeface="宋体" panose="02010600030101010101" pitchFamily="2" charset="-122"/>
                </a:rPr>
                <a:t>01</a:t>
              </a:r>
              <a:endParaRPr lang="zh-HK" altLang="en-US" sz="3200" kern="0" dirty="0">
                <a:solidFill>
                  <a:prstClr val="white"/>
                </a:solidFill>
                <a:latin typeface="Impact" panose="020B080603090205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62384" y="285120"/>
            <a:ext cx="423777" cy="4237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896620" y="2579370"/>
            <a:ext cx="1995805" cy="1486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精准性保障：</a:t>
            </a:r>
            <a:endParaRPr lang="zh-CN" altLang="en-US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专项知识引擎</a:t>
            </a:r>
            <a:endParaRPr 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学科知识图谱构建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3562350" y="2593975"/>
            <a:ext cx="2099945" cy="1333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1B3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持续优化升级：</a:t>
            </a:r>
            <a:endParaRPr lang="zh-CN" altLang="en-US">
              <a:solidFill>
                <a:srgbClr val="F1B3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大模型技术应用迭代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融入前沿的算法技术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系统功能持续开发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6294120" y="2607310"/>
            <a:ext cx="2110105" cy="1344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E276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安全性保障：</a:t>
            </a:r>
            <a:endParaRPr lang="zh-CN" altLang="en-US">
              <a:solidFill>
                <a:srgbClr val="E276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系统和数据独立部署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网络安全专项防护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3" name="TextBox 11"/>
          <p:cNvSpPr txBox="1"/>
          <p:nvPr/>
        </p:nvSpPr>
        <p:spPr>
          <a:xfrm>
            <a:off x="3087370" y="835660"/>
            <a:ext cx="3213100" cy="372110"/>
          </a:xfrm>
          <a:prstGeom prst="rect">
            <a:avLst/>
          </a:prstGeom>
          <a:solidFill>
            <a:schemeClr val="accent4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196590" y="809625"/>
            <a:ext cx="30480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三重领先优势</a:t>
            </a:r>
            <a:endParaRPr lang="zh-CN" altLang="en-US" sz="2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Box 11"/>
          <p:cNvSpPr txBox="1"/>
          <p:nvPr/>
        </p:nvSpPr>
        <p:spPr>
          <a:xfrm>
            <a:off x="565150" y="514985"/>
            <a:ext cx="1493520" cy="131445"/>
          </a:xfrm>
          <a:prstGeom prst="rect">
            <a:avLst/>
          </a:prstGeom>
          <a:solidFill>
            <a:srgbClr val="F1B320"/>
          </a:solidFill>
          <a:effectLst/>
        </p:spPr>
        <p:txBody>
          <a:bodyPr wrap="square" lIns="68589" tIns="34295" rIns="68589" bIns="34295" rtlCol="0">
            <a:noAutofit/>
          </a:bodyPr>
          <a:p>
            <a:endParaRPr lang="en-US" altLang="zh-CN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37"/>
          <p:cNvSpPr txBox="1"/>
          <p:nvPr userDrawn="1"/>
        </p:nvSpPr>
        <p:spPr>
          <a:xfrm>
            <a:off x="600710" y="349885"/>
            <a:ext cx="1366520" cy="314325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p>
            <a:r>
              <a:rPr lang="zh-CN" altLang="en-US" sz="1600" b="1" dirty="0">
                <a:solidFill>
                  <a:srgbClr val="03445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系统优势</a:t>
            </a:r>
            <a:endParaRPr lang="zh-CN" altLang="en-US" sz="1600" b="1" dirty="0">
              <a:solidFill>
                <a:srgbClr val="03445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73" grpId="0" bldLvl="0" animBg="1"/>
      <p:bldP spid="75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00605" y="2240280"/>
            <a:ext cx="3072130" cy="8070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sz="4800" b="1" spc="225" dirty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感</a:t>
            </a:r>
            <a:r>
              <a:rPr lang="zh-CN" altLang="en-US" sz="4800" b="1" spc="225" dirty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谢观看</a:t>
            </a:r>
            <a:r>
              <a:rPr lang="en-US" altLang="zh-CN" sz="4800" b="1" spc="225" dirty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!</a:t>
            </a:r>
            <a:endParaRPr lang="en-US" altLang="zh-CN" sz="4800" b="1" spc="225" dirty="0">
              <a:ln w="12700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315711" y="3012058"/>
            <a:ext cx="16383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076" y="951925"/>
            <a:ext cx="3690822" cy="3503945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4319905" y="3075940"/>
            <a:ext cx="817880" cy="337820"/>
          </a:xfrm>
          <a:prstGeom prst="rect">
            <a:avLst/>
          </a:prstGeom>
          <a:solidFill>
            <a:schemeClr val="accent4"/>
          </a:solidFill>
          <a:effectLst/>
        </p:spPr>
        <p:txBody>
          <a:bodyPr wrap="square" lIns="68589" tIns="34295" rIns="68589" bIns="34295" rtlCol="0">
            <a:noAutofit/>
          </a:bodyPr>
          <a:p>
            <a:pPr algn="ctr"/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4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185.03779527559055,&quot;left&quot;:59.4,&quot;top&quot;:152.06566929133857,&quot;width&quot;:600.3528346456693}"/>
</p:tagLst>
</file>

<file path=ppt/tags/tag2.xml><?xml version="1.0" encoding="utf-8"?>
<p:tagLst xmlns:p="http://schemas.openxmlformats.org/presentationml/2006/main">
  <p:tag name="KSO_WM_DIAGRAM_VIRTUALLY_FRAME" val="{&quot;height&quot;:185.03779527559055,&quot;left&quot;:59.4,&quot;top&quot;:152.06566929133857,&quot;width&quot;:600.3528346456693}"/>
</p:tagLst>
</file>

<file path=ppt/tags/tag3.xml><?xml version="1.0" encoding="utf-8"?>
<p:tagLst xmlns:p="http://schemas.openxmlformats.org/presentationml/2006/main">
  <p:tag name="KSO_WM_DIAGRAM_VIRTUALLY_FRAME" val="{&quot;height&quot;:185.03779527559055,&quot;left&quot;:59.4,&quot;top&quot;:152.06566929133857,&quot;width&quot;:600.3528346456693}"/>
</p:tagLst>
</file>

<file path=ppt/tags/tag4.xml><?xml version="1.0" encoding="utf-8"?>
<p:tagLst xmlns:p="http://schemas.openxmlformats.org/presentationml/2006/main">
  <p:tag name="KSO_WM_DIAGRAM_VIRTUALLY_FRAME" val="{&quot;height&quot;:185.03779527559055,&quot;left&quot;:59.4,&quot;top&quot;:152.06566929133857,&quot;width&quot;:600.3528346456693}"/>
</p:tagLst>
</file>

<file path=ppt/tags/tag5.xml><?xml version="1.0" encoding="utf-8"?>
<p:tagLst xmlns:p="http://schemas.openxmlformats.org/presentationml/2006/main">
  <p:tag name="KSO_WM_DIAGRAM_VIRTUALLY_FRAME" val="{&quot;height&quot;:185.03779527559055,&quot;left&quot;:59.4,&quot;top&quot;:152.06566929133857,&quot;width&quot;:600.3528346456693}"/>
</p:tagLst>
</file>

<file path=ppt/tags/tag6.xml><?xml version="1.0" encoding="utf-8"?>
<p:tagLst xmlns:p="http://schemas.openxmlformats.org/presentationml/2006/main">
  <p:tag name="KSO_WM_DIAGRAM_VIRTUALLY_FRAME" val="{&quot;height&quot;:185.03779527559055,&quot;left&quot;:59.4,&quot;top&quot;:152.06566929133857,&quot;width&quot;:600.3528346456693}"/>
</p:tagLst>
</file>

<file path=ppt/tags/tag7.xml><?xml version="1.0" encoding="utf-8"?>
<p:tagLst xmlns:p="http://schemas.openxmlformats.org/presentationml/2006/main">
  <p:tag name="KSO_WM_DIAGRAM_VIRTUALLY_FRAME" val="{&quot;height&quot;:185.03779527559055,&quot;left&quot;:59.4,&quot;top&quot;:152.06566929133857,&quot;width&quot;:600.3528346456693}"/>
</p:tagLst>
</file>

<file path=ppt/tags/tag8.xml><?xml version="1.0" encoding="utf-8"?>
<p:tagLst xmlns:p="http://schemas.openxmlformats.org/presentationml/2006/main">
  <p:tag name="KSO_WM_DIAGRAM_VIRTUALLY_FRAME" val="{&quot;height&quot;:185.03779527559055,&quot;left&quot;:59.4,&quot;top&quot;:152.06566929133857,&quot;width&quot;:600.3528346456693}"/>
</p:tagLst>
</file>

<file path=ppt/tags/tag9.xml><?xml version="1.0" encoding="utf-8"?>
<p:tagLst xmlns:p="http://schemas.openxmlformats.org/presentationml/2006/main">
  <p:tag name="KSO_WM_DIAGRAM_VIRTUALLY_FRAME" val="{&quot;height&quot;:185.03779527559055,&quot;left&quot;:59.4,&quot;top&quot;:152.06566929133857,&quot;width&quot;:600.3528346456693}"/>
</p:tagLst>
</file>

<file path=ppt/tags/tag10.xml><?xml version="1.0" encoding="utf-8"?>
<p:tagLst xmlns:p="http://schemas.openxmlformats.org/presentationml/2006/main">
  <p:tag name="KSO_WM_DIAGRAM_VIRTUALLY_FRAME" val="{&quot;height&quot;:185.03779527559055,&quot;left&quot;:59.4,&quot;top&quot;:152.06566929133857,&quot;width&quot;:600.3528346456693}"/>
</p:tagLst>
</file>

<file path=ppt/tags/tag11.xml><?xml version="1.0" encoding="utf-8"?>
<p:tagLst xmlns:p="http://schemas.openxmlformats.org/presentationml/2006/main">
  <p:tag name="KSO_WM_DIAGRAM_VIRTUALLY_FRAME" val="{&quot;height&quot;:185.03779527559055,&quot;left&quot;:59.4,&quot;top&quot;:152.06566929133857,&quot;width&quot;:600.3528346456693}"/>
</p:tagLst>
</file>

<file path=ppt/tags/tag12.xml><?xml version="1.0" encoding="utf-8"?>
<p:tagLst xmlns:p="http://schemas.openxmlformats.org/presentationml/2006/main">
  <p:tag name="KSO_WM_DIAGRAM_VIRTUALLY_FRAME" val="{&quot;height&quot;:185.03779527559055,&quot;left&quot;:59.4,&quot;top&quot;:152.06566929133857,&quot;width&quot;:600.3528346456693}"/>
</p:tagLst>
</file>

<file path=ppt/tags/tag13.xml><?xml version="1.0" encoding="utf-8"?>
<p:tagLst xmlns:p="http://schemas.openxmlformats.org/presentationml/2006/main">
  <p:tag name="KSO_WM_DIAGRAM_VIRTUALLY_FRAME" val="{&quot;height&quot;:304.2367716535433,&quot;left&quot;:14.830393700787397,&quot;top&quot;:77.71417322834645,&quot;width&quot;:655.1712598425197}"/>
</p:tagLst>
</file>

<file path=ppt/tags/tag14.xml><?xml version="1.0" encoding="utf-8"?>
<p:tagLst xmlns:p="http://schemas.openxmlformats.org/presentationml/2006/main">
  <p:tag name="KSO_WM_DIAGRAM_VIRTUALLY_FRAME" val="{&quot;height&quot;:267.968188976378,&quot;left&quot;:105.4803937007874,&quot;top&quot;:77.71417322834645,&quot;width&quot;:509.86818897637795}"/>
</p:tagLst>
</file>

<file path=ppt/tags/tag15.xml><?xml version="1.0" encoding="utf-8"?>
<p:tagLst xmlns:p="http://schemas.openxmlformats.org/presentationml/2006/main">
  <p:tag name="KSO_WM_DIAGRAM_VIRTUALLY_FRAME" val="{&quot;height&quot;:247.57629921259846,&quot;left&quot;:49.4,&quot;top&quot;:94.81944881889764,&quot;width&quot;:570.6587401574803}"/>
</p:tagLst>
</file>

<file path=ppt/tags/tag16.xml><?xml version="1.0" encoding="utf-8"?>
<p:tagLst xmlns:p="http://schemas.openxmlformats.org/presentationml/2006/main">
  <p:tag name="KSO_WM_DIAGRAM_VIRTUALLY_FRAME" val="{&quot;height&quot;:247.57629921259846,&quot;left&quot;:49.4,&quot;top&quot;:94.81944881889764,&quot;width&quot;:570.6587401574803}"/>
</p:tagLst>
</file>

<file path=ppt/tags/tag17.xml><?xml version="1.0" encoding="utf-8"?>
<p:tagLst xmlns:p="http://schemas.openxmlformats.org/presentationml/2006/main">
  <p:tag name="KSO_WM_DIAGRAM_VIRTUALLY_FRAME" val="{&quot;height&quot;:247.57629921259846,&quot;left&quot;:49.4,&quot;top&quot;:94.81944881889764,&quot;width&quot;:570.6587401574803}"/>
</p:tagLst>
</file>

<file path=ppt/tags/tag18.xml><?xml version="1.0" encoding="utf-8"?>
<p:tagLst xmlns:p="http://schemas.openxmlformats.org/presentationml/2006/main">
  <p:tag name="KSO_WM_DIAGRAM_VIRTUALLY_FRAME" val="{&quot;height&quot;:247.57629921259846,&quot;left&quot;:49.4,&quot;top&quot;:94.81944881889764,&quot;width&quot;:570.6587401574803}"/>
</p:tagLst>
</file>

<file path=ppt/tags/tag19.xml><?xml version="1.0" encoding="utf-8"?>
<p:tagLst xmlns:p="http://schemas.openxmlformats.org/presentationml/2006/main">
  <p:tag name="KSO_WM_DIAGRAM_VIRTUALLY_FRAME" val="{&quot;height&quot;:247.57629921259846,&quot;left&quot;:49.4,&quot;top&quot;:94.81944881889764,&quot;width&quot;:570.6587401574803}"/>
</p:tagLst>
</file>

<file path=ppt/tags/tag20.xml><?xml version="1.0" encoding="utf-8"?>
<p:tagLst xmlns:p="http://schemas.openxmlformats.org/presentationml/2006/main">
  <p:tag name="KSO_WM_DIAGRAM_VIRTUALLY_FRAME" val="{&quot;height&quot;:247.57629921259846,&quot;left&quot;:49.4,&quot;top&quot;:94.81944881889764,&quot;width&quot;:570.6587401574803}"/>
</p:tagLst>
</file>

<file path=ppt/tags/tag21.xml><?xml version="1.0" encoding="utf-8"?>
<p:tagLst xmlns:p="http://schemas.openxmlformats.org/presentationml/2006/main">
  <p:tag name="KSO_WM_DIAGRAM_VIRTUALLY_FRAME" val="{&quot;height&quot;:247.57629921259846,&quot;left&quot;:49.4,&quot;top&quot;:94.81944881889764,&quot;width&quot;:570.6587401574803}"/>
</p:tagLst>
</file>

<file path=ppt/tags/tag22.xml><?xml version="1.0" encoding="utf-8"?>
<p:tagLst xmlns:p="http://schemas.openxmlformats.org/presentationml/2006/main">
  <p:tag name="KSO_WM_DIAGRAM_VIRTUALLY_FRAME" val="{&quot;height&quot;:247.57629921259846,&quot;left&quot;:49.4,&quot;top&quot;:94.81944881889764,&quot;width&quot;:570.6587401574803}"/>
</p:tagLst>
</file>

<file path=ppt/tags/tag23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24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25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26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27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28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29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30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31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32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33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34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35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36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37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38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39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40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41.xml><?xml version="1.0" encoding="utf-8"?>
<p:tagLst xmlns:p="http://schemas.openxmlformats.org/presentationml/2006/main">
  <p:tag name="KSO_WM_DIAGRAM_VIRTUALLY_FRAME" val="{&quot;height&quot;:254.61488188976378,&quot;left&quot;:24.5950168515702,&quot;top&quot;:84.03999999999999,&quot;width&quot;:547.4603374791384}"/>
</p:tagLst>
</file>

<file path=ppt/tags/tag42.xml><?xml version="1.0" encoding="utf-8"?>
<p:tagLst xmlns:p="http://schemas.openxmlformats.org/presentationml/2006/main">
  <p:tag name="KSO_WM_DIAGRAM_VIRTUALLY_FRAME" val="{&quot;height&quot;:254.61488188976378,&quot;left&quot;:24.5950168515702,&quot;top&quot;:84.03999999999999,&quot;width&quot;:547.4603374791384}"/>
</p:tagLst>
</file>

<file path=ppt/tags/tag43.xml><?xml version="1.0" encoding="utf-8"?>
<p:tagLst xmlns:p="http://schemas.openxmlformats.org/presentationml/2006/main">
  <p:tag name="KSO_WM_DIAGRAM_VIRTUALLY_FRAME" val="{&quot;height&quot;:254.61488188976378,&quot;left&quot;:24.5950168515702,&quot;top&quot;:84.03999999999999,&quot;width&quot;:547.4603374791384}"/>
</p:tagLst>
</file>

<file path=ppt/tags/tag44.xml><?xml version="1.0" encoding="utf-8"?>
<p:tagLst xmlns:p="http://schemas.openxmlformats.org/presentationml/2006/main">
  <p:tag name="KSO_WM_DIAGRAM_VIRTUALLY_FRAME" val="{&quot;height&quot;:254.61488188976378,&quot;left&quot;:24.5950168515702,&quot;top&quot;:84.03999999999999,&quot;width&quot;:547.4603374791384}"/>
</p:tagLst>
</file>

<file path=ppt/tags/tag45.xml><?xml version="1.0" encoding="utf-8"?>
<p:tagLst xmlns:p="http://schemas.openxmlformats.org/presentationml/2006/main">
  <p:tag name="TABLE_ENDDRAG_ORIGIN_RECT" val="359*262"/>
  <p:tag name="TABLE_ENDDRAG_RECT" val="23*117*359*262"/>
</p:tagLst>
</file>

<file path=ppt/tags/tag46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47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48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49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50.xml><?xml version="1.0" encoding="utf-8"?>
<p:tagLst xmlns:p="http://schemas.openxmlformats.org/presentationml/2006/main">
  <p:tag name="KSO_WM_SLIDE_ID" val="custom2023562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626"/>
  <p:tag name="KSO_WM_SLIDE_TYPE" val="text"/>
  <p:tag name="KSO_WM_SLIDE_SUBTYPE" val="picTxt"/>
  <p:tag name="KSO_WM_SLIDE_SIZE" val="865*444"/>
  <p:tag name="KSO_WM_SLIDE_POSITION" val="47*47"/>
  <p:tag name="KSO_WM_SLIDE_LAYOUT" val="a_β"/>
  <p:tag name="KSO_WM_SLIDE_LAYOUT_CNT" val="1_1"/>
  <p:tag name="KSO_WM_SPECIAL_SOURCE" val="bdnull"/>
</p:tagLst>
</file>

<file path=ppt/tags/tag51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52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53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54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55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56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57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58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59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60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61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62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63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64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65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66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67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68.xml><?xml version="1.0" encoding="utf-8"?>
<p:tagLst xmlns:p="http://schemas.openxmlformats.org/presentationml/2006/main">
  <p:tag name="KSO_WM_DIAGRAM_VIRTUALLY_FRAME" val="{&quot;height&quot;:247.57629921259846,&quot;left&quot;:33.45,&quot;top&quot;:94.81944881889764,&quot;width&quot;:686.8}"/>
</p:tagLst>
</file>

<file path=ppt/tags/tag69.xml><?xml version="1.0" encoding="utf-8"?>
<p:tagLst xmlns:p="http://schemas.openxmlformats.org/presentationml/2006/main">
  <p:tag name="resource_record_key" val="{&quot;29&quot;:[50053313,50053246]}"/>
</p:tagLst>
</file>

<file path=ppt/theme/theme1.xml><?xml version="1.0" encoding="utf-8"?>
<a:theme xmlns:a="http://schemas.openxmlformats.org/drawingml/2006/main" name="Office 主题">
  <a:themeElements>
    <a:clrScheme name="自定义 13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445A"/>
      </a:accent1>
      <a:accent2>
        <a:srgbClr val="F1B320"/>
      </a:accent2>
      <a:accent3>
        <a:srgbClr val="E2762E"/>
      </a:accent3>
      <a:accent4>
        <a:srgbClr val="03445A"/>
      </a:accent4>
      <a:accent5>
        <a:srgbClr val="F1B320"/>
      </a:accent5>
      <a:accent6>
        <a:srgbClr val="E2762E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1103</Words>
  <Application>WPS 演示</Application>
  <PresentationFormat>自定义</PresentationFormat>
  <Paragraphs>203</Paragraphs>
  <Slides>17</Slides>
  <Notes>10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Calibri Light</vt:lpstr>
      <vt:lpstr>方正宋刻本秀楷简体</vt:lpstr>
      <vt:lpstr>Calibri</vt:lpstr>
      <vt:lpstr>等线</vt:lpstr>
      <vt:lpstr>Impact</vt:lpstr>
      <vt:lpstr>微软雅黑 Light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/>
  <cp:lastModifiedBy>swing</cp:lastModifiedBy>
  <cp:revision>297</cp:revision>
  <dcterms:created xsi:type="dcterms:W3CDTF">2017-06-18T09:47:00Z</dcterms:created>
  <dcterms:modified xsi:type="dcterms:W3CDTF">2025-05-27T09:54:04Z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CB20043AAF444DB1A8EA79F107F0CA1C</vt:lpwstr>
  </property>
</Properties>
</file>