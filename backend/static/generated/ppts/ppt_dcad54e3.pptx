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14"/>
  </p:handout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5"/>
    <p:sldId id="264" r:id="rId4"/>
    <p:sldId id="265" r:id="rId3"/>
    <p:sldId id="266" r:id="rId27"/>
    <p:sldId id="267" r:id="rId28"/>
  </p:sldIdLst>
  <p:sldSz cx="12192000" cy="6858000"/>
  <p:notesSz cx="6858000" cy="9144000"/>
  <p:embeddedFontLst>
    <p:embeddedFont>
      <p:font typeface="楷体" panose="02010609060101010101" charset="-122"/>
      <p:regular r:id="rId18"/>
    </p:embeddedFont>
    <p:embeddedFont>
      <p:font typeface="微软雅黑" panose="020B0503020204020204" charset="-122"/>
      <p:regular r:id="rId19"/>
    </p:embeddedFont>
    <p:embeddedFont>
      <p:font typeface="Aa楷体" panose="02000500000000000000" pitchFamily="2" charset="-122"/>
      <p:regular r:id="rId20"/>
    </p:embeddedFont>
    <p:embeddedFont>
      <p:font typeface="等线" panose="02010600030101010101" charset="-122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9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5063"/>
    <a:srgbClr val="E39336"/>
    <a:srgbClr val="EEB969"/>
    <a:srgbClr val="5D9FAD"/>
    <a:srgbClr val="F8FFFE"/>
    <a:srgbClr val="9ED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7" autoAdjust="0"/>
    <p:restoredTop sz="94660"/>
  </p:normalViewPr>
  <p:slideViewPr>
    <p:cSldViewPr snapToGrid="0" showGuides="1">
      <p:cViewPr>
        <p:scale>
          <a:sx n="98" d="100"/>
          <a:sy n="98" d="100"/>
        </p:scale>
        <p:origin x="858" y="462"/>
      </p:cViewPr>
      <p:guideLst>
        <p:guide orient="horz" pos="2079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" Type="http://schemas.openxmlformats.org/officeDocument/2006/relationships/theme" Target="theme/theme1.xml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tags" Target="tags/tag139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EA2B1-E236-4C99-94E3-3E6C32A47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6FEB6-76C5-4B6E-92F3-64C2D28C1A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5BB07-4EE1-4FA5-A290-B4D40A8CF5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CFEEA-E59F-472A-9DD6-400D56DCB1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小学四年级语文造句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  <a:p>
            <a:r>
              <a:t>二、错题突破</a:t>
            </a:r>
          </a:p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核心知识点</a:t>
            </a:r>
          </a:p>
          <a:p>
            <a:r>
              <a:t>知识点1：认识比喻句</a:t>
            </a:r>
          </a:p>
          <a:p>
            <a:r>
              <a:t>比喻句就像魔术，把一个东西变成另一个东西。比如‘月亮像小船’，就把月亮变成了小船。</a:t>
            </a:r>
          </a:p>
          <a:p>
            <a:r>
              <a:t>知识点2：本体和喻体</a:t>
            </a:r>
          </a:p>
          <a:p>
            <a:r>
              <a:t>本体是本来的事物，喻体是用来打比方的东西。比如‘太阳像火球’中，太阳是本体，火球是喻体。</a:t>
            </a:r>
          </a:p>
          <a:p>
            <a:r>
              <a:t>知识点3：比喻词连接</a:t>
            </a:r>
          </a:p>
          <a:p>
            <a:r>
              <a:t>比喻词像桥梁，连起本体和喻体。常用的有‘像’‘好像’‘如同’等，比如‘树叶像蝴蝶飞舞’。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学习技巧</a:t>
            </a:r>
          </a:p>
          <a:p>
            <a:r>
              <a:t>技巧要点1：找相似点</a:t>
            </a:r>
          </a:p>
          <a:p>
            <a:r>
              <a:t>先想两个事物哪里长得像。比如‘云朵和棉花糖都软软的、白白的’，就能说‘云朵像棉花糖’。</a:t>
            </a:r>
          </a:p>
          <a:p>
            <a:r>
              <a:t>技巧要点2：替换法练习</a:t>
            </a:r>
          </a:p>
          <a:p>
            <a:r>
              <a:t>试着把句子中的词换一换。比如把‘星星像眼睛’换成‘星星像宝石’，看看哪个更生动。</a:t>
            </a:r>
          </a:p>
          <a:p>
            <a:r>
              <a:t>技巧要点3：多读多模仿</a:t>
            </a:r>
          </a:p>
          <a:p>
            <a:r>
              <a:t>多读课文里的比喻句，像‘二月春风似剪刀’，读多了自己也会说了。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典型例子</a:t>
            </a:r>
          </a:p>
          <a:p>
            <a:r>
              <a:t>例子场景1：写天空</a:t>
            </a:r>
          </a:p>
          <a:p>
            <a:r>
              <a:t>天上白云飘，可以说‘白云像一群小绵羊在散步’，是不是觉得天空更有意思了？</a:t>
            </a:r>
          </a:p>
          <a:p>
            <a:r>
              <a:t>例子场景2：写植物</a:t>
            </a:r>
          </a:p>
          <a:p>
            <a:r>
              <a:t>春天柳条随风摆，可以说‘柳条像小姑娘的长辫子’，是不是很可爱？</a:t>
            </a:r>
          </a:p>
          <a:p>
            <a:r>
              <a:t>例子场景3：写动物</a:t>
            </a:r>
          </a:p>
          <a:p>
            <a:r>
              <a:t>小兔子蹦蹦跳跳，可以说‘小兔子像一团毛茸茸的雪球在滚’，多有趣啊！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二、错题突破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普遍错误</a:t>
            </a:r>
          </a:p>
          <a:p>
            <a:r>
              <a:t>错误类型1：用词不当</a:t>
            </a:r>
          </a:p>
          <a:p>
            <a:r>
              <a:t>比如写‘爸爸的手像树皮一样粗糙’是对的，但写成‘爸爸的手像巧克力’就错了，因为不相似。</a:t>
            </a:r>
          </a:p>
          <a:p>
            <a:r>
              <a:t>错误类型2：无相似点</a:t>
            </a:r>
          </a:p>
          <a:p>
            <a:r>
              <a:t>有人说‘我的书包像飞机’，可书包不会飞，也没有翅膀，没有共同点，这就是乱比。</a:t>
            </a:r>
          </a:p>
          <a:p>
            <a:r>
              <a:t>错误类型3：比喻词错用</a:t>
            </a:r>
          </a:p>
          <a:p>
            <a:r>
              <a:t>比喻句要用‘像’‘好像’这些词，不能说‘我的脸是苹果’，应该说‘我的脸像苹果’才对。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错题解析</a:t>
            </a:r>
          </a:p>
          <a:p>
            <a:r>
              <a:t>解析要点1：检查是否合理</a:t>
            </a:r>
          </a:p>
          <a:p>
            <a:r>
              <a:t>写完句子要问自己：这两个东西真的像吗？比如‘雨点像子弹’太吓人了，不如说‘雨点像珠子’。</a:t>
            </a:r>
          </a:p>
          <a:p>
            <a:r>
              <a:t>解析要点2：找共同特征</a:t>
            </a:r>
          </a:p>
          <a:p>
            <a:r>
              <a:t>仔细观察两个事物，找它们颜色、形状、动作上的相同点，比如‘荷叶圆圆的，像绿色的大盘子’。</a:t>
            </a:r>
          </a:p>
          <a:p>
            <a:r>
              <a:t>解析要点3：正确使用比喻词</a:t>
            </a:r>
          </a:p>
          <a:p>
            <a:r>
              <a:t>记住比喻句要有‘像’‘好像’‘如同’这样的词，不能直接说‘我是老虎’，要说‘我像老虎一样勇敢’。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下一节准备</a:t>
            </a:r>
          </a:p>
          <a:p>
            <a:r>
              <a:t>学习目标：了解夸张句</a:t>
            </a:r>
          </a:p>
          <a:p>
            <a:r>
              <a:t>你想不想学会一句话让人哈哈大笑？比如‘我饿得能吃下一头牛’，这节课我们就要学这种神奇的句子！</a:t>
            </a:r>
          </a:p>
          <a:p>
            <a:r>
              <a:t>预习重点：感受语言魅力</a:t>
            </a:r>
          </a:p>
          <a:p>
            <a:r>
              <a:t>回家找找看，有没有人说过特别夸张的话，比如‘这作业多得没完没了’，下节课我们一起变夸张小达人！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同学们都记住了吗？我们下次见哦！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image3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4" t="35955" r="39449" b="22869"/>
          <a:stretch>
            <a:fillRect/>
          </a:stretch>
        </p:blipFill>
        <p:spPr>
          <a:xfrm rot="2711847">
            <a:off x="1706053" y="-808565"/>
            <a:ext cx="3536576" cy="2510118"/>
          </a:xfrm>
          <a:prstGeom prst="rect">
            <a:avLst/>
          </a:prstGeom>
        </p:spPr>
      </p:pic>
      <p:sp>
        <p:nvSpPr>
          <p:cNvPr id="9" name="任意多边形 8"/>
          <p:cNvSpPr/>
          <p:nvPr userDrawn="1"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93" b="58824"/>
          <a:stretch>
            <a:fillRect/>
          </a:stretch>
        </p:blipFill>
        <p:spPr>
          <a:xfrm rot="2890482" flipH="1">
            <a:off x="10217121" y="5187369"/>
            <a:ext cx="3949758" cy="28033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14" t="35513" r="5479" b="23311"/>
          <a:stretch>
            <a:fillRect/>
          </a:stretch>
        </p:blipFill>
        <p:spPr>
          <a:xfrm rot="18378599" flipH="1">
            <a:off x="-2112550" y="2846141"/>
            <a:ext cx="3536576" cy="2510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4" t="35955" r="39449" b="22869"/>
          <a:stretch>
            <a:fillRect/>
          </a:stretch>
        </p:blipFill>
        <p:spPr>
          <a:xfrm rot="2711847">
            <a:off x="1706053" y="-808565"/>
            <a:ext cx="3536576" cy="2510118"/>
          </a:xfrm>
          <a:prstGeom prst="rect">
            <a:avLst/>
          </a:prstGeom>
        </p:spPr>
      </p:pic>
      <p:sp>
        <p:nvSpPr>
          <p:cNvPr id="9" name="任意多边形 8"/>
          <p:cNvSpPr/>
          <p:nvPr userDrawn="1"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920810" y="1511677"/>
            <a:ext cx="1036481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424" y="842493"/>
            <a:ext cx="431912" cy="58003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93" b="58824"/>
          <a:stretch>
            <a:fillRect/>
          </a:stretch>
        </p:blipFill>
        <p:spPr>
          <a:xfrm rot="2890482" flipH="1">
            <a:off x="10217121" y="5187369"/>
            <a:ext cx="3949758" cy="280337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14" t="35513" r="5479" b="23311"/>
          <a:stretch>
            <a:fillRect/>
          </a:stretch>
        </p:blipFill>
        <p:spPr>
          <a:xfrm rot="18378599" flipH="1">
            <a:off x="-2112550" y="2846141"/>
            <a:ext cx="3536576" cy="251011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11847">
            <a:off x="219518" y="-794595"/>
            <a:ext cx="3536576" cy="2510118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378599" flipH="1">
            <a:off x="-1715590" y="2526347"/>
            <a:ext cx="3536576" cy="251011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4020820"/>
            <a:ext cx="4790440" cy="283718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129" y="4499610"/>
            <a:ext cx="2108243" cy="237966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38705" y="2017395"/>
            <a:ext cx="75120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5400" b="1">
                <a:solidFill>
                  <a:srgbClr val="204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小学四年级语文造句</a:t>
            </a:r>
            <a:endParaRPr lang="en-US" sz="5400" b="1">
              <a:solidFill>
                <a:srgbClr val="204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椭圆 90"/>
          <p:cNvSpPr/>
          <p:nvPr/>
        </p:nvSpPr>
        <p:spPr>
          <a:xfrm>
            <a:off x="1668965" y="1969479"/>
            <a:ext cx="3236956" cy="3236954"/>
          </a:xfrm>
          <a:prstGeom prst="ellipse">
            <a:avLst/>
          </a:prstGeom>
          <a:solidFill>
            <a:srgbClr val="EEB969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>
            <p:custDataLst>
              <p:tags r:id="rId1"/>
            </p:custDataLst>
          </p:nvPr>
        </p:nvSpPr>
        <p:spPr>
          <a:xfrm>
            <a:off x="6780530" y="1723390"/>
            <a:ext cx="622300" cy="603885"/>
          </a:xfrm>
          <a:prstGeom prst="roundRect">
            <a:avLst>
              <a:gd name="adj" fmla="val 9202"/>
            </a:avLst>
          </a:prstGeom>
          <a:solidFill>
            <a:srgbClr val="9EDDFB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52" name="圆角矩形 51"/>
          <p:cNvSpPr/>
          <p:nvPr>
            <p:custDataLst>
              <p:tags r:id="rId2"/>
            </p:custDataLst>
          </p:nvPr>
        </p:nvSpPr>
        <p:spPr>
          <a:xfrm>
            <a:off x="6763385" y="1696085"/>
            <a:ext cx="575945" cy="576580"/>
          </a:xfrm>
          <a:prstGeom prst="roundRect">
            <a:avLst>
              <a:gd name="adj" fmla="val 9202"/>
            </a:avLst>
          </a:prstGeom>
          <a:solidFill>
            <a:srgbClr val="E39336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53" name="圆角矩形 52"/>
          <p:cNvSpPr/>
          <p:nvPr>
            <p:custDataLst>
              <p:tags r:id="rId3"/>
            </p:custDataLst>
          </p:nvPr>
        </p:nvSpPr>
        <p:spPr>
          <a:xfrm>
            <a:off x="6798945" y="1739265"/>
            <a:ext cx="535305" cy="527050"/>
          </a:xfrm>
          <a:prstGeom prst="roundRect">
            <a:avLst>
              <a:gd name="adj" fmla="val 9202"/>
            </a:avLst>
          </a:prstGeom>
          <a:solidFill>
            <a:srgbClr val="F8FFF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03544" y="3243050"/>
            <a:ext cx="2925210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等线" panose="02010600030101010101" charset="-122"/>
                <a:ea typeface="等线" panose="02010600030101010101" charset="-122"/>
              </a:rPr>
              <a:t>CONTENTS </a:t>
            </a:r>
            <a:endParaRPr lang="zh-CN" altLang="en-US" sz="2800" dirty="0"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文本框 14"/>
          <p:cNvSpPr txBox="1"/>
          <p:nvPr/>
        </p:nvSpPr>
        <p:spPr>
          <a:xfrm>
            <a:off x="2107937" y="2475440"/>
            <a:ext cx="2379012" cy="76835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415063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</a:t>
            </a:r>
            <a:endParaRPr lang="zh-CN" altLang="en-US" sz="4400" dirty="0">
              <a:solidFill>
                <a:srgbClr val="415063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圆角矩形 62"/>
          <p:cNvSpPr/>
          <p:nvPr>
            <p:custDataLst>
              <p:tags r:id="rId4"/>
            </p:custDataLst>
          </p:nvPr>
        </p:nvSpPr>
        <p:spPr>
          <a:xfrm>
            <a:off x="6781165" y="2832100"/>
            <a:ext cx="622300" cy="603885"/>
          </a:xfrm>
          <a:prstGeom prst="roundRect">
            <a:avLst>
              <a:gd name="adj" fmla="val 9202"/>
            </a:avLst>
          </a:prstGeom>
          <a:solidFill>
            <a:srgbClr val="9EDDFB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64" name="圆角矩形 63"/>
          <p:cNvSpPr/>
          <p:nvPr>
            <p:custDataLst>
              <p:tags r:id="rId5"/>
            </p:custDataLst>
          </p:nvPr>
        </p:nvSpPr>
        <p:spPr>
          <a:xfrm>
            <a:off x="6764020" y="2804795"/>
            <a:ext cx="575945" cy="576580"/>
          </a:xfrm>
          <a:prstGeom prst="roundRect">
            <a:avLst>
              <a:gd name="adj" fmla="val 9202"/>
            </a:avLst>
          </a:prstGeom>
          <a:solidFill>
            <a:srgbClr val="E39336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65" name="圆角矩形 64"/>
          <p:cNvSpPr/>
          <p:nvPr>
            <p:custDataLst>
              <p:tags r:id="rId6"/>
            </p:custDataLst>
          </p:nvPr>
        </p:nvSpPr>
        <p:spPr>
          <a:xfrm>
            <a:off x="6799580" y="2847975"/>
            <a:ext cx="535305" cy="527050"/>
          </a:xfrm>
          <a:prstGeom prst="roundRect">
            <a:avLst>
              <a:gd name="adj" fmla="val 9202"/>
            </a:avLst>
          </a:prstGeom>
          <a:solidFill>
            <a:srgbClr val="F8FFF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774180" y="1794510"/>
            <a:ext cx="2944495" cy="491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lvl="0">
              <a:defRPr/>
            </a:pP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一、复习要点</a:t>
            </a:r>
            <a:endParaRPr lang="en-US" altLang="zh-CN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5" name="直接连接符 54"/>
          <p:cNvCxnSpPr/>
          <p:nvPr>
            <p:custDataLst>
              <p:tags r:id="rId8"/>
            </p:custDataLst>
          </p:nvPr>
        </p:nvCxnSpPr>
        <p:spPr>
          <a:xfrm>
            <a:off x="6763385" y="2562225"/>
            <a:ext cx="3462655" cy="0"/>
          </a:xfrm>
          <a:prstGeom prst="line">
            <a:avLst/>
          </a:prstGeom>
          <a:ln>
            <a:solidFill>
              <a:srgbClr val="EEB9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圆角矩形 73"/>
          <p:cNvSpPr/>
          <p:nvPr>
            <p:custDataLst>
              <p:tags r:id="rId9"/>
            </p:custDataLst>
          </p:nvPr>
        </p:nvSpPr>
        <p:spPr>
          <a:xfrm>
            <a:off x="6781165" y="3941445"/>
            <a:ext cx="622300" cy="603885"/>
          </a:xfrm>
          <a:prstGeom prst="roundRect">
            <a:avLst>
              <a:gd name="adj" fmla="val 9202"/>
            </a:avLst>
          </a:prstGeom>
          <a:solidFill>
            <a:srgbClr val="9EDDFB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75" name="圆角矩形 74"/>
          <p:cNvSpPr/>
          <p:nvPr>
            <p:custDataLst>
              <p:tags r:id="rId10"/>
            </p:custDataLst>
          </p:nvPr>
        </p:nvSpPr>
        <p:spPr>
          <a:xfrm>
            <a:off x="6764020" y="3914140"/>
            <a:ext cx="575945" cy="576580"/>
          </a:xfrm>
          <a:prstGeom prst="roundRect">
            <a:avLst>
              <a:gd name="adj" fmla="val 9202"/>
            </a:avLst>
          </a:prstGeom>
          <a:solidFill>
            <a:srgbClr val="E39336"/>
          </a:solidFill>
          <a:ln w="19050">
            <a:solidFill>
              <a:srgbClr val="415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sp>
        <p:nvSpPr>
          <p:cNvPr id="76" name="圆角矩形 75"/>
          <p:cNvSpPr/>
          <p:nvPr>
            <p:custDataLst>
              <p:tags r:id="rId11"/>
            </p:custDataLst>
          </p:nvPr>
        </p:nvSpPr>
        <p:spPr>
          <a:xfrm>
            <a:off x="6799580" y="3957320"/>
            <a:ext cx="535305" cy="527050"/>
          </a:xfrm>
          <a:prstGeom prst="roundRect">
            <a:avLst>
              <a:gd name="adj" fmla="val 9202"/>
            </a:avLst>
          </a:prstGeom>
          <a:solidFill>
            <a:srgbClr val="F8FFF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60" name="直接连接符 59"/>
          <p:cNvCxnSpPr/>
          <p:nvPr>
            <p:custDataLst>
              <p:tags r:id="rId12"/>
            </p:custDataLst>
          </p:nvPr>
        </p:nvCxnSpPr>
        <p:spPr>
          <a:xfrm>
            <a:off x="6764020" y="3670935"/>
            <a:ext cx="3462655" cy="0"/>
          </a:xfrm>
          <a:prstGeom prst="line">
            <a:avLst/>
          </a:prstGeom>
          <a:ln>
            <a:solidFill>
              <a:srgbClr val="EEB9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>
            <p:custDataLst>
              <p:tags r:id="rId13"/>
            </p:custDataLst>
          </p:nvPr>
        </p:nvCxnSpPr>
        <p:spPr>
          <a:xfrm>
            <a:off x="6764020" y="4780280"/>
            <a:ext cx="3462655" cy="0"/>
          </a:xfrm>
          <a:prstGeom prst="line">
            <a:avLst/>
          </a:prstGeom>
          <a:ln>
            <a:solidFill>
              <a:srgbClr val="EEB9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86" y="3237167"/>
            <a:ext cx="4441228" cy="2630574"/>
          </a:xfrm>
          <a:prstGeom prst="rect">
            <a:avLst/>
          </a:prstGeom>
        </p:spPr>
      </p:pic>
      <p:sp>
        <p:nvSpPr>
          <p:cNvPr id="92" name="椭圆 91"/>
          <p:cNvSpPr/>
          <p:nvPr/>
        </p:nvSpPr>
        <p:spPr>
          <a:xfrm>
            <a:off x="3940976" y="1437997"/>
            <a:ext cx="250552" cy="250552"/>
          </a:xfrm>
          <a:prstGeom prst="ellipse">
            <a:avLst/>
          </a:prstGeom>
          <a:noFill/>
          <a:ln w="5715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1668965" y="1974253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5"/>
            </p:custDataLst>
          </p:nvPr>
        </p:nvSpPr>
        <p:spPr>
          <a:xfrm>
            <a:off x="6784975" y="2879725"/>
            <a:ext cx="2944495" cy="491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p>
            <a:pPr lvl="0">
              <a:defRPr/>
            </a:pP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二、错题突破</a:t>
            </a:r>
            <a:endParaRPr lang="en-US" altLang="zh-CN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6"/>
            </p:custDataLst>
          </p:nvPr>
        </p:nvSpPr>
        <p:spPr>
          <a:xfrm>
            <a:off x="6784975" y="3989070"/>
            <a:ext cx="2944495" cy="491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lvl="0">
              <a:defRPr/>
            </a:pP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三、下一节准备</a:t>
            </a:r>
            <a:endParaRPr lang="en-US" altLang="zh-CN" sz="2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337" y="3837868"/>
            <a:ext cx="5807410" cy="34397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833870" y="2486025"/>
            <a:ext cx="1351915" cy="13519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18535" y="2887980"/>
            <a:ext cx="46672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a楷体" panose="02000500000000000000" pitchFamily="2" charset="-122"/>
              </a:rPr>
              <a:t>一、复习要点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838727" y="3796669"/>
            <a:ext cx="4346917" cy="0"/>
          </a:xfrm>
          <a:prstGeom prst="line">
            <a:avLst/>
          </a:prstGeom>
          <a:ln>
            <a:solidFill>
              <a:srgbClr val="5D9FAD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0756695" y="1029456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499264" y="2633426"/>
            <a:ext cx="304602" cy="304602"/>
          </a:xfrm>
          <a:prstGeom prst="ellipse">
            <a:avLst/>
          </a:prstGeom>
          <a:noFill/>
          <a:ln w="381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122670" y="2298700"/>
            <a:ext cx="589280" cy="589280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382385" y="1529715"/>
            <a:ext cx="323215" cy="3232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" name="Freeform 15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4893945" y="2011045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5" name="Freeform 16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4801870" y="1969135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reeform 10"/>
          <p:cNvSpPr/>
          <p:nvPr>
            <p:custDataLst>
              <p:tags r:id="rId3"/>
            </p:custDataLst>
          </p:nvPr>
        </p:nvSpPr>
        <p:spPr bwMode="auto">
          <a:xfrm>
            <a:off x="2850957" y="2246462"/>
            <a:ext cx="877100" cy="4078592"/>
          </a:xfrm>
          <a:custGeom>
            <a:avLst/>
            <a:gdLst>
              <a:gd name="T0" fmla="*/ 40 w 484"/>
              <a:gd name="T1" fmla="*/ 2252 h 2252"/>
              <a:gd name="T2" fmla="*/ 40 w 484"/>
              <a:gd name="T3" fmla="*/ 242 h 2252"/>
              <a:gd name="T4" fmla="*/ 242 w 484"/>
              <a:gd name="T5" fmla="*/ 40 h 2252"/>
              <a:gd name="T6" fmla="*/ 444 w 484"/>
              <a:gd name="T7" fmla="*/ 242 h 2252"/>
              <a:gd name="T8" fmla="*/ 242 w 484"/>
              <a:gd name="T9" fmla="*/ 444 h 2252"/>
              <a:gd name="T10" fmla="*/ 152 w 484"/>
              <a:gd name="T11" fmla="*/ 423 h 2252"/>
              <a:gd name="T12" fmla="*/ 152 w 484"/>
              <a:gd name="T13" fmla="*/ 467 h 2252"/>
              <a:gd name="T14" fmla="*/ 242 w 484"/>
              <a:gd name="T15" fmla="*/ 484 h 2252"/>
              <a:gd name="T16" fmla="*/ 484 w 484"/>
              <a:gd name="T17" fmla="*/ 242 h 2252"/>
              <a:gd name="T18" fmla="*/ 242 w 484"/>
              <a:gd name="T19" fmla="*/ 0 h 2252"/>
              <a:gd name="T20" fmla="*/ 0 w 484"/>
              <a:gd name="T21" fmla="*/ 242 h 2252"/>
              <a:gd name="T22" fmla="*/ 0 w 484"/>
              <a:gd name="T23" fmla="*/ 2252 h 2252"/>
              <a:gd name="T24" fmla="*/ 40 w 484"/>
              <a:gd name="T25" fmla="*/ 2252 h 2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4" h="2252">
                <a:moveTo>
                  <a:pt x="40" y="2252"/>
                </a:moveTo>
                <a:cubicBezTo>
                  <a:pt x="40" y="242"/>
                  <a:pt x="40" y="242"/>
                  <a:pt x="40" y="242"/>
                </a:cubicBezTo>
                <a:cubicBezTo>
                  <a:pt x="40" y="131"/>
                  <a:pt x="131" y="40"/>
                  <a:pt x="242" y="40"/>
                </a:cubicBezTo>
                <a:cubicBezTo>
                  <a:pt x="354" y="40"/>
                  <a:pt x="444" y="131"/>
                  <a:pt x="444" y="242"/>
                </a:cubicBezTo>
                <a:cubicBezTo>
                  <a:pt x="444" y="353"/>
                  <a:pt x="354" y="444"/>
                  <a:pt x="242" y="444"/>
                </a:cubicBezTo>
                <a:cubicBezTo>
                  <a:pt x="210" y="444"/>
                  <a:pt x="180" y="436"/>
                  <a:pt x="152" y="423"/>
                </a:cubicBezTo>
                <a:cubicBezTo>
                  <a:pt x="152" y="467"/>
                  <a:pt x="152" y="467"/>
                  <a:pt x="152" y="467"/>
                </a:cubicBezTo>
                <a:cubicBezTo>
                  <a:pt x="180" y="478"/>
                  <a:pt x="211" y="484"/>
                  <a:pt x="242" y="484"/>
                </a:cubicBezTo>
                <a:cubicBezTo>
                  <a:pt x="376" y="484"/>
                  <a:pt x="484" y="375"/>
                  <a:pt x="484" y="242"/>
                </a:cubicBezTo>
                <a:cubicBezTo>
                  <a:pt x="484" y="109"/>
                  <a:pt x="376" y="0"/>
                  <a:pt x="242" y="0"/>
                </a:cubicBezTo>
                <a:cubicBezTo>
                  <a:pt x="109" y="0"/>
                  <a:pt x="0" y="109"/>
                  <a:pt x="0" y="242"/>
                </a:cubicBezTo>
                <a:cubicBezTo>
                  <a:pt x="0" y="2252"/>
                  <a:pt x="0" y="2252"/>
                  <a:pt x="0" y="2252"/>
                </a:cubicBezTo>
                <a:lnTo>
                  <a:pt x="40" y="2252"/>
                </a:ln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1"/>
          <p:cNvSpPr/>
          <p:nvPr>
            <p:custDataLst>
              <p:tags r:id="rId4"/>
            </p:custDataLst>
          </p:nvPr>
        </p:nvSpPr>
        <p:spPr bwMode="auto">
          <a:xfrm>
            <a:off x="3019457" y="3406401"/>
            <a:ext cx="1236666" cy="2918653"/>
          </a:xfrm>
          <a:custGeom>
            <a:avLst/>
            <a:gdLst>
              <a:gd name="T0" fmla="*/ 39 w 683"/>
              <a:gd name="T1" fmla="*/ 1612 h 1612"/>
              <a:gd name="T2" fmla="*/ 40 w 683"/>
              <a:gd name="T3" fmla="*/ 340 h 1612"/>
              <a:gd name="T4" fmla="*/ 341 w 683"/>
              <a:gd name="T5" fmla="*/ 40 h 1612"/>
              <a:gd name="T6" fmla="*/ 643 w 683"/>
              <a:gd name="T7" fmla="*/ 342 h 1612"/>
              <a:gd name="T8" fmla="*/ 341 w 683"/>
              <a:gd name="T9" fmla="*/ 644 h 1612"/>
              <a:gd name="T10" fmla="*/ 133 w 683"/>
              <a:gd name="T11" fmla="*/ 560 h 1612"/>
              <a:gd name="T12" fmla="*/ 78 w 683"/>
              <a:gd name="T13" fmla="*/ 560 h 1612"/>
              <a:gd name="T14" fmla="*/ 341 w 683"/>
              <a:gd name="T15" fmla="*/ 684 h 1612"/>
              <a:gd name="T16" fmla="*/ 683 w 683"/>
              <a:gd name="T17" fmla="*/ 342 h 1612"/>
              <a:gd name="T18" fmla="*/ 341 w 683"/>
              <a:gd name="T19" fmla="*/ 0 h 1612"/>
              <a:gd name="T20" fmla="*/ 0 w 683"/>
              <a:gd name="T21" fmla="*/ 336 h 1612"/>
              <a:gd name="T22" fmla="*/ 0 w 683"/>
              <a:gd name="T23" fmla="*/ 1612 h 1612"/>
              <a:gd name="T24" fmla="*/ 39 w 683"/>
              <a:gd name="T25" fmla="*/ 1612 h 16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3" h="1612">
                <a:moveTo>
                  <a:pt x="39" y="1612"/>
                </a:moveTo>
                <a:cubicBezTo>
                  <a:pt x="40" y="340"/>
                  <a:pt x="40" y="340"/>
                  <a:pt x="40" y="340"/>
                </a:cubicBezTo>
                <a:cubicBezTo>
                  <a:pt x="41" y="174"/>
                  <a:pt x="176" y="40"/>
                  <a:pt x="341" y="40"/>
                </a:cubicBezTo>
                <a:cubicBezTo>
                  <a:pt x="508" y="40"/>
                  <a:pt x="643" y="175"/>
                  <a:pt x="643" y="342"/>
                </a:cubicBezTo>
                <a:cubicBezTo>
                  <a:pt x="643" y="509"/>
                  <a:pt x="508" y="644"/>
                  <a:pt x="341" y="644"/>
                </a:cubicBezTo>
                <a:cubicBezTo>
                  <a:pt x="261" y="644"/>
                  <a:pt x="187" y="612"/>
                  <a:pt x="133" y="560"/>
                </a:cubicBezTo>
                <a:cubicBezTo>
                  <a:pt x="78" y="560"/>
                  <a:pt x="78" y="560"/>
                  <a:pt x="78" y="560"/>
                </a:cubicBezTo>
                <a:cubicBezTo>
                  <a:pt x="141" y="636"/>
                  <a:pt x="236" y="684"/>
                  <a:pt x="341" y="684"/>
                </a:cubicBezTo>
                <a:cubicBezTo>
                  <a:pt x="530" y="684"/>
                  <a:pt x="683" y="531"/>
                  <a:pt x="683" y="342"/>
                </a:cubicBezTo>
                <a:cubicBezTo>
                  <a:pt x="683" y="153"/>
                  <a:pt x="530" y="0"/>
                  <a:pt x="341" y="0"/>
                </a:cubicBezTo>
                <a:cubicBezTo>
                  <a:pt x="155" y="0"/>
                  <a:pt x="3" y="150"/>
                  <a:pt x="0" y="336"/>
                </a:cubicBezTo>
                <a:cubicBezTo>
                  <a:pt x="0" y="1612"/>
                  <a:pt x="0" y="1612"/>
                  <a:pt x="0" y="1612"/>
                </a:cubicBezTo>
                <a:lnTo>
                  <a:pt x="39" y="1612"/>
                </a:ln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12"/>
          <p:cNvSpPr/>
          <p:nvPr>
            <p:custDataLst>
              <p:tags r:id="rId5"/>
            </p:custDataLst>
          </p:nvPr>
        </p:nvSpPr>
        <p:spPr bwMode="auto">
          <a:xfrm>
            <a:off x="1068172" y="2478149"/>
            <a:ext cx="1680482" cy="3846905"/>
          </a:xfrm>
          <a:custGeom>
            <a:avLst/>
            <a:gdLst>
              <a:gd name="T0" fmla="*/ 873 w 928"/>
              <a:gd name="T1" fmla="*/ 684 h 2124"/>
              <a:gd name="T2" fmla="*/ 827 w 928"/>
              <a:gd name="T3" fmla="*/ 684 h 2124"/>
              <a:gd name="T4" fmla="*/ 464 w 928"/>
              <a:gd name="T5" fmla="*/ 888 h 2124"/>
              <a:gd name="T6" fmla="*/ 40 w 928"/>
              <a:gd name="T7" fmla="*/ 464 h 2124"/>
              <a:gd name="T8" fmla="*/ 464 w 928"/>
              <a:gd name="T9" fmla="*/ 40 h 2124"/>
              <a:gd name="T10" fmla="*/ 888 w 928"/>
              <a:gd name="T11" fmla="*/ 464 h 2124"/>
              <a:gd name="T12" fmla="*/ 888 w 928"/>
              <a:gd name="T13" fmla="*/ 2124 h 2124"/>
              <a:gd name="T14" fmla="*/ 928 w 928"/>
              <a:gd name="T15" fmla="*/ 2124 h 2124"/>
              <a:gd name="T16" fmla="*/ 928 w 928"/>
              <a:gd name="T17" fmla="*/ 464 h 2124"/>
              <a:gd name="T18" fmla="*/ 464 w 928"/>
              <a:gd name="T19" fmla="*/ 0 h 2124"/>
              <a:gd name="T20" fmla="*/ 0 w 928"/>
              <a:gd name="T21" fmla="*/ 464 h 2124"/>
              <a:gd name="T22" fmla="*/ 464 w 928"/>
              <a:gd name="T23" fmla="*/ 928 h 2124"/>
              <a:gd name="T24" fmla="*/ 873 w 928"/>
              <a:gd name="T25" fmla="*/ 684 h 2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8" h="2124">
                <a:moveTo>
                  <a:pt x="873" y="684"/>
                </a:moveTo>
                <a:cubicBezTo>
                  <a:pt x="827" y="684"/>
                  <a:pt x="827" y="684"/>
                  <a:pt x="827" y="684"/>
                </a:cubicBezTo>
                <a:cubicBezTo>
                  <a:pt x="752" y="806"/>
                  <a:pt x="618" y="888"/>
                  <a:pt x="464" y="888"/>
                </a:cubicBezTo>
                <a:cubicBezTo>
                  <a:pt x="231" y="888"/>
                  <a:pt x="40" y="698"/>
                  <a:pt x="40" y="464"/>
                </a:cubicBezTo>
                <a:cubicBezTo>
                  <a:pt x="40" y="230"/>
                  <a:pt x="231" y="40"/>
                  <a:pt x="464" y="40"/>
                </a:cubicBezTo>
                <a:cubicBezTo>
                  <a:pt x="698" y="40"/>
                  <a:pt x="888" y="230"/>
                  <a:pt x="888" y="464"/>
                </a:cubicBezTo>
                <a:cubicBezTo>
                  <a:pt x="888" y="2124"/>
                  <a:pt x="888" y="2124"/>
                  <a:pt x="888" y="2124"/>
                </a:cubicBezTo>
                <a:cubicBezTo>
                  <a:pt x="928" y="2124"/>
                  <a:pt x="928" y="2124"/>
                  <a:pt x="928" y="2124"/>
                </a:cubicBezTo>
                <a:cubicBezTo>
                  <a:pt x="928" y="464"/>
                  <a:pt x="928" y="464"/>
                  <a:pt x="928" y="464"/>
                </a:cubicBezTo>
                <a:cubicBezTo>
                  <a:pt x="928" y="208"/>
                  <a:pt x="720" y="0"/>
                  <a:pt x="464" y="0"/>
                </a:cubicBezTo>
                <a:cubicBezTo>
                  <a:pt x="209" y="0"/>
                  <a:pt x="0" y="208"/>
                  <a:pt x="0" y="464"/>
                </a:cubicBezTo>
                <a:cubicBezTo>
                  <a:pt x="0" y="720"/>
                  <a:pt x="209" y="928"/>
                  <a:pt x="464" y="928"/>
                </a:cubicBezTo>
                <a:cubicBezTo>
                  <a:pt x="641" y="928"/>
                  <a:pt x="794" y="829"/>
                  <a:pt x="873" y="684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13"/>
          <p:cNvSpPr/>
          <p:nvPr>
            <p:custDataLst>
              <p:tags r:id="rId6"/>
            </p:custDataLst>
          </p:nvPr>
        </p:nvSpPr>
        <p:spPr bwMode="auto">
          <a:xfrm>
            <a:off x="677012" y="4202260"/>
            <a:ext cx="1892611" cy="2122794"/>
          </a:xfrm>
          <a:custGeom>
            <a:avLst/>
            <a:gdLst>
              <a:gd name="T0" fmla="*/ 1045 w 1045"/>
              <a:gd name="T1" fmla="*/ 1064 h 1172"/>
              <a:gd name="T2" fmla="*/ 1045 w 1045"/>
              <a:gd name="T3" fmla="*/ 336 h 1172"/>
              <a:gd name="T4" fmla="*/ 703 w 1045"/>
              <a:gd name="T5" fmla="*/ 0 h 1172"/>
              <a:gd name="T6" fmla="*/ 361 w 1045"/>
              <a:gd name="T7" fmla="*/ 342 h 1172"/>
              <a:gd name="T8" fmla="*/ 703 w 1045"/>
              <a:gd name="T9" fmla="*/ 684 h 1172"/>
              <a:gd name="T10" fmla="*/ 967 w 1045"/>
              <a:gd name="T11" fmla="*/ 560 h 1172"/>
              <a:gd name="T12" fmla="*/ 912 w 1045"/>
              <a:gd name="T13" fmla="*/ 560 h 1172"/>
              <a:gd name="T14" fmla="*/ 703 w 1045"/>
              <a:gd name="T15" fmla="*/ 644 h 1172"/>
              <a:gd name="T16" fmla="*/ 401 w 1045"/>
              <a:gd name="T17" fmla="*/ 342 h 1172"/>
              <a:gd name="T18" fmla="*/ 703 w 1045"/>
              <a:gd name="T19" fmla="*/ 40 h 1172"/>
              <a:gd name="T20" fmla="*/ 1005 w 1045"/>
              <a:gd name="T21" fmla="*/ 340 h 1172"/>
              <a:gd name="T22" fmla="*/ 1005 w 1045"/>
              <a:gd name="T23" fmla="*/ 1062 h 1172"/>
              <a:gd name="T24" fmla="*/ 935 w 1045"/>
              <a:gd name="T25" fmla="*/ 1132 h 1172"/>
              <a:gd name="T26" fmla="*/ 0 w 1045"/>
              <a:gd name="T27" fmla="*/ 1132 h 1172"/>
              <a:gd name="T28" fmla="*/ 0 w 1045"/>
              <a:gd name="T29" fmla="*/ 1172 h 1172"/>
              <a:gd name="T30" fmla="*/ 964 w 1045"/>
              <a:gd name="T31" fmla="*/ 1172 h 1172"/>
              <a:gd name="T32" fmla="*/ 1045 w 1045"/>
              <a:gd name="T33" fmla="*/ 1064 h 1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45" h="1172">
                <a:moveTo>
                  <a:pt x="1045" y="1064"/>
                </a:moveTo>
                <a:cubicBezTo>
                  <a:pt x="1045" y="336"/>
                  <a:pt x="1045" y="336"/>
                  <a:pt x="1045" y="336"/>
                </a:cubicBezTo>
                <a:cubicBezTo>
                  <a:pt x="1042" y="150"/>
                  <a:pt x="890" y="0"/>
                  <a:pt x="703" y="0"/>
                </a:cubicBezTo>
                <a:cubicBezTo>
                  <a:pt x="515" y="0"/>
                  <a:pt x="361" y="153"/>
                  <a:pt x="361" y="342"/>
                </a:cubicBezTo>
                <a:cubicBezTo>
                  <a:pt x="361" y="531"/>
                  <a:pt x="515" y="684"/>
                  <a:pt x="703" y="684"/>
                </a:cubicBezTo>
                <a:cubicBezTo>
                  <a:pt x="809" y="684"/>
                  <a:pt x="904" y="636"/>
                  <a:pt x="967" y="560"/>
                </a:cubicBezTo>
                <a:cubicBezTo>
                  <a:pt x="912" y="560"/>
                  <a:pt x="912" y="560"/>
                  <a:pt x="912" y="560"/>
                </a:cubicBezTo>
                <a:cubicBezTo>
                  <a:pt x="858" y="612"/>
                  <a:pt x="784" y="644"/>
                  <a:pt x="703" y="644"/>
                </a:cubicBezTo>
                <a:cubicBezTo>
                  <a:pt x="537" y="644"/>
                  <a:pt x="401" y="509"/>
                  <a:pt x="401" y="342"/>
                </a:cubicBezTo>
                <a:cubicBezTo>
                  <a:pt x="401" y="175"/>
                  <a:pt x="537" y="40"/>
                  <a:pt x="703" y="40"/>
                </a:cubicBezTo>
                <a:cubicBezTo>
                  <a:pt x="869" y="40"/>
                  <a:pt x="1004" y="174"/>
                  <a:pt x="1005" y="340"/>
                </a:cubicBezTo>
                <a:cubicBezTo>
                  <a:pt x="1005" y="340"/>
                  <a:pt x="1005" y="1060"/>
                  <a:pt x="1005" y="1062"/>
                </a:cubicBezTo>
                <a:cubicBezTo>
                  <a:pt x="1005" y="1101"/>
                  <a:pt x="974" y="1132"/>
                  <a:pt x="935" y="1132"/>
                </a:cubicBezTo>
                <a:cubicBezTo>
                  <a:pt x="0" y="1132"/>
                  <a:pt x="0" y="1132"/>
                  <a:pt x="0" y="1132"/>
                </a:cubicBezTo>
                <a:cubicBezTo>
                  <a:pt x="0" y="1172"/>
                  <a:pt x="0" y="1172"/>
                  <a:pt x="0" y="1172"/>
                </a:cubicBezTo>
                <a:cubicBezTo>
                  <a:pt x="964" y="1172"/>
                  <a:pt x="964" y="1172"/>
                  <a:pt x="964" y="1172"/>
                </a:cubicBezTo>
                <a:cubicBezTo>
                  <a:pt x="1018" y="1159"/>
                  <a:pt x="1044" y="1115"/>
                  <a:pt x="1045" y="1064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14"/>
          <p:cNvSpPr/>
          <p:nvPr>
            <p:custDataLst>
              <p:tags r:id="rId7"/>
            </p:custDataLst>
          </p:nvPr>
        </p:nvSpPr>
        <p:spPr bwMode="auto">
          <a:xfrm>
            <a:off x="3190965" y="4745371"/>
            <a:ext cx="1833937" cy="1579683"/>
          </a:xfrm>
          <a:custGeom>
            <a:avLst/>
            <a:gdLst>
              <a:gd name="T0" fmla="*/ 109 w 1012"/>
              <a:gd name="T1" fmla="*/ 872 h 872"/>
              <a:gd name="T2" fmla="*/ 1012 w 1012"/>
              <a:gd name="T3" fmla="*/ 872 h 872"/>
              <a:gd name="T4" fmla="*/ 1012 w 1012"/>
              <a:gd name="T5" fmla="*/ 828 h 872"/>
              <a:gd name="T6" fmla="*/ 110 w 1012"/>
              <a:gd name="T7" fmla="*/ 828 h 872"/>
              <a:gd name="T8" fmla="*/ 44 w 1012"/>
              <a:gd name="T9" fmla="*/ 758 h 872"/>
              <a:gd name="T10" fmla="*/ 40 w 1012"/>
              <a:gd name="T11" fmla="*/ 242 h 872"/>
              <a:gd name="T12" fmla="*/ 242 w 1012"/>
              <a:gd name="T13" fmla="*/ 40 h 872"/>
              <a:gd name="T14" fmla="*/ 444 w 1012"/>
              <a:gd name="T15" fmla="*/ 242 h 872"/>
              <a:gd name="T16" fmla="*/ 242 w 1012"/>
              <a:gd name="T17" fmla="*/ 444 h 872"/>
              <a:gd name="T18" fmla="*/ 95 w 1012"/>
              <a:gd name="T19" fmla="*/ 380 h 872"/>
              <a:gd name="T20" fmla="*/ 44 w 1012"/>
              <a:gd name="T21" fmla="*/ 380 h 872"/>
              <a:gd name="T22" fmla="*/ 242 w 1012"/>
              <a:gd name="T23" fmla="*/ 484 h 872"/>
              <a:gd name="T24" fmla="*/ 484 w 1012"/>
              <a:gd name="T25" fmla="*/ 242 h 872"/>
              <a:gd name="T26" fmla="*/ 242 w 1012"/>
              <a:gd name="T27" fmla="*/ 0 h 872"/>
              <a:gd name="T28" fmla="*/ 0 w 1012"/>
              <a:gd name="T29" fmla="*/ 242 h 872"/>
              <a:gd name="T30" fmla="*/ 0 w 1012"/>
              <a:gd name="T31" fmla="*/ 760 h 872"/>
              <a:gd name="T32" fmla="*/ 109 w 1012"/>
              <a:gd name="T33" fmla="*/ 872 h 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12" h="872">
                <a:moveTo>
                  <a:pt x="109" y="872"/>
                </a:moveTo>
                <a:cubicBezTo>
                  <a:pt x="1012" y="872"/>
                  <a:pt x="1012" y="872"/>
                  <a:pt x="1012" y="872"/>
                </a:cubicBezTo>
                <a:cubicBezTo>
                  <a:pt x="1012" y="828"/>
                  <a:pt x="1012" y="828"/>
                  <a:pt x="1012" y="828"/>
                </a:cubicBezTo>
                <a:cubicBezTo>
                  <a:pt x="110" y="828"/>
                  <a:pt x="110" y="828"/>
                  <a:pt x="110" y="828"/>
                </a:cubicBezTo>
                <a:cubicBezTo>
                  <a:pt x="72" y="828"/>
                  <a:pt x="44" y="797"/>
                  <a:pt x="44" y="758"/>
                </a:cubicBezTo>
                <a:cubicBezTo>
                  <a:pt x="44" y="758"/>
                  <a:pt x="40" y="242"/>
                  <a:pt x="40" y="242"/>
                </a:cubicBezTo>
                <a:cubicBezTo>
                  <a:pt x="40" y="131"/>
                  <a:pt x="131" y="40"/>
                  <a:pt x="242" y="40"/>
                </a:cubicBezTo>
                <a:cubicBezTo>
                  <a:pt x="354" y="40"/>
                  <a:pt x="444" y="131"/>
                  <a:pt x="444" y="242"/>
                </a:cubicBezTo>
                <a:cubicBezTo>
                  <a:pt x="444" y="353"/>
                  <a:pt x="354" y="444"/>
                  <a:pt x="242" y="444"/>
                </a:cubicBezTo>
                <a:cubicBezTo>
                  <a:pt x="184" y="444"/>
                  <a:pt x="132" y="419"/>
                  <a:pt x="95" y="380"/>
                </a:cubicBezTo>
                <a:cubicBezTo>
                  <a:pt x="44" y="380"/>
                  <a:pt x="44" y="380"/>
                  <a:pt x="44" y="380"/>
                </a:cubicBezTo>
                <a:cubicBezTo>
                  <a:pt x="88" y="443"/>
                  <a:pt x="160" y="484"/>
                  <a:pt x="242" y="484"/>
                </a:cubicBezTo>
                <a:cubicBezTo>
                  <a:pt x="376" y="484"/>
                  <a:pt x="484" y="375"/>
                  <a:pt x="484" y="242"/>
                </a:cubicBezTo>
                <a:cubicBezTo>
                  <a:pt x="484" y="109"/>
                  <a:pt x="376" y="0"/>
                  <a:pt x="242" y="0"/>
                </a:cubicBezTo>
                <a:cubicBezTo>
                  <a:pt x="109" y="0"/>
                  <a:pt x="0" y="109"/>
                  <a:pt x="0" y="242"/>
                </a:cubicBezTo>
                <a:cubicBezTo>
                  <a:pt x="0" y="760"/>
                  <a:pt x="0" y="760"/>
                  <a:pt x="0" y="760"/>
                </a:cubicBezTo>
                <a:cubicBezTo>
                  <a:pt x="2" y="819"/>
                  <a:pt x="36" y="868"/>
                  <a:pt x="109" y="872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7" name="Oval 11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178175" y="2519680"/>
            <a:ext cx="74930" cy="74930"/>
          </a:xfrm>
          <a:prstGeom prst="ellipse">
            <a:avLst/>
          </a:pr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8" name="Oval 11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301365" y="2519680"/>
            <a:ext cx="74295" cy="74930"/>
          </a:xfrm>
          <a:prstGeom prst="ellipse">
            <a:avLst/>
          </a:pr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9" name="Freeform 118"/>
          <p:cNvSpPr/>
          <p:nvPr>
            <p:custDataLst>
              <p:tags r:id="rId10"/>
            </p:custDataLst>
          </p:nvPr>
        </p:nvSpPr>
        <p:spPr bwMode="auto">
          <a:xfrm>
            <a:off x="3361690" y="2820035"/>
            <a:ext cx="39370" cy="46990"/>
          </a:xfrm>
          <a:custGeom>
            <a:avLst/>
            <a:gdLst>
              <a:gd name="T0" fmla="*/ 0 w 26"/>
              <a:gd name="T1" fmla="*/ 0 h 31"/>
              <a:gd name="T2" fmla="*/ 0 w 26"/>
              <a:gd name="T3" fmla="*/ 18 h 31"/>
              <a:gd name="T4" fmla="*/ 13 w 26"/>
              <a:gd name="T5" fmla="*/ 31 h 31"/>
              <a:gd name="T6" fmla="*/ 13 w 26"/>
              <a:gd name="T7" fmla="*/ 31 h 31"/>
              <a:gd name="T8" fmla="*/ 26 w 26"/>
              <a:gd name="T9" fmla="*/ 18 h 31"/>
              <a:gd name="T10" fmla="*/ 26 w 26"/>
              <a:gd name="T11" fmla="*/ 0 h 31"/>
              <a:gd name="T12" fmla="*/ 0 w 26"/>
              <a:gd name="T13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" h="31">
                <a:moveTo>
                  <a:pt x="0" y="0"/>
                </a:moveTo>
                <a:cubicBezTo>
                  <a:pt x="0" y="18"/>
                  <a:pt x="0" y="18"/>
                  <a:pt x="0" y="18"/>
                </a:cubicBezTo>
                <a:cubicBezTo>
                  <a:pt x="0" y="25"/>
                  <a:pt x="6" y="31"/>
                  <a:pt x="13" y="31"/>
                </a:cubicBezTo>
                <a:cubicBezTo>
                  <a:pt x="13" y="31"/>
                  <a:pt x="13" y="31"/>
                  <a:pt x="13" y="31"/>
                </a:cubicBezTo>
                <a:cubicBezTo>
                  <a:pt x="21" y="31"/>
                  <a:pt x="26" y="25"/>
                  <a:pt x="26" y="18"/>
                </a:cubicBezTo>
                <a:cubicBezTo>
                  <a:pt x="26" y="0"/>
                  <a:pt x="26" y="0"/>
                  <a:pt x="2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0" name="Freeform 119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3140075" y="2592705"/>
            <a:ext cx="316230" cy="274955"/>
          </a:xfrm>
          <a:custGeom>
            <a:avLst/>
            <a:gdLst>
              <a:gd name="T0" fmla="*/ 191 w 209"/>
              <a:gd name="T1" fmla="*/ 93 h 182"/>
              <a:gd name="T2" fmla="*/ 182 w 209"/>
              <a:gd name="T3" fmla="*/ 83 h 182"/>
              <a:gd name="T4" fmla="*/ 182 w 209"/>
              <a:gd name="T5" fmla="*/ 80 h 182"/>
              <a:gd name="T6" fmla="*/ 166 w 209"/>
              <a:gd name="T7" fmla="*/ 15 h 182"/>
              <a:gd name="T8" fmla="*/ 148 w 209"/>
              <a:gd name="T9" fmla="*/ 0 h 182"/>
              <a:gd name="T10" fmla="*/ 148 w 209"/>
              <a:gd name="T11" fmla="*/ 0 h 182"/>
              <a:gd name="T12" fmla="*/ 142 w 209"/>
              <a:gd name="T13" fmla="*/ 1 h 182"/>
              <a:gd name="T14" fmla="*/ 137 w 209"/>
              <a:gd name="T15" fmla="*/ 3 h 182"/>
              <a:gd name="T16" fmla="*/ 124 w 209"/>
              <a:gd name="T17" fmla="*/ 20 h 182"/>
              <a:gd name="T18" fmla="*/ 124 w 209"/>
              <a:gd name="T19" fmla="*/ 21 h 182"/>
              <a:gd name="T20" fmla="*/ 117 w 209"/>
              <a:gd name="T21" fmla="*/ 43 h 182"/>
              <a:gd name="T22" fmla="*/ 90 w 209"/>
              <a:gd name="T23" fmla="*/ 48 h 182"/>
              <a:gd name="T24" fmla="*/ 82 w 209"/>
              <a:gd name="T25" fmla="*/ 53 h 182"/>
              <a:gd name="T26" fmla="*/ 65 w 209"/>
              <a:gd name="T27" fmla="*/ 45 h 182"/>
              <a:gd name="T28" fmla="*/ 58 w 209"/>
              <a:gd name="T29" fmla="*/ 21 h 182"/>
              <a:gd name="T30" fmla="*/ 58 w 209"/>
              <a:gd name="T31" fmla="*/ 20 h 182"/>
              <a:gd name="T32" fmla="*/ 44 w 209"/>
              <a:gd name="T33" fmla="*/ 3 h 182"/>
              <a:gd name="T34" fmla="*/ 39 w 209"/>
              <a:gd name="T35" fmla="*/ 1 h 182"/>
              <a:gd name="T36" fmla="*/ 34 w 209"/>
              <a:gd name="T37" fmla="*/ 0 h 182"/>
              <a:gd name="T38" fmla="*/ 34 w 209"/>
              <a:gd name="T39" fmla="*/ 0 h 182"/>
              <a:gd name="T40" fmla="*/ 13 w 209"/>
              <a:gd name="T41" fmla="*/ 15 h 182"/>
              <a:gd name="T42" fmla="*/ 1 w 209"/>
              <a:gd name="T43" fmla="*/ 69 h 182"/>
              <a:gd name="T44" fmla="*/ 8 w 209"/>
              <a:gd name="T45" fmla="*/ 86 h 182"/>
              <a:gd name="T46" fmla="*/ 8 w 209"/>
              <a:gd name="T47" fmla="*/ 169 h 182"/>
              <a:gd name="T48" fmla="*/ 21 w 209"/>
              <a:gd name="T49" fmla="*/ 182 h 182"/>
              <a:gd name="T50" fmla="*/ 34 w 209"/>
              <a:gd name="T51" fmla="*/ 169 h 182"/>
              <a:gd name="T52" fmla="*/ 34 w 209"/>
              <a:gd name="T53" fmla="*/ 91 h 182"/>
              <a:gd name="T54" fmla="*/ 46 w 209"/>
              <a:gd name="T55" fmla="*/ 78 h 182"/>
              <a:gd name="T56" fmla="*/ 50 w 209"/>
              <a:gd name="T57" fmla="*/ 58 h 182"/>
              <a:gd name="T58" fmla="*/ 89 w 209"/>
              <a:gd name="T59" fmla="*/ 73 h 182"/>
              <a:gd name="T60" fmla="*/ 90 w 209"/>
              <a:gd name="T61" fmla="*/ 73 h 182"/>
              <a:gd name="T62" fmla="*/ 99 w 209"/>
              <a:gd name="T63" fmla="*/ 67 h 182"/>
              <a:gd name="T64" fmla="*/ 131 w 209"/>
              <a:gd name="T65" fmla="*/ 56 h 182"/>
              <a:gd name="T66" fmla="*/ 136 w 209"/>
              <a:gd name="T67" fmla="*/ 78 h 182"/>
              <a:gd name="T68" fmla="*/ 145 w 209"/>
              <a:gd name="T69" fmla="*/ 90 h 182"/>
              <a:gd name="T70" fmla="*/ 151 w 209"/>
              <a:gd name="T71" fmla="*/ 90 h 182"/>
              <a:gd name="T72" fmla="*/ 159 w 209"/>
              <a:gd name="T73" fmla="*/ 81 h 182"/>
              <a:gd name="T74" fmla="*/ 147 w 209"/>
              <a:gd name="T75" fmla="*/ 41 h 182"/>
              <a:gd name="T76" fmla="*/ 150 w 209"/>
              <a:gd name="T77" fmla="*/ 40 h 182"/>
              <a:gd name="T78" fmla="*/ 163 w 209"/>
              <a:gd name="T79" fmla="*/ 83 h 182"/>
              <a:gd name="T80" fmla="*/ 154 w 209"/>
              <a:gd name="T81" fmla="*/ 93 h 182"/>
              <a:gd name="T82" fmla="*/ 135 w 209"/>
              <a:gd name="T83" fmla="*/ 93 h 182"/>
              <a:gd name="T84" fmla="*/ 135 w 209"/>
              <a:gd name="T85" fmla="*/ 147 h 182"/>
              <a:gd name="T86" fmla="*/ 209 w 209"/>
              <a:gd name="T87" fmla="*/ 147 h 182"/>
              <a:gd name="T88" fmla="*/ 209 w 209"/>
              <a:gd name="T89" fmla="*/ 93 h 182"/>
              <a:gd name="T90" fmla="*/ 191 w 209"/>
              <a:gd name="T91" fmla="*/ 93 h 182"/>
              <a:gd name="T92" fmla="*/ 160 w 209"/>
              <a:gd name="T93" fmla="*/ 93 h 182"/>
              <a:gd name="T94" fmla="*/ 165 w 209"/>
              <a:gd name="T95" fmla="*/ 89 h 182"/>
              <a:gd name="T96" fmla="*/ 172 w 209"/>
              <a:gd name="T97" fmla="*/ 92 h 182"/>
              <a:gd name="T98" fmla="*/ 174 w 209"/>
              <a:gd name="T99" fmla="*/ 92 h 182"/>
              <a:gd name="T100" fmla="*/ 179 w 209"/>
              <a:gd name="T101" fmla="*/ 89 h 182"/>
              <a:gd name="T102" fmla="*/ 184 w 209"/>
              <a:gd name="T103" fmla="*/ 93 h 182"/>
              <a:gd name="T104" fmla="*/ 160 w 209"/>
              <a:gd name="T105" fmla="*/ 93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9" h="182">
                <a:moveTo>
                  <a:pt x="191" y="93"/>
                </a:moveTo>
                <a:cubicBezTo>
                  <a:pt x="190" y="88"/>
                  <a:pt x="186" y="84"/>
                  <a:pt x="182" y="83"/>
                </a:cubicBezTo>
                <a:cubicBezTo>
                  <a:pt x="182" y="82"/>
                  <a:pt x="182" y="81"/>
                  <a:pt x="182" y="80"/>
                </a:cubicBezTo>
                <a:cubicBezTo>
                  <a:pt x="181" y="74"/>
                  <a:pt x="166" y="15"/>
                  <a:pt x="166" y="15"/>
                </a:cubicBezTo>
                <a:cubicBezTo>
                  <a:pt x="163" y="5"/>
                  <a:pt x="157" y="0"/>
                  <a:pt x="14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48" y="0"/>
                  <a:pt x="145" y="0"/>
                  <a:pt x="142" y="1"/>
                </a:cubicBezTo>
                <a:cubicBezTo>
                  <a:pt x="140" y="1"/>
                  <a:pt x="137" y="3"/>
                  <a:pt x="137" y="3"/>
                </a:cubicBezTo>
                <a:cubicBezTo>
                  <a:pt x="131" y="6"/>
                  <a:pt x="125" y="12"/>
                  <a:pt x="124" y="20"/>
                </a:cubicBezTo>
                <a:cubicBezTo>
                  <a:pt x="124" y="20"/>
                  <a:pt x="124" y="20"/>
                  <a:pt x="124" y="21"/>
                </a:cubicBezTo>
                <a:cubicBezTo>
                  <a:pt x="122" y="32"/>
                  <a:pt x="120" y="40"/>
                  <a:pt x="117" y="43"/>
                </a:cubicBezTo>
                <a:cubicBezTo>
                  <a:pt x="113" y="47"/>
                  <a:pt x="105" y="48"/>
                  <a:pt x="90" y="48"/>
                </a:cubicBezTo>
                <a:cubicBezTo>
                  <a:pt x="86" y="48"/>
                  <a:pt x="83" y="50"/>
                  <a:pt x="82" y="53"/>
                </a:cubicBezTo>
                <a:cubicBezTo>
                  <a:pt x="73" y="51"/>
                  <a:pt x="67" y="48"/>
                  <a:pt x="65" y="45"/>
                </a:cubicBezTo>
                <a:cubicBezTo>
                  <a:pt x="61" y="41"/>
                  <a:pt x="60" y="33"/>
                  <a:pt x="58" y="21"/>
                </a:cubicBezTo>
                <a:cubicBezTo>
                  <a:pt x="58" y="20"/>
                  <a:pt x="58" y="20"/>
                  <a:pt x="58" y="20"/>
                </a:cubicBezTo>
                <a:cubicBezTo>
                  <a:pt x="57" y="12"/>
                  <a:pt x="51" y="6"/>
                  <a:pt x="44" y="3"/>
                </a:cubicBezTo>
                <a:cubicBezTo>
                  <a:pt x="44" y="3"/>
                  <a:pt x="42" y="1"/>
                  <a:pt x="39" y="1"/>
                </a:cubicBezTo>
                <a:cubicBezTo>
                  <a:pt x="37" y="0"/>
                  <a:pt x="34" y="0"/>
                  <a:pt x="34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25" y="0"/>
                  <a:pt x="15" y="5"/>
                  <a:pt x="13" y="15"/>
                </a:cubicBezTo>
                <a:cubicBezTo>
                  <a:pt x="1" y="69"/>
                  <a:pt x="1" y="69"/>
                  <a:pt x="1" y="69"/>
                </a:cubicBezTo>
                <a:cubicBezTo>
                  <a:pt x="0" y="76"/>
                  <a:pt x="3" y="82"/>
                  <a:pt x="8" y="86"/>
                </a:cubicBezTo>
                <a:cubicBezTo>
                  <a:pt x="8" y="169"/>
                  <a:pt x="8" y="169"/>
                  <a:pt x="8" y="169"/>
                </a:cubicBezTo>
                <a:cubicBezTo>
                  <a:pt x="8" y="176"/>
                  <a:pt x="14" y="182"/>
                  <a:pt x="21" y="182"/>
                </a:cubicBezTo>
                <a:cubicBezTo>
                  <a:pt x="29" y="182"/>
                  <a:pt x="34" y="176"/>
                  <a:pt x="34" y="169"/>
                </a:cubicBezTo>
                <a:cubicBezTo>
                  <a:pt x="34" y="91"/>
                  <a:pt x="34" y="91"/>
                  <a:pt x="34" y="91"/>
                </a:cubicBezTo>
                <a:cubicBezTo>
                  <a:pt x="40" y="89"/>
                  <a:pt x="44" y="85"/>
                  <a:pt x="46" y="78"/>
                </a:cubicBezTo>
                <a:cubicBezTo>
                  <a:pt x="50" y="58"/>
                  <a:pt x="50" y="58"/>
                  <a:pt x="50" y="58"/>
                </a:cubicBezTo>
                <a:cubicBezTo>
                  <a:pt x="57" y="66"/>
                  <a:pt x="68" y="70"/>
                  <a:pt x="89" y="73"/>
                </a:cubicBezTo>
                <a:cubicBezTo>
                  <a:pt x="89" y="73"/>
                  <a:pt x="90" y="73"/>
                  <a:pt x="90" y="73"/>
                </a:cubicBezTo>
                <a:cubicBezTo>
                  <a:pt x="94" y="73"/>
                  <a:pt x="98" y="71"/>
                  <a:pt x="99" y="67"/>
                </a:cubicBezTo>
                <a:cubicBezTo>
                  <a:pt x="115" y="66"/>
                  <a:pt x="125" y="63"/>
                  <a:pt x="131" y="56"/>
                </a:cubicBezTo>
                <a:cubicBezTo>
                  <a:pt x="136" y="78"/>
                  <a:pt x="136" y="78"/>
                  <a:pt x="136" y="78"/>
                </a:cubicBezTo>
                <a:cubicBezTo>
                  <a:pt x="137" y="84"/>
                  <a:pt x="141" y="88"/>
                  <a:pt x="145" y="90"/>
                </a:cubicBezTo>
                <a:cubicBezTo>
                  <a:pt x="151" y="90"/>
                  <a:pt x="151" y="90"/>
                  <a:pt x="151" y="90"/>
                </a:cubicBezTo>
                <a:cubicBezTo>
                  <a:pt x="153" y="86"/>
                  <a:pt x="155" y="83"/>
                  <a:pt x="159" y="81"/>
                </a:cubicBezTo>
                <a:cubicBezTo>
                  <a:pt x="156" y="66"/>
                  <a:pt x="151" y="50"/>
                  <a:pt x="147" y="41"/>
                </a:cubicBezTo>
                <a:cubicBezTo>
                  <a:pt x="145" y="36"/>
                  <a:pt x="148" y="35"/>
                  <a:pt x="150" y="40"/>
                </a:cubicBezTo>
                <a:cubicBezTo>
                  <a:pt x="152" y="45"/>
                  <a:pt x="160" y="68"/>
                  <a:pt x="163" y="83"/>
                </a:cubicBezTo>
                <a:cubicBezTo>
                  <a:pt x="158" y="84"/>
                  <a:pt x="155" y="88"/>
                  <a:pt x="154" y="93"/>
                </a:cubicBezTo>
                <a:cubicBezTo>
                  <a:pt x="135" y="93"/>
                  <a:pt x="135" y="93"/>
                  <a:pt x="135" y="93"/>
                </a:cubicBezTo>
                <a:cubicBezTo>
                  <a:pt x="135" y="147"/>
                  <a:pt x="135" y="147"/>
                  <a:pt x="135" y="147"/>
                </a:cubicBezTo>
                <a:cubicBezTo>
                  <a:pt x="209" y="147"/>
                  <a:pt x="209" y="147"/>
                  <a:pt x="209" y="147"/>
                </a:cubicBezTo>
                <a:cubicBezTo>
                  <a:pt x="209" y="93"/>
                  <a:pt x="209" y="93"/>
                  <a:pt x="209" y="93"/>
                </a:cubicBezTo>
                <a:lnTo>
                  <a:pt x="191" y="93"/>
                </a:lnTo>
                <a:close/>
                <a:moveTo>
                  <a:pt x="160" y="93"/>
                </a:moveTo>
                <a:cubicBezTo>
                  <a:pt x="161" y="91"/>
                  <a:pt x="163" y="89"/>
                  <a:pt x="165" y="89"/>
                </a:cubicBezTo>
                <a:cubicBezTo>
                  <a:pt x="167" y="91"/>
                  <a:pt x="170" y="92"/>
                  <a:pt x="172" y="92"/>
                </a:cubicBezTo>
                <a:cubicBezTo>
                  <a:pt x="173" y="92"/>
                  <a:pt x="174" y="92"/>
                  <a:pt x="174" y="92"/>
                </a:cubicBezTo>
                <a:cubicBezTo>
                  <a:pt x="176" y="91"/>
                  <a:pt x="178" y="90"/>
                  <a:pt x="179" y="89"/>
                </a:cubicBezTo>
                <a:cubicBezTo>
                  <a:pt x="182" y="89"/>
                  <a:pt x="183" y="91"/>
                  <a:pt x="184" y="93"/>
                </a:cubicBezTo>
                <a:lnTo>
                  <a:pt x="160" y="93"/>
                </a:lnTo>
                <a:close/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81" name="Freeform 5"/>
          <p:cNvSpPr>
            <a:spLocks noChangeAspect="1" noEditPoints="1"/>
          </p:cNvSpPr>
          <p:nvPr>
            <p:custDataLst>
              <p:tags r:id="rId12"/>
            </p:custDataLst>
          </p:nvPr>
        </p:nvSpPr>
        <p:spPr bwMode="auto">
          <a:xfrm>
            <a:off x="1760991" y="4632898"/>
            <a:ext cx="379571" cy="380491"/>
          </a:xfrm>
          <a:custGeom>
            <a:avLst/>
            <a:gdLst>
              <a:gd name="T0" fmla="*/ 966 w 1254"/>
              <a:gd name="T1" fmla="*/ 496 h 1257"/>
              <a:gd name="T2" fmla="*/ 967 w 1254"/>
              <a:gd name="T3" fmla="*/ 496 h 1257"/>
              <a:gd name="T4" fmla="*/ 969 w 1254"/>
              <a:gd name="T5" fmla="*/ 496 h 1257"/>
              <a:gd name="T6" fmla="*/ 971 w 1254"/>
              <a:gd name="T7" fmla="*/ 496 h 1257"/>
              <a:gd name="T8" fmla="*/ 973 w 1254"/>
              <a:gd name="T9" fmla="*/ 495 h 1257"/>
              <a:gd name="T10" fmla="*/ 974 w 1254"/>
              <a:gd name="T11" fmla="*/ 495 h 1257"/>
              <a:gd name="T12" fmla="*/ 976 w 1254"/>
              <a:gd name="T13" fmla="*/ 494 h 1257"/>
              <a:gd name="T14" fmla="*/ 977 w 1254"/>
              <a:gd name="T15" fmla="*/ 494 h 1257"/>
              <a:gd name="T16" fmla="*/ 979 w 1254"/>
              <a:gd name="T17" fmla="*/ 493 h 1257"/>
              <a:gd name="T18" fmla="*/ 980 w 1254"/>
              <a:gd name="T19" fmla="*/ 492 h 1257"/>
              <a:gd name="T20" fmla="*/ 982 w 1254"/>
              <a:gd name="T21" fmla="*/ 491 h 1257"/>
              <a:gd name="T22" fmla="*/ 983 w 1254"/>
              <a:gd name="T23" fmla="*/ 490 h 1257"/>
              <a:gd name="T24" fmla="*/ 985 w 1254"/>
              <a:gd name="T25" fmla="*/ 489 h 1257"/>
              <a:gd name="T26" fmla="*/ 986 w 1254"/>
              <a:gd name="T27" fmla="*/ 488 h 1257"/>
              <a:gd name="T28" fmla="*/ 987 w 1254"/>
              <a:gd name="T29" fmla="*/ 487 h 1257"/>
              <a:gd name="T30" fmla="*/ 988 w 1254"/>
              <a:gd name="T31" fmla="*/ 486 h 1257"/>
              <a:gd name="T32" fmla="*/ 990 w 1254"/>
              <a:gd name="T33" fmla="*/ 485 h 1257"/>
              <a:gd name="T34" fmla="*/ 991 w 1254"/>
              <a:gd name="T35" fmla="*/ 484 h 1257"/>
              <a:gd name="T36" fmla="*/ 999 w 1254"/>
              <a:gd name="T37" fmla="*/ 35 h 1257"/>
              <a:gd name="T38" fmla="*/ 171 w 1254"/>
              <a:gd name="T39" fmla="*/ 0 h 1257"/>
              <a:gd name="T40" fmla="*/ 137 w 1254"/>
              <a:gd name="T41" fmla="*/ 462 h 1257"/>
              <a:gd name="T42" fmla="*/ 148 w 1254"/>
              <a:gd name="T43" fmla="*/ 487 h 1257"/>
              <a:gd name="T44" fmla="*/ 149 w 1254"/>
              <a:gd name="T45" fmla="*/ 489 h 1257"/>
              <a:gd name="T46" fmla="*/ 151 w 1254"/>
              <a:gd name="T47" fmla="*/ 490 h 1257"/>
              <a:gd name="T48" fmla="*/ 152 w 1254"/>
              <a:gd name="T49" fmla="*/ 491 h 1257"/>
              <a:gd name="T50" fmla="*/ 154 w 1254"/>
              <a:gd name="T51" fmla="*/ 492 h 1257"/>
              <a:gd name="T52" fmla="*/ 155 w 1254"/>
              <a:gd name="T53" fmla="*/ 492 h 1257"/>
              <a:gd name="T54" fmla="*/ 157 w 1254"/>
              <a:gd name="T55" fmla="*/ 493 h 1257"/>
              <a:gd name="T56" fmla="*/ 159 w 1254"/>
              <a:gd name="T57" fmla="*/ 494 h 1257"/>
              <a:gd name="T58" fmla="*/ 160 w 1254"/>
              <a:gd name="T59" fmla="*/ 495 h 1257"/>
              <a:gd name="T60" fmla="*/ 162 w 1254"/>
              <a:gd name="T61" fmla="*/ 495 h 1257"/>
              <a:gd name="T62" fmla="*/ 164 w 1254"/>
              <a:gd name="T63" fmla="*/ 495 h 1257"/>
              <a:gd name="T64" fmla="*/ 165 w 1254"/>
              <a:gd name="T65" fmla="*/ 496 h 1257"/>
              <a:gd name="T66" fmla="*/ 167 w 1254"/>
              <a:gd name="T67" fmla="*/ 496 h 1257"/>
              <a:gd name="T68" fmla="*/ 299 w 1254"/>
              <a:gd name="T69" fmla="*/ 496 h 1257"/>
              <a:gd name="T70" fmla="*/ 436 w 1254"/>
              <a:gd name="T71" fmla="*/ 496 h 1257"/>
              <a:gd name="T72" fmla="*/ 965 w 1254"/>
              <a:gd name="T73" fmla="*/ 496 h 1257"/>
              <a:gd name="T74" fmla="*/ 351 w 1254"/>
              <a:gd name="T75" fmla="*/ 236 h 1257"/>
              <a:gd name="T76" fmla="*/ 439 w 1254"/>
              <a:gd name="T77" fmla="*/ 236 h 1257"/>
              <a:gd name="T78" fmla="*/ 513 w 1254"/>
              <a:gd name="T79" fmla="*/ 280 h 1257"/>
              <a:gd name="T80" fmla="*/ 513 w 1254"/>
              <a:gd name="T81" fmla="*/ 192 h 1257"/>
              <a:gd name="T82" fmla="*/ 513 w 1254"/>
              <a:gd name="T83" fmla="*/ 280 h 1257"/>
              <a:gd name="T84" fmla="*/ 586 w 1254"/>
              <a:gd name="T85" fmla="*/ 236 h 1257"/>
              <a:gd name="T86" fmla="*/ 674 w 1254"/>
              <a:gd name="T87" fmla="*/ 236 h 1257"/>
              <a:gd name="T88" fmla="*/ 748 w 1254"/>
              <a:gd name="T89" fmla="*/ 280 h 1257"/>
              <a:gd name="T90" fmla="*/ 748 w 1254"/>
              <a:gd name="T91" fmla="*/ 192 h 1257"/>
              <a:gd name="T92" fmla="*/ 748 w 1254"/>
              <a:gd name="T93" fmla="*/ 280 h 1257"/>
              <a:gd name="T94" fmla="*/ 250 w 1254"/>
              <a:gd name="T95" fmla="*/ 880 h 1257"/>
              <a:gd name="T96" fmla="*/ 245 w 1254"/>
              <a:gd name="T97" fmla="*/ 648 h 1257"/>
              <a:gd name="T98" fmla="*/ 118 w 1254"/>
              <a:gd name="T99" fmla="*/ 648 h 1257"/>
              <a:gd name="T100" fmla="*/ 113 w 1254"/>
              <a:gd name="T101" fmla="*/ 880 h 1257"/>
              <a:gd name="T102" fmla="*/ 0 w 1254"/>
              <a:gd name="T103" fmla="*/ 949 h 1257"/>
              <a:gd name="T104" fmla="*/ 362 w 1254"/>
              <a:gd name="T105" fmla="*/ 1257 h 1257"/>
              <a:gd name="T106" fmla="*/ 293 w 1254"/>
              <a:gd name="T107" fmla="*/ 880 h 1257"/>
              <a:gd name="T108" fmla="*/ 1142 w 1254"/>
              <a:gd name="T109" fmla="*/ 880 h 1257"/>
              <a:gd name="T110" fmla="*/ 1136 w 1254"/>
              <a:gd name="T111" fmla="*/ 648 h 1257"/>
              <a:gd name="T112" fmla="*/ 1009 w 1254"/>
              <a:gd name="T113" fmla="*/ 648 h 1257"/>
              <a:gd name="T114" fmla="*/ 1004 w 1254"/>
              <a:gd name="T115" fmla="*/ 880 h 1257"/>
              <a:gd name="T116" fmla="*/ 892 w 1254"/>
              <a:gd name="T117" fmla="*/ 949 h 1257"/>
              <a:gd name="T118" fmla="*/ 1254 w 1254"/>
              <a:gd name="T119" fmla="*/ 1257 h 1257"/>
              <a:gd name="T120" fmla="*/ 1185 w 1254"/>
              <a:gd name="T121" fmla="*/ 880 h 1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254" h="1257">
                <a:moveTo>
                  <a:pt x="965" y="496"/>
                </a:moveTo>
                <a:cubicBezTo>
                  <a:pt x="966" y="496"/>
                  <a:pt x="966" y="496"/>
                  <a:pt x="966" y="496"/>
                </a:cubicBezTo>
                <a:cubicBezTo>
                  <a:pt x="966" y="496"/>
                  <a:pt x="966" y="496"/>
                  <a:pt x="966" y="496"/>
                </a:cubicBezTo>
                <a:cubicBezTo>
                  <a:pt x="967" y="496"/>
                  <a:pt x="967" y="496"/>
                  <a:pt x="967" y="496"/>
                </a:cubicBezTo>
                <a:cubicBezTo>
                  <a:pt x="968" y="496"/>
                  <a:pt x="968" y="496"/>
                  <a:pt x="968" y="496"/>
                </a:cubicBezTo>
                <a:cubicBezTo>
                  <a:pt x="969" y="496"/>
                  <a:pt x="969" y="496"/>
                  <a:pt x="969" y="496"/>
                </a:cubicBezTo>
                <a:cubicBezTo>
                  <a:pt x="970" y="496"/>
                  <a:pt x="970" y="496"/>
                  <a:pt x="970" y="496"/>
                </a:cubicBezTo>
                <a:cubicBezTo>
                  <a:pt x="971" y="496"/>
                  <a:pt x="971" y="496"/>
                  <a:pt x="971" y="496"/>
                </a:cubicBezTo>
                <a:cubicBezTo>
                  <a:pt x="972" y="496"/>
                  <a:pt x="972" y="496"/>
                  <a:pt x="972" y="496"/>
                </a:cubicBezTo>
                <a:cubicBezTo>
                  <a:pt x="973" y="495"/>
                  <a:pt x="973" y="495"/>
                  <a:pt x="973" y="495"/>
                </a:cubicBezTo>
                <a:cubicBezTo>
                  <a:pt x="973" y="495"/>
                  <a:pt x="973" y="495"/>
                  <a:pt x="973" y="495"/>
                </a:cubicBezTo>
                <a:cubicBezTo>
                  <a:pt x="974" y="495"/>
                  <a:pt x="974" y="495"/>
                  <a:pt x="974" y="495"/>
                </a:cubicBezTo>
                <a:cubicBezTo>
                  <a:pt x="975" y="495"/>
                  <a:pt x="975" y="495"/>
                  <a:pt x="975" y="495"/>
                </a:cubicBezTo>
                <a:cubicBezTo>
                  <a:pt x="976" y="494"/>
                  <a:pt x="976" y="494"/>
                  <a:pt x="976" y="494"/>
                </a:cubicBezTo>
                <a:cubicBezTo>
                  <a:pt x="976" y="494"/>
                  <a:pt x="976" y="494"/>
                  <a:pt x="976" y="494"/>
                </a:cubicBezTo>
                <a:cubicBezTo>
                  <a:pt x="977" y="494"/>
                  <a:pt x="977" y="494"/>
                  <a:pt x="977" y="494"/>
                </a:cubicBezTo>
                <a:cubicBezTo>
                  <a:pt x="978" y="493"/>
                  <a:pt x="978" y="493"/>
                  <a:pt x="978" y="493"/>
                </a:cubicBezTo>
                <a:cubicBezTo>
                  <a:pt x="979" y="493"/>
                  <a:pt x="979" y="493"/>
                  <a:pt x="979" y="493"/>
                </a:cubicBezTo>
                <a:cubicBezTo>
                  <a:pt x="980" y="493"/>
                  <a:pt x="980" y="493"/>
                  <a:pt x="980" y="493"/>
                </a:cubicBezTo>
                <a:cubicBezTo>
                  <a:pt x="980" y="492"/>
                  <a:pt x="980" y="492"/>
                  <a:pt x="980" y="492"/>
                </a:cubicBezTo>
                <a:cubicBezTo>
                  <a:pt x="981" y="492"/>
                  <a:pt x="981" y="492"/>
                  <a:pt x="981" y="492"/>
                </a:cubicBezTo>
                <a:cubicBezTo>
                  <a:pt x="982" y="491"/>
                  <a:pt x="982" y="491"/>
                  <a:pt x="982" y="491"/>
                </a:cubicBezTo>
                <a:cubicBezTo>
                  <a:pt x="983" y="491"/>
                  <a:pt x="983" y="491"/>
                  <a:pt x="983" y="491"/>
                </a:cubicBezTo>
                <a:cubicBezTo>
                  <a:pt x="983" y="490"/>
                  <a:pt x="983" y="490"/>
                  <a:pt x="983" y="490"/>
                </a:cubicBezTo>
                <a:cubicBezTo>
                  <a:pt x="984" y="490"/>
                  <a:pt x="984" y="490"/>
                  <a:pt x="984" y="490"/>
                </a:cubicBezTo>
                <a:cubicBezTo>
                  <a:pt x="985" y="489"/>
                  <a:pt x="985" y="489"/>
                  <a:pt x="985" y="489"/>
                </a:cubicBezTo>
                <a:cubicBezTo>
                  <a:pt x="986" y="489"/>
                  <a:pt x="986" y="489"/>
                  <a:pt x="986" y="489"/>
                </a:cubicBezTo>
                <a:cubicBezTo>
                  <a:pt x="986" y="488"/>
                  <a:pt x="986" y="488"/>
                  <a:pt x="986" y="488"/>
                </a:cubicBezTo>
                <a:cubicBezTo>
                  <a:pt x="987" y="488"/>
                  <a:pt x="987" y="488"/>
                  <a:pt x="987" y="488"/>
                </a:cubicBezTo>
                <a:cubicBezTo>
                  <a:pt x="987" y="487"/>
                  <a:pt x="987" y="487"/>
                  <a:pt x="987" y="487"/>
                </a:cubicBezTo>
                <a:cubicBezTo>
                  <a:pt x="988" y="486"/>
                  <a:pt x="988" y="486"/>
                  <a:pt x="988" y="486"/>
                </a:cubicBezTo>
                <a:cubicBezTo>
                  <a:pt x="988" y="486"/>
                  <a:pt x="988" y="486"/>
                  <a:pt x="988" y="486"/>
                </a:cubicBezTo>
                <a:cubicBezTo>
                  <a:pt x="989" y="485"/>
                  <a:pt x="989" y="485"/>
                  <a:pt x="989" y="485"/>
                </a:cubicBezTo>
                <a:cubicBezTo>
                  <a:pt x="990" y="485"/>
                  <a:pt x="990" y="485"/>
                  <a:pt x="990" y="485"/>
                </a:cubicBezTo>
                <a:cubicBezTo>
                  <a:pt x="991" y="484"/>
                  <a:pt x="991" y="484"/>
                  <a:pt x="991" y="484"/>
                </a:cubicBezTo>
                <a:cubicBezTo>
                  <a:pt x="991" y="484"/>
                  <a:pt x="991" y="484"/>
                  <a:pt x="991" y="484"/>
                </a:cubicBezTo>
                <a:cubicBezTo>
                  <a:pt x="996" y="478"/>
                  <a:pt x="999" y="470"/>
                  <a:pt x="999" y="462"/>
                </a:cubicBezTo>
                <a:cubicBezTo>
                  <a:pt x="999" y="35"/>
                  <a:pt x="999" y="35"/>
                  <a:pt x="999" y="35"/>
                </a:cubicBezTo>
                <a:cubicBezTo>
                  <a:pt x="999" y="15"/>
                  <a:pt x="983" y="0"/>
                  <a:pt x="964" y="0"/>
                </a:cubicBezTo>
                <a:cubicBezTo>
                  <a:pt x="171" y="0"/>
                  <a:pt x="171" y="0"/>
                  <a:pt x="171" y="0"/>
                </a:cubicBezTo>
                <a:cubicBezTo>
                  <a:pt x="152" y="0"/>
                  <a:pt x="137" y="15"/>
                  <a:pt x="137" y="35"/>
                </a:cubicBezTo>
                <a:cubicBezTo>
                  <a:pt x="137" y="462"/>
                  <a:pt x="137" y="462"/>
                  <a:pt x="137" y="462"/>
                </a:cubicBezTo>
                <a:cubicBezTo>
                  <a:pt x="137" y="472"/>
                  <a:pt x="141" y="481"/>
                  <a:pt x="148" y="487"/>
                </a:cubicBezTo>
                <a:cubicBezTo>
                  <a:pt x="148" y="487"/>
                  <a:pt x="148" y="487"/>
                  <a:pt x="148" y="487"/>
                </a:cubicBezTo>
                <a:cubicBezTo>
                  <a:pt x="149" y="488"/>
                  <a:pt x="149" y="488"/>
                  <a:pt x="149" y="488"/>
                </a:cubicBezTo>
                <a:cubicBezTo>
                  <a:pt x="149" y="489"/>
                  <a:pt x="149" y="489"/>
                  <a:pt x="149" y="489"/>
                </a:cubicBezTo>
                <a:cubicBezTo>
                  <a:pt x="151" y="489"/>
                  <a:pt x="151" y="489"/>
                  <a:pt x="151" y="489"/>
                </a:cubicBezTo>
                <a:cubicBezTo>
                  <a:pt x="151" y="490"/>
                  <a:pt x="151" y="490"/>
                  <a:pt x="151" y="490"/>
                </a:cubicBezTo>
                <a:cubicBezTo>
                  <a:pt x="152" y="490"/>
                  <a:pt x="152" y="490"/>
                  <a:pt x="152" y="490"/>
                </a:cubicBezTo>
                <a:cubicBezTo>
                  <a:pt x="152" y="491"/>
                  <a:pt x="152" y="491"/>
                  <a:pt x="152" y="491"/>
                </a:cubicBezTo>
                <a:cubicBezTo>
                  <a:pt x="153" y="491"/>
                  <a:pt x="153" y="491"/>
                  <a:pt x="153" y="491"/>
                </a:cubicBezTo>
                <a:cubicBezTo>
                  <a:pt x="154" y="492"/>
                  <a:pt x="154" y="492"/>
                  <a:pt x="154" y="492"/>
                </a:cubicBezTo>
                <a:cubicBezTo>
                  <a:pt x="155" y="492"/>
                  <a:pt x="155" y="492"/>
                  <a:pt x="155" y="492"/>
                </a:cubicBezTo>
                <a:cubicBezTo>
                  <a:pt x="155" y="492"/>
                  <a:pt x="155" y="492"/>
                  <a:pt x="155" y="492"/>
                </a:cubicBezTo>
                <a:cubicBezTo>
                  <a:pt x="156" y="493"/>
                  <a:pt x="156" y="493"/>
                  <a:pt x="156" y="493"/>
                </a:cubicBezTo>
                <a:cubicBezTo>
                  <a:pt x="157" y="493"/>
                  <a:pt x="157" y="493"/>
                  <a:pt x="157" y="493"/>
                </a:cubicBezTo>
                <a:cubicBezTo>
                  <a:pt x="158" y="494"/>
                  <a:pt x="158" y="494"/>
                  <a:pt x="158" y="494"/>
                </a:cubicBezTo>
                <a:cubicBezTo>
                  <a:pt x="159" y="494"/>
                  <a:pt x="159" y="494"/>
                  <a:pt x="159" y="494"/>
                </a:cubicBezTo>
                <a:cubicBezTo>
                  <a:pt x="160" y="494"/>
                  <a:pt x="160" y="494"/>
                  <a:pt x="160" y="494"/>
                </a:cubicBezTo>
                <a:cubicBezTo>
                  <a:pt x="160" y="495"/>
                  <a:pt x="160" y="495"/>
                  <a:pt x="160" y="495"/>
                </a:cubicBezTo>
                <a:cubicBezTo>
                  <a:pt x="161" y="495"/>
                  <a:pt x="161" y="495"/>
                  <a:pt x="161" y="495"/>
                </a:cubicBezTo>
                <a:cubicBezTo>
                  <a:pt x="162" y="495"/>
                  <a:pt x="162" y="495"/>
                  <a:pt x="162" y="495"/>
                </a:cubicBezTo>
                <a:cubicBezTo>
                  <a:pt x="163" y="495"/>
                  <a:pt x="163" y="495"/>
                  <a:pt x="163" y="495"/>
                </a:cubicBezTo>
                <a:cubicBezTo>
                  <a:pt x="164" y="495"/>
                  <a:pt x="164" y="495"/>
                  <a:pt x="164" y="495"/>
                </a:cubicBezTo>
                <a:cubicBezTo>
                  <a:pt x="164" y="496"/>
                  <a:pt x="164" y="496"/>
                  <a:pt x="164" y="496"/>
                </a:cubicBezTo>
                <a:cubicBezTo>
                  <a:pt x="165" y="496"/>
                  <a:pt x="165" y="496"/>
                  <a:pt x="165" y="496"/>
                </a:cubicBezTo>
                <a:cubicBezTo>
                  <a:pt x="166" y="496"/>
                  <a:pt x="166" y="496"/>
                  <a:pt x="166" y="496"/>
                </a:cubicBezTo>
                <a:cubicBezTo>
                  <a:pt x="167" y="496"/>
                  <a:pt x="167" y="496"/>
                  <a:pt x="167" y="496"/>
                </a:cubicBezTo>
                <a:cubicBezTo>
                  <a:pt x="299" y="496"/>
                  <a:pt x="299" y="496"/>
                  <a:pt x="299" y="496"/>
                </a:cubicBezTo>
                <a:cubicBezTo>
                  <a:pt x="299" y="496"/>
                  <a:pt x="299" y="496"/>
                  <a:pt x="299" y="496"/>
                </a:cubicBezTo>
                <a:cubicBezTo>
                  <a:pt x="436" y="726"/>
                  <a:pt x="436" y="726"/>
                  <a:pt x="436" y="726"/>
                </a:cubicBezTo>
                <a:cubicBezTo>
                  <a:pt x="436" y="496"/>
                  <a:pt x="436" y="496"/>
                  <a:pt x="436" y="496"/>
                </a:cubicBezTo>
                <a:cubicBezTo>
                  <a:pt x="964" y="496"/>
                  <a:pt x="964" y="496"/>
                  <a:pt x="964" y="496"/>
                </a:cubicBezTo>
                <a:lnTo>
                  <a:pt x="965" y="496"/>
                </a:lnTo>
                <a:close/>
                <a:moveTo>
                  <a:pt x="395" y="280"/>
                </a:moveTo>
                <a:cubicBezTo>
                  <a:pt x="371" y="280"/>
                  <a:pt x="351" y="261"/>
                  <a:pt x="351" y="236"/>
                </a:cubicBezTo>
                <a:cubicBezTo>
                  <a:pt x="351" y="212"/>
                  <a:pt x="371" y="192"/>
                  <a:pt x="395" y="192"/>
                </a:cubicBezTo>
                <a:cubicBezTo>
                  <a:pt x="420" y="192"/>
                  <a:pt x="439" y="212"/>
                  <a:pt x="439" y="236"/>
                </a:cubicBezTo>
                <a:cubicBezTo>
                  <a:pt x="439" y="261"/>
                  <a:pt x="420" y="280"/>
                  <a:pt x="395" y="280"/>
                </a:cubicBezTo>
                <a:close/>
                <a:moveTo>
                  <a:pt x="513" y="280"/>
                </a:moveTo>
                <a:cubicBezTo>
                  <a:pt x="488" y="280"/>
                  <a:pt x="469" y="261"/>
                  <a:pt x="469" y="236"/>
                </a:cubicBezTo>
                <a:cubicBezTo>
                  <a:pt x="469" y="212"/>
                  <a:pt x="488" y="192"/>
                  <a:pt x="513" y="192"/>
                </a:cubicBezTo>
                <a:cubicBezTo>
                  <a:pt x="537" y="192"/>
                  <a:pt x="557" y="212"/>
                  <a:pt x="557" y="236"/>
                </a:cubicBezTo>
                <a:cubicBezTo>
                  <a:pt x="557" y="261"/>
                  <a:pt x="537" y="280"/>
                  <a:pt x="513" y="280"/>
                </a:cubicBezTo>
                <a:close/>
                <a:moveTo>
                  <a:pt x="630" y="280"/>
                </a:moveTo>
                <a:cubicBezTo>
                  <a:pt x="606" y="280"/>
                  <a:pt x="586" y="261"/>
                  <a:pt x="586" y="236"/>
                </a:cubicBezTo>
                <a:cubicBezTo>
                  <a:pt x="586" y="212"/>
                  <a:pt x="606" y="192"/>
                  <a:pt x="630" y="192"/>
                </a:cubicBezTo>
                <a:cubicBezTo>
                  <a:pt x="655" y="192"/>
                  <a:pt x="674" y="212"/>
                  <a:pt x="674" y="236"/>
                </a:cubicBezTo>
                <a:cubicBezTo>
                  <a:pt x="674" y="261"/>
                  <a:pt x="655" y="280"/>
                  <a:pt x="630" y="280"/>
                </a:cubicBezTo>
                <a:close/>
                <a:moveTo>
                  <a:pt x="748" y="280"/>
                </a:moveTo>
                <a:cubicBezTo>
                  <a:pt x="724" y="280"/>
                  <a:pt x="704" y="261"/>
                  <a:pt x="704" y="236"/>
                </a:cubicBezTo>
                <a:cubicBezTo>
                  <a:pt x="704" y="212"/>
                  <a:pt x="724" y="192"/>
                  <a:pt x="748" y="192"/>
                </a:cubicBezTo>
                <a:cubicBezTo>
                  <a:pt x="772" y="192"/>
                  <a:pt x="792" y="212"/>
                  <a:pt x="792" y="236"/>
                </a:cubicBezTo>
                <a:cubicBezTo>
                  <a:pt x="792" y="261"/>
                  <a:pt x="772" y="280"/>
                  <a:pt x="748" y="280"/>
                </a:cubicBezTo>
                <a:close/>
                <a:moveTo>
                  <a:pt x="293" y="880"/>
                </a:moveTo>
                <a:cubicBezTo>
                  <a:pt x="250" y="880"/>
                  <a:pt x="250" y="880"/>
                  <a:pt x="250" y="880"/>
                </a:cubicBezTo>
                <a:cubicBezTo>
                  <a:pt x="289" y="856"/>
                  <a:pt x="315" y="814"/>
                  <a:pt x="315" y="765"/>
                </a:cubicBezTo>
                <a:cubicBezTo>
                  <a:pt x="315" y="715"/>
                  <a:pt x="287" y="671"/>
                  <a:pt x="245" y="648"/>
                </a:cubicBezTo>
                <a:cubicBezTo>
                  <a:pt x="226" y="638"/>
                  <a:pt x="204" y="632"/>
                  <a:pt x="181" y="632"/>
                </a:cubicBezTo>
                <a:cubicBezTo>
                  <a:pt x="158" y="632"/>
                  <a:pt x="137" y="638"/>
                  <a:pt x="118" y="648"/>
                </a:cubicBezTo>
                <a:cubicBezTo>
                  <a:pt x="76" y="671"/>
                  <a:pt x="48" y="715"/>
                  <a:pt x="48" y="765"/>
                </a:cubicBezTo>
                <a:cubicBezTo>
                  <a:pt x="48" y="814"/>
                  <a:pt x="74" y="856"/>
                  <a:pt x="113" y="880"/>
                </a:cubicBezTo>
                <a:cubicBezTo>
                  <a:pt x="70" y="880"/>
                  <a:pt x="70" y="880"/>
                  <a:pt x="70" y="880"/>
                </a:cubicBezTo>
                <a:cubicBezTo>
                  <a:pt x="31" y="880"/>
                  <a:pt x="0" y="911"/>
                  <a:pt x="0" y="949"/>
                </a:cubicBezTo>
                <a:cubicBezTo>
                  <a:pt x="0" y="1257"/>
                  <a:pt x="0" y="1257"/>
                  <a:pt x="0" y="1257"/>
                </a:cubicBezTo>
                <a:cubicBezTo>
                  <a:pt x="362" y="1257"/>
                  <a:pt x="362" y="1257"/>
                  <a:pt x="362" y="1257"/>
                </a:cubicBezTo>
                <a:cubicBezTo>
                  <a:pt x="362" y="949"/>
                  <a:pt x="362" y="949"/>
                  <a:pt x="362" y="949"/>
                </a:cubicBezTo>
                <a:cubicBezTo>
                  <a:pt x="362" y="911"/>
                  <a:pt x="331" y="880"/>
                  <a:pt x="293" y="880"/>
                </a:cubicBezTo>
                <a:close/>
                <a:moveTo>
                  <a:pt x="1185" y="880"/>
                </a:moveTo>
                <a:cubicBezTo>
                  <a:pt x="1142" y="880"/>
                  <a:pt x="1142" y="880"/>
                  <a:pt x="1142" y="880"/>
                </a:cubicBezTo>
                <a:cubicBezTo>
                  <a:pt x="1180" y="856"/>
                  <a:pt x="1206" y="814"/>
                  <a:pt x="1206" y="765"/>
                </a:cubicBezTo>
                <a:cubicBezTo>
                  <a:pt x="1206" y="715"/>
                  <a:pt x="1178" y="671"/>
                  <a:pt x="1136" y="648"/>
                </a:cubicBezTo>
                <a:cubicBezTo>
                  <a:pt x="1118" y="638"/>
                  <a:pt x="1096" y="632"/>
                  <a:pt x="1073" y="632"/>
                </a:cubicBezTo>
                <a:cubicBezTo>
                  <a:pt x="1050" y="632"/>
                  <a:pt x="1028" y="638"/>
                  <a:pt x="1009" y="648"/>
                </a:cubicBezTo>
                <a:cubicBezTo>
                  <a:pt x="968" y="671"/>
                  <a:pt x="940" y="715"/>
                  <a:pt x="940" y="765"/>
                </a:cubicBezTo>
                <a:cubicBezTo>
                  <a:pt x="940" y="814"/>
                  <a:pt x="965" y="856"/>
                  <a:pt x="1004" y="880"/>
                </a:cubicBezTo>
                <a:cubicBezTo>
                  <a:pt x="961" y="880"/>
                  <a:pt x="961" y="880"/>
                  <a:pt x="961" y="880"/>
                </a:cubicBezTo>
                <a:cubicBezTo>
                  <a:pt x="923" y="880"/>
                  <a:pt x="892" y="911"/>
                  <a:pt x="892" y="949"/>
                </a:cubicBezTo>
                <a:cubicBezTo>
                  <a:pt x="892" y="1257"/>
                  <a:pt x="892" y="1257"/>
                  <a:pt x="892" y="1257"/>
                </a:cubicBezTo>
                <a:cubicBezTo>
                  <a:pt x="1254" y="1257"/>
                  <a:pt x="1254" y="1257"/>
                  <a:pt x="1254" y="1257"/>
                </a:cubicBezTo>
                <a:cubicBezTo>
                  <a:pt x="1254" y="949"/>
                  <a:pt x="1254" y="949"/>
                  <a:pt x="1254" y="949"/>
                </a:cubicBezTo>
                <a:cubicBezTo>
                  <a:pt x="1254" y="911"/>
                  <a:pt x="1223" y="880"/>
                  <a:pt x="1185" y="880"/>
                </a:cubicBezTo>
                <a:close/>
              </a:path>
            </a:pathLst>
          </a:custGeom>
          <a:solidFill>
            <a:srgbClr val="5D9F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28"/>
          <p:cNvSpPr/>
          <p:nvPr>
            <p:custDataLst>
              <p:tags r:id="rId13"/>
            </p:custDataLst>
          </p:nvPr>
        </p:nvSpPr>
        <p:spPr bwMode="auto">
          <a:xfrm>
            <a:off x="3422650" y="4999355"/>
            <a:ext cx="290195" cy="338455"/>
          </a:xfrm>
          <a:custGeom>
            <a:avLst/>
            <a:gdLst>
              <a:gd name="T0" fmla="*/ 93 w 186"/>
              <a:gd name="T1" fmla="*/ 0 h 217"/>
              <a:gd name="T2" fmla="*/ 59 w 186"/>
              <a:gd name="T3" fmla="*/ 34 h 217"/>
              <a:gd name="T4" fmla="*/ 72 w 186"/>
              <a:gd name="T5" fmla="*/ 60 h 217"/>
              <a:gd name="T6" fmla="*/ 12 w 186"/>
              <a:gd name="T7" fmla="*/ 152 h 217"/>
              <a:gd name="T8" fmla="*/ 19 w 186"/>
              <a:gd name="T9" fmla="*/ 155 h 217"/>
              <a:gd name="T10" fmla="*/ 57 w 186"/>
              <a:gd name="T11" fmla="*/ 121 h 217"/>
              <a:gd name="T12" fmla="*/ 39 w 186"/>
              <a:gd name="T13" fmla="*/ 217 h 217"/>
              <a:gd name="T14" fmla="*/ 70 w 186"/>
              <a:gd name="T15" fmla="*/ 217 h 217"/>
              <a:gd name="T16" fmla="*/ 93 w 186"/>
              <a:gd name="T17" fmla="*/ 177 h 217"/>
              <a:gd name="T18" fmla="*/ 116 w 186"/>
              <a:gd name="T19" fmla="*/ 217 h 217"/>
              <a:gd name="T20" fmla="*/ 146 w 186"/>
              <a:gd name="T21" fmla="*/ 217 h 217"/>
              <a:gd name="T22" fmla="*/ 129 w 186"/>
              <a:gd name="T23" fmla="*/ 121 h 217"/>
              <a:gd name="T24" fmla="*/ 167 w 186"/>
              <a:gd name="T25" fmla="*/ 155 h 217"/>
              <a:gd name="T26" fmla="*/ 174 w 186"/>
              <a:gd name="T27" fmla="*/ 152 h 217"/>
              <a:gd name="T28" fmla="*/ 114 w 186"/>
              <a:gd name="T29" fmla="*/ 60 h 217"/>
              <a:gd name="T30" fmla="*/ 126 w 186"/>
              <a:gd name="T31" fmla="*/ 34 h 217"/>
              <a:gd name="T32" fmla="*/ 93 w 186"/>
              <a:gd name="T33" fmla="*/ 0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86" h="217">
                <a:moveTo>
                  <a:pt x="93" y="0"/>
                </a:moveTo>
                <a:cubicBezTo>
                  <a:pt x="74" y="0"/>
                  <a:pt x="59" y="15"/>
                  <a:pt x="59" y="34"/>
                </a:cubicBezTo>
                <a:cubicBezTo>
                  <a:pt x="59" y="44"/>
                  <a:pt x="64" y="54"/>
                  <a:pt x="72" y="60"/>
                </a:cubicBezTo>
                <a:cubicBezTo>
                  <a:pt x="38" y="72"/>
                  <a:pt x="0" y="140"/>
                  <a:pt x="12" y="152"/>
                </a:cubicBezTo>
                <a:cubicBezTo>
                  <a:pt x="14" y="154"/>
                  <a:pt x="17" y="155"/>
                  <a:pt x="19" y="155"/>
                </a:cubicBezTo>
                <a:cubicBezTo>
                  <a:pt x="30" y="155"/>
                  <a:pt x="45" y="138"/>
                  <a:pt x="57" y="121"/>
                </a:cubicBezTo>
                <a:cubicBezTo>
                  <a:pt x="49" y="153"/>
                  <a:pt x="42" y="188"/>
                  <a:pt x="39" y="217"/>
                </a:cubicBezTo>
                <a:cubicBezTo>
                  <a:pt x="70" y="217"/>
                  <a:pt x="70" y="217"/>
                  <a:pt x="70" y="217"/>
                </a:cubicBezTo>
                <a:cubicBezTo>
                  <a:pt x="70" y="200"/>
                  <a:pt x="81" y="177"/>
                  <a:pt x="93" y="177"/>
                </a:cubicBezTo>
                <a:cubicBezTo>
                  <a:pt x="105" y="177"/>
                  <a:pt x="115" y="200"/>
                  <a:pt x="116" y="217"/>
                </a:cubicBezTo>
                <a:cubicBezTo>
                  <a:pt x="146" y="217"/>
                  <a:pt x="146" y="217"/>
                  <a:pt x="146" y="217"/>
                </a:cubicBezTo>
                <a:cubicBezTo>
                  <a:pt x="143" y="188"/>
                  <a:pt x="137" y="153"/>
                  <a:pt x="129" y="121"/>
                </a:cubicBezTo>
                <a:cubicBezTo>
                  <a:pt x="141" y="138"/>
                  <a:pt x="156" y="155"/>
                  <a:pt x="167" y="155"/>
                </a:cubicBezTo>
                <a:cubicBezTo>
                  <a:pt x="169" y="155"/>
                  <a:pt x="171" y="154"/>
                  <a:pt x="174" y="152"/>
                </a:cubicBezTo>
                <a:cubicBezTo>
                  <a:pt x="186" y="140"/>
                  <a:pt x="148" y="72"/>
                  <a:pt x="114" y="60"/>
                </a:cubicBezTo>
                <a:cubicBezTo>
                  <a:pt x="122" y="54"/>
                  <a:pt x="126" y="44"/>
                  <a:pt x="126" y="34"/>
                </a:cubicBezTo>
                <a:cubicBezTo>
                  <a:pt x="126" y="15"/>
                  <a:pt x="111" y="0"/>
                  <a:pt x="93" y="0"/>
                </a:cubicBezTo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4" name="Freeform 29"/>
          <p:cNvSpPr/>
          <p:nvPr>
            <p:custDataLst>
              <p:tags r:id="rId14"/>
            </p:custDataLst>
          </p:nvPr>
        </p:nvSpPr>
        <p:spPr bwMode="auto">
          <a:xfrm>
            <a:off x="3696335" y="5139055"/>
            <a:ext cx="169545" cy="198755"/>
          </a:xfrm>
          <a:custGeom>
            <a:avLst/>
            <a:gdLst>
              <a:gd name="T0" fmla="*/ 55 w 109"/>
              <a:gd name="T1" fmla="*/ 0 h 127"/>
              <a:gd name="T2" fmla="*/ 35 w 109"/>
              <a:gd name="T3" fmla="*/ 19 h 127"/>
              <a:gd name="T4" fmla="*/ 42 w 109"/>
              <a:gd name="T5" fmla="*/ 35 h 127"/>
              <a:gd name="T6" fmla="*/ 7 w 109"/>
              <a:gd name="T7" fmla="*/ 89 h 127"/>
              <a:gd name="T8" fmla="*/ 11 w 109"/>
              <a:gd name="T9" fmla="*/ 91 h 127"/>
              <a:gd name="T10" fmla="*/ 33 w 109"/>
              <a:gd name="T11" fmla="*/ 71 h 127"/>
              <a:gd name="T12" fmla="*/ 23 w 109"/>
              <a:gd name="T13" fmla="*/ 127 h 127"/>
              <a:gd name="T14" fmla="*/ 41 w 109"/>
              <a:gd name="T15" fmla="*/ 127 h 127"/>
              <a:gd name="T16" fmla="*/ 55 w 109"/>
              <a:gd name="T17" fmla="*/ 104 h 127"/>
              <a:gd name="T18" fmla="*/ 68 w 109"/>
              <a:gd name="T19" fmla="*/ 127 h 127"/>
              <a:gd name="T20" fmla="*/ 86 w 109"/>
              <a:gd name="T21" fmla="*/ 127 h 127"/>
              <a:gd name="T22" fmla="*/ 76 w 109"/>
              <a:gd name="T23" fmla="*/ 71 h 127"/>
              <a:gd name="T24" fmla="*/ 98 w 109"/>
              <a:gd name="T25" fmla="*/ 91 h 127"/>
              <a:gd name="T26" fmla="*/ 102 w 109"/>
              <a:gd name="T27" fmla="*/ 89 h 127"/>
              <a:gd name="T28" fmla="*/ 67 w 109"/>
              <a:gd name="T29" fmla="*/ 35 h 127"/>
              <a:gd name="T30" fmla="*/ 74 w 109"/>
              <a:gd name="T31" fmla="*/ 19 h 127"/>
              <a:gd name="T32" fmla="*/ 55 w 109"/>
              <a:gd name="T33" fmla="*/ 0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9" h="127">
                <a:moveTo>
                  <a:pt x="55" y="0"/>
                </a:moveTo>
                <a:cubicBezTo>
                  <a:pt x="44" y="0"/>
                  <a:pt x="35" y="9"/>
                  <a:pt x="35" y="19"/>
                </a:cubicBezTo>
                <a:cubicBezTo>
                  <a:pt x="35" y="26"/>
                  <a:pt x="38" y="31"/>
                  <a:pt x="42" y="35"/>
                </a:cubicBezTo>
                <a:cubicBezTo>
                  <a:pt x="22" y="42"/>
                  <a:pt x="0" y="82"/>
                  <a:pt x="7" y="89"/>
                </a:cubicBezTo>
                <a:cubicBezTo>
                  <a:pt x="8" y="90"/>
                  <a:pt x="10" y="91"/>
                  <a:pt x="11" y="91"/>
                </a:cubicBezTo>
                <a:cubicBezTo>
                  <a:pt x="18" y="91"/>
                  <a:pt x="26" y="80"/>
                  <a:pt x="33" y="71"/>
                </a:cubicBezTo>
                <a:cubicBezTo>
                  <a:pt x="29" y="89"/>
                  <a:pt x="25" y="110"/>
                  <a:pt x="23" y="127"/>
                </a:cubicBezTo>
                <a:cubicBezTo>
                  <a:pt x="41" y="127"/>
                  <a:pt x="41" y="127"/>
                  <a:pt x="41" y="127"/>
                </a:cubicBezTo>
                <a:cubicBezTo>
                  <a:pt x="41" y="117"/>
                  <a:pt x="48" y="104"/>
                  <a:pt x="55" y="104"/>
                </a:cubicBezTo>
                <a:cubicBezTo>
                  <a:pt x="61" y="104"/>
                  <a:pt x="68" y="117"/>
                  <a:pt x="68" y="127"/>
                </a:cubicBezTo>
                <a:cubicBezTo>
                  <a:pt x="86" y="127"/>
                  <a:pt x="86" y="127"/>
                  <a:pt x="86" y="127"/>
                </a:cubicBezTo>
                <a:cubicBezTo>
                  <a:pt x="84" y="110"/>
                  <a:pt x="80" y="89"/>
                  <a:pt x="76" y="71"/>
                </a:cubicBezTo>
                <a:cubicBezTo>
                  <a:pt x="83" y="80"/>
                  <a:pt x="91" y="91"/>
                  <a:pt x="98" y="91"/>
                </a:cubicBezTo>
                <a:cubicBezTo>
                  <a:pt x="99" y="91"/>
                  <a:pt x="101" y="90"/>
                  <a:pt x="102" y="89"/>
                </a:cubicBezTo>
                <a:cubicBezTo>
                  <a:pt x="109" y="82"/>
                  <a:pt x="87" y="42"/>
                  <a:pt x="67" y="35"/>
                </a:cubicBezTo>
                <a:cubicBezTo>
                  <a:pt x="71" y="31"/>
                  <a:pt x="74" y="26"/>
                  <a:pt x="74" y="19"/>
                </a:cubicBezTo>
                <a:cubicBezTo>
                  <a:pt x="74" y="9"/>
                  <a:pt x="65" y="0"/>
                  <a:pt x="55" y="0"/>
                </a:cubicBezTo>
              </a:path>
            </a:pathLst>
          </a:custGeom>
          <a:solidFill>
            <a:srgbClr val="5D9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6" name="Freeform 27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3446780" y="3820795"/>
            <a:ext cx="357505" cy="437515"/>
          </a:xfrm>
          <a:custGeom>
            <a:avLst/>
            <a:gdLst>
              <a:gd name="T0" fmla="*/ 67 w 96"/>
              <a:gd name="T1" fmla="*/ 48 h 119"/>
              <a:gd name="T2" fmla="*/ 76 w 96"/>
              <a:gd name="T3" fmla="*/ 28 h 119"/>
              <a:gd name="T4" fmla="*/ 48 w 96"/>
              <a:gd name="T5" fmla="*/ 0 h 119"/>
              <a:gd name="T6" fmla="*/ 20 w 96"/>
              <a:gd name="T7" fmla="*/ 28 h 119"/>
              <a:gd name="T8" fmla="*/ 29 w 96"/>
              <a:gd name="T9" fmla="*/ 48 h 119"/>
              <a:gd name="T10" fmla="*/ 0 w 96"/>
              <a:gd name="T11" fmla="*/ 92 h 119"/>
              <a:gd name="T12" fmla="*/ 0 w 96"/>
              <a:gd name="T13" fmla="*/ 119 h 119"/>
              <a:gd name="T14" fmla="*/ 96 w 96"/>
              <a:gd name="T15" fmla="*/ 119 h 119"/>
              <a:gd name="T16" fmla="*/ 96 w 96"/>
              <a:gd name="T17" fmla="*/ 92 h 119"/>
              <a:gd name="T18" fmla="*/ 67 w 96"/>
              <a:gd name="T19" fmla="*/ 48 h 119"/>
              <a:gd name="T20" fmla="*/ 27 w 96"/>
              <a:gd name="T21" fmla="*/ 28 h 119"/>
              <a:gd name="T22" fmla="*/ 48 w 96"/>
              <a:gd name="T23" fmla="*/ 8 h 119"/>
              <a:gd name="T24" fmla="*/ 69 w 96"/>
              <a:gd name="T25" fmla="*/ 28 h 119"/>
              <a:gd name="T26" fmla="*/ 59 w 96"/>
              <a:gd name="T27" fmla="*/ 46 h 119"/>
              <a:gd name="T28" fmla="*/ 48 w 96"/>
              <a:gd name="T29" fmla="*/ 49 h 119"/>
              <a:gd name="T30" fmla="*/ 37 w 96"/>
              <a:gd name="T31" fmla="*/ 46 h 119"/>
              <a:gd name="T32" fmla="*/ 27 w 96"/>
              <a:gd name="T33" fmla="*/ 28 h 119"/>
              <a:gd name="T34" fmla="*/ 83 w 96"/>
              <a:gd name="T35" fmla="*/ 107 h 119"/>
              <a:gd name="T36" fmla="*/ 13 w 96"/>
              <a:gd name="T37" fmla="*/ 107 h 119"/>
              <a:gd name="T38" fmla="*/ 13 w 96"/>
              <a:gd name="T39" fmla="*/ 92 h 119"/>
              <a:gd name="T40" fmla="*/ 48 w 96"/>
              <a:gd name="T41" fmla="*/ 57 h 119"/>
              <a:gd name="T42" fmla="*/ 83 w 96"/>
              <a:gd name="T43" fmla="*/ 92 h 119"/>
              <a:gd name="T44" fmla="*/ 83 w 96"/>
              <a:gd name="T45" fmla="*/ 107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96" h="119">
                <a:moveTo>
                  <a:pt x="67" y="48"/>
                </a:moveTo>
                <a:cubicBezTo>
                  <a:pt x="73" y="43"/>
                  <a:pt x="76" y="36"/>
                  <a:pt x="76" y="28"/>
                </a:cubicBezTo>
                <a:cubicBezTo>
                  <a:pt x="76" y="13"/>
                  <a:pt x="63" y="0"/>
                  <a:pt x="48" y="0"/>
                </a:cubicBezTo>
                <a:cubicBezTo>
                  <a:pt x="33" y="0"/>
                  <a:pt x="20" y="13"/>
                  <a:pt x="20" y="28"/>
                </a:cubicBezTo>
                <a:cubicBezTo>
                  <a:pt x="20" y="36"/>
                  <a:pt x="24" y="43"/>
                  <a:pt x="29" y="48"/>
                </a:cubicBezTo>
                <a:cubicBezTo>
                  <a:pt x="12" y="56"/>
                  <a:pt x="0" y="73"/>
                  <a:pt x="0" y="92"/>
                </a:cubicBezTo>
                <a:cubicBezTo>
                  <a:pt x="0" y="119"/>
                  <a:pt x="0" y="119"/>
                  <a:pt x="0" y="119"/>
                </a:cubicBezTo>
                <a:cubicBezTo>
                  <a:pt x="96" y="119"/>
                  <a:pt x="96" y="119"/>
                  <a:pt x="96" y="119"/>
                </a:cubicBezTo>
                <a:cubicBezTo>
                  <a:pt x="96" y="92"/>
                  <a:pt x="96" y="92"/>
                  <a:pt x="96" y="92"/>
                </a:cubicBezTo>
                <a:cubicBezTo>
                  <a:pt x="96" y="73"/>
                  <a:pt x="84" y="56"/>
                  <a:pt x="67" y="48"/>
                </a:cubicBezTo>
                <a:moveTo>
                  <a:pt x="27" y="28"/>
                </a:moveTo>
                <a:cubicBezTo>
                  <a:pt x="27" y="17"/>
                  <a:pt x="37" y="8"/>
                  <a:pt x="48" y="8"/>
                </a:cubicBezTo>
                <a:cubicBezTo>
                  <a:pt x="59" y="8"/>
                  <a:pt x="69" y="17"/>
                  <a:pt x="69" y="28"/>
                </a:cubicBezTo>
                <a:cubicBezTo>
                  <a:pt x="69" y="36"/>
                  <a:pt x="65" y="42"/>
                  <a:pt x="59" y="46"/>
                </a:cubicBezTo>
                <a:cubicBezTo>
                  <a:pt x="56" y="48"/>
                  <a:pt x="52" y="49"/>
                  <a:pt x="48" y="49"/>
                </a:cubicBezTo>
                <a:cubicBezTo>
                  <a:pt x="44" y="49"/>
                  <a:pt x="40" y="48"/>
                  <a:pt x="37" y="46"/>
                </a:cubicBezTo>
                <a:cubicBezTo>
                  <a:pt x="31" y="42"/>
                  <a:pt x="27" y="36"/>
                  <a:pt x="27" y="28"/>
                </a:cubicBezTo>
                <a:moveTo>
                  <a:pt x="83" y="107"/>
                </a:moveTo>
                <a:cubicBezTo>
                  <a:pt x="13" y="107"/>
                  <a:pt x="13" y="107"/>
                  <a:pt x="13" y="107"/>
                </a:cubicBezTo>
                <a:cubicBezTo>
                  <a:pt x="13" y="92"/>
                  <a:pt x="13" y="92"/>
                  <a:pt x="13" y="92"/>
                </a:cubicBezTo>
                <a:cubicBezTo>
                  <a:pt x="13" y="73"/>
                  <a:pt x="29" y="57"/>
                  <a:pt x="48" y="57"/>
                </a:cubicBezTo>
                <a:cubicBezTo>
                  <a:pt x="68" y="57"/>
                  <a:pt x="83" y="73"/>
                  <a:pt x="83" y="92"/>
                </a:cubicBezTo>
                <a:lnTo>
                  <a:pt x="83" y="107"/>
                </a:ln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7" name="Freeform 28"/>
          <p:cNvSpPr/>
          <p:nvPr>
            <p:custDataLst>
              <p:tags r:id="rId16"/>
            </p:custDataLst>
          </p:nvPr>
        </p:nvSpPr>
        <p:spPr bwMode="auto">
          <a:xfrm>
            <a:off x="3789680" y="3828415"/>
            <a:ext cx="163195" cy="227965"/>
          </a:xfrm>
          <a:custGeom>
            <a:avLst/>
            <a:gdLst>
              <a:gd name="T0" fmla="*/ 22 w 44"/>
              <a:gd name="T1" fmla="*/ 62 h 62"/>
              <a:gd name="T2" fmla="*/ 19 w 44"/>
              <a:gd name="T3" fmla="*/ 58 h 62"/>
              <a:gd name="T4" fmla="*/ 19 w 44"/>
              <a:gd name="T5" fmla="*/ 37 h 62"/>
              <a:gd name="T6" fmla="*/ 22 w 44"/>
              <a:gd name="T7" fmla="*/ 37 h 62"/>
              <a:gd name="T8" fmla="*/ 37 w 44"/>
              <a:gd name="T9" fmla="*/ 22 h 62"/>
              <a:gd name="T10" fmla="*/ 22 w 44"/>
              <a:gd name="T11" fmla="*/ 7 h 62"/>
              <a:gd name="T12" fmla="*/ 8 w 44"/>
              <a:gd name="T13" fmla="*/ 22 h 62"/>
              <a:gd name="T14" fmla="*/ 4 w 44"/>
              <a:gd name="T15" fmla="*/ 26 h 62"/>
              <a:gd name="T16" fmla="*/ 0 w 44"/>
              <a:gd name="T17" fmla="*/ 22 h 62"/>
              <a:gd name="T18" fmla="*/ 22 w 44"/>
              <a:gd name="T19" fmla="*/ 0 h 62"/>
              <a:gd name="T20" fmla="*/ 44 w 44"/>
              <a:gd name="T21" fmla="*/ 22 h 62"/>
              <a:gd name="T22" fmla="*/ 26 w 44"/>
              <a:gd name="T23" fmla="*/ 44 h 62"/>
              <a:gd name="T24" fmla="*/ 26 w 44"/>
              <a:gd name="T25" fmla="*/ 58 h 62"/>
              <a:gd name="T26" fmla="*/ 22 w 44"/>
              <a:gd name="T27" fmla="*/ 62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4" h="62">
                <a:moveTo>
                  <a:pt x="22" y="62"/>
                </a:moveTo>
                <a:cubicBezTo>
                  <a:pt x="20" y="62"/>
                  <a:pt x="19" y="60"/>
                  <a:pt x="19" y="58"/>
                </a:cubicBezTo>
                <a:cubicBezTo>
                  <a:pt x="19" y="37"/>
                  <a:pt x="19" y="37"/>
                  <a:pt x="19" y="37"/>
                </a:cubicBezTo>
                <a:cubicBezTo>
                  <a:pt x="22" y="37"/>
                  <a:pt x="22" y="37"/>
                  <a:pt x="22" y="37"/>
                </a:cubicBezTo>
                <a:cubicBezTo>
                  <a:pt x="31" y="37"/>
                  <a:pt x="37" y="30"/>
                  <a:pt x="37" y="22"/>
                </a:cubicBezTo>
                <a:cubicBezTo>
                  <a:pt x="37" y="14"/>
                  <a:pt x="31" y="7"/>
                  <a:pt x="22" y="7"/>
                </a:cubicBezTo>
                <a:cubicBezTo>
                  <a:pt x="14" y="7"/>
                  <a:pt x="8" y="14"/>
                  <a:pt x="8" y="22"/>
                </a:cubicBezTo>
                <a:cubicBezTo>
                  <a:pt x="8" y="24"/>
                  <a:pt x="6" y="26"/>
                  <a:pt x="4" y="26"/>
                </a:cubicBezTo>
                <a:cubicBezTo>
                  <a:pt x="2" y="26"/>
                  <a:pt x="0" y="24"/>
                  <a:pt x="0" y="22"/>
                </a:cubicBez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33"/>
                  <a:pt x="36" y="42"/>
                  <a:pt x="26" y="44"/>
                </a:cubicBezTo>
                <a:cubicBezTo>
                  <a:pt x="26" y="58"/>
                  <a:pt x="26" y="58"/>
                  <a:pt x="26" y="58"/>
                </a:cubicBezTo>
                <a:cubicBezTo>
                  <a:pt x="26" y="60"/>
                  <a:pt x="24" y="62"/>
                  <a:pt x="22" y="62"/>
                </a:cubicBezTo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8" name="Oval 2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52545" y="4070985"/>
            <a:ext cx="40640" cy="38735"/>
          </a:xfrm>
          <a:prstGeom prst="ellipse">
            <a:avLst/>
          </a:pr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0" name="Freeform 29"/>
          <p:cNvSpPr/>
          <p:nvPr>
            <p:custDataLst>
              <p:tags r:id="rId18"/>
            </p:custDataLst>
          </p:nvPr>
        </p:nvSpPr>
        <p:spPr bwMode="auto">
          <a:xfrm>
            <a:off x="1666240" y="3124835"/>
            <a:ext cx="91440" cy="121920"/>
          </a:xfrm>
          <a:custGeom>
            <a:avLst/>
            <a:gdLst>
              <a:gd name="T0" fmla="*/ 69 w 79"/>
              <a:gd name="T1" fmla="*/ 40 h 105"/>
              <a:gd name="T2" fmla="*/ 70 w 79"/>
              <a:gd name="T3" fmla="*/ 3 h 105"/>
              <a:gd name="T4" fmla="*/ 52 w 79"/>
              <a:gd name="T5" fmla="*/ 0 h 105"/>
              <a:gd name="T6" fmla="*/ 0 w 79"/>
              <a:gd name="T7" fmla="*/ 52 h 105"/>
              <a:gd name="T8" fmla="*/ 52 w 79"/>
              <a:gd name="T9" fmla="*/ 105 h 105"/>
              <a:gd name="T10" fmla="*/ 79 w 79"/>
              <a:gd name="T11" fmla="*/ 97 h 105"/>
              <a:gd name="T12" fmla="*/ 69 w 79"/>
              <a:gd name="T13" fmla="*/ 4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" h="105">
                <a:moveTo>
                  <a:pt x="69" y="40"/>
                </a:moveTo>
                <a:cubicBezTo>
                  <a:pt x="69" y="25"/>
                  <a:pt x="62" y="15"/>
                  <a:pt x="70" y="3"/>
                </a:cubicBezTo>
                <a:cubicBezTo>
                  <a:pt x="65" y="1"/>
                  <a:pt x="59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5"/>
                  <a:pt x="52" y="105"/>
                </a:cubicBezTo>
                <a:cubicBezTo>
                  <a:pt x="62" y="105"/>
                  <a:pt x="71" y="102"/>
                  <a:pt x="79" y="97"/>
                </a:cubicBezTo>
                <a:cubicBezTo>
                  <a:pt x="75" y="84"/>
                  <a:pt x="69" y="60"/>
                  <a:pt x="69" y="40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1" name="Freeform 30"/>
          <p:cNvSpPr/>
          <p:nvPr>
            <p:custDataLst>
              <p:tags r:id="rId19"/>
            </p:custDataLst>
          </p:nvPr>
        </p:nvSpPr>
        <p:spPr bwMode="auto">
          <a:xfrm>
            <a:off x="2033905" y="3124835"/>
            <a:ext cx="90805" cy="121920"/>
          </a:xfrm>
          <a:custGeom>
            <a:avLst/>
            <a:gdLst>
              <a:gd name="T0" fmla="*/ 10 w 79"/>
              <a:gd name="T1" fmla="*/ 40 h 105"/>
              <a:gd name="T2" fmla="*/ 9 w 79"/>
              <a:gd name="T3" fmla="*/ 3 h 105"/>
              <a:gd name="T4" fmla="*/ 27 w 79"/>
              <a:gd name="T5" fmla="*/ 0 h 105"/>
              <a:gd name="T6" fmla="*/ 79 w 79"/>
              <a:gd name="T7" fmla="*/ 52 h 105"/>
              <a:gd name="T8" fmla="*/ 27 w 79"/>
              <a:gd name="T9" fmla="*/ 105 h 105"/>
              <a:gd name="T10" fmla="*/ 0 w 79"/>
              <a:gd name="T11" fmla="*/ 97 h 105"/>
              <a:gd name="T12" fmla="*/ 10 w 79"/>
              <a:gd name="T13" fmla="*/ 4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" h="105">
                <a:moveTo>
                  <a:pt x="10" y="40"/>
                </a:moveTo>
                <a:cubicBezTo>
                  <a:pt x="10" y="25"/>
                  <a:pt x="17" y="15"/>
                  <a:pt x="9" y="3"/>
                </a:cubicBezTo>
                <a:cubicBezTo>
                  <a:pt x="15" y="1"/>
                  <a:pt x="21" y="0"/>
                  <a:pt x="27" y="0"/>
                </a:cubicBezTo>
                <a:cubicBezTo>
                  <a:pt x="56" y="0"/>
                  <a:pt x="79" y="24"/>
                  <a:pt x="79" y="52"/>
                </a:cubicBezTo>
                <a:cubicBezTo>
                  <a:pt x="79" y="81"/>
                  <a:pt x="56" y="105"/>
                  <a:pt x="27" y="105"/>
                </a:cubicBezTo>
                <a:cubicBezTo>
                  <a:pt x="17" y="105"/>
                  <a:pt x="8" y="102"/>
                  <a:pt x="0" y="97"/>
                </a:cubicBezTo>
                <a:cubicBezTo>
                  <a:pt x="4" y="84"/>
                  <a:pt x="10" y="60"/>
                  <a:pt x="10" y="40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2" name="Freeform 31"/>
          <p:cNvSpPr/>
          <p:nvPr>
            <p:custDataLst>
              <p:tags r:id="rId20"/>
            </p:custDataLst>
          </p:nvPr>
        </p:nvSpPr>
        <p:spPr bwMode="auto">
          <a:xfrm>
            <a:off x="1866900" y="3387725"/>
            <a:ext cx="59055" cy="130810"/>
          </a:xfrm>
          <a:custGeom>
            <a:avLst/>
            <a:gdLst>
              <a:gd name="T0" fmla="*/ 25 w 93"/>
              <a:gd name="T1" fmla="*/ 0 h 207"/>
              <a:gd name="T2" fmla="*/ 0 w 93"/>
              <a:gd name="T3" fmla="*/ 145 h 207"/>
              <a:gd name="T4" fmla="*/ 47 w 93"/>
              <a:gd name="T5" fmla="*/ 207 h 207"/>
              <a:gd name="T6" fmla="*/ 93 w 93"/>
              <a:gd name="T7" fmla="*/ 143 h 207"/>
              <a:gd name="T8" fmla="*/ 68 w 93"/>
              <a:gd name="T9" fmla="*/ 0 h 207"/>
              <a:gd name="T10" fmla="*/ 25 w 93"/>
              <a:gd name="T11" fmla="*/ 0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3" h="207">
                <a:moveTo>
                  <a:pt x="25" y="0"/>
                </a:moveTo>
                <a:lnTo>
                  <a:pt x="0" y="145"/>
                </a:lnTo>
                <a:lnTo>
                  <a:pt x="47" y="207"/>
                </a:lnTo>
                <a:lnTo>
                  <a:pt x="93" y="143"/>
                </a:lnTo>
                <a:lnTo>
                  <a:pt x="68" y="0"/>
                </a:lnTo>
                <a:lnTo>
                  <a:pt x="25" y="0"/>
                </a:ln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3" name="Freeform 32"/>
          <p:cNvSpPr/>
          <p:nvPr>
            <p:custDataLst>
              <p:tags r:id="rId21"/>
            </p:custDataLst>
          </p:nvPr>
        </p:nvSpPr>
        <p:spPr bwMode="auto">
          <a:xfrm>
            <a:off x="1863090" y="3333115"/>
            <a:ext cx="66675" cy="46355"/>
          </a:xfrm>
          <a:custGeom>
            <a:avLst/>
            <a:gdLst>
              <a:gd name="T0" fmla="*/ 21 w 57"/>
              <a:gd name="T1" fmla="*/ 7 h 40"/>
              <a:gd name="T2" fmla="*/ 0 w 57"/>
              <a:gd name="T3" fmla="*/ 5 h 40"/>
              <a:gd name="T4" fmla="*/ 0 w 57"/>
              <a:gd name="T5" fmla="*/ 14 h 40"/>
              <a:gd name="T6" fmla="*/ 1 w 57"/>
              <a:gd name="T7" fmla="*/ 13 h 40"/>
              <a:gd name="T8" fmla="*/ 18 w 57"/>
              <a:gd name="T9" fmla="*/ 40 h 40"/>
              <a:gd name="T10" fmla="*/ 40 w 57"/>
              <a:gd name="T11" fmla="*/ 40 h 40"/>
              <a:gd name="T12" fmla="*/ 56 w 57"/>
              <a:gd name="T13" fmla="*/ 15 h 40"/>
              <a:gd name="T14" fmla="*/ 57 w 57"/>
              <a:gd name="T15" fmla="*/ 0 h 40"/>
              <a:gd name="T16" fmla="*/ 21 w 57"/>
              <a:gd name="T17" fmla="*/ 7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" h="40">
                <a:moveTo>
                  <a:pt x="21" y="7"/>
                </a:moveTo>
                <a:cubicBezTo>
                  <a:pt x="14" y="7"/>
                  <a:pt x="7" y="7"/>
                  <a:pt x="0" y="5"/>
                </a:cubicBezTo>
                <a:cubicBezTo>
                  <a:pt x="0" y="8"/>
                  <a:pt x="0" y="11"/>
                  <a:pt x="0" y="14"/>
                </a:cubicBezTo>
                <a:cubicBezTo>
                  <a:pt x="0" y="13"/>
                  <a:pt x="1" y="13"/>
                  <a:pt x="1" y="13"/>
                </a:cubicBezTo>
                <a:cubicBezTo>
                  <a:pt x="18" y="40"/>
                  <a:pt x="18" y="40"/>
                  <a:pt x="18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56" y="15"/>
                  <a:pt x="56" y="15"/>
                  <a:pt x="56" y="15"/>
                </a:cubicBezTo>
                <a:cubicBezTo>
                  <a:pt x="56" y="10"/>
                  <a:pt x="56" y="5"/>
                  <a:pt x="57" y="0"/>
                </a:cubicBezTo>
                <a:cubicBezTo>
                  <a:pt x="46" y="5"/>
                  <a:pt x="34" y="7"/>
                  <a:pt x="21" y="7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4" name="Freeform 33"/>
          <p:cNvSpPr>
            <a:spLocks noEditPoints="1"/>
          </p:cNvSpPr>
          <p:nvPr>
            <p:custDataLst>
              <p:tags r:id="rId22"/>
            </p:custDataLst>
          </p:nvPr>
        </p:nvSpPr>
        <p:spPr bwMode="auto">
          <a:xfrm>
            <a:off x="1731010" y="2994025"/>
            <a:ext cx="329565" cy="329565"/>
          </a:xfrm>
          <a:custGeom>
            <a:avLst/>
            <a:gdLst>
              <a:gd name="T0" fmla="*/ 0 w 284"/>
              <a:gd name="T1" fmla="*/ 142 h 284"/>
              <a:gd name="T2" fmla="*/ 142 w 284"/>
              <a:gd name="T3" fmla="*/ 0 h 284"/>
              <a:gd name="T4" fmla="*/ 142 w 284"/>
              <a:gd name="T5" fmla="*/ 0 h 284"/>
              <a:gd name="T6" fmla="*/ 284 w 284"/>
              <a:gd name="T7" fmla="*/ 142 h 284"/>
              <a:gd name="T8" fmla="*/ 284 w 284"/>
              <a:gd name="T9" fmla="*/ 142 h 284"/>
              <a:gd name="T10" fmla="*/ 142 w 284"/>
              <a:gd name="T11" fmla="*/ 284 h 284"/>
              <a:gd name="T12" fmla="*/ 142 w 284"/>
              <a:gd name="T13" fmla="*/ 284 h 284"/>
              <a:gd name="T14" fmla="*/ 0 w 284"/>
              <a:gd name="T15" fmla="*/ 142 h 284"/>
              <a:gd name="T16" fmla="*/ 25 w 284"/>
              <a:gd name="T17" fmla="*/ 142 h 284"/>
              <a:gd name="T18" fmla="*/ 142 w 284"/>
              <a:gd name="T19" fmla="*/ 260 h 284"/>
              <a:gd name="T20" fmla="*/ 142 w 284"/>
              <a:gd name="T21" fmla="*/ 260 h 284"/>
              <a:gd name="T22" fmla="*/ 260 w 284"/>
              <a:gd name="T23" fmla="*/ 142 h 284"/>
              <a:gd name="T24" fmla="*/ 260 w 284"/>
              <a:gd name="T25" fmla="*/ 142 h 284"/>
              <a:gd name="T26" fmla="*/ 142 w 284"/>
              <a:gd name="T27" fmla="*/ 24 h 284"/>
              <a:gd name="T28" fmla="*/ 142 w 284"/>
              <a:gd name="T29" fmla="*/ 24 h 284"/>
              <a:gd name="T30" fmla="*/ 25 w 284"/>
              <a:gd name="T31" fmla="*/ 142 h 284"/>
              <a:gd name="T32" fmla="*/ 25 w 284"/>
              <a:gd name="T33" fmla="*/ 142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84" h="284">
                <a:moveTo>
                  <a:pt x="0" y="142"/>
                </a:moveTo>
                <a:cubicBezTo>
                  <a:pt x="0" y="63"/>
                  <a:pt x="64" y="0"/>
                  <a:pt x="142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221" y="0"/>
                  <a:pt x="284" y="63"/>
                  <a:pt x="284" y="142"/>
                </a:cubicBezTo>
                <a:cubicBezTo>
                  <a:pt x="284" y="142"/>
                  <a:pt x="284" y="142"/>
                  <a:pt x="284" y="142"/>
                </a:cubicBezTo>
                <a:cubicBezTo>
                  <a:pt x="284" y="220"/>
                  <a:pt x="221" y="284"/>
                  <a:pt x="142" y="284"/>
                </a:cubicBezTo>
                <a:cubicBezTo>
                  <a:pt x="142" y="284"/>
                  <a:pt x="142" y="284"/>
                  <a:pt x="142" y="284"/>
                </a:cubicBezTo>
                <a:cubicBezTo>
                  <a:pt x="64" y="284"/>
                  <a:pt x="0" y="220"/>
                  <a:pt x="0" y="142"/>
                </a:cubicBezTo>
                <a:close/>
                <a:moveTo>
                  <a:pt x="25" y="142"/>
                </a:moveTo>
                <a:cubicBezTo>
                  <a:pt x="25" y="207"/>
                  <a:pt x="77" y="259"/>
                  <a:pt x="142" y="260"/>
                </a:cubicBezTo>
                <a:cubicBezTo>
                  <a:pt x="142" y="260"/>
                  <a:pt x="142" y="260"/>
                  <a:pt x="142" y="260"/>
                </a:cubicBezTo>
                <a:cubicBezTo>
                  <a:pt x="207" y="259"/>
                  <a:pt x="260" y="207"/>
                  <a:pt x="260" y="142"/>
                </a:cubicBezTo>
                <a:cubicBezTo>
                  <a:pt x="260" y="142"/>
                  <a:pt x="260" y="142"/>
                  <a:pt x="260" y="142"/>
                </a:cubicBezTo>
                <a:cubicBezTo>
                  <a:pt x="260" y="77"/>
                  <a:pt x="207" y="24"/>
                  <a:pt x="142" y="24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77" y="24"/>
                  <a:pt x="25" y="77"/>
                  <a:pt x="25" y="142"/>
                </a:cubicBezTo>
                <a:cubicBezTo>
                  <a:pt x="25" y="142"/>
                  <a:pt x="25" y="142"/>
                  <a:pt x="25" y="142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5" name="Freeform 34"/>
          <p:cNvSpPr/>
          <p:nvPr>
            <p:custDataLst>
              <p:tags r:id="rId23"/>
            </p:custDataLst>
          </p:nvPr>
        </p:nvSpPr>
        <p:spPr bwMode="auto">
          <a:xfrm>
            <a:off x="1702435" y="2959100"/>
            <a:ext cx="386715" cy="180975"/>
          </a:xfrm>
          <a:custGeom>
            <a:avLst/>
            <a:gdLst>
              <a:gd name="T0" fmla="*/ 0 w 334"/>
              <a:gd name="T1" fmla="*/ 155 h 156"/>
              <a:gd name="T2" fmla="*/ 167 w 334"/>
              <a:gd name="T3" fmla="*/ 0 h 156"/>
              <a:gd name="T4" fmla="*/ 167 w 334"/>
              <a:gd name="T5" fmla="*/ 0 h 156"/>
              <a:gd name="T6" fmla="*/ 334 w 334"/>
              <a:gd name="T7" fmla="*/ 155 h 156"/>
              <a:gd name="T8" fmla="*/ 334 w 334"/>
              <a:gd name="T9" fmla="*/ 155 h 156"/>
              <a:gd name="T10" fmla="*/ 322 w 334"/>
              <a:gd name="T11" fmla="*/ 155 h 156"/>
              <a:gd name="T12" fmla="*/ 167 w 334"/>
              <a:gd name="T13" fmla="*/ 12 h 156"/>
              <a:gd name="T14" fmla="*/ 167 w 334"/>
              <a:gd name="T15" fmla="*/ 12 h 156"/>
              <a:gd name="T16" fmla="*/ 12 w 334"/>
              <a:gd name="T17" fmla="*/ 156 h 156"/>
              <a:gd name="T18" fmla="*/ 12 w 334"/>
              <a:gd name="T19" fmla="*/ 156 h 156"/>
              <a:gd name="T20" fmla="*/ 0 w 334"/>
              <a:gd name="T21" fmla="*/ 155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156">
                <a:moveTo>
                  <a:pt x="0" y="155"/>
                </a:moveTo>
                <a:cubicBezTo>
                  <a:pt x="7" y="68"/>
                  <a:pt x="79" y="0"/>
                  <a:pt x="167" y="0"/>
                </a:cubicBezTo>
                <a:cubicBezTo>
                  <a:pt x="167" y="0"/>
                  <a:pt x="167" y="0"/>
                  <a:pt x="167" y="0"/>
                </a:cubicBezTo>
                <a:cubicBezTo>
                  <a:pt x="255" y="0"/>
                  <a:pt x="328" y="68"/>
                  <a:pt x="334" y="155"/>
                </a:cubicBezTo>
                <a:cubicBezTo>
                  <a:pt x="334" y="155"/>
                  <a:pt x="334" y="155"/>
                  <a:pt x="334" y="155"/>
                </a:cubicBezTo>
                <a:cubicBezTo>
                  <a:pt x="322" y="155"/>
                  <a:pt x="322" y="155"/>
                  <a:pt x="322" y="155"/>
                </a:cubicBezTo>
                <a:cubicBezTo>
                  <a:pt x="316" y="75"/>
                  <a:pt x="249" y="12"/>
                  <a:pt x="167" y="12"/>
                </a:cubicBezTo>
                <a:cubicBezTo>
                  <a:pt x="167" y="12"/>
                  <a:pt x="167" y="12"/>
                  <a:pt x="167" y="12"/>
                </a:cubicBezTo>
                <a:cubicBezTo>
                  <a:pt x="85" y="12"/>
                  <a:pt x="18" y="75"/>
                  <a:pt x="12" y="156"/>
                </a:cubicBezTo>
                <a:cubicBezTo>
                  <a:pt x="12" y="156"/>
                  <a:pt x="12" y="156"/>
                  <a:pt x="12" y="156"/>
                </a:cubicBezTo>
                <a:cubicBezTo>
                  <a:pt x="0" y="155"/>
                  <a:pt x="0" y="155"/>
                  <a:pt x="0" y="155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6" name="Freeform 35"/>
          <p:cNvSpPr/>
          <p:nvPr>
            <p:custDataLst>
              <p:tags r:id="rId24"/>
            </p:custDataLst>
          </p:nvPr>
        </p:nvSpPr>
        <p:spPr bwMode="auto">
          <a:xfrm>
            <a:off x="1655445" y="3310890"/>
            <a:ext cx="481330" cy="278130"/>
          </a:xfrm>
          <a:custGeom>
            <a:avLst/>
            <a:gdLst>
              <a:gd name="T0" fmla="*/ 382 w 415"/>
              <a:gd name="T1" fmla="*/ 223 h 240"/>
              <a:gd name="T2" fmla="*/ 326 w 415"/>
              <a:gd name="T3" fmla="*/ 80 h 240"/>
              <a:gd name="T4" fmla="*/ 326 w 415"/>
              <a:gd name="T5" fmla="*/ 80 h 240"/>
              <a:gd name="T6" fmla="*/ 207 w 415"/>
              <a:gd name="T7" fmla="*/ 33 h 240"/>
              <a:gd name="T8" fmla="*/ 207 w 415"/>
              <a:gd name="T9" fmla="*/ 33 h 240"/>
              <a:gd name="T10" fmla="*/ 161 w 415"/>
              <a:gd name="T11" fmla="*/ 39 h 240"/>
              <a:gd name="T12" fmla="*/ 161 w 415"/>
              <a:gd name="T13" fmla="*/ 39 h 240"/>
              <a:gd name="T14" fmla="*/ 60 w 415"/>
              <a:gd name="T15" fmla="*/ 114 h 240"/>
              <a:gd name="T16" fmla="*/ 60 w 415"/>
              <a:gd name="T17" fmla="*/ 114 h 240"/>
              <a:gd name="T18" fmla="*/ 33 w 415"/>
              <a:gd name="T19" fmla="*/ 223 h 240"/>
              <a:gd name="T20" fmla="*/ 33 w 415"/>
              <a:gd name="T21" fmla="*/ 223 h 240"/>
              <a:gd name="T22" fmla="*/ 16 w 415"/>
              <a:gd name="T23" fmla="*/ 240 h 240"/>
              <a:gd name="T24" fmla="*/ 16 w 415"/>
              <a:gd name="T25" fmla="*/ 240 h 240"/>
              <a:gd name="T26" fmla="*/ 0 w 415"/>
              <a:gd name="T27" fmla="*/ 223 h 240"/>
              <a:gd name="T28" fmla="*/ 0 w 415"/>
              <a:gd name="T29" fmla="*/ 223 h 240"/>
              <a:gd name="T30" fmla="*/ 32 w 415"/>
              <a:gd name="T31" fmla="*/ 97 h 240"/>
              <a:gd name="T32" fmla="*/ 32 w 415"/>
              <a:gd name="T33" fmla="*/ 97 h 240"/>
              <a:gd name="T34" fmla="*/ 152 w 415"/>
              <a:gd name="T35" fmla="*/ 8 h 240"/>
              <a:gd name="T36" fmla="*/ 152 w 415"/>
              <a:gd name="T37" fmla="*/ 8 h 240"/>
              <a:gd name="T38" fmla="*/ 207 w 415"/>
              <a:gd name="T39" fmla="*/ 0 h 240"/>
              <a:gd name="T40" fmla="*/ 207 w 415"/>
              <a:gd name="T41" fmla="*/ 0 h 240"/>
              <a:gd name="T42" fmla="*/ 349 w 415"/>
              <a:gd name="T43" fmla="*/ 56 h 240"/>
              <a:gd name="T44" fmla="*/ 349 w 415"/>
              <a:gd name="T45" fmla="*/ 56 h 240"/>
              <a:gd name="T46" fmla="*/ 414 w 415"/>
              <a:gd name="T47" fmla="*/ 223 h 240"/>
              <a:gd name="T48" fmla="*/ 414 w 415"/>
              <a:gd name="T49" fmla="*/ 223 h 240"/>
              <a:gd name="T50" fmla="*/ 398 w 415"/>
              <a:gd name="T51" fmla="*/ 240 h 240"/>
              <a:gd name="T52" fmla="*/ 398 w 415"/>
              <a:gd name="T53" fmla="*/ 240 h 240"/>
              <a:gd name="T54" fmla="*/ 382 w 415"/>
              <a:gd name="T55" fmla="*/ 223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15" h="240">
                <a:moveTo>
                  <a:pt x="382" y="223"/>
                </a:moveTo>
                <a:cubicBezTo>
                  <a:pt x="382" y="167"/>
                  <a:pt x="367" y="118"/>
                  <a:pt x="326" y="80"/>
                </a:cubicBezTo>
                <a:cubicBezTo>
                  <a:pt x="326" y="80"/>
                  <a:pt x="326" y="80"/>
                  <a:pt x="326" y="80"/>
                </a:cubicBezTo>
                <a:cubicBezTo>
                  <a:pt x="294" y="49"/>
                  <a:pt x="250" y="33"/>
                  <a:pt x="207" y="33"/>
                </a:cubicBezTo>
                <a:cubicBezTo>
                  <a:pt x="207" y="33"/>
                  <a:pt x="207" y="33"/>
                  <a:pt x="207" y="33"/>
                </a:cubicBezTo>
                <a:cubicBezTo>
                  <a:pt x="191" y="33"/>
                  <a:pt x="176" y="35"/>
                  <a:pt x="161" y="39"/>
                </a:cubicBezTo>
                <a:cubicBezTo>
                  <a:pt x="161" y="39"/>
                  <a:pt x="161" y="39"/>
                  <a:pt x="161" y="39"/>
                </a:cubicBezTo>
                <a:cubicBezTo>
                  <a:pt x="119" y="51"/>
                  <a:pt x="83" y="78"/>
                  <a:pt x="60" y="114"/>
                </a:cubicBezTo>
                <a:cubicBezTo>
                  <a:pt x="60" y="114"/>
                  <a:pt x="60" y="114"/>
                  <a:pt x="60" y="114"/>
                </a:cubicBezTo>
                <a:cubicBezTo>
                  <a:pt x="39" y="147"/>
                  <a:pt x="33" y="183"/>
                  <a:pt x="33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3" y="232"/>
                  <a:pt x="25" y="240"/>
                  <a:pt x="16" y="240"/>
                </a:cubicBezTo>
                <a:cubicBezTo>
                  <a:pt x="16" y="240"/>
                  <a:pt x="16" y="240"/>
                  <a:pt x="16" y="240"/>
                </a:cubicBezTo>
                <a:cubicBezTo>
                  <a:pt x="7" y="240"/>
                  <a:pt x="0" y="232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180"/>
                  <a:pt x="7" y="136"/>
                  <a:pt x="32" y="97"/>
                </a:cubicBezTo>
                <a:cubicBezTo>
                  <a:pt x="32" y="97"/>
                  <a:pt x="32" y="97"/>
                  <a:pt x="32" y="97"/>
                </a:cubicBezTo>
                <a:cubicBezTo>
                  <a:pt x="59" y="53"/>
                  <a:pt x="102" y="21"/>
                  <a:pt x="152" y="8"/>
                </a:cubicBezTo>
                <a:cubicBezTo>
                  <a:pt x="152" y="8"/>
                  <a:pt x="152" y="8"/>
                  <a:pt x="152" y="8"/>
                </a:cubicBezTo>
                <a:cubicBezTo>
                  <a:pt x="170" y="3"/>
                  <a:pt x="188" y="0"/>
                  <a:pt x="207" y="0"/>
                </a:cubicBezTo>
                <a:cubicBezTo>
                  <a:pt x="207" y="0"/>
                  <a:pt x="207" y="0"/>
                  <a:pt x="207" y="0"/>
                </a:cubicBezTo>
                <a:cubicBezTo>
                  <a:pt x="259" y="0"/>
                  <a:pt x="310" y="20"/>
                  <a:pt x="349" y="56"/>
                </a:cubicBezTo>
                <a:cubicBezTo>
                  <a:pt x="349" y="56"/>
                  <a:pt x="349" y="56"/>
                  <a:pt x="349" y="56"/>
                </a:cubicBezTo>
                <a:cubicBezTo>
                  <a:pt x="397" y="101"/>
                  <a:pt x="415" y="161"/>
                  <a:pt x="414" y="223"/>
                </a:cubicBezTo>
                <a:cubicBezTo>
                  <a:pt x="414" y="223"/>
                  <a:pt x="414" y="223"/>
                  <a:pt x="414" y="223"/>
                </a:cubicBezTo>
                <a:cubicBezTo>
                  <a:pt x="414" y="232"/>
                  <a:pt x="407" y="240"/>
                  <a:pt x="398" y="240"/>
                </a:cubicBezTo>
                <a:cubicBezTo>
                  <a:pt x="398" y="240"/>
                  <a:pt x="398" y="240"/>
                  <a:pt x="398" y="240"/>
                </a:cubicBezTo>
                <a:cubicBezTo>
                  <a:pt x="389" y="240"/>
                  <a:pt x="382" y="232"/>
                  <a:pt x="382" y="223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7" name="Freeform 36"/>
          <p:cNvSpPr/>
          <p:nvPr>
            <p:custDataLst>
              <p:tags r:id="rId25"/>
            </p:custDataLst>
          </p:nvPr>
        </p:nvSpPr>
        <p:spPr bwMode="auto">
          <a:xfrm>
            <a:off x="1852930" y="3235960"/>
            <a:ext cx="66040" cy="35560"/>
          </a:xfrm>
          <a:custGeom>
            <a:avLst/>
            <a:gdLst>
              <a:gd name="T0" fmla="*/ 57 w 57"/>
              <a:gd name="T1" fmla="*/ 15 h 31"/>
              <a:gd name="T2" fmla="*/ 41 w 57"/>
              <a:gd name="T3" fmla="*/ 31 h 31"/>
              <a:gd name="T4" fmla="*/ 16 w 57"/>
              <a:gd name="T5" fmla="*/ 31 h 31"/>
              <a:gd name="T6" fmla="*/ 0 w 57"/>
              <a:gd name="T7" fmla="*/ 15 h 31"/>
              <a:gd name="T8" fmla="*/ 0 w 57"/>
              <a:gd name="T9" fmla="*/ 15 h 31"/>
              <a:gd name="T10" fmla="*/ 16 w 57"/>
              <a:gd name="T11" fmla="*/ 0 h 31"/>
              <a:gd name="T12" fmla="*/ 41 w 57"/>
              <a:gd name="T13" fmla="*/ 0 h 31"/>
              <a:gd name="T14" fmla="*/ 57 w 57"/>
              <a:gd name="T15" fmla="*/ 15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7" h="31">
                <a:moveTo>
                  <a:pt x="57" y="15"/>
                </a:moveTo>
                <a:cubicBezTo>
                  <a:pt x="57" y="24"/>
                  <a:pt x="50" y="31"/>
                  <a:pt x="41" y="31"/>
                </a:cubicBezTo>
                <a:cubicBezTo>
                  <a:pt x="16" y="31"/>
                  <a:pt x="16" y="31"/>
                  <a:pt x="16" y="31"/>
                </a:cubicBezTo>
                <a:cubicBezTo>
                  <a:pt x="7" y="31"/>
                  <a:pt x="0" y="24"/>
                  <a:pt x="0" y="15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7"/>
                  <a:pt x="7" y="0"/>
                  <a:pt x="16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50" y="0"/>
                  <a:pt x="57" y="7"/>
                  <a:pt x="57" y="15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8" name="Freeform 37"/>
          <p:cNvSpPr/>
          <p:nvPr>
            <p:custDataLst>
              <p:tags r:id="rId26"/>
            </p:custDataLst>
          </p:nvPr>
        </p:nvSpPr>
        <p:spPr bwMode="auto">
          <a:xfrm>
            <a:off x="1722120" y="3227705"/>
            <a:ext cx="139065" cy="36830"/>
          </a:xfrm>
          <a:custGeom>
            <a:avLst/>
            <a:gdLst>
              <a:gd name="T0" fmla="*/ 34 w 120"/>
              <a:gd name="T1" fmla="*/ 32 h 32"/>
              <a:gd name="T2" fmla="*/ 0 w 120"/>
              <a:gd name="T3" fmla="*/ 2 h 32"/>
              <a:gd name="T4" fmla="*/ 0 w 120"/>
              <a:gd name="T5" fmla="*/ 2 h 32"/>
              <a:gd name="T6" fmla="*/ 12 w 120"/>
              <a:gd name="T7" fmla="*/ 0 h 32"/>
              <a:gd name="T8" fmla="*/ 34 w 120"/>
              <a:gd name="T9" fmla="*/ 20 h 32"/>
              <a:gd name="T10" fmla="*/ 34 w 120"/>
              <a:gd name="T11" fmla="*/ 20 h 32"/>
              <a:gd name="T12" fmla="*/ 120 w 120"/>
              <a:gd name="T13" fmla="*/ 20 h 32"/>
              <a:gd name="T14" fmla="*/ 120 w 120"/>
              <a:gd name="T15" fmla="*/ 20 h 32"/>
              <a:gd name="T16" fmla="*/ 120 w 120"/>
              <a:gd name="T17" fmla="*/ 32 h 32"/>
              <a:gd name="T18" fmla="*/ 34 w 120"/>
              <a:gd name="T19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0" h="32">
                <a:moveTo>
                  <a:pt x="34" y="32"/>
                </a:moveTo>
                <a:cubicBezTo>
                  <a:pt x="16" y="32"/>
                  <a:pt x="2" y="19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12" y="0"/>
                  <a:pt x="12" y="0"/>
                  <a:pt x="12" y="0"/>
                </a:cubicBezTo>
                <a:cubicBezTo>
                  <a:pt x="13" y="11"/>
                  <a:pt x="22" y="20"/>
                  <a:pt x="34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32"/>
                  <a:pt x="120" y="32"/>
                  <a:pt x="120" y="32"/>
                </a:cubicBezTo>
                <a:cubicBezTo>
                  <a:pt x="34" y="32"/>
                  <a:pt x="34" y="32"/>
                  <a:pt x="34" y="32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28"/>
            </p:custDataLst>
          </p:nvPr>
        </p:nvSpPr>
        <p:spPr>
          <a:xfrm>
            <a:off x="5026025" y="2214880"/>
            <a:ext cx="6199505" cy="4838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比喻句就像魔术，把一个东西变成另一个东西。比如‘月亮像小船’，就把月亮变成了小船。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29"/>
            </p:custDataLst>
          </p:nvPr>
        </p:nvSpPr>
        <p:spPr>
          <a:xfrm>
            <a:off x="5065395" y="1887855"/>
            <a:ext cx="594804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知识点1：认识比喻句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5" name="矩形 24"/>
          <p:cNvSpPr/>
          <p:nvPr>
            <p:custDataLst>
              <p:tags r:id="rId30"/>
            </p:custDataLst>
          </p:nvPr>
        </p:nvSpPr>
        <p:spPr>
          <a:xfrm>
            <a:off x="5028565" y="3611245"/>
            <a:ext cx="6424930" cy="50482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本体是本来的事物，喻体是用来打比方的东西。比如‘太阳像火球’中，太阳是本体，火球是喻体。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31"/>
            </p:custDataLst>
          </p:nvPr>
        </p:nvSpPr>
        <p:spPr>
          <a:xfrm>
            <a:off x="5088255" y="3286125"/>
            <a:ext cx="54457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知识点2：本体和喻体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32"/>
            </p:custDataLst>
          </p:nvPr>
        </p:nvSpPr>
        <p:spPr>
          <a:xfrm>
            <a:off x="5060950" y="4979035"/>
            <a:ext cx="6393180" cy="51562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比喻词像桥梁，连起本体和喻体。常用的有‘像’‘好像’‘如同’等，比如‘树叶像蝴蝶飞舞’。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33"/>
            </p:custDataLst>
          </p:nvPr>
        </p:nvSpPr>
        <p:spPr>
          <a:xfrm>
            <a:off x="5104765" y="4660265"/>
            <a:ext cx="643509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知识点3：比喻词连接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11" name="Freeform 15"/>
          <p:cNvSpPr>
            <a:spLocks noEditPoints="1"/>
          </p:cNvSpPr>
          <p:nvPr>
            <p:custDataLst>
              <p:tags r:id="rId34"/>
            </p:custDataLst>
          </p:nvPr>
        </p:nvSpPr>
        <p:spPr bwMode="auto">
          <a:xfrm>
            <a:off x="4893945" y="3409950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Freeform 16"/>
          <p:cNvSpPr>
            <a:spLocks noEditPoints="1"/>
          </p:cNvSpPr>
          <p:nvPr>
            <p:custDataLst>
              <p:tags r:id="rId35"/>
            </p:custDataLst>
          </p:nvPr>
        </p:nvSpPr>
        <p:spPr bwMode="auto">
          <a:xfrm>
            <a:off x="4801870" y="3368040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Freeform 15"/>
          <p:cNvSpPr>
            <a:spLocks noEditPoints="1"/>
          </p:cNvSpPr>
          <p:nvPr>
            <p:custDataLst>
              <p:tags r:id="rId36"/>
            </p:custDataLst>
          </p:nvPr>
        </p:nvSpPr>
        <p:spPr bwMode="auto">
          <a:xfrm>
            <a:off x="4893945" y="4792980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Freeform 16"/>
          <p:cNvSpPr>
            <a:spLocks noEditPoints="1"/>
          </p:cNvSpPr>
          <p:nvPr>
            <p:custDataLst>
              <p:tags r:id="rId37"/>
            </p:custDataLst>
          </p:nvPr>
        </p:nvSpPr>
        <p:spPr bwMode="auto">
          <a:xfrm>
            <a:off x="4801870" y="4751070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6545" y="835025"/>
            <a:ext cx="21532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｛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sub_title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｝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Freeform 5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 rot="1260000">
            <a:off x="3136900" y="2302510"/>
            <a:ext cx="779780" cy="903605"/>
          </a:xfrm>
          <a:custGeom>
            <a:avLst/>
            <a:gdLst>
              <a:gd name="T0" fmla="*/ 0 w 505"/>
              <a:gd name="T1" fmla="*/ 252 h 586"/>
              <a:gd name="T2" fmla="*/ 252 w 505"/>
              <a:gd name="T3" fmla="*/ 0 h 586"/>
              <a:gd name="T4" fmla="*/ 505 w 505"/>
              <a:gd name="T5" fmla="*/ 252 h 586"/>
              <a:gd name="T6" fmla="*/ 292 w 505"/>
              <a:gd name="T7" fmla="*/ 501 h 586"/>
              <a:gd name="T8" fmla="*/ 248 w 505"/>
              <a:gd name="T9" fmla="*/ 586 h 586"/>
              <a:gd name="T10" fmla="*/ 206 w 505"/>
              <a:gd name="T11" fmla="*/ 500 h 586"/>
              <a:gd name="T12" fmla="*/ 0 w 505"/>
              <a:gd name="T13" fmla="*/ 25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5" h="586">
                <a:moveTo>
                  <a:pt x="0" y="252"/>
                </a:moveTo>
                <a:cubicBezTo>
                  <a:pt x="0" y="113"/>
                  <a:pt x="113" y="0"/>
                  <a:pt x="252" y="0"/>
                </a:cubicBezTo>
                <a:cubicBezTo>
                  <a:pt x="392" y="0"/>
                  <a:pt x="505" y="113"/>
                  <a:pt x="505" y="252"/>
                </a:cubicBezTo>
                <a:cubicBezTo>
                  <a:pt x="505" y="378"/>
                  <a:pt x="412" y="482"/>
                  <a:pt x="292" y="501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06" y="500"/>
                  <a:pt x="206" y="500"/>
                  <a:pt x="206" y="500"/>
                </a:cubicBezTo>
                <a:cubicBezTo>
                  <a:pt x="89" y="478"/>
                  <a:pt x="0" y="376"/>
                  <a:pt x="0" y="252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2"/>
            </p:custDataLst>
          </p:nvPr>
        </p:nvSpPr>
        <p:spPr bwMode="auto">
          <a:xfrm rot="21060000">
            <a:off x="2183130" y="2971165"/>
            <a:ext cx="555625" cy="2381250"/>
          </a:xfrm>
          <a:custGeom>
            <a:avLst/>
            <a:gdLst>
              <a:gd name="T0" fmla="*/ 318 w 323"/>
              <a:gd name="T1" fmla="*/ 1385 h 1385"/>
              <a:gd name="T2" fmla="*/ 0 w 323"/>
              <a:gd name="T3" fmla="*/ 523 h 1385"/>
              <a:gd name="T4" fmla="*/ 5 w 323"/>
              <a:gd name="T5" fmla="*/ 522 h 1385"/>
              <a:gd name="T6" fmla="*/ 318 w 323"/>
              <a:gd name="T7" fmla="*/ 1370 h 1385"/>
              <a:gd name="T8" fmla="*/ 318 w 323"/>
              <a:gd name="T9" fmla="*/ 0 h 1385"/>
              <a:gd name="T10" fmla="*/ 323 w 323"/>
              <a:gd name="T11" fmla="*/ 0 h 1385"/>
              <a:gd name="T12" fmla="*/ 323 w 323"/>
              <a:gd name="T13" fmla="*/ 1385 h 1385"/>
              <a:gd name="T14" fmla="*/ 318 w 323"/>
              <a:gd name="T15" fmla="*/ 1385 h 1385"/>
              <a:gd name="T16" fmla="*/ 318 w 323"/>
              <a:gd name="T17" fmla="*/ 1385 h 1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3" h="1385">
                <a:moveTo>
                  <a:pt x="318" y="1385"/>
                </a:moveTo>
                <a:lnTo>
                  <a:pt x="0" y="523"/>
                </a:lnTo>
                <a:lnTo>
                  <a:pt x="5" y="522"/>
                </a:lnTo>
                <a:lnTo>
                  <a:pt x="318" y="1370"/>
                </a:lnTo>
                <a:lnTo>
                  <a:pt x="318" y="0"/>
                </a:lnTo>
                <a:lnTo>
                  <a:pt x="323" y="0"/>
                </a:lnTo>
                <a:lnTo>
                  <a:pt x="323" y="1385"/>
                </a:lnTo>
                <a:lnTo>
                  <a:pt x="318" y="1385"/>
                </a:lnTo>
                <a:lnTo>
                  <a:pt x="318" y="138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5" name="Freeform 10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21060000">
            <a:off x="1195070" y="2868930"/>
            <a:ext cx="1112520" cy="1128395"/>
          </a:xfrm>
          <a:custGeom>
            <a:avLst/>
            <a:gdLst>
              <a:gd name="T0" fmla="*/ 509 w 569"/>
              <a:gd name="T1" fmla="*/ 166 h 578"/>
              <a:gd name="T2" fmla="*/ 166 w 569"/>
              <a:gd name="T3" fmla="*/ 67 h 578"/>
              <a:gd name="T4" fmla="*/ 67 w 569"/>
              <a:gd name="T5" fmla="*/ 410 h 578"/>
              <a:gd name="T6" fmla="*/ 373 w 569"/>
              <a:gd name="T7" fmla="*/ 525 h 578"/>
              <a:gd name="T8" fmla="*/ 452 w 569"/>
              <a:gd name="T9" fmla="*/ 578 h 578"/>
              <a:gd name="T10" fmla="*/ 448 w 569"/>
              <a:gd name="T11" fmla="*/ 483 h 578"/>
              <a:gd name="T12" fmla="*/ 509 w 569"/>
              <a:gd name="T13" fmla="*/ 166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9" h="578">
                <a:moveTo>
                  <a:pt x="509" y="166"/>
                </a:moveTo>
                <a:cubicBezTo>
                  <a:pt x="442" y="44"/>
                  <a:pt x="288" y="0"/>
                  <a:pt x="166" y="67"/>
                </a:cubicBezTo>
                <a:cubicBezTo>
                  <a:pt x="44" y="134"/>
                  <a:pt x="0" y="288"/>
                  <a:pt x="67" y="410"/>
                </a:cubicBezTo>
                <a:cubicBezTo>
                  <a:pt x="128" y="520"/>
                  <a:pt x="259" y="567"/>
                  <a:pt x="373" y="525"/>
                </a:cubicBezTo>
                <a:cubicBezTo>
                  <a:pt x="452" y="578"/>
                  <a:pt x="452" y="578"/>
                  <a:pt x="452" y="578"/>
                </a:cubicBezTo>
                <a:cubicBezTo>
                  <a:pt x="448" y="483"/>
                  <a:pt x="448" y="483"/>
                  <a:pt x="448" y="483"/>
                </a:cubicBezTo>
                <a:cubicBezTo>
                  <a:pt x="540" y="407"/>
                  <a:pt x="569" y="274"/>
                  <a:pt x="509" y="166"/>
                </a:cubicBez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4"/>
            </p:custDataLst>
          </p:nvPr>
        </p:nvSpPr>
        <p:spPr bwMode="auto">
          <a:xfrm rot="21060000">
            <a:off x="1943735" y="1772920"/>
            <a:ext cx="1052195" cy="1219200"/>
          </a:xfrm>
          <a:custGeom>
            <a:avLst/>
            <a:gdLst>
              <a:gd name="T0" fmla="*/ 0 w 505"/>
              <a:gd name="T1" fmla="*/ 252 h 586"/>
              <a:gd name="T2" fmla="*/ 252 w 505"/>
              <a:gd name="T3" fmla="*/ 0 h 586"/>
              <a:gd name="T4" fmla="*/ 505 w 505"/>
              <a:gd name="T5" fmla="*/ 252 h 586"/>
              <a:gd name="T6" fmla="*/ 292 w 505"/>
              <a:gd name="T7" fmla="*/ 501 h 586"/>
              <a:gd name="T8" fmla="*/ 248 w 505"/>
              <a:gd name="T9" fmla="*/ 586 h 586"/>
              <a:gd name="T10" fmla="*/ 206 w 505"/>
              <a:gd name="T11" fmla="*/ 500 h 586"/>
              <a:gd name="T12" fmla="*/ 0 w 505"/>
              <a:gd name="T13" fmla="*/ 25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5" h="586">
                <a:moveTo>
                  <a:pt x="0" y="252"/>
                </a:moveTo>
                <a:cubicBezTo>
                  <a:pt x="0" y="113"/>
                  <a:pt x="113" y="0"/>
                  <a:pt x="252" y="0"/>
                </a:cubicBezTo>
                <a:cubicBezTo>
                  <a:pt x="392" y="0"/>
                  <a:pt x="505" y="113"/>
                  <a:pt x="505" y="252"/>
                </a:cubicBezTo>
                <a:cubicBezTo>
                  <a:pt x="505" y="378"/>
                  <a:pt x="412" y="482"/>
                  <a:pt x="292" y="501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06" y="500"/>
                  <a:pt x="206" y="500"/>
                  <a:pt x="206" y="500"/>
                </a:cubicBezTo>
                <a:cubicBezTo>
                  <a:pt x="89" y="478"/>
                  <a:pt x="0" y="376"/>
                  <a:pt x="0" y="252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 rot="21060000">
            <a:off x="1198245" y="2875915"/>
            <a:ext cx="1091565" cy="1107440"/>
          </a:xfrm>
          <a:custGeom>
            <a:avLst/>
            <a:gdLst>
              <a:gd name="T0" fmla="*/ 509 w 569"/>
              <a:gd name="T1" fmla="*/ 166 h 578"/>
              <a:gd name="T2" fmla="*/ 166 w 569"/>
              <a:gd name="T3" fmla="*/ 67 h 578"/>
              <a:gd name="T4" fmla="*/ 67 w 569"/>
              <a:gd name="T5" fmla="*/ 410 h 578"/>
              <a:gd name="T6" fmla="*/ 373 w 569"/>
              <a:gd name="T7" fmla="*/ 525 h 578"/>
              <a:gd name="T8" fmla="*/ 452 w 569"/>
              <a:gd name="T9" fmla="*/ 578 h 578"/>
              <a:gd name="T10" fmla="*/ 448 w 569"/>
              <a:gd name="T11" fmla="*/ 483 h 578"/>
              <a:gd name="T12" fmla="*/ 509 w 569"/>
              <a:gd name="T13" fmla="*/ 166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9" h="578">
                <a:moveTo>
                  <a:pt x="509" y="166"/>
                </a:moveTo>
                <a:cubicBezTo>
                  <a:pt x="442" y="44"/>
                  <a:pt x="288" y="0"/>
                  <a:pt x="166" y="67"/>
                </a:cubicBezTo>
                <a:cubicBezTo>
                  <a:pt x="44" y="134"/>
                  <a:pt x="0" y="288"/>
                  <a:pt x="67" y="410"/>
                </a:cubicBezTo>
                <a:cubicBezTo>
                  <a:pt x="128" y="520"/>
                  <a:pt x="259" y="567"/>
                  <a:pt x="373" y="525"/>
                </a:cubicBezTo>
                <a:cubicBezTo>
                  <a:pt x="452" y="578"/>
                  <a:pt x="452" y="578"/>
                  <a:pt x="452" y="578"/>
                </a:cubicBezTo>
                <a:cubicBezTo>
                  <a:pt x="448" y="483"/>
                  <a:pt x="448" y="483"/>
                  <a:pt x="448" y="483"/>
                </a:cubicBezTo>
                <a:cubicBezTo>
                  <a:pt x="540" y="407"/>
                  <a:pt x="569" y="274"/>
                  <a:pt x="509" y="166"/>
                </a:cubicBez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Oval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41550" y="5006340"/>
            <a:ext cx="228600" cy="226695"/>
          </a:xfrm>
          <a:prstGeom prst="ellipse">
            <a:avLst/>
          </a:pr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/>
        </p:nvSpPr>
        <p:spPr bwMode="auto">
          <a:xfrm>
            <a:off x="2021205" y="5259070"/>
            <a:ext cx="925195" cy="1066165"/>
          </a:xfrm>
          <a:custGeom>
            <a:avLst/>
            <a:gdLst>
              <a:gd name="T0" fmla="*/ 437 w 444"/>
              <a:gd name="T1" fmla="*/ 25 h 512"/>
              <a:gd name="T2" fmla="*/ 401 w 444"/>
              <a:gd name="T3" fmla="*/ 16 h 512"/>
              <a:gd name="T4" fmla="*/ 326 w 444"/>
              <a:gd name="T5" fmla="*/ 62 h 512"/>
              <a:gd name="T6" fmla="*/ 239 w 444"/>
              <a:gd name="T7" fmla="*/ 4 h 512"/>
              <a:gd name="T8" fmla="*/ 230 w 444"/>
              <a:gd name="T9" fmla="*/ 1 h 512"/>
              <a:gd name="T10" fmla="*/ 230 w 444"/>
              <a:gd name="T11" fmla="*/ 0 h 512"/>
              <a:gd name="T12" fmla="*/ 224 w 444"/>
              <a:gd name="T13" fmla="*/ 0 h 512"/>
              <a:gd name="T14" fmla="*/ 224 w 444"/>
              <a:gd name="T15" fmla="*/ 0 h 512"/>
              <a:gd name="T16" fmla="*/ 94 w 444"/>
              <a:gd name="T17" fmla="*/ 0 h 512"/>
              <a:gd name="T18" fmla="*/ 94 w 444"/>
              <a:gd name="T19" fmla="*/ 0 h 512"/>
              <a:gd name="T20" fmla="*/ 89 w 444"/>
              <a:gd name="T21" fmla="*/ 0 h 512"/>
              <a:gd name="T22" fmla="*/ 89 w 444"/>
              <a:gd name="T23" fmla="*/ 0 h 512"/>
              <a:gd name="T24" fmla="*/ 72 w 444"/>
              <a:gd name="T25" fmla="*/ 11 h 512"/>
              <a:gd name="T26" fmla="*/ 5 w 444"/>
              <a:gd name="T27" fmla="*/ 109 h 512"/>
              <a:gd name="T28" fmla="*/ 1 w 444"/>
              <a:gd name="T29" fmla="*/ 124 h 512"/>
              <a:gd name="T30" fmla="*/ 4 w 444"/>
              <a:gd name="T31" fmla="*/ 139 h 512"/>
              <a:gd name="T32" fmla="*/ 55 w 444"/>
              <a:gd name="T33" fmla="*/ 229 h 512"/>
              <a:gd name="T34" fmla="*/ 91 w 444"/>
              <a:gd name="T35" fmla="*/ 238 h 512"/>
              <a:gd name="T36" fmla="*/ 100 w 444"/>
              <a:gd name="T37" fmla="*/ 203 h 512"/>
              <a:gd name="T38" fmla="*/ 56 w 444"/>
              <a:gd name="T39" fmla="*/ 126 h 512"/>
              <a:gd name="T40" fmla="*/ 89 w 444"/>
              <a:gd name="T41" fmla="*/ 78 h 512"/>
              <a:gd name="T42" fmla="*/ 89 w 444"/>
              <a:gd name="T43" fmla="*/ 149 h 512"/>
              <a:gd name="T44" fmla="*/ 114 w 444"/>
              <a:gd name="T45" fmla="*/ 192 h 512"/>
              <a:gd name="T46" fmla="*/ 97 w 444"/>
              <a:gd name="T47" fmla="*/ 253 h 512"/>
              <a:gd name="T48" fmla="*/ 89 w 444"/>
              <a:gd name="T49" fmla="*/ 256 h 512"/>
              <a:gd name="T50" fmla="*/ 89 w 444"/>
              <a:gd name="T51" fmla="*/ 268 h 512"/>
              <a:gd name="T52" fmla="*/ 89 w 444"/>
              <a:gd name="T53" fmla="*/ 275 h 512"/>
              <a:gd name="T54" fmla="*/ 89 w 444"/>
              <a:gd name="T55" fmla="*/ 485 h 512"/>
              <a:gd name="T56" fmla="*/ 116 w 444"/>
              <a:gd name="T57" fmla="*/ 512 h 512"/>
              <a:gd name="T58" fmla="*/ 143 w 444"/>
              <a:gd name="T59" fmla="*/ 485 h 512"/>
              <a:gd name="T60" fmla="*/ 143 w 444"/>
              <a:gd name="T61" fmla="*/ 275 h 512"/>
              <a:gd name="T62" fmla="*/ 159 w 444"/>
              <a:gd name="T63" fmla="*/ 259 h 512"/>
              <a:gd name="T64" fmla="*/ 177 w 444"/>
              <a:gd name="T65" fmla="*/ 275 h 512"/>
              <a:gd name="T66" fmla="*/ 177 w 444"/>
              <a:gd name="T67" fmla="*/ 485 h 512"/>
              <a:gd name="T68" fmla="*/ 203 w 444"/>
              <a:gd name="T69" fmla="*/ 512 h 512"/>
              <a:gd name="T70" fmla="*/ 230 w 444"/>
              <a:gd name="T71" fmla="*/ 485 h 512"/>
              <a:gd name="T72" fmla="*/ 230 w 444"/>
              <a:gd name="T73" fmla="*/ 275 h 512"/>
              <a:gd name="T74" fmla="*/ 230 w 444"/>
              <a:gd name="T75" fmla="*/ 268 h 512"/>
              <a:gd name="T76" fmla="*/ 230 w 444"/>
              <a:gd name="T77" fmla="*/ 60 h 512"/>
              <a:gd name="T78" fmla="*/ 309 w 444"/>
              <a:gd name="T79" fmla="*/ 113 h 512"/>
              <a:gd name="T80" fmla="*/ 325 w 444"/>
              <a:gd name="T81" fmla="*/ 117 h 512"/>
              <a:gd name="T82" fmla="*/ 339 w 444"/>
              <a:gd name="T83" fmla="*/ 114 h 512"/>
              <a:gd name="T84" fmla="*/ 428 w 444"/>
              <a:gd name="T85" fmla="*/ 61 h 512"/>
              <a:gd name="T86" fmla="*/ 437 w 444"/>
              <a:gd name="T87" fmla="*/ 2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44" h="512">
                <a:moveTo>
                  <a:pt x="437" y="25"/>
                </a:moveTo>
                <a:cubicBezTo>
                  <a:pt x="430" y="13"/>
                  <a:pt x="414" y="9"/>
                  <a:pt x="401" y="16"/>
                </a:cubicBezTo>
                <a:cubicBezTo>
                  <a:pt x="326" y="62"/>
                  <a:pt x="326" y="62"/>
                  <a:pt x="326" y="62"/>
                </a:cubicBezTo>
                <a:cubicBezTo>
                  <a:pt x="239" y="4"/>
                  <a:pt x="239" y="4"/>
                  <a:pt x="239" y="4"/>
                </a:cubicBezTo>
                <a:cubicBezTo>
                  <a:pt x="236" y="2"/>
                  <a:pt x="233" y="1"/>
                  <a:pt x="230" y="1"/>
                </a:cubicBezTo>
                <a:cubicBezTo>
                  <a:pt x="230" y="0"/>
                  <a:pt x="230" y="0"/>
                  <a:pt x="230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3" y="1"/>
                  <a:pt x="77" y="5"/>
                  <a:pt x="72" y="11"/>
                </a:cubicBezTo>
                <a:cubicBezTo>
                  <a:pt x="5" y="109"/>
                  <a:pt x="5" y="109"/>
                  <a:pt x="5" y="109"/>
                </a:cubicBezTo>
                <a:cubicBezTo>
                  <a:pt x="2" y="114"/>
                  <a:pt x="1" y="119"/>
                  <a:pt x="1" y="124"/>
                </a:cubicBezTo>
                <a:cubicBezTo>
                  <a:pt x="0" y="129"/>
                  <a:pt x="1" y="134"/>
                  <a:pt x="4" y="139"/>
                </a:cubicBezTo>
                <a:cubicBezTo>
                  <a:pt x="55" y="229"/>
                  <a:pt x="55" y="229"/>
                  <a:pt x="55" y="229"/>
                </a:cubicBezTo>
                <a:cubicBezTo>
                  <a:pt x="62" y="241"/>
                  <a:pt x="78" y="245"/>
                  <a:pt x="91" y="238"/>
                </a:cubicBezTo>
                <a:cubicBezTo>
                  <a:pt x="103" y="231"/>
                  <a:pt x="107" y="215"/>
                  <a:pt x="100" y="203"/>
                </a:cubicBezTo>
                <a:cubicBezTo>
                  <a:pt x="56" y="126"/>
                  <a:pt x="56" y="126"/>
                  <a:pt x="56" y="126"/>
                </a:cubicBezTo>
                <a:cubicBezTo>
                  <a:pt x="89" y="78"/>
                  <a:pt x="89" y="78"/>
                  <a:pt x="89" y="78"/>
                </a:cubicBezTo>
                <a:cubicBezTo>
                  <a:pt x="89" y="149"/>
                  <a:pt x="89" y="149"/>
                  <a:pt x="89" y="149"/>
                </a:cubicBezTo>
                <a:cubicBezTo>
                  <a:pt x="114" y="192"/>
                  <a:pt x="114" y="192"/>
                  <a:pt x="114" y="192"/>
                </a:cubicBezTo>
                <a:cubicBezTo>
                  <a:pt x="126" y="213"/>
                  <a:pt x="119" y="241"/>
                  <a:pt x="97" y="253"/>
                </a:cubicBezTo>
                <a:cubicBezTo>
                  <a:pt x="95" y="254"/>
                  <a:pt x="92" y="255"/>
                  <a:pt x="89" y="256"/>
                </a:cubicBezTo>
                <a:cubicBezTo>
                  <a:pt x="89" y="268"/>
                  <a:pt x="89" y="268"/>
                  <a:pt x="89" y="268"/>
                </a:cubicBezTo>
                <a:cubicBezTo>
                  <a:pt x="89" y="275"/>
                  <a:pt x="89" y="275"/>
                  <a:pt x="89" y="275"/>
                </a:cubicBezTo>
                <a:cubicBezTo>
                  <a:pt x="89" y="485"/>
                  <a:pt x="89" y="485"/>
                  <a:pt x="89" y="485"/>
                </a:cubicBezTo>
                <a:cubicBezTo>
                  <a:pt x="89" y="500"/>
                  <a:pt x="101" y="512"/>
                  <a:pt x="116" y="512"/>
                </a:cubicBezTo>
                <a:cubicBezTo>
                  <a:pt x="131" y="512"/>
                  <a:pt x="143" y="500"/>
                  <a:pt x="143" y="485"/>
                </a:cubicBezTo>
                <a:cubicBezTo>
                  <a:pt x="143" y="275"/>
                  <a:pt x="143" y="275"/>
                  <a:pt x="143" y="275"/>
                </a:cubicBezTo>
                <a:cubicBezTo>
                  <a:pt x="143" y="266"/>
                  <a:pt x="150" y="259"/>
                  <a:pt x="159" y="259"/>
                </a:cubicBezTo>
                <a:cubicBezTo>
                  <a:pt x="168" y="259"/>
                  <a:pt x="177" y="266"/>
                  <a:pt x="177" y="275"/>
                </a:cubicBezTo>
                <a:cubicBezTo>
                  <a:pt x="177" y="485"/>
                  <a:pt x="177" y="485"/>
                  <a:pt x="177" y="485"/>
                </a:cubicBezTo>
                <a:cubicBezTo>
                  <a:pt x="177" y="500"/>
                  <a:pt x="188" y="512"/>
                  <a:pt x="203" y="512"/>
                </a:cubicBezTo>
                <a:cubicBezTo>
                  <a:pt x="218" y="512"/>
                  <a:pt x="230" y="500"/>
                  <a:pt x="230" y="485"/>
                </a:cubicBezTo>
                <a:cubicBezTo>
                  <a:pt x="230" y="275"/>
                  <a:pt x="230" y="275"/>
                  <a:pt x="230" y="275"/>
                </a:cubicBezTo>
                <a:cubicBezTo>
                  <a:pt x="230" y="268"/>
                  <a:pt x="230" y="268"/>
                  <a:pt x="230" y="268"/>
                </a:cubicBezTo>
                <a:cubicBezTo>
                  <a:pt x="230" y="60"/>
                  <a:pt x="230" y="60"/>
                  <a:pt x="230" y="60"/>
                </a:cubicBezTo>
                <a:cubicBezTo>
                  <a:pt x="309" y="113"/>
                  <a:pt x="309" y="113"/>
                  <a:pt x="309" y="113"/>
                </a:cubicBezTo>
                <a:cubicBezTo>
                  <a:pt x="314" y="116"/>
                  <a:pt x="319" y="117"/>
                  <a:pt x="325" y="117"/>
                </a:cubicBezTo>
                <a:cubicBezTo>
                  <a:pt x="330" y="117"/>
                  <a:pt x="335" y="116"/>
                  <a:pt x="339" y="114"/>
                </a:cubicBezTo>
                <a:cubicBezTo>
                  <a:pt x="428" y="61"/>
                  <a:pt x="428" y="61"/>
                  <a:pt x="428" y="61"/>
                </a:cubicBezTo>
                <a:cubicBezTo>
                  <a:pt x="440" y="53"/>
                  <a:pt x="444" y="37"/>
                  <a:pt x="437" y="25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 flipV="1">
            <a:off x="2918460" y="3131820"/>
            <a:ext cx="452755" cy="215582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 flipV="1">
            <a:off x="2919095" y="4476115"/>
            <a:ext cx="389890" cy="81915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 rot="21240000">
            <a:off x="3044190" y="3500755"/>
            <a:ext cx="974725" cy="990600"/>
          </a:xfrm>
          <a:custGeom>
            <a:avLst/>
            <a:gdLst>
              <a:gd name="T0" fmla="*/ 60 w 569"/>
              <a:gd name="T1" fmla="*/ 166 h 578"/>
              <a:gd name="T2" fmla="*/ 402 w 569"/>
              <a:gd name="T3" fmla="*/ 67 h 578"/>
              <a:gd name="T4" fmla="*/ 501 w 569"/>
              <a:gd name="T5" fmla="*/ 410 h 578"/>
              <a:gd name="T6" fmla="*/ 195 w 569"/>
              <a:gd name="T7" fmla="*/ 525 h 578"/>
              <a:gd name="T8" fmla="*/ 116 w 569"/>
              <a:gd name="T9" fmla="*/ 578 h 578"/>
              <a:gd name="T10" fmla="*/ 121 w 569"/>
              <a:gd name="T11" fmla="*/ 483 h 578"/>
              <a:gd name="T12" fmla="*/ 60 w 569"/>
              <a:gd name="T13" fmla="*/ 166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9" h="578">
                <a:moveTo>
                  <a:pt x="60" y="166"/>
                </a:moveTo>
                <a:cubicBezTo>
                  <a:pt x="127" y="44"/>
                  <a:pt x="280" y="0"/>
                  <a:pt x="402" y="67"/>
                </a:cubicBezTo>
                <a:cubicBezTo>
                  <a:pt x="524" y="134"/>
                  <a:pt x="569" y="288"/>
                  <a:pt x="501" y="410"/>
                </a:cubicBezTo>
                <a:cubicBezTo>
                  <a:pt x="441" y="520"/>
                  <a:pt x="310" y="567"/>
                  <a:pt x="195" y="525"/>
                </a:cubicBezTo>
                <a:cubicBezTo>
                  <a:pt x="116" y="578"/>
                  <a:pt x="116" y="578"/>
                  <a:pt x="116" y="578"/>
                </a:cubicBezTo>
                <a:cubicBezTo>
                  <a:pt x="121" y="483"/>
                  <a:pt x="121" y="483"/>
                  <a:pt x="121" y="483"/>
                </a:cubicBezTo>
                <a:cubicBezTo>
                  <a:pt x="28" y="407"/>
                  <a:pt x="0" y="274"/>
                  <a:pt x="60" y="166"/>
                </a:cubicBezTo>
                <a:close/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" name="Freeform 5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 rot="1200000">
            <a:off x="3129915" y="2292985"/>
            <a:ext cx="779780" cy="903605"/>
          </a:xfrm>
          <a:custGeom>
            <a:avLst/>
            <a:gdLst>
              <a:gd name="T0" fmla="*/ 0 w 505"/>
              <a:gd name="T1" fmla="*/ 252 h 586"/>
              <a:gd name="T2" fmla="*/ 252 w 505"/>
              <a:gd name="T3" fmla="*/ 0 h 586"/>
              <a:gd name="T4" fmla="*/ 505 w 505"/>
              <a:gd name="T5" fmla="*/ 252 h 586"/>
              <a:gd name="T6" fmla="*/ 292 w 505"/>
              <a:gd name="T7" fmla="*/ 501 h 586"/>
              <a:gd name="T8" fmla="*/ 248 w 505"/>
              <a:gd name="T9" fmla="*/ 586 h 586"/>
              <a:gd name="T10" fmla="*/ 206 w 505"/>
              <a:gd name="T11" fmla="*/ 500 h 586"/>
              <a:gd name="T12" fmla="*/ 0 w 505"/>
              <a:gd name="T13" fmla="*/ 25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5" h="586">
                <a:moveTo>
                  <a:pt x="0" y="252"/>
                </a:moveTo>
                <a:cubicBezTo>
                  <a:pt x="0" y="113"/>
                  <a:pt x="113" y="0"/>
                  <a:pt x="252" y="0"/>
                </a:cubicBezTo>
                <a:cubicBezTo>
                  <a:pt x="392" y="0"/>
                  <a:pt x="505" y="113"/>
                  <a:pt x="505" y="252"/>
                </a:cubicBezTo>
                <a:cubicBezTo>
                  <a:pt x="505" y="378"/>
                  <a:pt x="412" y="482"/>
                  <a:pt x="292" y="501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06" y="500"/>
                  <a:pt x="206" y="500"/>
                  <a:pt x="206" y="500"/>
                </a:cubicBezTo>
                <a:cubicBezTo>
                  <a:pt x="89" y="478"/>
                  <a:pt x="0" y="376"/>
                  <a:pt x="0" y="252"/>
                </a:cubicBez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Freeform 44673"/>
          <p:cNvSpPr/>
          <p:nvPr>
            <p:custDataLst>
              <p:tags r:id="rId11"/>
            </p:custDataLst>
          </p:nvPr>
        </p:nvSpPr>
        <p:spPr bwMode="auto">
          <a:xfrm rot="1020000">
            <a:off x="3349625" y="2491740"/>
            <a:ext cx="354330" cy="443230"/>
          </a:xfrm>
          <a:custGeom>
            <a:avLst/>
            <a:gdLst>
              <a:gd name="T0" fmla="*/ 142 w 149"/>
              <a:gd name="T1" fmla="*/ 83 h 187"/>
              <a:gd name="T2" fmla="*/ 115 w 149"/>
              <a:gd name="T3" fmla="*/ 54 h 187"/>
              <a:gd name="T4" fmla="*/ 104 w 149"/>
              <a:gd name="T5" fmla="*/ 17 h 187"/>
              <a:gd name="T6" fmla="*/ 44 w 149"/>
              <a:gd name="T7" fmla="*/ 17 h 187"/>
              <a:gd name="T8" fmla="*/ 33 w 149"/>
              <a:gd name="T9" fmla="*/ 55 h 187"/>
              <a:gd name="T10" fmla="*/ 6 w 149"/>
              <a:gd name="T11" fmla="*/ 84 h 187"/>
              <a:gd name="T12" fmla="*/ 36 w 149"/>
              <a:gd name="T13" fmla="*/ 135 h 187"/>
              <a:gd name="T14" fmla="*/ 64 w 149"/>
              <a:gd name="T15" fmla="*/ 133 h 187"/>
              <a:gd name="T16" fmla="*/ 64 w 149"/>
              <a:gd name="T17" fmla="*/ 179 h 187"/>
              <a:gd name="T18" fmla="*/ 75 w 149"/>
              <a:gd name="T19" fmla="*/ 187 h 187"/>
              <a:gd name="T20" fmla="*/ 86 w 149"/>
              <a:gd name="T21" fmla="*/ 179 h 187"/>
              <a:gd name="T22" fmla="*/ 86 w 149"/>
              <a:gd name="T23" fmla="*/ 133 h 187"/>
              <a:gd name="T24" fmla="*/ 113 w 149"/>
              <a:gd name="T25" fmla="*/ 135 h 187"/>
              <a:gd name="T26" fmla="*/ 142 w 149"/>
              <a:gd name="T27" fmla="*/ 83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9" h="187">
                <a:moveTo>
                  <a:pt x="142" y="83"/>
                </a:moveTo>
                <a:cubicBezTo>
                  <a:pt x="139" y="69"/>
                  <a:pt x="128" y="59"/>
                  <a:pt x="115" y="54"/>
                </a:cubicBezTo>
                <a:cubicBezTo>
                  <a:pt x="118" y="41"/>
                  <a:pt x="114" y="27"/>
                  <a:pt x="104" y="17"/>
                </a:cubicBezTo>
                <a:cubicBezTo>
                  <a:pt x="87" y="0"/>
                  <a:pt x="60" y="0"/>
                  <a:pt x="44" y="17"/>
                </a:cubicBezTo>
                <a:cubicBezTo>
                  <a:pt x="34" y="27"/>
                  <a:pt x="30" y="42"/>
                  <a:pt x="33" y="55"/>
                </a:cubicBezTo>
                <a:cubicBezTo>
                  <a:pt x="20" y="59"/>
                  <a:pt x="9" y="70"/>
                  <a:pt x="6" y="84"/>
                </a:cubicBezTo>
                <a:cubicBezTo>
                  <a:pt x="0" y="107"/>
                  <a:pt x="13" y="130"/>
                  <a:pt x="36" y="135"/>
                </a:cubicBezTo>
                <a:cubicBezTo>
                  <a:pt x="46" y="138"/>
                  <a:pt x="55" y="137"/>
                  <a:pt x="64" y="133"/>
                </a:cubicBezTo>
                <a:cubicBezTo>
                  <a:pt x="64" y="179"/>
                  <a:pt x="64" y="179"/>
                  <a:pt x="64" y="179"/>
                </a:cubicBezTo>
                <a:cubicBezTo>
                  <a:pt x="64" y="183"/>
                  <a:pt x="69" y="187"/>
                  <a:pt x="75" y="187"/>
                </a:cubicBezTo>
                <a:cubicBezTo>
                  <a:pt x="81" y="187"/>
                  <a:pt x="86" y="183"/>
                  <a:pt x="86" y="179"/>
                </a:cubicBezTo>
                <a:cubicBezTo>
                  <a:pt x="86" y="133"/>
                  <a:pt x="86" y="133"/>
                  <a:pt x="86" y="133"/>
                </a:cubicBezTo>
                <a:cubicBezTo>
                  <a:pt x="94" y="137"/>
                  <a:pt x="104" y="138"/>
                  <a:pt x="113" y="135"/>
                </a:cubicBezTo>
                <a:cubicBezTo>
                  <a:pt x="135" y="129"/>
                  <a:pt x="149" y="106"/>
                  <a:pt x="142" y="83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Freeform 30"/>
          <p:cNvSpPr>
            <a:spLocks noChangeAspect="1" noEditPoints="1"/>
          </p:cNvSpPr>
          <p:nvPr>
            <p:custDataLst>
              <p:tags r:id="rId12"/>
            </p:custDataLst>
          </p:nvPr>
        </p:nvSpPr>
        <p:spPr bwMode="auto">
          <a:xfrm>
            <a:off x="3282950" y="3827145"/>
            <a:ext cx="467995" cy="337820"/>
          </a:xfrm>
          <a:custGeom>
            <a:avLst/>
            <a:gdLst>
              <a:gd name="T0" fmla="*/ 47 w 165"/>
              <a:gd name="T1" fmla="*/ 57 h 121"/>
              <a:gd name="T2" fmla="*/ 60 w 165"/>
              <a:gd name="T3" fmla="*/ 82 h 121"/>
              <a:gd name="T4" fmla="*/ 98 w 165"/>
              <a:gd name="T5" fmla="*/ 78 h 121"/>
              <a:gd name="T6" fmla="*/ 104 w 165"/>
              <a:gd name="T7" fmla="*/ 68 h 121"/>
              <a:gd name="T8" fmla="*/ 77 w 165"/>
              <a:gd name="T9" fmla="*/ 28 h 121"/>
              <a:gd name="T10" fmla="*/ 141 w 165"/>
              <a:gd name="T11" fmla="*/ 121 h 121"/>
              <a:gd name="T12" fmla="*/ 117 w 165"/>
              <a:gd name="T13" fmla="*/ 91 h 121"/>
              <a:gd name="T14" fmla="*/ 77 w 165"/>
              <a:gd name="T15" fmla="*/ 94 h 121"/>
              <a:gd name="T16" fmla="*/ 30 w 165"/>
              <a:gd name="T17" fmla="*/ 115 h 121"/>
              <a:gd name="T18" fmla="*/ 30 w 165"/>
              <a:gd name="T19" fmla="*/ 55 h 121"/>
              <a:gd name="T20" fmla="*/ 43 w 165"/>
              <a:gd name="T21" fmla="*/ 45 h 121"/>
              <a:gd name="T22" fmla="*/ 34 w 165"/>
              <a:gd name="T23" fmla="*/ 39 h 121"/>
              <a:gd name="T24" fmla="*/ 5 w 165"/>
              <a:gd name="T25" fmla="*/ 24 h 121"/>
              <a:gd name="T26" fmla="*/ 42 w 165"/>
              <a:gd name="T27" fmla="*/ 24 h 121"/>
              <a:gd name="T28" fmla="*/ 50 w 165"/>
              <a:gd name="T29" fmla="*/ 32 h 121"/>
              <a:gd name="T30" fmla="*/ 104 w 165"/>
              <a:gd name="T31" fmla="*/ 33 h 121"/>
              <a:gd name="T32" fmla="*/ 110 w 165"/>
              <a:gd name="T33" fmla="*/ 24 h 121"/>
              <a:gd name="T34" fmla="*/ 159 w 165"/>
              <a:gd name="T35" fmla="*/ 24 h 121"/>
              <a:gd name="T36" fmla="*/ 118 w 165"/>
              <a:gd name="T37" fmla="*/ 42 h 121"/>
              <a:gd name="T38" fmla="*/ 113 w 165"/>
              <a:gd name="T39" fmla="*/ 57 h 121"/>
              <a:gd name="T40" fmla="*/ 125 w 165"/>
              <a:gd name="T41" fmla="*/ 79 h 121"/>
              <a:gd name="T42" fmla="*/ 165 w 165"/>
              <a:gd name="T43" fmla="*/ 97 h 121"/>
              <a:gd name="T44" fmla="*/ 41 w 165"/>
              <a:gd name="T45" fmla="*/ 64 h 121"/>
              <a:gd name="T46" fmla="*/ 7 w 165"/>
              <a:gd name="T47" fmla="*/ 85 h 121"/>
              <a:gd name="T48" fmla="*/ 53 w 165"/>
              <a:gd name="T49" fmla="*/ 85 h 121"/>
              <a:gd name="T50" fmla="*/ 116 w 165"/>
              <a:gd name="T51" fmla="*/ 27 h 121"/>
              <a:gd name="T52" fmla="*/ 123 w 165"/>
              <a:gd name="T53" fmla="*/ 39 h 121"/>
              <a:gd name="T54" fmla="*/ 153 w 165"/>
              <a:gd name="T55" fmla="*/ 24 h 121"/>
              <a:gd name="T56" fmla="*/ 116 w 165"/>
              <a:gd name="T57" fmla="*/ 24 h 121"/>
              <a:gd name="T58" fmla="*/ 23 w 165"/>
              <a:gd name="T59" fmla="*/ 12 h 121"/>
              <a:gd name="T60" fmla="*/ 23 w 165"/>
              <a:gd name="T61" fmla="*/ 37 h 121"/>
              <a:gd name="T62" fmla="*/ 28 w 165"/>
              <a:gd name="T63" fmla="*/ 27 h 121"/>
              <a:gd name="T64" fmla="*/ 158 w 165"/>
              <a:gd name="T65" fmla="*/ 97 h 121"/>
              <a:gd name="T66" fmla="*/ 123 w 165"/>
              <a:gd name="T67" fmla="*/ 97 h 121"/>
              <a:gd name="T68" fmla="*/ 158 w 165"/>
              <a:gd name="T69" fmla="*/ 97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5" h="121">
                <a:moveTo>
                  <a:pt x="77" y="28"/>
                </a:moveTo>
                <a:cubicBezTo>
                  <a:pt x="61" y="28"/>
                  <a:pt x="47" y="41"/>
                  <a:pt x="47" y="57"/>
                </a:cubicBezTo>
                <a:cubicBezTo>
                  <a:pt x="47" y="58"/>
                  <a:pt x="47" y="59"/>
                  <a:pt x="48" y="60"/>
                </a:cubicBezTo>
                <a:cubicBezTo>
                  <a:pt x="55" y="65"/>
                  <a:pt x="59" y="73"/>
                  <a:pt x="60" y="82"/>
                </a:cubicBezTo>
                <a:cubicBezTo>
                  <a:pt x="65" y="85"/>
                  <a:pt x="71" y="87"/>
                  <a:pt x="77" y="87"/>
                </a:cubicBezTo>
                <a:cubicBezTo>
                  <a:pt x="85" y="87"/>
                  <a:pt x="92" y="83"/>
                  <a:pt x="98" y="78"/>
                </a:cubicBezTo>
                <a:cubicBezTo>
                  <a:pt x="97" y="76"/>
                  <a:pt x="97" y="73"/>
                  <a:pt x="98" y="71"/>
                </a:cubicBezTo>
                <a:cubicBezTo>
                  <a:pt x="100" y="69"/>
                  <a:pt x="102" y="68"/>
                  <a:pt x="104" y="68"/>
                </a:cubicBezTo>
                <a:cubicBezTo>
                  <a:pt x="105" y="65"/>
                  <a:pt x="106" y="61"/>
                  <a:pt x="106" y="57"/>
                </a:cubicBezTo>
                <a:cubicBezTo>
                  <a:pt x="106" y="41"/>
                  <a:pt x="93" y="28"/>
                  <a:pt x="77" y="28"/>
                </a:cubicBezTo>
                <a:moveTo>
                  <a:pt x="165" y="97"/>
                </a:moveTo>
                <a:cubicBezTo>
                  <a:pt x="165" y="111"/>
                  <a:pt x="154" y="121"/>
                  <a:pt x="141" y="121"/>
                </a:cubicBezTo>
                <a:cubicBezTo>
                  <a:pt x="127" y="121"/>
                  <a:pt x="116" y="111"/>
                  <a:pt x="116" y="97"/>
                </a:cubicBezTo>
                <a:cubicBezTo>
                  <a:pt x="116" y="95"/>
                  <a:pt x="117" y="93"/>
                  <a:pt x="117" y="91"/>
                </a:cubicBezTo>
                <a:cubicBezTo>
                  <a:pt x="115" y="90"/>
                  <a:pt x="106" y="84"/>
                  <a:pt x="103" y="83"/>
                </a:cubicBezTo>
                <a:cubicBezTo>
                  <a:pt x="96" y="90"/>
                  <a:pt x="87" y="94"/>
                  <a:pt x="77" y="94"/>
                </a:cubicBezTo>
                <a:cubicBezTo>
                  <a:pt x="71" y="94"/>
                  <a:pt x="65" y="92"/>
                  <a:pt x="60" y="90"/>
                </a:cubicBezTo>
                <a:cubicBezTo>
                  <a:pt x="58" y="104"/>
                  <a:pt x="45" y="115"/>
                  <a:pt x="30" y="115"/>
                </a:cubicBezTo>
                <a:cubicBezTo>
                  <a:pt x="13" y="115"/>
                  <a:pt x="0" y="102"/>
                  <a:pt x="0" y="85"/>
                </a:cubicBezTo>
                <a:cubicBezTo>
                  <a:pt x="0" y="68"/>
                  <a:pt x="13" y="55"/>
                  <a:pt x="30" y="55"/>
                </a:cubicBezTo>
                <a:cubicBezTo>
                  <a:pt x="34" y="55"/>
                  <a:pt x="37" y="55"/>
                  <a:pt x="40" y="56"/>
                </a:cubicBezTo>
                <a:cubicBezTo>
                  <a:pt x="40" y="52"/>
                  <a:pt x="41" y="48"/>
                  <a:pt x="43" y="45"/>
                </a:cubicBezTo>
                <a:cubicBezTo>
                  <a:pt x="42" y="45"/>
                  <a:pt x="42" y="45"/>
                  <a:pt x="42" y="45"/>
                </a:cubicBezTo>
                <a:cubicBezTo>
                  <a:pt x="34" y="39"/>
                  <a:pt x="34" y="39"/>
                  <a:pt x="34" y="39"/>
                </a:cubicBezTo>
                <a:cubicBezTo>
                  <a:pt x="31" y="41"/>
                  <a:pt x="27" y="43"/>
                  <a:pt x="23" y="43"/>
                </a:cubicBezTo>
                <a:cubicBezTo>
                  <a:pt x="13" y="43"/>
                  <a:pt x="5" y="34"/>
                  <a:pt x="5" y="24"/>
                </a:cubicBezTo>
                <a:cubicBezTo>
                  <a:pt x="5" y="14"/>
                  <a:pt x="13" y="6"/>
                  <a:pt x="23" y="6"/>
                </a:cubicBezTo>
                <a:cubicBezTo>
                  <a:pt x="34" y="6"/>
                  <a:pt x="42" y="14"/>
                  <a:pt x="42" y="24"/>
                </a:cubicBezTo>
                <a:cubicBezTo>
                  <a:pt x="42" y="25"/>
                  <a:pt x="42" y="26"/>
                  <a:pt x="42" y="27"/>
                </a:cubicBezTo>
                <a:cubicBezTo>
                  <a:pt x="50" y="32"/>
                  <a:pt x="50" y="32"/>
                  <a:pt x="50" y="32"/>
                </a:cubicBezTo>
                <a:cubicBezTo>
                  <a:pt x="57" y="25"/>
                  <a:pt x="66" y="21"/>
                  <a:pt x="77" y="21"/>
                </a:cubicBezTo>
                <a:cubicBezTo>
                  <a:pt x="88" y="21"/>
                  <a:pt x="98" y="26"/>
                  <a:pt x="104" y="33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10" y="28"/>
                  <a:pt x="110" y="26"/>
                  <a:pt x="110" y="24"/>
                </a:cubicBezTo>
                <a:cubicBezTo>
                  <a:pt x="110" y="11"/>
                  <a:pt x="121" y="0"/>
                  <a:pt x="135" y="0"/>
                </a:cubicBezTo>
                <a:cubicBezTo>
                  <a:pt x="148" y="0"/>
                  <a:pt x="159" y="11"/>
                  <a:pt x="159" y="24"/>
                </a:cubicBezTo>
                <a:cubicBezTo>
                  <a:pt x="159" y="38"/>
                  <a:pt x="148" y="49"/>
                  <a:pt x="135" y="49"/>
                </a:cubicBezTo>
                <a:cubicBezTo>
                  <a:pt x="128" y="49"/>
                  <a:pt x="122" y="46"/>
                  <a:pt x="118" y="42"/>
                </a:cubicBezTo>
                <a:cubicBezTo>
                  <a:pt x="111" y="46"/>
                  <a:pt x="111" y="46"/>
                  <a:pt x="111" y="46"/>
                </a:cubicBezTo>
                <a:cubicBezTo>
                  <a:pt x="113" y="49"/>
                  <a:pt x="113" y="53"/>
                  <a:pt x="113" y="57"/>
                </a:cubicBezTo>
                <a:cubicBezTo>
                  <a:pt x="113" y="62"/>
                  <a:pt x="112" y="66"/>
                  <a:pt x="111" y="70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9" y="75"/>
                  <a:pt x="135" y="73"/>
                  <a:pt x="141" y="73"/>
                </a:cubicBezTo>
                <a:cubicBezTo>
                  <a:pt x="154" y="73"/>
                  <a:pt x="165" y="84"/>
                  <a:pt x="165" y="97"/>
                </a:cubicBezTo>
                <a:moveTo>
                  <a:pt x="53" y="85"/>
                </a:moveTo>
                <a:cubicBezTo>
                  <a:pt x="53" y="76"/>
                  <a:pt x="48" y="68"/>
                  <a:pt x="41" y="64"/>
                </a:cubicBezTo>
                <a:cubicBezTo>
                  <a:pt x="38" y="63"/>
                  <a:pt x="34" y="62"/>
                  <a:pt x="30" y="62"/>
                </a:cubicBezTo>
                <a:cubicBezTo>
                  <a:pt x="17" y="62"/>
                  <a:pt x="7" y="72"/>
                  <a:pt x="7" y="85"/>
                </a:cubicBezTo>
                <a:cubicBezTo>
                  <a:pt x="7" y="98"/>
                  <a:pt x="17" y="108"/>
                  <a:pt x="30" y="108"/>
                </a:cubicBezTo>
                <a:cubicBezTo>
                  <a:pt x="43" y="108"/>
                  <a:pt x="53" y="98"/>
                  <a:pt x="53" y="85"/>
                </a:cubicBezTo>
                <a:close/>
                <a:moveTo>
                  <a:pt x="116" y="24"/>
                </a:moveTo>
                <a:cubicBezTo>
                  <a:pt x="116" y="25"/>
                  <a:pt x="116" y="26"/>
                  <a:pt x="116" y="27"/>
                </a:cubicBezTo>
                <a:cubicBezTo>
                  <a:pt x="119" y="26"/>
                  <a:pt x="123" y="27"/>
                  <a:pt x="125" y="30"/>
                </a:cubicBezTo>
                <a:cubicBezTo>
                  <a:pt x="126" y="33"/>
                  <a:pt x="126" y="37"/>
                  <a:pt x="123" y="39"/>
                </a:cubicBezTo>
                <a:cubicBezTo>
                  <a:pt x="126" y="41"/>
                  <a:pt x="130" y="43"/>
                  <a:pt x="135" y="43"/>
                </a:cubicBezTo>
                <a:cubicBezTo>
                  <a:pt x="145" y="43"/>
                  <a:pt x="153" y="35"/>
                  <a:pt x="153" y="24"/>
                </a:cubicBezTo>
                <a:cubicBezTo>
                  <a:pt x="153" y="14"/>
                  <a:pt x="145" y="6"/>
                  <a:pt x="135" y="6"/>
                </a:cubicBezTo>
                <a:cubicBezTo>
                  <a:pt x="124" y="6"/>
                  <a:pt x="116" y="14"/>
                  <a:pt x="116" y="24"/>
                </a:cubicBezTo>
                <a:moveTo>
                  <a:pt x="36" y="24"/>
                </a:moveTo>
                <a:cubicBezTo>
                  <a:pt x="36" y="17"/>
                  <a:pt x="30" y="12"/>
                  <a:pt x="23" y="12"/>
                </a:cubicBezTo>
                <a:cubicBezTo>
                  <a:pt x="17" y="12"/>
                  <a:pt x="11" y="17"/>
                  <a:pt x="11" y="24"/>
                </a:cubicBezTo>
                <a:cubicBezTo>
                  <a:pt x="11" y="31"/>
                  <a:pt x="17" y="37"/>
                  <a:pt x="23" y="37"/>
                </a:cubicBezTo>
                <a:cubicBezTo>
                  <a:pt x="25" y="37"/>
                  <a:pt x="27" y="36"/>
                  <a:pt x="29" y="36"/>
                </a:cubicBezTo>
                <a:cubicBezTo>
                  <a:pt x="27" y="33"/>
                  <a:pt x="27" y="30"/>
                  <a:pt x="28" y="27"/>
                </a:cubicBezTo>
                <a:cubicBezTo>
                  <a:pt x="30" y="25"/>
                  <a:pt x="33" y="24"/>
                  <a:pt x="36" y="24"/>
                </a:cubicBezTo>
                <a:moveTo>
                  <a:pt x="158" y="97"/>
                </a:moveTo>
                <a:cubicBezTo>
                  <a:pt x="158" y="87"/>
                  <a:pt x="150" y="79"/>
                  <a:pt x="141" y="79"/>
                </a:cubicBezTo>
                <a:cubicBezTo>
                  <a:pt x="131" y="79"/>
                  <a:pt x="123" y="87"/>
                  <a:pt x="123" y="97"/>
                </a:cubicBezTo>
                <a:cubicBezTo>
                  <a:pt x="123" y="107"/>
                  <a:pt x="131" y="115"/>
                  <a:pt x="141" y="115"/>
                </a:cubicBezTo>
                <a:cubicBezTo>
                  <a:pt x="150" y="115"/>
                  <a:pt x="158" y="107"/>
                  <a:pt x="158" y="97"/>
                </a:cubicBezTo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14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 rot="19800000">
            <a:off x="1526540" y="3168015"/>
            <a:ext cx="454025" cy="523875"/>
          </a:xfrm>
          <a:custGeom>
            <a:avLst/>
            <a:gdLst>
              <a:gd name="T0" fmla="*/ 83 w 131"/>
              <a:gd name="T1" fmla="*/ 130 h 151"/>
              <a:gd name="T2" fmla="*/ 86 w 131"/>
              <a:gd name="T3" fmla="*/ 136 h 151"/>
              <a:gd name="T4" fmla="*/ 48 w 131"/>
              <a:gd name="T5" fmla="*/ 138 h 151"/>
              <a:gd name="T6" fmla="*/ 45 w 131"/>
              <a:gd name="T7" fmla="*/ 132 h 151"/>
              <a:gd name="T8" fmla="*/ 48 w 131"/>
              <a:gd name="T9" fmla="*/ 130 h 151"/>
              <a:gd name="T10" fmla="*/ 78 w 131"/>
              <a:gd name="T11" fmla="*/ 147 h 151"/>
              <a:gd name="T12" fmla="*/ 57 w 131"/>
              <a:gd name="T13" fmla="*/ 151 h 151"/>
              <a:gd name="T14" fmla="*/ 52 w 131"/>
              <a:gd name="T15" fmla="*/ 143 h 151"/>
              <a:gd name="T16" fmla="*/ 65 w 131"/>
              <a:gd name="T17" fmla="*/ 34 h 151"/>
              <a:gd name="T18" fmla="*/ 82 w 131"/>
              <a:gd name="T19" fmla="*/ 125 h 151"/>
              <a:gd name="T20" fmla="*/ 31 w 131"/>
              <a:gd name="T21" fmla="*/ 68 h 151"/>
              <a:gd name="T22" fmla="*/ 65 w 131"/>
              <a:gd name="T23" fmla="*/ 34 h 151"/>
              <a:gd name="T24" fmla="*/ 72 w 131"/>
              <a:gd name="T25" fmla="*/ 41 h 151"/>
              <a:gd name="T26" fmla="*/ 79 w 131"/>
              <a:gd name="T27" fmla="*/ 45 h 151"/>
              <a:gd name="T28" fmla="*/ 71 w 131"/>
              <a:gd name="T29" fmla="*/ 43 h 151"/>
              <a:gd name="T30" fmla="*/ 50 w 131"/>
              <a:gd name="T31" fmla="*/ 53 h 151"/>
              <a:gd name="T32" fmla="*/ 42 w 131"/>
              <a:gd name="T33" fmla="*/ 68 h 151"/>
              <a:gd name="T34" fmla="*/ 40 w 131"/>
              <a:gd name="T35" fmla="*/ 81 h 151"/>
              <a:gd name="T36" fmla="*/ 38 w 131"/>
              <a:gd name="T37" fmla="*/ 74 h 151"/>
              <a:gd name="T38" fmla="*/ 38 w 131"/>
              <a:gd name="T39" fmla="*/ 60 h 151"/>
              <a:gd name="T40" fmla="*/ 47 w 131"/>
              <a:gd name="T41" fmla="*/ 47 h 151"/>
              <a:gd name="T42" fmla="*/ 65 w 131"/>
              <a:gd name="T43" fmla="*/ 40 h 151"/>
              <a:gd name="T44" fmla="*/ 70 w 131"/>
              <a:gd name="T45" fmla="*/ 40 h 151"/>
              <a:gd name="T46" fmla="*/ 70 w 131"/>
              <a:gd name="T47" fmla="*/ 0 h 151"/>
              <a:gd name="T48" fmla="*/ 66 w 131"/>
              <a:gd name="T49" fmla="*/ 23 h 151"/>
              <a:gd name="T50" fmla="*/ 62 w 131"/>
              <a:gd name="T51" fmla="*/ 0 h 151"/>
              <a:gd name="T52" fmla="*/ 115 w 131"/>
              <a:gd name="T53" fmla="*/ 22 h 151"/>
              <a:gd name="T54" fmla="*/ 93 w 131"/>
              <a:gd name="T55" fmla="*/ 32 h 151"/>
              <a:gd name="T56" fmla="*/ 34 w 131"/>
              <a:gd name="T57" fmla="*/ 102 h 151"/>
              <a:gd name="T58" fmla="*/ 17 w 131"/>
              <a:gd name="T59" fmla="*/ 108 h 151"/>
              <a:gd name="T60" fmla="*/ 34 w 131"/>
              <a:gd name="T61" fmla="*/ 102 h 151"/>
              <a:gd name="T62" fmla="*/ 22 w 131"/>
              <a:gd name="T63" fmla="*/ 16 h 151"/>
              <a:gd name="T64" fmla="*/ 32 w 131"/>
              <a:gd name="T65" fmla="*/ 37 h 151"/>
              <a:gd name="T66" fmla="*/ 22 w 131"/>
              <a:gd name="T67" fmla="*/ 16 h 151"/>
              <a:gd name="T68" fmla="*/ 109 w 131"/>
              <a:gd name="T69" fmla="*/ 114 h 151"/>
              <a:gd name="T70" fmla="*/ 102 w 131"/>
              <a:gd name="T71" fmla="*/ 96 h 151"/>
              <a:gd name="T72" fmla="*/ 97 w 131"/>
              <a:gd name="T73" fmla="*/ 102 h 151"/>
              <a:gd name="T74" fmla="*/ 131 w 131"/>
              <a:gd name="T75" fmla="*/ 69 h 151"/>
              <a:gd name="T76" fmla="*/ 112 w 131"/>
              <a:gd name="T77" fmla="*/ 68 h 151"/>
              <a:gd name="T78" fmla="*/ 131 w 131"/>
              <a:gd name="T79" fmla="*/ 61 h 151"/>
              <a:gd name="T80" fmla="*/ 0 w 131"/>
              <a:gd name="T81" fmla="*/ 69 h 151"/>
              <a:gd name="T82" fmla="*/ 20 w 131"/>
              <a:gd name="T83" fmla="*/ 61 h 151"/>
              <a:gd name="T84" fmla="*/ 20 w 131"/>
              <a:gd name="T85" fmla="*/ 69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1" h="151">
                <a:moveTo>
                  <a:pt x="48" y="130"/>
                </a:moveTo>
                <a:cubicBezTo>
                  <a:pt x="83" y="130"/>
                  <a:pt x="83" y="130"/>
                  <a:pt x="83" y="130"/>
                </a:cubicBezTo>
                <a:cubicBezTo>
                  <a:pt x="84" y="130"/>
                  <a:pt x="86" y="131"/>
                  <a:pt x="86" y="132"/>
                </a:cubicBezTo>
                <a:cubicBezTo>
                  <a:pt x="86" y="136"/>
                  <a:pt x="86" y="136"/>
                  <a:pt x="86" y="136"/>
                </a:cubicBezTo>
                <a:cubicBezTo>
                  <a:pt x="86" y="137"/>
                  <a:pt x="84" y="138"/>
                  <a:pt x="83" y="138"/>
                </a:cubicBezTo>
                <a:cubicBezTo>
                  <a:pt x="48" y="138"/>
                  <a:pt x="48" y="138"/>
                  <a:pt x="48" y="138"/>
                </a:cubicBezTo>
                <a:cubicBezTo>
                  <a:pt x="46" y="138"/>
                  <a:pt x="45" y="137"/>
                  <a:pt x="45" y="136"/>
                </a:cubicBezTo>
                <a:cubicBezTo>
                  <a:pt x="45" y="132"/>
                  <a:pt x="45" y="132"/>
                  <a:pt x="45" y="132"/>
                </a:cubicBezTo>
                <a:cubicBezTo>
                  <a:pt x="45" y="131"/>
                  <a:pt x="46" y="130"/>
                  <a:pt x="48" y="130"/>
                </a:cubicBezTo>
                <a:cubicBezTo>
                  <a:pt x="48" y="130"/>
                  <a:pt x="48" y="130"/>
                  <a:pt x="48" y="130"/>
                </a:cubicBezTo>
                <a:close/>
                <a:moveTo>
                  <a:pt x="78" y="143"/>
                </a:moveTo>
                <a:cubicBezTo>
                  <a:pt x="78" y="147"/>
                  <a:pt x="78" y="147"/>
                  <a:pt x="78" y="147"/>
                </a:cubicBezTo>
                <a:cubicBezTo>
                  <a:pt x="78" y="149"/>
                  <a:pt x="76" y="151"/>
                  <a:pt x="74" y="151"/>
                </a:cubicBezTo>
                <a:cubicBezTo>
                  <a:pt x="57" y="151"/>
                  <a:pt x="57" y="151"/>
                  <a:pt x="57" y="151"/>
                </a:cubicBezTo>
                <a:cubicBezTo>
                  <a:pt x="54" y="151"/>
                  <a:pt x="52" y="149"/>
                  <a:pt x="52" y="147"/>
                </a:cubicBezTo>
                <a:cubicBezTo>
                  <a:pt x="52" y="143"/>
                  <a:pt x="52" y="143"/>
                  <a:pt x="52" y="143"/>
                </a:cubicBezTo>
                <a:cubicBezTo>
                  <a:pt x="78" y="143"/>
                  <a:pt x="78" y="143"/>
                  <a:pt x="78" y="143"/>
                </a:cubicBezTo>
                <a:close/>
                <a:moveTo>
                  <a:pt x="65" y="34"/>
                </a:moveTo>
                <a:cubicBezTo>
                  <a:pt x="84" y="34"/>
                  <a:pt x="99" y="49"/>
                  <a:pt x="99" y="68"/>
                </a:cubicBezTo>
                <a:cubicBezTo>
                  <a:pt x="99" y="89"/>
                  <a:pt x="82" y="94"/>
                  <a:pt x="82" y="125"/>
                </a:cubicBezTo>
                <a:cubicBezTo>
                  <a:pt x="49" y="125"/>
                  <a:pt x="49" y="125"/>
                  <a:pt x="49" y="125"/>
                </a:cubicBezTo>
                <a:cubicBezTo>
                  <a:pt x="49" y="94"/>
                  <a:pt x="31" y="89"/>
                  <a:pt x="31" y="68"/>
                </a:cubicBezTo>
                <a:cubicBezTo>
                  <a:pt x="31" y="49"/>
                  <a:pt x="47" y="34"/>
                  <a:pt x="65" y="34"/>
                </a:cubicBezTo>
                <a:cubicBezTo>
                  <a:pt x="65" y="34"/>
                  <a:pt x="65" y="34"/>
                  <a:pt x="65" y="34"/>
                </a:cubicBezTo>
                <a:close/>
                <a:moveTo>
                  <a:pt x="70" y="40"/>
                </a:moveTo>
                <a:cubicBezTo>
                  <a:pt x="72" y="41"/>
                  <a:pt x="72" y="41"/>
                  <a:pt x="72" y="41"/>
                </a:cubicBezTo>
                <a:cubicBezTo>
                  <a:pt x="76" y="42"/>
                  <a:pt x="80" y="44"/>
                  <a:pt x="83" y="46"/>
                </a:cubicBezTo>
                <a:cubicBezTo>
                  <a:pt x="82" y="46"/>
                  <a:pt x="80" y="45"/>
                  <a:pt x="79" y="45"/>
                </a:cubicBezTo>
                <a:cubicBezTo>
                  <a:pt x="76" y="44"/>
                  <a:pt x="76" y="44"/>
                  <a:pt x="76" y="44"/>
                </a:cubicBezTo>
                <a:cubicBezTo>
                  <a:pt x="74" y="44"/>
                  <a:pt x="73" y="44"/>
                  <a:pt x="71" y="43"/>
                </a:cubicBezTo>
                <a:cubicBezTo>
                  <a:pt x="69" y="44"/>
                  <a:pt x="66" y="44"/>
                  <a:pt x="64" y="45"/>
                </a:cubicBezTo>
                <a:cubicBezTo>
                  <a:pt x="59" y="46"/>
                  <a:pt x="54" y="49"/>
                  <a:pt x="50" y="53"/>
                </a:cubicBezTo>
                <a:cubicBezTo>
                  <a:pt x="49" y="55"/>
                  <a:pt x="49" y="55"/>
                  <a:pt x="49" y="55"/>
                </a:cubicBezTo>
                <a:cubicBezTo>
                  <a:pt x="45" y="59"/>
                  <a:pt x="43" y="63"/>
                  <a:pt x="42" y="68"/>
                </a:cubicBezTo>
                <a:cubicBezTo>
                  <a:pt x="41" y="72"/>
                  <a:pt x="41" y="72"/>
                  <a:pt x="41" y="72"/>
                </a:cubicBezTo>
                <a:cubicBezTo>
                  <a:pt x="40" y="75"/>
                  <a:pt x="40" y="78"/>
                  <a:pt x="40" y="81"/>
                </a:cubicBezTo>
                <a:cubicBezTo>
                  <a:pt x="40" y="80"/>
                  <a:pt x="39" y="78"/>
                  <a:pt x="38" y="77"/>
                </a:cubicBezTo>
                <a:cubicBezTo>
                  <a:pt x="38" y="74"/>
                  <a:pt x="38" y="74"/>
                  <a:pt x="38" y="74"/>
                </a:cubicBezTo>
                <a:cubicBezTo>
                  <a:pt x="37" y="70"/>
                  <a:pt x="37" y="66"/>
                  <a:pt x="38" y="62"/>
                </a:cubicBezTo>
                <a:cubicBezTo>
                  <a:pt x="38" y="60"/>
                  <a:pt x="38" y="60"/>
                  <a:pt x="38" y="60"/>
                </a:cubicBezTo>
                <a:cubicBezTo>
                  <a:pt x="40" y="56"/>
                  <a:pt x="42" y="53"/>
                  <a:pt x="45" y="49"/>
                </a:cubicBezTo>
                <a:cubicBezTo>
                  <a:pt x="47" y="47"/>
                  <a:pt x="47" y="47"/>
                  <a:pt x="47" y="47"/>
                </a:cubicBezTo>
                <a:cubicBezTo>
                  <a:pt x="50" y="44"/>
                  <a:pt x="54" y="42"/>
                  <a:pt x="58" y="41"/>
                </a:cubicBezTo>
                <a:cubicBezTo>
                  <a:pt x="61" y="40"/>
                  <a:pt x="63" y="40"/>
                  <a:pt x="65" y="40"/>
                </a:cubicBezTo>
                <a:cubicBezTo>
                  <a:pt x="67" y="40"/>
                  <a:pt x="68" y="40"/>
                  <a:pt x="70" y="40"/>
                </a:cubicBezTo>
                <a:cubicBezTo>
                  <a:pt x="70" y="40"/>
                  <a:pt x="70" y="40"/>
                  <a:pt x="70" y="40"/>
                </a:cubicBezTo>
                <a:close/>
                <a:moveTo>
                  <a:pt x="62" y="0"/>
                </a:moveTo>
                <a:cubicBezTo>
                  <a:pt x="70" y="0"/>
                  <a:pt x="70" y="0"/>
                  <a:pt x="70" y="0"/>
                </a:cubicBezTo>
                <a:cubicBezTo>
                  <a:pt x="70" y="23"/>
                  <a:pt x="70" y="23"/>
                  <a:pt x="70" y="23"/>
                </a:cubicBezTo>
                <a:cubicBezTo>
                  <a:pt x="68" y="23"/>
                  <a:pt x="67" y="23"/>
                  <a:pt x="66" y="23"/>
                </a:cubicBezTo>
                <a:cubicBezTo>
                  <a:pt x="64" y="23"/>
                  <a:pt x="63" y="23"/>
                  <a:pt x="62" y="23"/>
                </a:cubicBezTo>
                <a:cubicBezTo>
                  <a:pt x="62" y="0"/>
                  <a:pt x="62" y="0"/>
                  <a:pt x="62" y="0"/>
                </a:cubicBezTo>
                <a:close/>
                <a:moveTo>
                  <a:pt x="109" y="16"/>
                </a:moveTo>
                <a:cubicBezTo>
                  <a:pt x="115" y="22"/>
                  <a:pt x="115" y="22"/>
                  <a:pt x="115" y="22"/>
                </a:cubicBezTo>
                <a:cubicBezTo>
                  <a:pt x="99" y="37"/>
                  <a:pt x="99" y="37"/>
                  <a:pt x="99" y="37"/>
                </a:cubicBezTo>
                <a:cubicBezTo>
                  <a:pt x="97" y="35"/>
                  <a:pt x="95" y="33"/>
                  <a:pt x="93" y="32"/>
                </a:cubicBezTo>
                <a:cubicBezTo>
                  <a:pt x="109" y="16"/>
                  <a:pt x="109" y="16"/>
                  <a:pt x="109" y="16"/>
                </a:cubicBezTo>
                <a:close/>
                <a:moveTo>
                  <a:pt x="34" y="102"/>
                </a:moveTo>
                <a:cubicBezTo>
                  <a:pt x="22" y="114"/>
                  <a:pt x="22" y="114"/>
                  <a:pt x="22" y="114"/>
                </a:cubicBezTo>
                <a:cubicBezTo>
                  <a:pt x="17" y="108"/>
                  <a:pt x="17" y="108"/>
                  <a:pt x="17" y="108"/>
                </a:cubicBezTo>
                <a:cubicBezTo>
                  <a:pt x="29" y="96"/>
                  <a:pt x="29" y="96"/>
                  <a:pt x="29" y="96"/>
                </a:cubicBezTo>
                <a:cubicBezTo>
                  <a:pt x="31" y="98"/>
                  <a:pt x="32" y="100"/>
                  <a:pt x="34" y="102"/>
                </a:cubicBezTo>
                <a:cubicBezTo>
                  <a:pt x="34" y="102"/>
                  <a:pt x="34" y="102"/>
                  <a:pt x="34" y="102"/>
                </a:cubicBezTo>
                <a:close/>
                <a:moveTo>
                  <a:pt x="22" y="16"/>
                </a:moveTo>
                <a:cubicBezTo>
                  <a:pt x="17" y="22"/>
                  <a:pt x="17" y="22"/>
                  <a:pt x="17" y="22"/>
                </a:cubicBezTo>
                <a:cubicBezTo>
                  <a:pt x="32" y="37"/>
                  <a:pt x="32" y="37"/>
                  <a:pt x="32" y="37"/>
                </a:cubicBezTo>
                <a:cubicBezTo>
                  <a:pt x="34" y="35"/>
                  <a:pt x="36" y="33"/>
                  <a:pt x="38" y="32"/>
                </a:cubicBezTo>
                <a:cubicBezTo>
                  <a:pt x="22" y="16"/>
                  <a:pt x="22" y="16"/>
                  <a:pt x="22" y="16"/>
                </a:cubicBezTo>
                <a:close/>
                <a:moveTo>
                  <a:pt x="97" y="102"/>
                </a:moveTo>
                <a:cubicBezTo>
                  <a:pt x="109" y="114"/>
                  <a:pt x="109" y="114"/>
                  <a:pt x="109" y="114"/>
                </a:cubicBezTo>
                <a:cubicBezTo>
                  <a:pt x="115" y="108"/>
                  <a:pt x="115" y="108"/>
                  <a:pt x="115" y="108"/>
                </a:cubicBezTo>
                <a:cubicBezTo>
                  <a:pt x="102" y="96"/>
                  <a:pt x="102" y="96"/>
                  <a:pt x="102" y="96"/>
                </a:cubicBezTo>
                <a:cubicBezTo>
                  <a:pt x="101" y="98"/>
                  <a:pt x="99" y="100"/>
                  <a:pt x="97" y="102"/>
                </a:cubicBezTo>
                <a:cubicBezTo>
                  <a:pt x="97" y="102"/>
                  <a:pt x="97" y="102"/>
                  <a:pt x="97" y="102"/>
                </a:cubicBezTo>
                <a:close/>
                <a:moveTo>
                  <a:pt x="131" y="61"/>
                </a:moveTo>
                <a:cubicBezTo>
                  <a:pt x="131" y="69"/>
                  <a:pt x="131" y="69"/>
                  <a:pt x="131" y="69"/>
                </a:cubicBezTo>
                <a:cubicBezTo>
                  <a:pt x="112" y="69"/>
                  <a:pt x="112" y="69"/>
                  <a:pt x="112" y="69"/>
                </a:cubicBezTo>
                <a:cubicBezTo>
                  <a:pt x="112" y="69"/>
                  <a:pt x="112" y="68"/>
                  <a:pt x="112" y="68"/>
                </a:cubicBezTo>
                <a:cubicBezTo>
                  <a:pt x="112" y="66"/>
                  <a:pt x="111" y="63"/>
                  <a:pt x="111" y="61"/>
                </a:cubicBezTo>
                <a:cubicBezTo>
                  <a:pt x="131" y="61"/>
                  <a:pt x="131" y="61"/>
                  <a:pt x="131" y="61"/>
                </a:cubicBezTo>
                <a:close/>
                <a:moveTo>
                  <a:pt x="20" y="69"/>
                </a:moveTo>
                <a:cubicBezTo>
                  <a:pt x="0" y="69"/>
                  <a:pt x="0" y="69"/>
                  <a:pt x="0" y="69"/>
                </a:cubicBezTo>
                <a:cubicBezTo>
                  <a:pt x="0" y="61"/>
                  <a:pt x="0" y="61"/>
                  <a:pt x="0" y="61"/>
                </a:cubicBezTo>
                <a:cubicBezTo>
                  <a:pt x="20" y="61"/>
                  <a:pt x="20" y="61"/>
                  <a:pt x="20" y="61"/>
                </a:cubicBezTo>
                <a:cubicBezTo>
                  <a:pt x="20" y="63"/>
                  <a:pt x="20" y="66"/>
                  <a:pt x="20" y="68"/>
                </a:cubicBezTo>
                <a:cubicBezTo>
                  <a:pt x="20" y="68"/>
                  <a:pt x="20" y="69"/>
                  <a:pt x="20" y="69"/>
                </a:cubicBezTo>
                <a:cubicBezTo>
                  <a:pt x="20" y="69"/>
                  <a:pt x="20" y="69"/>
                  <a:pt x="20" y="69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16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2207895" y="1999615"/>
            <a:ext cx="497205" cy="500380"/>
          </a:xfrm>
          <a:custGeom>
            <a:avLst/>
            <a:gdLst>
              <a:gd name="T0" fmla="*/ 84 w 143"/>
              <a:gd name="T1" fmla="*/ 45 h 144"/>
              <a:gd name="T2" fmla="*/ 70 w 143"/>
              <a:gd name="T3" fmla="*/ 47 h 144"/>
              <a:gd name="T4" fmla="*/ 75 w 143"/>
              <a:gd name="T5" fmla="*/ 64 h 144"/>
              <a:gd name="T6" fmla="*/ 105 w 143"/>
              <a:gd name="T7" fmla="*/ 18 h 144"/>
              <a:gd name="T8" fmla="*/ 125 w 143"/>
              <a:gd name="T9" fmla="*/ 19 h 144"/>
              <a:gd name="T10" fmla="*/ 125 w 143"/>
              <a:gd name="T11" fmla="*/ 39 h 144"/>
              <a:gd name="T12" fmla="*/ 80 w 143"/>
              <a:gd name="T13" fmla="*/ 68 h 144"/>
              <a:gd name="T14" fmla="*/ 96 w 143"/>
              <a:gd name="T15" fmla="*/ 74 h 144"/>
              <a:gd name="T16" fmla="*/ 99 w 143"/>
              <a:gd name="T17" fmla="*/ 59 h 144"/>
              <a:gd name="T18" fmla="*/ 117 w 143"/>
              <a:gd name="T19" fmla="*/ 74 h 144"/>
              <a:gd name="T20" fmla="*/ 114 w 143"/>
              <a:gd name="T21" fmla="*/ 44 h 144"/>
              <a:gd name="T22" fmla="*/ 124 w 143"/>
              <a:gd name="T23" fmla="*/ 74 h 144"/>
              <a:gd name="T24" fmla="*/ 133 w 143"/>
              <a:gd name="T25" fmla="*/ 81 h 144"/>
              <a:gd name="T26" fmla="*/ 70 w 143"/>
              <a:gd name="T27" fmla="*/ 135 h 144"/>
              <a:gd name="T28" fmla="*/ 63 w 143"/>
              <a:gd name="T29" fmla="*/ 144 h 144"/>
              <a:gd name="T30" fmla="*/ 9 w 143"/>
              <a:gd name="T31" fmla="*/ 81 h 144"/>
              <a:gd name="T32" fmla="*/ 0 w 143"/>
              <a:gd name="T33" fmla="*/ 74 h 144"/>
              <a:gd name="T34" fmla="*/ 63 w 143"/>
              <a:gd name="T35" fmla="*/ 20 h 144"/>
              <a:gd name="T36" fmla="*/ 70 w 143"/>
              <a:gd name="T37" fmla="*/ 10 h 144"/>
              <a:gd name="T38" fmla="*/ 99 w 143"/>
              <a:gd name="T39" fmla="*/ 30 h 144"/>
              <a:gd name="T40" fmla="*/ 94 w 143"/>
              <a:gd name="T41" fmla="*/ 35 h 144"/>
              <a:gd name="T42" fmla="*/ 70 w 143"/>
              <a:gd name="T43" fmla="*/ 40 h 144"/>
              <a:gd name="T44" fmla="*/ 70 w 143"/>
              <a:gd name="T45" fmla="*/ 93 h 144"/>
              <a:gd name="T46" fmla="*/ 96 w 143"/>
              <a:gd name="T47" fmla="*/ 81 h 144"/>
              <a:gd name="T48" fmla="*/ 63 w 143"/>
              <a:gd name="T49" fmla="*/ 93 h 144"/>
              <a:gd name="T50" fmla="*/ 37 w 143"/>
              <a:gd name="T51" fmla="*/ 81 h 144"/>
              <a:gd name="T52" fmla="*/ 63 w 143"/>
              <a:gd name="T53" fmla="*/ 93 h 144"/>
              <a:gd name="T54" fmla="*/ 63 w 143"/>
              <a:gd name="T55" fmla="*/ 61 h 144"/>
              <a:gd name="T56" fmla="*/ 37 w 143"/>
              <a:gd name="T57" fmla="*/ 74 h 144"/>
              <a:gd name="T58" fmla="*/ 63 w 143"/>
              <a:gd name="T59" fmla="*/ 27 h 144"/>
              <a:gd name="T60" fmla="*/ 30 w 143"/>
              <a:gd name="T61" fmla="*/ 74 h 144"/>
              <a:gd name="T62" fmla="*/ 63 w 143"/>
              <a:gd name="T63" fmla="*/ 27 h 144"/>
              <a:gd name="T64" fmla="*/ 63 w 143"/>
              <a:gd name="T65" fmla="*/ 114 h 144"/>
              <a:gd name="T66" fmla="*/ 16 w 143"/>
              <a:gd name="T67" fmla="*/ 81 h 144"/>
              <a:gd name="T68" fmla="*/ 70 w 143"/>
              <a:gd name="T69" fmla="*/ 114 h 144"/>
              <a:gd name="T70" fmla="*/ 117 w 143"/>
              <a:gd name="T71" fmla="*/ 81 h 144"/>
              <a:gd name="T72" fmla="*/ 70 w 143"/>
              <a:gd name="T73" fmla="*/ 11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3" h="144">
                <a:moveTo>
                  <a:pt x="70" y="40"/>
                </a:moveTo>
                <a:cubicBezTo>
                  <a:pt x="75" y="41"/>
                  <a:pt x="80" y="42"/>
                  <a:pt x="84" y="45"/>
                </a:cubicBezTo>
                <a:cubicBezTo>
                  <a:pt x="79" y="50"/>
                  <a:pt x="79" y="50"/>
                  <a:pt x="79" y="50"/>
                </a:cubicBezTo>
                <a:cubicBezTo>
                  <a:pt x="76" y="49"/>
                  <a:pt x="73" y="48"/>
                  <a:pt x="70" y="47"/>
                </a:cubicBezTo>
                <a:cubicBezTo>
                  <a:pt x="70" y="61"/>
                  <a:pt x="70" y="61"/>
                  <a:pt x="70" y="61"/>
                </a:cubicBezTo>
                <a:cubicBezTo>
                  <a:pt x="72" y="62"/>
                  <a:pt x="74" y="63"/>
                  <a:pt x="75" y="64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105" y="18"/>
                  <a:pt x="105" y="18"/>
                  <a:pt x="105" y="18"/>
                </a:cubicBezTo>
                <a:cubicBezTo>
                  <a:pt x="123" y="0"/>
                  <a:pt x="123" y="0"/>
                  <a:pt x="123" y="0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43" y="21"/>
                  <a:pt x="143" y="21"/>
                  <a:pt x="143" y="21"/>
                </a:cubicBezTo>
                <a:cubicBezTo>
                  <a:pt x="125" y="39"/>
                  <a:pt x="125" y="39"/>
                  <a:pt x="125" y="39"/>
                </a:cubicBezTo>
                <a:cubicBezTo>
                  <a:pt x="111" y="37"/>
                  <a:pt x="111" y="37"/>
                  <a:pt x="111" y="37"/>
                </a:cubicBezTo>
                <a:cubicBezTo>
                  <a:pt x="80" y="68"/>
                  <a:pt x="80" y="68"/>
                  <a:pt x="80" y="68"/>
                </a:cubicBezTo>
                <a:cubicBezTo>
                  <a:pt x="81" y="70"/>
                  <a:pt x="82" y="72"/>
                  <a:pt x="82" y="74"/>
                </a:cubicBezTo>
                <a:cubicBezTo>
                  <a:pt x="96" y="74"/>
                  <a:pt x="96" y="74"/>
                  <a:pt x="96" y="74"/>
                </a:cubicBezTo>
                <a:cubicBezTo>
                  <a:pt x="96" y="70"/>
                  <a:pt x="95" y="67"/>
                  <a:pt x="94" y="65"/>
                </a:cubicBezTo>
                <a:cubicBezTo>
                  <a:pt x="99" y="59"/>
                  <a:pt x="99" y="59"/>
                  <a:pt x="99" y="59"/>
                </a:cubicBezTo>
                <a:cubicBezTo>
                  <a:pt x="101" y="64"/>
                  <a:pt x="103" y="69"/>
                  <a:pt x="103" y="74"/>
                </a:cubicBezTo>
                <a:cubicBezTo>
                  <a:pt x="117" y="74"/>
                  <a:pt x="117" y="74"/>
                  <a:pt x="117" y="74"/>
                </a:cubicBezTo>
                <a:cubicBezTo>
                  <a:pt x="116" y="65"/>
                  <a:pt x="114" y="56"/>
                  <a:pt x="109" y="49"/>
                </a:cubicBezTo>
                <a:cubicBezTo>
                  <a:pt x="114" y="44"/>
                  <a:pt x="114" y="44"/>
                  <a:pt x="114" y="44"/>
                </a:cubicBezTo>
                <a:cubicBezTo>
                  <a:pt x="114" y="45"/>
                  <a:pt x="114" y="45"/>
                  <a:pt x="114" y="45"/>
                </a:cubicBezTo>
                <a:cubicBezTo>
                  <a:pt x="120" y="53"/>
                  <a:pt x="123" y="63"/>
                  <a:pt x="124" y="74"/>
                </a:cubicBezTo>
                <a:cubicBezTo>
                  <a:pt x="133" y="74"/>
                  <a:pt x="133" y="74"/>
                  <a:pt x="133" y="74"/>
                </a:cubicBezTo>
                <a:cubicBezTo>
                  <a:pt x="133" y="81"/>
                  <a:pt x="133" y="81"/>
                  <a:pt x="133" y="81"/>
                </a:cubicBezTo>
                <a:cubicBezTo>
                  <a:pt x="124" y="81"/>
                  <a:pt x="124" y="81"/>
                  <a:pt x="124" y="81"/>
                </a:cubicBezTo>
                <a:cubicBezTo>
                  <a:pt x="122" y="110"/>
                  <a:pt x="99" y="133"/>
                  <a:pt x="70" y="135"/>
                </a:cubicBezTo>
                <a:cubicBezTo>
                  <a:pt x="70" y="144"/>
                  <a:pt x="70" y="144"/>
                  <a:pt x="70" y="144"/>
                </a:cubicBezTo>
                <a:cubicBezTo>
                  <a:pt x="63" y="144"/>
                  <a:pt x="63" y="144"/>
                  <a:pt x="63" y="144"/>
                </a:cubicBezTo>
                <a:cubicBezTo>
                  <a:pt x="63" y="135"/>
                  <a:pt x="63" y="135"/>
                  <a:pt x="63" y="135"/>
                </a:cubicBezTo>
                <a:cubicBezTo>
                  <a:pt x="34" y="133"/>
                  <a:pt x="11" y="110"/>
                  <a:pt x="9" y="8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4"/>
                  <a:pt x="0" y="74"/>
                  <a:pt x="0" y="74"/>
                </a:cubicBezTo>
                <a:cubicBezTo>
                  <a:pt x="9" y="74"/>
                  <a:pt x="9" y="74"/>
                  <a:pt x="9" y="74"/>
                </a:cubicBezTo>
                <a:cubicBezTo>
                  <a:pt x="11" y="45"/>
                  <a:pt x="34" y="21"/>
                  <a:pt x="63" y="20"/>
                </a:cubicBezTo>
                <a:cubicBezTo>
                  <a:pt x="63" y="10"/>
                  <a:pt x="63" y="10"/>
                  <a:pt x="63" y="10"/>
                </a:cubicBezTo>
                <a:cubicBezTo>
                  <a:pt x="70" y="10"/>
                  <a:pt x="70" y="10"/>
                  <a:pt x="70" y="10"/>
                </a:cubicBezTo>
                <a:cubicBezTo>
                  <a:pt x="70" y="20"/>
                  <a:pt x="70" y="20"/>
                  <a:pt x="70" y="20"/>
                </a:cubicBezTo>
                <a:cubicBezTo>
                  <a:pt x="81" y="20"/>
                  <a:pt x="91" y="24"/>
                  <a:pt x="99" y="30"/>
                </a:cubicBezTo>
                <a:cubicBezTo>
                  <a:pt x="99" y="30"/>
                  <a:pt x="99" y="30"/>
                  <a:pt x="99" y="30"/>
                </a:cubicBezTo>
                <a:cubicBezTo>
                  <a:pt x="94" y="35"/>
                  <a:pt x="94" y="35"/>
                  <a:pt x="94" y="35"/>
                </a:cubicBezTo>
                <a:cubicBezTo>
                  <a:pt x="87" y="30"/>
                  <a:pt x="79" y="27"/>
                  <a:pt x="70" y="27"/>
                </a:cubicBezTo>
                <a:cubicBezTo>
                  <a:pt x="70" y="40"/>
                  <a:pt x="70" y="40"/>
                  <a:pt x="70" y="40"/>
                </a:cubicBezTo>
                <a:close/>
                <a:moveTo>
                  <a:pt x="82" y="81"/>
                </a:moveTo>
                <a:cubicBezTo>
                  <a:pt x="81" y="87"/>
                  <a:pt x="76" y="92"/>
                  <a:pt x="70" y="93"/>
                </a:cubicBezTo>
                <a:cubicBezTo>
                  <a:pt x="70" y="107"/>
                  <a:pt x="70" y="107"/>
                  <a:pt x="70" y="107"/>
                </a:cubicBezTo>
                <a:cubicBezTo>
                  <a:pt x="84" y="105"/>
                  <a:pt x="95" y="94"/>
                  <a:pt x="96" y="81"/>
                </a:cubicBezTo>
                <a:cubicBezTo>
                  <a:pt x="82" y="81"/>
                  <a:pt x="82" y="81"/>
                  <a:pt x="82" y="81"/>
                </a:cubicBezTo>
                <a:close/>
                <a:moveTo>
                  <a:pt x="63" y="93"/>
                </a:moveTo>
                <a:cubicBezTo>
                  <a:pt x="57" y="92"/>
                  <a:pt x="52" y="87"/>
                  <a:pt x="51" y="81"/>
                </a:cubicBezTo>
                <a:cubicBezTo>
                  <a:pt x="37" y="81"/>
                  <a:pt x="37" y="81"/>
                  <a:pt x="37" y="81"/>
                </a:cubicBezTo>
                <a:cubicBezTo>
                  <a:pt x="38" y="94"/>
                  <a:pt x="49" y="105"/>
                  <a:pt x="63" y="107"/>
                </a:cubicBezTo>
                <a:cubicBezTo>
                  <a:pt x="63" y="93"/>
                  <a:pt x="63" y="93"/>
                  <a:pt x="63" y="93"/>
                </a:cubicBezTo>
                <a:close/>
                <a:moveTo>
                  <a:pt x="51" y="74"/>
                </a:moveTo>
                <a:cubicBezTo>
                  <a:pt x="52" y="68"/>
                  <a:pt x="57" y="63"/>
                  <a:pt x="63" y="61"/>
                </a:cubicBezTo>
                <a:cubicBezTo>
                  <a:pt x="63" y="47"/>
                  <a:pt x="63" y="47"/>
                  <a:pt x="63" y="47"/>
                </a:cubicBezTo>
                <a:cubicBezTo>
                  <a:pt x="49" y="49"/>
                  <a:pt x="38" y="60"/>
                  <a:pt x="37" y="74"/>
                </a:cubicBezTo>
                <a:cubicBezTo>
                  <a:pt x="51" y="74"/>
                  <a:pt x="51" y="74"/>
                  <a:pt x="51" y="74"/>
                </a:cubicBezTo>
                <a:close/>
                <a:moveTo>
                  <a:pt x="63" y="27"/>
                </a:moveTo>
                <a:cubicBezTo>
                  <a:pt x="38" y="28"/>
                  <a:pt x="18" y="49"/>
                  <a:pt x="16" y="74"/>
                </a:cubicBezTo>
                <a:cubicBezTo>
                  <a:pt x="30" y="74"/>
                  <a:pt x="30" y="74"/>
                  <a:pt x="30" y="74"/>
                </a:cubicBezTo>
                <a:cubicBezTo>
                  <a:pt x="31" y="56"/>
                  <a:pt x="45" y="42"/>
                  <a:pt x="63" y="40"/>
                </a:cubicBezTo>
                <a:cubicBezTo>
                  <a:pt x="63" y="27"/>
                  <a:pt x="63" y="27"/>
                  <a:pt x="63" y="27"/>
                </a:cubicBezTo>
                <a:close/>
                <a:moveTo>
                  <a:pt x="63" y="128"/>
                </a:moveTo>
                <a:cubicBezTo>
                  <a:pt x="63" y="114"/>
                  <a:pt x="63" y="114"/>
                  <a:pt x="63" y="114"/>
                </a:cubicBezTo>
                <a:cubicBezTo>
                  <a:pt x="45" y="112"/>
                  <a:pt x="31" y="98"/>
                  <a:pt x="30" y="81"/>
                </a:cubicBezTo>
                <a:cubicBezTo>
                  <a:pt x="16" y="81"/>
                  <a:pt x="16" y="81"/>
                  <a:pt x="16" y="81"/>
                </a:cubicBezTo>
                <a:cubicBezTo>
                  <a:pt x="18" y="106"/>
                  <a:pt x="38" y="126"/>
                  <a:pt x="63" y="128"/>
                </a:cubicBezTo>
                <a:close/>
                <a:moveTo>
                  <a:pt x="70" y="114"/>
                </a:moveTo>
                <a:cubicBezTo>
                  <a:pt x="70" y="128"/>
                  <a:pt x="70" y="128"/>
                  <a:pt x="70" y="128"/>
                </a:cubicBezTo>
                <a:cubicBezTo>
                  <a:pt x="95" y="126"/>
                  <a:pt x="115" y="106"/>
                  <a:pt x="117" y="81"/>
                </a:cubicBezTo>
                <a:cubicBezTo>
                  <a:pt x="103" y="81"/>
                  <a:pt x="103" y="81"/>
                  <a:pt x="103" y="81"/>
                </a:cubicBezTo>
                <a:cubicBezTo>
                  <a:pt x="102" y="98"/>
                  <a:pt x="88" y="112"/>
                  <a:pt x="70" y="1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566545" y="835025"/>
            <a:ext cx="21532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｛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sub_title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｝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2" name="Freeform 15"/>
          <p:cNvSpPr>
            <a:spLocks noEditPoints="1"/>
          </p:cNvSpPr>
          <p:nvPr>
            <p:custDataLst>
              <p:tags r:id="rId16"/>
            </p:custDataLst>
          </p:nvPr>
        </p:nvSpPr>
        <p:spPr bwMode="auto">
          <a:xfrm>
            <a:off x="4235450" y="2066925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Freeform 16"/>
          <p:cNvSpPr>
            <a:spLocks noEditPoints="1"/>
          </p:cNvSpPr>
          <p:nvPr>
            <p:custDataLst>
              <p:tags r:id="rId17"/>
            </p:custDataLst>
          </p:nvPr>
        </p:nvSpPr>
        <p:spPr bwMode="auto">
          <a:xfrm>
            <a:off x="4143375" y="2025015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矩形 23"/>
          <p:cNvSpPr/>
          <p:nvPr>
            <p:custDataLst>
              <p:tags r:id="rId18"/>
            </p:custDataLst>
          </p:nvPr>
        </p:nvSpPr>
        <p:spPr>
          <a:xfrm>
            <a:off x="4367530" y="2270760"/>
            <a:ext cx="5952490" cy="4838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先想两个事物哪里长得像。比如‘云朵和棉花糖都软软的、白白的’，就能说‘云朵像棉花糖’。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19"/>
            </p:custDataLst>
          </p:nvPr>
        </p:nvSpPr>
        <p:spPr>
          <a:xfrm>
            <a:off x="4406900" y="1943735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技巧要点1：找相似点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9" name="矩形 28"/>
          <p:cNvSpPr/>
          <p:nvPr>
            <p:custDataLst>
              <p:tags r:id="rId20"/>
            </p:custDataLst>
          </p:nvPr>
        </p:nvSpPr>
        <p:spPr>
          <a:xfrm>
            <a:off x="4633595" y="3684905"/>
            <a:ext cx="5952490" cy="50482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试着把句子中的词换一换。比如把‘星星像眼睛’换成‘星星像宝石’，看看哪个更生动。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21"/>
            </p:custDataLst>
          </p:nvPr>
        </p:nvSpPr>
        <p:spPr>
          <a:xfrm>
            <a:off x="4693285" y="3350260"/>
            <a:ext cx="54457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技巧要点2：替换法练习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35" name="矩形 34"/>
          <p:cNvSpPr/>
          <p:nvPr>
            <p:custDataLst>
              <p:tags r:id="rId22"/>
            </p:custDataLst>
          </p:nvPr>
        </p:nvSpPr>
        <p:spPr>
          <a:xfrm>
            <a:off x="4363085" y="5094605"/>
            <a:ext cx="5952490" cy="51562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多读课文里的比喻句，像‘二月春风似剪刀’，读多了自己也会说了。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矩形 63"/>
          <p:cNvSpPr/>
          <p:nvPr>
            <p:custDataLst>
              <p:tags r:id="rId23"/>
            </p:custDataLst>
          </p:nvPr>
        </p:nvSpPr>
        <p:spPr>
          <a:xfrm>
            <a:off x="4406900" y="4756785"/>
            <a:ext cx="542988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技巧要点3：多读多模仿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66" name="Freeform 15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4498975" y="3474085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Freeform 16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4406900" y="3432175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9" name="Freeform 15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4196080" y="4889500"/>
            <a:ext cx="52705" cy="211455"/>
          </a:xfrm>
          <a:custGeom>
            <a:avLst/>
            <a:gdLst>
              <a:gd name="T0" fmla="*/ 41 w 44"/>
              <a:gd name="T1" fmla="*/ 117 h 147"/>
              <a:gd name="T2" fmla="*/ 44 w 44"/>
              <a:gd name="T3" fmla="*/ 120 h 147"/>
              <a:gd name="T4" fmla="*/ 26 w 44"/>
              <a:gd name="T5" fmla="*/ 140 h 147"/>
              <a:gd name="T6" fmla="*/ 12 w 44"/>
              <a:gd name="T7" fmla="*/ 147 h 147"/>
              <a:gd name="T8" fmla="*/ 7 w 44"/>
              <a:gd name="T9" fmla="*/ 145 h 147"/>
              <a:gd name="T10" fmla="*/ 6 w 44"/>
              <a:gd name="T11" fmla="*/ 138 h 147"/>
              <a:gd name="T12" fmla="*/ 11 w 44"/>
              <a:gd name="T13" fmla="*/ 103 h 147"/>
              <a:gd name="T14" fmla="*/ 16 w 44"/>
              <a:gd name="T15" fmla="*/ 68 h 147"/>
              <a:gd name="T16" fmla="*/ 16 w 44"/>
              <a:gd name="T17" fmla="*/ 66 h 147"/>
              <a:gd name="T18" fmla="*/ 14 w 44"/>
              <a:gd name="T19" fmla="*/ 65 h 147"/>
              <a:gd name="T20" fmla="*/ 10 w 44"/>
              <a:gd name="T21" fmla="*/ 66 h 147"/>
              <a:gd name="T22" fmla="*/ 4 w 44"/>
              <a:gd name="T23" fmla="*/ 72 h 147"/>
              <a:gd name="T24" fmla="*/ 0 w 44"/>
              <a:gd name="T25" fmla="*/ 69 h 147"/>
              <a:gd name="T26" fmla="*/ 19 w 44"/>
              <a:gd name="T27" fmla="*/ 50 h 147"/>
              <a:gd name="T28" fmla="*/ 32 w 44"/>
              <a:gd name="T29" fmla="*/ 43 h 147"/>
              <a:gd name="T30" fmla="*/ 37 w 44"/>
              <a:gd name="T31" fmla="*/ 45 h 147"/>
              <a:gd name="T32" fmla="*/ 39 w 44"/>
              <a:gd name="T33" fmla="*/ 51 h 147"/>
              <a:gd name="T34" fmla="*/ 35 w 44"/>
              <a:gd name="T35" fmla="*/ 76 h 147"/>
              <a:gd name="T36" fmla="*/ 33 w 44"/>
              <a:gd name="T37" fmla="*/ 87 h 147"/>
              <a:gd name="T38" fmla="*/ 30 w 44"/>
              <a:gd name="T39" fmla="*/ 110 h 147"/>
              <a:gd name="T40" fmla="*/ 28 w 44"/>
              <a:gd name="T41" fmla="*/ 120 h 147"/>
              <a:gd name="T42" fmla="*/ 29 w 44"/>
              <a:gd name="T43" fmla="*/ 124 h 147"/>
              <a:gd name="T44" fmla="*/ 31 w 44"/>
              <a:gd name="T45" fmla="*/ 125 h 147"/>
              <a:gd name="T46" fmla="*/ 35 w 44"/>
              <a:gd name="T47" fmla="*/ 123 h 147"/>
              <a:gd name="T48" fmla="*/ 41 w 44"/>
              <a:gd name="T49" fmla="*/ 117 h 147"/>
              <a:gd name="T50" fmla="*/ 34 w 44"/>
              <a:gd name="T51" fmla="*/ 0 h 147"/>
              <a:gd name="T52" fmla="*/ 41 w 44"/>
              <a:gd name="T53" fmla="*/ 3 h 147"/>
              <a:gd name="T54" fmla="*/ 44 w 44"/>
              <a:gd name="T55" fmla="*/ 10 h 147"/>
              <a:gd name="T56" fmla="*/ 40 w 44"/>
              <a:gd name="T57" fmla="*/ 22 h 147"/>
              <a:gd name="T58" fmla="*/ 31 w 44"/>
              <a:gd name="T59" fmla="*/ 27 h 147"/>
              <a:gd name="T60" fmla="*/ 23 w 44"/>
              <a:gd name="T61" fmla="*/ 24 h 147"/>
              <a:gd name="T62" fmla="*/ 21 w 44"/>
              <a:gd name="T63" fmla="*/ 16 h 147"/>
              <a:gd name="T64" fmla="*/ 25 w 44"/>
              <a:gd name="T65" fmla="*/ 5 h 147"/>
              <a:gd name="T66" fmla="*/ 34 w 44"/>
              <a:gd name="T6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" h="147">
                <a:moveTo>
                  <a:pt x="41" y="117"/>
                </a:moveTo>
                <a:cubicBezTo>
                  <a:pt x="44" y="120"/>
                  <a:pt x="44" y="120"/>
                  <a:pt x="44" y="120"/>
                </a:cubicBezTo>
                <a:cubicBezTo>
                  <a:pt x="38" y="129"/>
                  <a:pt x="32" y="135"/>
                  <a:pt x="26" y="140"/>
                </a:cubicBezTo>
                <a:cubicBezTo>
                  <a:pt x="20" y="145"/>
                  <a:pt x="16" y="147"/>
                  <a:pt x="12" y="147"/>
                </a:cubicBezTo>
                <a:cubicBezTo>
                  <a:pt x="10" y="147"/>
                  <a:pt x="8" y="147"/>
                  <a:pt x="7" y="145"/>
                </a:cubicBezTo>
                <a:cubicBezTo>
                  <a:pt x="6" y="144"/>
                  <a:pt x="6" y="141"/>
                  <a:pt x="6" y="138"/>
                </a:cubicBezTo>
                <a:cubicBezTo>
                  <a:pt x="6" y="131"/>
                  <a:pt x="7" y="119"/>
                  <a:pt x="11" y="103"/>
                </a:cubicBezTo>
                <a:cubicBezTo>
                  <a:pt x="15" y="87"/>
                  <a:pt x="16" y="75"/>
                  <a:pt x="16" y="68"/>
                </a:cubicBezTo>
                <a:cubicBezTo>
                  <a:pt x="16" y="67"/>
                  <a:pt x="16" y="66"/>
                  <a:pt x="16" y="66"/>
                </a:cubicBezTo>
                <a:cubicBezTo>
                  <a:pt x="15" y="65"/>
                  <a:pt x="15" y="65"/>
                  <a:pt x="14" y="65"/>
                </a:cubicBezTo>
                <a:cubicBezTo>
                  <a:pt x="13" y="65"/>
                  <a:pt x="12" y="65"/>
                  <a:pt x="10" y="66"/>
                </a:cubicBezTo>
                <a:cubicBezTo>
                  <a:pt x="8" y="68"/>
                  <a:pt x="6" y="70"/>
                  <a:pt x="4" y="72"/>
                </a:cubicBezTo>
                <a:cubicBezTo>
                  <a:pt x="0" y="69"/>
                  <a:pt x="0" y="69"/>
                  <a:pt x="0" y="69"/>
                </a:cubicBezTo>
                <a:cubicBezTo>
                  <a:pt x="7" y="61"/>
                  <a:pt x="13" y="55"/>
                  <a:pt x="19" y="50"/>
                </a:cubicBezTo>
                <a:cubicBezTo>
                  <a:pt x="25" y="46"/>
                  <a:pt x="29" y="43"/>
                  <a:pt x="32" y="43"/>
                </a:cubicBezTo>
                <a:cubicBezTo>
                  <a:pt x="34" y="43"/>
                  <a:pt x="36" y="44"/>
                  <a:pt x="37" y="45"/>
                </a:cubicBezTo>
                <a:cubicBezTo>
                  <a:pt x="38" y="47"/>
                  <a:pt x="39" y="49"/>
                  <a:pt x="39" y="51"/>
                </a:cubicBezTo>
                <a:cubicBezTo>
                  <a:pt x="39" y="54"/>
                  <a:pt x="37" y="62"/>
                  <a:pt x="35" y="76"/>
                </a:cubicBezTo>
                <a:cubicBezTo>
                  <a:pt x="34" y="81"/>
                  <a:pt x="34" y="84"/>
                  <a:pt x="33" y="87"/>
                </a:cubicBezTo>
                <a:cubicBezTo>
                  <a:pt x="32" y="96"/>
                  <a:pt x="30" y="104"/>
                  <a:pt x="30" y="110"/>
                </a:cubicBezTo>
                <a:cubicBezTo>
                  <a:pt x="29" y="116"/>
                  <a:pt x="28" y="119"/>
                  <a:pt x="28" y="120"/>
                </a:cubicBezTo>
                <a:cubicBezTo>
                  <a:pt x="28" y="122"/>
                  <a:pt x="28" y="123"/>
                  <a:pt x="29" y="124"/>
                </a:cubicBezTo>
                <a:cubicBezTo>
                  <a:pt x="29" y="125"/>
                  <a:pt x="30" y="125"/>
                  <a:pt x="31" y="125"/>
                </a:cubicBezTo>
                <a:cubicBezTo>
                  <a:pt x="32" y="125"/>
                  <a:pt x="34" y="124"/>
                  <a:pt x="35" y="123"/>
                </a:cubicBezTo>
                <a:cubicBezTo>
                  <a:pt x="37" y="122"/>
                  <a:pt x="39" y="120"/>
                  <a:pt x="41" y="117"/>
                </a:cubicBezTo>
                <a:close/>
                <a:moveTo>
                  <a:pt x="34" y="0"/>
                </a:moveTo>
                <a:cubicBezTo>
                  <a:pt x="37" y="0"/>
                  <a:pt x="40" y="1"/>
                  <a:pt x="41" y="3"/>
                </a:cubicBezTo>
                <a:cubicBezTo>
                  <a:pt x="43" y="5"/>
                  <a:pt x="44" y="7"/>
                  <a:pt x="44" y="10"/>
                </a:cubicBezTo>
                <a:cubicBezTo>
                  <a:pt x="44" y="15"/>
                  <a:pt x="43" y="19"/>
                  <a:pt x="40" y="22"/>
                </a:cubicBezTo>
                <a:cubicBezTo>
                  <a:pt x="38" y="25"/>
                  <a:pt x="34" y="27"/>
                  <a:pt x="31" y="27"/>
                </a:cubicBezTo>
                <a:cubicBezTo>
                  <a:pt x="28" y="27"/>
                  <a:pt x="25" y="26"/>
                  <a:pt x="23" y="24"/>
                </a:cubicBezTo>
                <a:cubicBezTo>
                  <a:pt x="22" y="22"/>
                  <a:pt x="21" y="19"/>
                  <a:pt x="21" y="16"/>
                </a:cubicBezTo>
                <a:cubicBezTo>
                  <a:pt x="21" y="12"/>
                  <a:pt x="22" y="8"/>
                  <a:pt x="25" y="5"/>
                </a:cubicBezTo>
                <a:cubicBezTo>
                  <a:pt x="28" y="2"/>
                  <a:pt x="31" y="0"/>
                  <a:pt x="34" y="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0" name="Freeform 16"/>
          <p:cNvSpPr>
            <a:spLocks noEditPoints="1"/>
          </p:cNvSpPr>
          <p:nvPr>
            <p:custDataLst>
              <p:tags r:id="rId27"/>
            </p:custDataLst>
          </p:nvPr>
        </p:nvSpPr>
        <p:spPr bwMode="auto">
          <a:xfrm>
            <a:off x="4104005" y="4847590"/>
            <a:ext cx="247015" cy="296545"/>
          </a:xfrm>
          <a:custGeom>
            <a:avLst/>
            <a:gdLst>
              <a:gd name="T0" fmla="*/ 0 w 206"/>
              <a:gd name="T1" fmla="*/ 103 h 206"/>
              <a:gd name="T2" fmla="*/ 103 w 206"/>
              <a:gd name="T3" fmla="*/ 0 h 206"/>
              <a:gd name="T4" fmla="*/ 103 w 206"/>
              <a:gd name="T5" fmla="*/ 0 h 206"/>
              <a:gd name="T6" fmla="*/ 206 w 206"/>
              <a:gd name="T7" fmla="*/ 103 h 206"/>
              <a:gd name="T8" fmla="*/ 206 w 206"/>
              <a:gd name="T9" fmla="*/ 103 h 206"/>
              <a:gd name="T10" fmla="*/ 206 w 206"/>
              <a:gd name="T11" fmla="*/ 103 h 206"/>
              <a:gd name="T12" fmla="*/ 103 w 206"/>
              <a:gd name="T13" fmla="*/ 206 h 206"/>
              <a:gd name="T14" fmla="*/ 103 w 206"/>
              <a:gd name="T15" fmla="*/ 206 h 206"/>
              <a:gd name="T16" fmla="*/ 0 w 206"/>
              <a:gd name="T17" fmla="*/ 103 h 206"/>
              <a:gd name="T18" fmla="*/ 40 w 206"/>
              <a:gd name="T19" fmla="*/ 40 h 206"/>
              <a:gd name="T20" fmla="*/ 13 w 206"/>
              <a:gd name="T21" fmla="*/ 103 h 206"/>
              <a:gd name="T22" fmla="*/ 13 w 206"/>
              <a:gd name="T23" fmla="*/ 103 h 206"/>
              <a:gd name="T24" fmla="*/ 40 w 206"/>
              <a:gd name="T25" fmla="*/ 167 h 206"/>
              <a:gd name="T26" fmla="*/ 40 w 206"/>
              <a:gd name="T27" fmla="*/ 167 h 206"/>
              <a:gd name="T28" fmla="*/ 103 w 206"/>
              <a:gd name="T29" fmla="*/ 193 h 206"/>
              <a:gd name="T30" fmla="*/ 103 w 206"/>
              <a:gd name="T31" fmla="*/ 193 h 206"/>
              <a:gd name="T32" fmla="*/ 166 w 206"/>
              <a:gd name="T33" fmla="*/ 167 h 206"/>
              <a:gd name="T34" fmla="*/ 166 w 206"/>
              <a:gd name="T35" fmla="*/ 167 h 206"/>
              <a:gd name="T36" fmla="*/ 192 w 206"/>
              <a:gd name="T37" fmla="*/ 103 h 206"/>
              <a:gd name="T38" fmla="*/ 192 w 206"/>
              <a:gd name="T39" fmla="*/ 103 h 206"/>
              <a:gd name="T40" fmla="*/ 166 w 206"/>
              <a:gd name="T41" fmla="*/ 40 h 206"/>
              <a:gd name="T42" fmla="*/ 166 w 206"/>
              <a:gd name="T43" fmla="*/ 40 h 206"/>
              <a:gd name="T44" fmla="*/ 103 w 206"/>
              <a:gd name="T45" fmla="*/ 14 h 206"/>
              <a:gd name="T46" fmla="*/ 103 w 206"/>
              <a:gd name="T47" fmla="*/ 14 h 206"/>
              <a:gd name="T48" fmla="*/ 40 w 206"/>
              <a:gd name="T49" fmla="*/ 4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6" h="206">
                <a:moveTo>
                  <a:pt x="0" y="103"/>
                </a:moveTo>
                <a:cubicBezTo>
                  <a:pt x="0" y="46"/>
                  <a:pt x="46" y="0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60" y="0"/>
                  <a:pt x="206" y="46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03"/>
                  <a:pt x="206" y="103"/>
                  <a:pt x="206" y="103"/>
                </a:cubicBezTo>
                <a:cubicBezTo>
                  <a:pt x="206" y="160"/>
                  <a:pt x="160" y="206"/>
                  <a:pt x="103" y="206"/>
                </a:cubicBezTo>
                <a:cubicBezTo>
                  <a:pt x="103" y="206"/>
                  <a:pt x="103" y="206"/>
                  <a:pt x="103" y="206"/>
                </a:cubicBezTo>
                <a:cubicBezTo>
                  <a:pt x="46" y="206"/>
                  <a:pt x="0" y="160"/>
                  <a:pt x="0" y="103"/>
                </a:cubicBezTo>
                <a:close/>
                <a:moveTo>
                  <a:pt x="40" y="40"/>
                </a:moveTo>
                <a:cubicBezTo>
                  <a:pt x="23" y="56"/>
                  <a:pt x="13" y="79"/>
                  <a:pt x="13" y="103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28"/>
                  <a:pt x="23" y="150"/>
                  <a:pt x="40" y="167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56" y="183"/>
                  <a:pt x="78" y="193"/>
                  <a:pt x="103" y="193"/>
                </a:cubicBezTo>
                <a:cubicBezTo>
                  <a:pt x="103" y="193"/>
                  <a:pt x="103" y="193"/>
                  <a:pt x="103" y="193"/>
                </a:cubicBezTo>
                <a:cubicBezTo>
                  <a:pt x="128" y="193"/>
                  <a:pt x="150" y="183"/>
                  <a:pt x="166" y="167"/>
                </a:cubicBezTo>
                <a:cubicBezTo>
                  <a:pt x="166" y="167"/>
                  <a:pt x="166" y="167"/>
                  <a:pt x="166" y="167"/>
                </a:cubicBezTo>
                <a:cubicBezTo>
                  <a:pt x="182" y="150"/>
                  <a:pt x="192" y="128"/>
                  <a:pt x="192" y="103"/>
                </a:cubicBezTo>
                <a:cubicBezTo>
                  <a:pt x="192" y="103"/>
                  <a:pt x="192" y="103"/>
                  <a:pt x="192" y="103"/>
                </a:cubicBezTo>
                <a:cubicBezTo>
                  <a:pt x="192" y="79"/>
                  <a:pt x="182" y="56"/>
                  <a:pt x="166" y="40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150" y="24"/>
                  <a:pt x="128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78" y="14"/>
                  <a:pt x="56" y="24"/>
                  <a:pt x="40" y="40"/>
                </a:cubicBezTo>
                <a:close/>
              </a:path>
            </a:pathLst>
          </a:custGeom>
          <a:solidFill>
            <a:srgbClr val="CF3C2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 flipH="1" flipV="1">
            <a:off x="5686633" y="5672831"/>
            <a:ext cx="2758390" cy="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2"/>
          <p:cNvSpPr/>
          <p:nvPr/>
        </p:nvSpPr>
        <p:spPr>
          <a:xfrm>
            <a:off x="1034179" y="3786767"/>
            <a:ext cx="1541926" cy="1319822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2"/>
          <p:cNvSpPr/>
          <p:nvPr>
            <p:custDataLst>
              <p:tags r:id="rId1"/>
            </p:custDataLst>
          </p:nvPr>
        </p:nvSpPr>
        <p:spPr>
          <a:xfrm>
            <a:off x="2531266" y="2960695"/>
            <a:ext cx="1501106" cy="1284882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2"/>
          <p:cNvSpPr/>
          <p:nvPr/>
        </p:nvSpPr>
        <p:spPr>
          <a:xfrm>
            <a:off x="1923265" y="3937077"/>
            <a:ext cx="2015682" cy="1725338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E39336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矩形 2"/>
          <p:cNvSpPr/>
          <p:nvPr>
            <p:custDataLst>
              <p:tags r:id="rId2"/>
            </p:custDataLst>
          </p:nvPr>
        </p:nvSpPr>
        <p:spPr>
          <a:xfrm>
            <a:off x="10378870" y="4631592"/>
            <a:ext cx="545296" cy="466748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2"/>
          <p:cNvSpPr/>
          <p:nvPr>
            <p:custDataLst>
              <p:tags r:id="rId3"/>
            </p:custDataLst>
          </p:nvPr>
        </p:nvSpPr>
        <p:spPr>
          <a:xfrm>
            <a:off x="1745543" y="2450267"/>
            <a:ext cx="880704" cy="753844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noFill/>
          <a:ln w="12700">
            <a:solidFill>
              <a:srgbClr val="498B9C"/>
            </a:solidFill>
          </a:ln>
          <a:effectLst>
            <a:outerShdw blurRad="342900" dist="152400" dir="8100000" algn="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 2"/>
          <p:cNvSpPr/>
          <p:nvPr/>
        </p:nvSpPr>
        <p:spPr>
          <a:xfrm>
            <a:off x="8538089" y="5211333"/>
            <a:ext cx="1136948" cy="973180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498B9C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6897969" y="3750122"/>
            <a:ext cx="2776628" cy="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2"/>
          <p:cNvSpPr/>
          <p:nvPr/>
        </p:nvSpPr>
        <p:spPr>
          <a:xfrm>
            <a:off x="9660298" y="3204379"/>
            <a:ext cx="1297172" cy="1110324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E39336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7" name="矩形 2"/>
          <p:cNvSpPr/>
          <p:nvPr>
            <p:custDataLst>
              <p:tags r:id="rId4"/>
            </p:custDataLst>
          </p:nvPr>
        </p:nvSpPr>
        <p:spPr>
          <a:xfrm>
            <a:off x="3018155" y="1705610"/>
            <a:ext cx="1325880" cy="1134745"/>
          </a:xfrm>
          <a:custGeom>
            <a:avLst/>
            <a:gdLst/>
            <a:ahLst/>
            <a:cxnLst/>
            <a:rect l="l" t="t" r="r" b="b"/>
            <a:pathLst>
              <a:path w="1036365" h="886811">
                <a:moveTo>
                  <a:pt x="754039" y="0"/>
                </a:moveTo>
                <a:lnTo>
                  <a:pt x="1036365" y="429554"/>
                </a:lnTo>
                <a:lnTo>
                  <a:pt x="784530" y="883036"/>
                </a:lnTo>
                <a:lnTo>
                  <a:pt x="783106" y="880650"/>
                </a:lnTo>
                <a:lnTo>
                  <a:pt x="264749" y="886811"/>
                </a:lnTo>
                <a:lnTo>
                  <a:pt x="0" y="443416"/>
                </a:lnTo>
                <a:lnTo>
                  <a:pt x="242827" y="5981"/>
                </a:lnTo>
                <a:lnTo>
                  <a:pt x="241773" y="4216"/>
                </a:lnTo>
                <a:lnTo>
                  <a:pt x="243839" y="4190"/>
                </a:lnTo>
                <a:close/>
              </a:path>
            </a:pathLst>
          </a:custGeom>
          <a:solidFill>
            <a:srgbClr val="59ACB4"/>
          </a:solidFill>
          <a:ln w="12700">
            <a:gradFill flip="none" rotWithShape="1">
              <a:gsLst>
                <a:gs pos="0">
                  <a:srgbClr val="FCFDFD"/>
                </a:gs>
                <a:gs pos="100000">
                  <a:srgbClr val="CFD4D0"/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/>
          </a:p>
        </p:txBody>
      </p:sp>
      <p:sp>
        <p:nvSpPr>
          <p:cNvPr id="4" name="椭圆 3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40" name="矩形 39"/>
          <p:cNvSpPr/>
          <p:nvPr>
            <p:custDataLst>
              <p:tags r:id="rId6"/>
            </p:custDataLst>
          </p:nvPr>
        </p:nvSpPr>
        <p:spPr>
          <a:xfrm>
            <a:off x="4445635" y="1713230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例子场景1：写天空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41" name="矩形 40"/>
          <p:cNvSpPr/>
          <p:nvPr>
            <p:custDataLst>
              <p:tags r:id="rId7"/>
            </p:custDataLst>
          </p:nvPr>
        </p:nvSpPr>
        <p:spPr>
          <a:xfrm>
            <a:off x="4426585" y="2039620"/>
            <a:ext cx="5952490" cy="5346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天上白云飘，可以说‘白云像一群小绵羊在散步’，是不是觉得天空更有意思了？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4130675" y="2940050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例子场景2：写植物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3" name="矩形 22"/>
          <p:cNvSpPr/>
          <p:nvPr>
            <p:custDataLst>
              <p:tags r:id="rId9"/>
            </p:custDataLst>
          </p:nvPr>
        </p:nvSpPr>
        <p:spPr>
          <a:xfrm>
            <a:off x="4111625" y="3275965"/>
            <a:ext cx="5952490" cy="4965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春天柳条随风摆，可以说‘柳条像小姑娘的长辫子’，是不是很可爱？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>
            <p:custDataLst>
              <p:tags r:id="rId10"/>
            </p:custDataLst>
          </p:nvPr>
        </p:nvSpPr>
        <p:spPr>
          <a:xfrm>
            <a:off x="3948430" y="4186555"/>
            <a:ext cx="54686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例子场景3：写动物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28" name="矩形 27"/>
          <p:cNvSpPr/>
          <p:nvPr>
            <p:custDataLst>
              <p:tags r:id="rId11"/>
            </p:custDataLst>
          </p:nvPr>
        </p:nvSpPr>
        <p:spPr>
          <a:xfrm>
            <a:off x="3929380" y="4522470"/>
            <a:ext cx="5952490" cy="5022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小兔子蹦蹦跳跳，可以说‘小兔子像一团毛茸茸的雪球在滚’，多有趣啊！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566545" y="835025"/>
            <a:ext cx="21532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｛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sub_title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｝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337" y="3837868"/>
            <a:ext cx="5807410" cy="34397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833870" y="2486025"/>
            <a:ext cx="1351915" cy="13519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18535" y="2887980"/>
            <a:ext cx="46672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a楷体" panose="02000500000000000000" pitchFamily="2" charset="-122"/>
              </a:rPr>
              <a:t>二、错题突破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838727" y="3796669"/>
            <a:ext cx="4346917" cy="0"/>
          </a:xfrm>
          <a:prstGeom prst="line">
            <a:avLst/>
          </a:prstGeom>
          <a:ln>
            <a:solidFill>
              <a:srgbClr val="5D9FAD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0756695" y="1029456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499264" y="2633426"/>
            <a:ext cx="304602" cy="304602"/>
          </a:xfrm>
          <a:prstGeom prst="ellipse">
            <a:avLst/>
          </a:prstGeom>
          <a:noFill/>
          <a:ln w="381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122670" y="2298700"/>
            <a:ext cx="589280" cy="589280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382385" y="1529715"/>
            <a:ext cx="323215" cy="3232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AutoShape 3"/>
          <p:cNvSpPr>
            <a:spLocks noChangeAspect="1" noChangeArrowheads="1" noTextEdit="1"/>
          </p:cNvSpPr>
          <p:nvPr/>
        </p:nvSpPr>
        <p:spPr bwMode="auto">
          <a:xfrm>
            <a:off x="1603900" y="1991011"/>
            <a:ext cx="2375266" cy="4024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/>
        </p:nvSpPr>
        <p:spPr bwMode="auto">
          <a:xfrm>
            <a:off x="2807781" y="3562064"/>
            <a:ext cx="714854" cy="1049536"/>
          </a:xfrm>
          <a:custGeom>
            <a:avLst/>
            <a:gdLst>
              <a:gd name="T0" fmla="*/ 292 w 433"/>
              <a:gd name="T1" fmla="*/ 95 h 635"/>
              <a:gd name="T2" fmla="*/ 333 w 433"/>
              <a:gd name="T3" fmla="*/ 80 h 635"/>
              <a:gd name="T4" fmla="*/ 401 w 433"/>
              <a:gd name="T5" fmla="*/ 118 h 635"/>
              <a:gd name="T6" fmla="*/ 433 w 433"/>
              <a:gd name="T7" fmla="*/ 118 h 635"/>
              <a:gd name="T8" fmla="*/ 433 w 433"/>
              <a:gd name="T9" fmla="*/ 0 h 635"/>
              <a:gd name="T10" fmla="*/ 0 w 433"/>
              <a:gd name="T11" fmla="*/ 0 h 635"/>
              <a:gd name="T12" fmla="*/ 0 w 433"/>
              <a:gd name="T13" fmla="*/ 463 h 635"/>
              <a:gd name="T14" fmla="*/ 158 w 433"/>
              <a:gd name="T15" fmla="*/ 463 h 635"/>
              <a:gd name="T16" fmla="*/ 169 w 433"/>
              <a:gd name="T17" fmla="*/ 474 h 635"/>
              <a:gd name="T18" fmla="*/ 169 w 433"/>
              <a:gd name="T19" fmla="*/ 529 h 635"/>
              <a:gd name="T20" fmla="*/ 165 w 433"/>
              <a:gd name="T21" fmla="*/ 537 h 635"/>
              <a:gd name="T22" fmla="*/ 129 w 433"/>
              <a:gd name="T23" fmla="*/ 587 h 635"/>
              <a:gd name="T24" fmla="*/ 141 w 433"/>
              <a:gd name="T25" fmla="*/ 620 h 635"/>
              <a:gd name="T26" fmla="*/ 183 w 433"/>
              <a:gd name="T27" fmla="*/ 635 h 635"/>
              <a:gd name="T28" fmla="*/ 250 w 433"/>
              <a:gd name="T29" fmla="*/ 595 h 635"/>
              <a:gd name="T30" fmla="*/ 209 w 433"/>
              <a:gd name="T31" fmla="*/ 533 h 635"/>
              <a:gd name="T32" fmla="*/ 204 w 433"/>
              <a:gd name="T33" fmla="*/ 524 h 635"/>
              <a:gd name="T34" fmla="*/ 204 w 433"/>
              <a:gd name="T35" fmla="*/ 471 h 635"/>
              <a:gd name="T36" fmla="*/ 215 w 433"/>
              <a:gd name="T37" fmla="*/ 460 h 635"/>
              <a:gd name="T38" fmla="*/ 433 w 433"/>
              <a:gd name="T39" fmla="*/ 460 h 635"/>
              <a:gd name="T40" fmla="*/ 433 w 433"/>
              <a:gd name="T41" fmla="*/ 199 h 635"/>
              <a:gd name="T42" fmla="*/ 409 w 433"/>
              <a:gd name="T43" fmla="*/ 199 h 635"/>
              <a:gd name="T44" fmla="*/ 338 w 433"/>
              <a:gd name="T45" fmla="*/ 244 h 635"/>
              <a:gd name="T46" fmla="*/ 269 w 433"/>
              <a:gd name="T47" fmla="*/ 161 h 635"/>
              <a:gd name="T48" fmla="*/ 292 w 433"/>
              <a:gd name="T49" fmla="*/ 95 h 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33" h="635">
                <a:moveTo>
                  <a:pt x="292" y="95"/>
                </a:moveTo>
                <a:cubicBezTo>
                  <a:pt x="303" y="84"/>
                  <a:pt x="318" y="79"/>
                  <a:pt x="333" y="80"/>
                </a:cubicBezTo>
                <a:cubicBezTo>
                  <a:pt x="360" y="81"/>
                  <a:pt x="390" y="108"/>
                  <a:pt x="401" y="118"/>
                </a:cubicBezTo>
                <a:cubicBezTo>
                  <a:pt x="433" y="118"/>
                  <a:pt x="433" y="118"/>
                  <a:pt x="433" y="118"/>
                </a:cubicBezTo>
                <a:cubicBezTo>
                  <a:pt x="433" y="0"/>
                  <a:pt x="433" y="0"/>
                  <a:pt x="4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3"/>
                  <a:pt x="0" y="463"/>
                  <a:pt x="0" y="463"/>
                </a:cubicBezTo>
                <a:cubicBezTo>
                  <a:pt x="158" y="463"/>
                  <a:pt x="158" y="463"/>
                  <a:pt x="158" y="463"/>
                </a:cubicBezTo>
                <a:cubicBezTo>
                  <a:pt x="164" y="463"/>
                  <a:pt x="169" y="468"/>
                  <a:pt x="169" y="474"/>
                </a:cubicBezTo>
                <a:cubicBezTo>
                  <a:pt x="169" y="529"/>
                  <a:pt x="169" y="529"/>
                  <a:pt x="169" y="529"/>
                </a:cubicBezTo>
                <a:cubicBezTo>
                  <a:pt x="169" y="532"/>
                  <a:pt x="167" y="535"/>
                  <a:pt x="165" y="537"/>
                </a:cubicBezTo>
                <a:cubicBezTo>
                  <a:pt x="156" y="544"/>
                  <a:pt x="130" y="569"/>
                  <a:pt x="129" y="587"/>
                </a:cubicBezTo>
                <a:cubicBezTo>
                  <a:pt x="128" y="599"/>
                  <a:pt x="133" y="611"/>
                  <a:pt x="141" y="620"/>
                </a:cubicBezTo>
                <a:cubicBezTo>
                  <a:pt x="151" y="630"/>
                  <a:pt x="165" y="635"/>
                  <a:pt x="183" y="635"/>
                </a:cubicBezTo>
                <a:cubicBezTo>
                  <a:pt x="207" y="635"/>
                  <a:pt x="247" y="630"/>
                  <a:pt x="250" y="595"/>
                </a:cubicBezTo>
                <a:cubicBezTo>
                  <a:pt x="253" y="561"/>
                  <a:pt x="210" y="534"/>
                  <a:pt x="209" y="533"/>
                </a:cubicBezTo>
                <a:cubicBezTo>
                  <a:pt x="206" y="531"/>
                  <a:pt x="204" y="528"/>
                  <a:pt x="204" y="524"/>
                </a:cubicBezTo>
                <a:cubicBezTo>
                  <a:pt x="204" y="471"/>
                  <a:pt x="204" y="471"/>
                  <a:pt x="204" y="471"/>
                </a:cubicBezTo>
                <a:cubicBezTo>
                  <a:pt x="204" y="465"/>
                  <a:pt x="209" y="460"/>
                  <a:pt x="215" y="460"/>
                </a:cubicBezTo>
                <a:cubicBezTo>
                  <a:pt x="433" y="460"/>
                  <a:pt x="433" y="460"/>
                  <a:pt x="433" y="460"/>
                </a:cubicBezTo>
                <a:cubicBezTo>
                  <a:pt x="433" y="199"/>
                  <a:pt x="433" y="199"/>
                  <a:pt x="433" y="199"/>
                </a:cubicBezTo>
                <a:cubicBezTo>
                  <a:pt x="409" y="199"/>
                  <a:pt x="409" y="199"/>
                  <a:pt x="409" y="199"/>
                </a:cubicBezTo>
                <a:cubicBezTo>
                  <a:pt x="399" y="211"/>
                  <a:pt x="367" y="244"/>
                  <a:pt x="338" y="244"/>
                </a:cubicBezTo>
                <a:cubicBezTo>
                  <a:pt x="304" y="244"/>
                  <a:pt x="269" y="222"/>
                  <a:pt x="269" y="161"/>
                </a:cubicBezTo>
                <a:cubicBezTo>
                  <a:pt x="269" y="124"/>
                  <a:pt x="282" y="104"/>
                  <a:pt x="292" y="95"/>
                </a:cubicBezTo>
              </a:path>
            </a:pathLst>
          </a:custGeom>
          <a:solidFill>
            <a:srgbClr val="E3933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/>
        </p:nvSpPr>
        <p:spPr bwMode="auto">
          <a:xfrm>
            <a:off x="2052310" y="3562064"/>
            <a:ext cx="718104" cy="765218"/>
          </a:xfrm>
          <a:custGeom>
            <a:avLst/>
            <a:gdLst>
              <a:gd name="T0" fmla="*/ 435 w 435"/>
              <a:gd name="T1" fmla="*/ 0 h 463"/>
              <a:gd name="T2" fmla="*/ 2 w 435"/>
              <a:gd name="T3" fmla="*/ 0 h 463"/>
              <a:gd name="T4" fmla="*/ 2 w 435"/>
              <a:gd name="T5" fmla="*/ 113 h 463"/>
              <a:gd name="T6" fmla="*/ 31 w 435"/>
              <a:gd name="T7" fmla="*/ 113 h 463"/>
              <a:gd name="T8" fmla="*/ 104 w 435"/>
              <a:gd name="T9" fmla="*/ 70 h 463"/>
              <a:gd name="T10" fmla="*/ 166 w 435"/>
              <a:gd name="T11" fmla="*/ 155 h 463"/>
              <a:gd name="T12" fmla="*/ 145 w 435"/>
              <a:gd name="T13" fmla="*/ 219 h 463"/>
              <a:gd name="T14" fmla="*/ 100 w 435"/>
              <a:gd name="T15" fmla="*/ 234 h 463"/>
              <a:gd name="T16" fmla="*/ 34 w 435"/>
              <a:gd name="T17" fmla="*/ 193 h 463"/>
              <a:gd name="T18" fmla="*/ 0 w 435"/>
              <a:gd name="T19" fmla="*/ 193 h 463"/>
              <a:gd name="T20" fmla="*/ 0 w 435"/>
              <a:gd name="T21" fmla="*/ 442 h 463"/>
              <a:gd name="T22" fmla="*/ 9 w 435"/>
              <a:gd name="T23" fmla="*/ 463 h 463"/>
              <a:gd name="T24" fmla="*/ 435 w 435"/>
              <a:gd name="T25" fmla="*/ 463 h 463"/>
              <a:gd name="T26" fmla="*/ 435 w 435"/>
              <a:gd name="T27" fmla="*/ 0 h 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35" h="463">
                <a:moveTo>
                  <a:pt x="435" y="0"/>
                </a:moveTo>
                <a:cubicBezTo>
                  <a:pt x="2" y="0"/>
                  <a:pt x="2" y="0"/>
                  <a:pt x="2" y="0"/>
                </a:cubicBezTo>
                <a:cubicBezTo>
                  <a:pt x="2" y="113"/>
                  <a:pt x="2" y="113"/>
                  <a:pt x="2" y="113"/>
                </a:cubicBezTo>
                <a:cubicBezTo>
                  <a:pt x="31" y="113"/>
                  <a:pt x="31" y="113"/>
                  <a:pt x="31" y="113"/>
                </a:cubicBezTo>
                <a:cubicBezTo>
                  <a:pt x="39" y="99"/>
                  <a:pt x="61" y="69"/>
                  <a:pt x="104" y="70"/>
                </a:cubicBezTo>
                <a:cubicBezTo>
                  <a:pt x="166" y="72"/>
                  <a:pt x="166" y="134"/>
                  <a:pt x="166" y="155"/>
                </a:cubicBezTo>
                <a:cubicBezTo>
                  <a:pt x="166" y="184"/>
                  <a:pt x="159" y="205"/>
                  <a:pt x="145" y="219"/>
                </a:cubicBezTo>
                <a:cubicBezTo>
                  <a:pt x="134" y="229"/>
                  <a:pt x="119" y="235"/>
                  <a:pt x="100" y="234"/>
                </a:cubicBezTo>
                <a:cubicBezTo>
                  <a:pt x="62" y="233"/>
                  <a:pt x="42" y="210"/>
                  <a:pt x="34" y="193"/>
                </a:cubicBezTo>
                <a:cubicBezTo>
                  <a:pt x="0" y="193"/>
                  <a:pt x="0" y="193"/>
                  <a:pt x="0" y="193"/>
                </a:cubicBezTo>
                <a:cubicBezTo>
                  <a:pt x="0" y="442"/>
                  <a:pt x="0" y="442"/>
                  <a:pt x="0" y="442"/>
                </a:cubicBezTo>
                <a:cubicBezTo>
                  <a:pt x="3" y="449"/>
                  <a:pt x="6" y="456"/>
                  <a:pt x="9" y="463"/>
                </a:cubicBezTo>
                <a:cubicBezTo>
                  <a:pt x="435" y="463"/>
                  <a:pt x="435" y="463"/>
                  <a:pt x="435" y="463"/>
                </a:cubicBezTo>
                <a:lnTo>
                  <a:pt x="435" y="0"/>
                </a:ln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/>
        </p:nvSpPr>
        <p:spPr bwMode="auto">
          <a:xfrm>
            <a:off x="2055559" y="1986137"/>
            <a:ext cx="1839125" cy="1018667"/>
          </a:xfrm>
          <a:custGeom>
            <a:avLst/>
            <a:gdLst>
              <a:gd name="T0" fmla="*/ 0 w 1113"/>
              <a:gd name="T1" fmla="*/ 445 h 617"/>
              <a:gd name="T2" fmla="*/ 186 w 1113"/>
              <a:gd name="T3" fmla="*/ 445 h 617"/>
              <a:gd name="T4" fmla="*/ 197 w 1113"/>
              <a:gd name="T5" fmla="*/ 456 h 617"/>
              <a:gd name="T6" fmla="*/ 197 w 1113"/>
              <a:gd name="T7" fmla="*/ 512 h 617"/>
              <a:gd name="T8" fmla="*/ 192 w 1113"/>
              <a:gd name="T9" fmla="*/ 521 h 617"/>
              <a:gd name="T10" fmla="*/ 160 w 1113"/>
              <a:gd name="T11" fmla="*/ 566 h 617"/>
              <a:gd name="T12" fmla="*/ 213 w 1113"/>
              <a:gd name="T13" fmla="*/ 617 h 617"/>
              <a:gd name="T14" fmla="*/ 278 w 1113"/>
              <a:gd name="T15" fmla="*/ 572 h 617"/>
              <a:gd name="T16" fmla="*/ 240 w 1113"/>
              <a:gd name="T17" fmla="*/ 519 h 617"/>
              <a:gd name="T18" fmla="*/ 232 w 1113"/>
              <a:gd name="T19" fmla="*/ 508 h 617"/>
              <a:gd name="T20" fmla="*/ 234 w 1113"/>
              <a:gd name="T21" fmla="*/ 459 h 617"/>
              <a:gd name="T22" fmla="*/ 245 w 1113"/>
              <a:gd name="T23" fmla="*/ 448 h 617"/>
              <a:gd name="T24" fmla="*/ 646 w 1113"/>
              <a:gd name="T25" fmla="*/ 448 h 617"/>
              <a:gd name="T26" fmla="*/ 646 w 1113"/>
              <a:gd name="T27" fmla="*/ 413 h 617"/>
              <a:gd name="T28" fmla="*/ 605 w 1113"/>
              <a:gd name="T29" fmla="*/ 340 h 617"/>
              <a:gd name="T30" fmla="*/ 683 w 1113"/>
              <a:gd name="T31" fmla="*/ 279 h 617"/>
              <a:gd name="T32" fmla="*/ 767 w 1113"/>
              <a:gd name="T33" fmla="*/ 338 h 617"/>
              <a:gd name="T34" fmla="*/ 727 w 1113"/>
              <a:gd name="T35" fmla="*/ 414 h 617"/>
              <a:gd name="T36" fmla="*/ 727 w 1113"/>
              <a:gd name="T37" fmla="*/ 446 h 617"/>
              <a:gd name="T38" fmla="*/ 1113 w 1113"/>
              <a:gd name="T39" fmla="*/ 446 h 617"/>
              <a:gd name="T40" fmla="*/ 952 w 1113"/>
              <a:gd name="T41" fmla="*/ 204 h 617"/>
              <a:gd name="T42" fmla="*/ 460 w 1113"/>
              <a:gd name="T43" fmla="*/ 2 h 617"/>
              <a:gd name="T44" fmla="*/ 0 w 1113"/>
              <a:gd name="T45" fmla="*/ 148 h 617"/>
              <a:gd name="T46" fmla="*/ 0 w 1113"/>
              <a:gd name="T47" fmla="*/ 445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13" h="617">
                <a:moveTo>
                  <a:pt x="0" y="445"/>
                </a:moveTo>
                <a:cubicBezTo>
                  <a:pt x="186" y="445"/>
                  <a:pt x="186" y="445"/>
                  <a:pt x="186" y="445"/>
                </a:cubicBezTo>
                <a:cubicBezTo>
                  <a:pt x="192" y="445"/>
                  <a:pt x="197" y="450"/>
                  <a:pt x="197" y="456"/>
                </a:cubicBezTo>
                <a:cubicBezTo>
                  <a:pt x="197" y="512"/>
                  <a:pt x="197" y="512"/>
                  <a:pt x="197" y="512"/>
                </a:cubicBezTo>
                <a:cubicBezTo>
                  <a:pt x="197" y="515"/>
                  <a:pt x="195" y="519"/>
                  <a:pt x="192" y="521"/>
                </a:cubicBezTo>
                <a:cubicBezTo>
                  <a:pt x="183" y="527"/>
                  <a:pt x="160" y="546"/>
                  <a:pt x="160" y="566"/>
                </a:cubicBezTo>
                <a:cubicBezTo>
                  <a:pt x="160" y="591"/>
                  <a:pt x="179" y="617"/>
                  <a:pt x="213" y="617"/>
                </a:cubicBezTo>
                <a:cubicBezTo>
                  <a:pt x="249" y="617"/>
                  <a:pt x="278" y="597"/>
                  <a:pt x="278" y="572"/>
                </a:cubicBezTo>
                <a:cubicBezTo>
                  <a:pt x="280" y="534"/>
                  <a:pt x="240" y="519"/>
                  <a:pt x="240" y="519"/>
                </a:cubicBezTo>
                <a:cubicBezTo>
                  <a:pt x="235" y="517"/>
                  <a:pt x="232" y="513"/>
                  <a:pt x="232" y="508"/>
                </a:cubicBezTo>
                <a:cubicBezTo>
                  <a:pt x="234" y="459"/>
                  <a:pt x="234" y="459"/>
                  <a:pt x="234" y="459"/>
                </a:cubicBezTo>
                <a:cubicBezTo>
                  <a:pt x="234" y="453"/>
                  <a:pt x="239" y="448"/>
                  <a:pt x="245" y="448"/>
                </a:cubicBezTo>
                <a:cubicBezTo>
                  <a:pt x="646" y="448"/>
                  <a:pt x="646" y="448"/>
                  <a:pt x="646" y="448"/>
                </a:cubicBezTo>
                <a:cubicBezTo>
                  <a:pt x="646" y="413"/>
                  <a:pt x="646" y="413"/>
                  <a:pt x="646" y="413"/>
                </a:cubicBezTo>
                <a:cubicBezTo>
                  <a:pt x="633" y="404"/>
                  <a:pt x="605" y="380"/>
                  <a:pt x="605" y="340"/>
                </a:cubicBezTo>
                <a:cubicBezTo>
                  <a:pt x="605" y="298"/>
                  <a:pt x="645" y="279"/>
                  <a:pt x="683" y="279"/>
                </a:cubicBezTo>
                <a:cubicBezTo>
                  <a:pt x="722" y="279"/>
                  <a:pt x="767" y="295"/>
                  <a:pt x="767" y="338"/>
                </a:cubicBezTo>
                <a:cubicBezTo>
                  <a:pt x="767" y="378"/>
                  <a:pt x="739" y="404"/>
                  <a:pt x="727" y="414"/>
                </a:cubicBezTo>
                <a:cubicBezTo>
                  <a:pt x="727" y="446"/>
                  <a:pt x="727" y="446"/>
                  <a:pt x="727" y="446"/>
                </a:cubicBezTo>
                <a:cubicBezTo>
                  <a:pt x="1113" y="446"/>
                  <a:pt x="1113" y="446"/>
                  <a:pt x="1113" y="446"/>
                </a:cubicBezTo>
                <a:cubicBezTo>
                  <a:pt x="1078" y="356"/>
                  <a:pt x="1024" y="266"/>
                  <a:pt x="952" y="204"/>
                </a:cubicBezTo>
                <a:cubicBezTo>
                  <a:pt x="808" y="83"/>
                  <a:pt x="676" y="5"/>
                  <a:pt x="460" y="2"/>
                </a:cubicBezTo>
                <a:cubicBezTo>
                  <a:pt x="326" y="0"/>
                  <a:pt x="148" y="37"/>
                  <a:pt x="0" y="148"/>
                </a:cubicBezTo>
                <a:lnTo>
                  <a:pt x="0" y="445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/>
        </p:nvSpPr>
        <p:spPr bwMode="auto">
          <a:xfrm>
            <a:off x="2807781" y="2483285"/>
            <a:ext cx="986175" cy="1043037"/>
          </a:xfrm>
          <a:custGeom>
            <a:avLst/>
            <a:gdLst>
              <a:gd name="T0" fmla="*/ 433 w 597"/>
              <a:gd name="T1" fmla="*/ 422 h 631"/>
              <a:gd name="T2" fmla="*/ 444 w 597"/>
              <a:gd name="T3" fmla="*/ 411 h 631"/>
              <a:gd name="T4" fmla="*/ 492 w 597"/>
              <a:gd name="T5" fmla="*/ 411 h 631"/>
              <a:gd name="T6" fmla="*/ 501 w 597"/>
              <a:gd name="T7" fmla="*/ 416 h 631"/>
              <a:gd name="T8" fmla="*/ 556 w 597"/>
              <a:gd name="T9" fmla="*/ 451 h 631"/>
              <a:gd name="T10" fmla="*/ 597 w 597"/>
              <a:gd name="T11" fmla="*/ 389 h 631"/>
              <a:gd name="T12" fmla="*/ 557 w 597"/>
              <a:gd name="T13" fmla="*/ 335 h 631"/>
              <a:gd name="T14" fmla="*/ 499 w 597"/>
              <a:gd name="T15" fmla="*/ 374 h 631"/>
              <a:gd name="T16" fmla="*/ 490 w 597"/>
              <a:gd name="T17" fmla="*/ 378 h 631"/>
              <a:gd name="T18" fmla="*/ 441 w 597"/>
              <a:gd name="T19" fmla="*/ 378 h 631"/>
              <a:gd name="T20" fmla="*/ 430 w 597"/>
              <a:gd name="T21" fmla="*/ 367 h 631"/>
              <a:gd name="T22" fmla="*/ 430 w 597"/>
              <a:gd name="T23" fmla="*/ 167 h 631"/>
              <a:gd name="T24" fmla="*/ 261 w 597"/>
              <a:gd name="T25" fmla="*/ 167 h 631"/>
              <a:gd name="T26" fmla="*/ 250 w 597"/>
              <a:gd name="T27" fmla="*/ 156 h 631"/>
              <a:gd name="T28" fmla="*/ 250 w 597"/>
              <a:gd name="T29" fmla="*/ 107 h 631"/>
              <a:gd name="T30" fmla="*/ 255 w 597"/>
              <a:gd name="T31" fmla="*/ 98 h 631"/>
              <a:gd name="T32" fmla="*/ 290 w 597"/>
              <a:gd name="T33" fmla="*/ 37 h 631"/>
              <a:gd name="T34" fmla="*/ 228 w 597"/>
              <a:gd name="T35" fmla="*/ 0 h 631"/>
              <a:gd name="T36" fmla="*/ 172 w 597"/>
              <a:gd name="T37" fmla="*/ 39 h 631"/>
              <a:gd name="T38" fmla="*/ 207 w 597"/>
              <a:gd name="T39" fmla="*/ 96 h 631"/>
              <a:gd name="T40" fmla="*/ 213 w 597"/>
              <a:gd name="T41" fmla="*/ 105 h 631"/>
              <a:gd name="T42" fmla="*/ 213 w 597"/>
              <a:gd name="T43" fmla="*/ 158 h 631"/>
              <a:gd name="T44" fmla="*/ 202 w 597"/>
              <a:gd name="T45" fmla="*/ 169 h 631"/>
              <a:gd name="T46" fmla="*/ 0 w 597"/>
              <a:gd name="T47" fmla="*/ 169 h 631"/>
              <a:gd name="T48" fmla="*/ 0 w 597"/>
              <a:gd name="T49" fmla="*/ 631 h 631"/>
              <a:gd name="T50" fmla="*/ 433 w 597"/>
              <a:gd name="T51" fmla="*/ 631 h 631"/>
              <a:gd name="T52" fmla="*/ 433 w 597"/>
              <a:gd name="T53" fmla="*/ 422 h 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97" h="631">
                <a:moveTo>
                  <a:pt x="433" y="422"/>
                </a:moveTo>
                <a:cubicBezTo>
                  <a:pt x="433" y="416"/>
                  <a:pt x="438" y="411"/>
                  <a:pt x="444" y="411"/>
                </a:cubicBezTo>
                <a:cubicBezTo>
                  <a:pt x="492" y="411"/>
                  <a:pt x="492" y="411"/>
                  <a:pt x="492" y="411"/>
                </a:cubicBezTo>
                <a:cubicBezTo>
                  <a:pt x="495" y="411"/>
                  <a:pt x="499" y="413"/>
                  <a:pt x="501" y="416"/>
                </a:cubicBezTo>
                <a:cubicBezTo>
                  <a:pt x="508" y="425"/>
                  <a:pt x="533" y="451"/>
                  <a:pt x="556" y="451"/>
                </a:cubicBezTo>
                <a:cubicBezTo>
                  <a:pt x="586" y="451"/>
                  <a:pt x="597" y="419"/>
                  <a:pt x="597" y="389"/>
                </a:cubicBezTo>
                <a:cubicBezTo>
                  <a:pt x="597" y="356"/>
                  <a:pt x="582" y="336"/>
                  <a:pt x="557" y="335"/>
                </a:cubicBezTo>
                <a:cubicBezTo>
                  <a:pt x="540" y="334"/>
                  <a:pt x="512" y="358"/>
                  <a:pt x="499" y="374"/>
                </a:cubicBezTo>
                <a:cubicBezTo>
                  <a:pt x="497" y="376"/>
                  <a:pt x="494" y="378"/>
                  <a:pt x="490" y="378"/>
                </a:cubicBezTo>
                <a:cubicBezTo>
                  <a:pt x="441" y="378"/>
                  <a:pt x="441" y="378"/>
                  <a:pt x="441" y="378"/>
                </a:cubicBezTo>
                <a:cubicBezTo>
                  <a:pt x="435" y="378"/>
                  <a:pt x="430" y="373"/>
                  <a:pt x="430" y="367"/>
                </a:cubicBezTo>
                <a:cubicBezTo>
                  <a:pt x="430" y="167"/>
                  <a:pt x="430" y="167"/>
                  <a:pt x="430" y="167"/>
                </a:cubicBezTo>
                <a:cubicBezTo>
                  <a:pt x="261" y="167"/>
                  <a:pt x="261" y="167"/>
                  <a:pt x="261" y="167"/>
                </a:cubicBezTo>
                <a:cubicBezTo>
                  <a:pt x="255" y="167"/>
                  <a:pt x="250" y="163"/>
                  <a:pt x="250" y="156"/>
                </a:cubicBezTo>
                <a:cubicBezTo>
                  <a:pt x="250" y="107"/>
                  <a:pt x="250" y="107"/>
                  <a:pt x="250" y="107"/>
                </a:cubicBezTo>
                <a:cubicBezTo>
                  <a:pt x="250" y="103"/>
                  <a:pt x="252" y="100"/>
                  <a:pt x="255" y="98"/>
                </a:cubicBezTo>
                <a:cubicBezTo>
                  <a:pt x="255" y="98"/>
                  <a:pt x="290" y="75"/>
                  <a:pt x="290" y="37"/>
                </a:cubicBezTo>
                <a:cubicBezTo>
                  <a:pt x="290" y="2"/>
                  <a:pt x="238" y="0"/>
                  <a:pt x="228" y="0"/>
                </a:cubicBezTo>
                <a:cubicBezTo>
                  <a:pt x="207" y="0"/>
                  <a:pt x="172" y="8"/>
                  <a:pt x="172" y="39"/>
                </a:cubicBezTo>
                <a:cubicBezTo>
                  <a:pt x="172" y="76"/>
                  <a:pt x="206" y="95"/>
                  <a:pt x="207" y="96"/>
                </a:cubicBezTo>
                <a:cubicBezTo>
                  <a:pt x="211" y="98"/>
                  <a:pt x="213" y="101"/>
                  <a:pt x="213" y="105"/>
                </a:cubicBezTo>
                <a:cubicBezTo>
                  <a:pt x="213" y="158"/>
                  <a:pt x="213" y="158"/>
                  <a:pt x="213" y="158"/>
                </a:cubicBezTo>
                <a:cubicBezTo>
                  <a:pt x="213" y="164"/>
                  <a:pt x="208" y="169"/>
                  <a:pt x="202" y="169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631"/>
                  <a:pt x="0" y="631"/>
                  <a:pt x="0" y="631"/>
                </a:cubicBezTo>
                <a:cubicBezTo>
                  <a:pt x="433" y="631"/>
                  <a:pt x="433" y="631"/>
                  <a:pt x="433" y="631"/>
                </a:cubicBezTo>
                <a:lnTo>
                  <a:pt x="433" y="422"/>
                </a:lnTo>
                <a:close/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/>
        </p:nvSpPr>
        <p:spPr bwMode="auto">
          <a:xfrm>
            <a:off x="3288683" y="2762727"/>
            <a:ext cx="692109" cy="1496319"/>
          </a:xfrm>
          <a:custGeom>
            <a:avLst/>
            <a:gdLst>
              <a:gd name="T0" fmla="*/ 161 w 419"/>
              <a:gd name="T1" fmla="*/ 0 h 906"/>
              <a:gd name="T2" fmla="*/ 161 w 419"/>
              <a:gd name="T3" fmla="*/ 187 h 906"/>
              <a:gd name="T4" fmla="*/ 194 w 419"/>
              <a:gd name="T5" fmla="*/ 187 h 906"/>
              <a:gd name="T6" fmla="*/ 267 w 419"/>
              <a:gd name="T7" fmla="*/ 144 h 906"/>
              <a:gd name="T8" fmla="*/ 328 w 419"/>
              <a:gd name="T9" fmla="*/ 220 h 906"/>
              <a:gd name="T10" fmla="*/ 265 w 419"/>
              <a:gd name="T11" fmla="*/ 304 h 906"/>
              <a:gd name="T12" fmla="*/ 196 w 419"/>
              <a:gd name="T13" fmla="*/ 264 h 906"/>
              <a:gd name="T14" fmla="*/ 164 w 419"/>
              <a:gd name="T15" fmla="*/ 264 h 906"/>
              <a:gd name="T16" fmla="*/ 164 w 419"/>
              <a:gd name="T17" fmla="*/ 613 h 906"/>
              <a:gd name="T18" fmla="*/ 153 w 419"/>
              <a:gd name="T19" fmla="*/ 624 h 906"/>
              <a:gd name="T20" fmla="*/ 105 w 419"/>
              <a:gd name="T21" fmla="*/ 624 h 906"/>
              <a:gd name="T22" fmla="*/ 98 w 419"/>
              <a:gd name="T23" fmla="*/ 621 h 906"/>
              <a:gd name="T24" fmla="*/ 41 w 419"/>
              <a:gd name="T25" fmla="*/ 586 h 906"/>
              <a:gd name="T26" fmla="*/ 16 w 419"/>
              <a:gd name="T27" fmla="*/ 595 h 906"/>
              <a:gd name="T28" fmla="*/ 0 w 419"/>
              <a:gd name="T29" fmla="*/ 645 h 906"/>
              <a:gd name="T30" fmla="*/ 47 w 419"/>
              <a:gd name="T31" fmla="*/ 705 h 906"/>
              <a:gd name="T32" fmla="*/ 105 w 419"/>
              <a:gd name="T33" fmla="*/ 665 h 906"/>
              <a:gd name="T34" fmla="*/ 113 w 419"/>
              <a:gd name="T35" fmla="*/ 661 h 906"/>
              <a:gd name="T36" fmla="*/ 153 w 419"/>
              <a:gd name="T37" fmla="*/ 661 h 906"/>
              <a:gd name="T38" fmla="*/ 164 w 419"/>
              <a:gd name="T39" fmla="*/ 672 h 906"/>
              <a:gd name="T40" fmla="*/ 164 w 419"/>
              <a:gd name="T41" fmla="*/ 906 h 906"/>
              <a:gd name="T42" fmla="*/ 319 w 419"/>
              <a:gd name="T43" fmla="*/ 573 h 906"/>
              <a:gd name="T44" fmla="*/ 419 w 419"/>
              <a:gd name="T45" fmla="*/ 210 h 906"/>
              <a:gd name="T46" fmla="*/ 376 w 419"/>
              <a:gd name="T47" fmla="*/ 0 h 906"/>
              <a:gd name="T48" fmla="*/ 161 w 419"/>
              <a:gd name="T49" fmla="*/ 0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9" h="906">
                <a:moveTo>
                  <a:pt x="161" y="0"/>
                </a:moveTo>
                <a:cubicBezTo>
                  <a:pt x="161" y="187"/>
                  <a:pt x="161" y="187"/>
                  <a:pt x="161" y="187"/>
                </a:cubicBezTo>
                <a:cubicBezTo>
                  <a:pt x="194" y="187"/>
                  <a:pt x="194" y="187"/>
                  <a:pt x="194" y="187"/>
                </a:cubicBezTo>
                <a:cubicBezTo>
                  <a:pt x="205" y="175"/>
                  <a:pt x="238" y="142"/>
                  <a:pt x="267" y="144"/>
                </a:cubicBezTo>
                <a:cubicBezTo>
                  <a:pt x="296" y="145"/>
                  <a:pt x="328" y="166"/>
                  <a:pt x="328" y="220"/>
                </a:cubicBezTo>
                <a:cubicBezTo>
                  <a:pt x="328" y="271"/>
                  <a:pt x="303" y="304"/>
                  <a:pt x="265" y="304"/>
                </a:cubicBezTo>
                <a:cubicBezTo>
                  <a:pt x="233" y="304"/>
                  <a:pt x="205" y="276"/>
                  <a:pt x="196" y="264"/>
                </a:cubicBezTo>
                <a:cubicBezTo>
                  <a:pt x="164" y="264"/>
                  <a:pt x="164" y="264"/>
                  <a:pt x="164" y="264"/>
                </a:cubicBezTo>
                <a:cubicBezTo>
                  <a:pt x="164" y="613"/>
                  <a:pt x="164" y="613"/>
                  <a:pt x="164" y="613"/>
                </a:cubicBezTo>
                <a:cubicBezTo>
                  <a:pt x="164" y="619"/>
                  <a:pt x="159" y="624"/>
                  <a:pt x="153" y="624"/>
                </a:cubicBezTo>
                <a:cubicBezTo>
                  <a:pt x="105" y="624"/>
                  <a:pt x="105" y="624"/>
                  <a:pt x="105" y="624"/>
                </a:cubicBezTo>
                <a:cubicBezTo>
                  <a:pt x="102" y="624"/>
                  <a:pt x="100" y="623"/>
                  <a:pt x="98" y="621"/>
                </a:cubicBezTo>
                <a:cubicBezTo>
                  <a:pt x="88" y="611"/>
                  <a:pt x="60" y="587"/>
                  <a:pt x="41" y="586"/>
                </a:cubicBezTo>
                <a:cubicBezTo>
                  <a:pt x="32" y="585"/>
                  <a:pt x="23" y="588"/>
                  <a:pt x="16" y="595"/>
                </a:cubicBezTo>
                <a:cubicBezTo>
                  <a:pt x="6" y="605"/>
                  <a:pt x="0" y="622"/>
                  <a:pt x="0" y="645"/>
                </a:cubicBezTo>
                <a:cubicBezTo>
                  <a:pt x="0" y="683"/>
                  <a:pt x="17" y="705"/>
                  <a:pt x="47" y="705"/>
                </a:cubicBezTo>
                <a:cubicBezTo>
                  <a:pt x="67" y="705"/>
                  <a:pt x="96" y="675"/>
                  <a:pt x="105" y="665"/>
                </a:cubicBezTo>
                <a:cubicBezTo>
                  <a:pt x="107" y="662"/>
                  <a:pt x="110" y="661"/>
                  <a:pt x="113" y="661"/>
                </a:cubicBezTo>
                <a:cubicBezTo>
                  <a:pt x="153" y="661"/>
                  <a:pt x="153" y="661"/>
                  <a:pt x="153" y="661"/>
                </a:cubicBezTo>
                <a:cubicBezTo>
                  <a:pt x="159" y="661"/>
                  <a:pt x="164" y="666"/>
                  <a:pt x="164" y="672"/>
                </a:cubicBezTo>
                <a:cubicBezTo>
                  <a:pt x="164" y="906"/>
                  <a:pt x="164" y="906"/>
                  <a:pt x="164" y="906"/>
                </a:cubicBezTo>
                <a:cubicBezTo>
                  <a:pt x="208" y="809"/>
                  <a:pt x="271" y="670"/>
                  <a:pt x="319" y="573"/>
                </a:cubicBezTo>
                <a:cubicBezTo>
                  <a:pt x="394" y="422"/>
                  <a:pt x="419" y="330"/>
                  <a:pt x="419" y="210"/>
                </a:cubicBezTo>
                <a:cubicBezTo>
                  <a:pt x="419" y="157"/>
                  <a:pt x="405" y="80"/>
                  <a:pt x="376" y="0"/>
                </a:cubicBezTo>
                <a:lnTo>
                  <a:pt x="161" y="0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0"/>
          <p:cNvSpPr/>
          <p:nvPr/>
        </p:nvSpPr>
        <p:spPr bwMode="auto">
          <a:xfrm>
            <a:off x="2081554" y="4358152"/>
            <a:ext cx="1432958" cy="593003"/>
          </a:xfrm>
          <a:custGeom>
            <a:avLst/>
            <a:gdLst>
              <a:gd name="T0" fmla="*/ 665 w 867"/>
              <a:gd name="T1" fmla="*/ 0 h 359"/>
              <a:gd name="T2" fmla="*/ 665 w 867"/>
              <a:gd name="T3" fmla="*/ 36 h 359"/>
              <a:gd name="T4" fmla="*/ 711 w 867"/>
              <a:gd name="T5" fmla="*/ 114 h 359"/>
              <a:gd name="T6" fmla="*/ 622 w 867"/>
              <a:gd name="T7" fmla="*/ 175 h 359"/>
              <a:gd name="T8" fmla="*/ 564 w 867"/>
              <a:gd name="T9" fmla="*/ 153 h 359"/>
              <a:gd name="T10" fmla="*/ 546 w 867"/>
              <a:gd name="T11" fmla="*/ 103 h 359"/>
              <a:gd name="T12" fmla="*/ 586 w 867"/>
              <a:gd name="T13" fmla="*/ 41 h 359"/>
              <a:gd name="T14" fmla="*/ 586 w 867"/>
              <a:gd name="T15" fmla="*/ 4 h 359"/>
              <a:gd name="T16" fmla="*/ 0 w 867"/>
              <a:gd name="T17" fmla="*/ 4 h 359"/>
              <a:gd name="T18" fmla="*/ 25 w 867"/>
              <a:gd name="T19" fmla="*/ 104 h 359"/>
              <a:gd name="T20" fmla="*/ 167 w 867"/>
              <a:gd name="T21" fmla="*/ 359 h 359"/>
              <a:gd name="T22" fmla="*/ 700 w 867"/>
              <a:gd name="T23" fmla="*/ 359 h 359"/>
              <a:gd name="T24" fmla="*/ 821 w 867"/>
              <a:gd name="T25" fmla="*/ 241 h 359"/>
              <a:gd name="T26" fmla="*/ 845 w 867"/>
              <a:gd name="T27" fmla="*/ 51 h 359"/>
              <a:gd name="T28" fmla="*/ 867 w 867"/>
              <a:gd name="T29" fmla="*/ 0 h 359"/>
              <a:gd name="T30" fmla="*/ 665 w 867"/>
              <a:gd name="T31" fmla="*/ 0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67" h="359">
                <a:moveTo>
                  <a:pt x="665" y="0"/>
                </a:moveTo>
                <a:cubicBezTo>
                  <a:pt x="665" y="36"/>
                  <a:pt x="665" y="36"/>
                  <a:pt x="665" y="36"/>
                </a:cubicBezTo>
                <a:cubicBezTo>
                  <a:pt x="679" y="46"/>
                  <a:pt x="714" y="75"/>
                  <a:pt x="711" y="114"/>
                </a:cubicBezTo>
                <a:cubicBezTo>
                  <a:pt x="708" y="153"/>
                  <a:pt x="675" y="175"/>
                  <a:pt x="622" y="175"/>
                </a:cubicBezTo>
                <a:cubicBezTo>
                  <a:pt x="592" y="175"/>
                  <a:pt x="574" y="163"/>
                  <a:pt x="564" y="153"/>
                </a:cubicBezTo>
                <a:cubicBezTo>
                  <a:pt x="551" y="140"/>
                  <a:pt x="545" y="121"/>
                  <a:pt x="546" y="103"/>
                </a:cubicBezTo>
                <a:cubicBezTo>
                  <a:pt x="547" y="77"/>
                  <a:pt x="575" y="51"/>
                  <a:pt x="586" y="41"/>
                </a:cubicBezTo>
                <a:cubicBezTo>
                  <a:pt x="586" y="4"/>
                  <a:pt x="586" y="4"/>
                  <a:pt x="586" y="4"/>
                </a:cubicBezTo>
                <a:cubicBezTo>
                  <a:pt x="0" y="4"/>
                  <a:pt x="0" y="4"/>
                  <a:pt x="0" y="4"/>
                </a:cubicBezTo>
                <a:cubicBezTo>
                  <a:pt x="16" y="45"/>
                  <a:pt x="26" y="81"/>
                  <a:pt x="25" y="104"/>
                </a:cubicBezTo>
                <a:cubicBezTo>
                  <a:pt x="17" y="303"/>
                  <a:pt x="125" y="359"/>
                  <a:pt x="167" y="359"/>
                </a:cubicBezTo>
                <a:cubicBezTo>
                  <a:pt x="700" y="359"/>
                  <a:pt x="700" y="359"/>
                  <a:pt x="700" y="359"/>
                </a:cubicBezTo>
                <a:cubicBezTo>
                  <a:pt x="749" y="359"/>
                  <a:pt x="799" y="291"/>
                  <a:pt x="821" y="241"/>
                </a:cubicBezTo>
                <a:cubicBezTo>
                  <a:pt x="843" y="190"/>
                  <a:pt x="829" y="88"/>
                  <a:pt x="845" y="51"/>
                </a:cubicBezTo>
                <a:cubicBezTo>
                  <a:pt x="848" y="43"/>
                  <a:pt x="856" y="25"/>
                  <a:pt x="867" y="0"/>
                </a:cubicBezTo>
                <a:lnTo>
                  <a:pt x="665" y="0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11"/>
          <p:cNvSpPr/>
          <p:nvPr/>
        </p:nvSpPr>
        <p:spPr bwMode="auto">
          <a:xfrm>
            <a:off x="1464179" y="2260706"/>
            <a:ext cx="825332" cy="1951226"/>
          </a:xfrm>
          <a:custGeom>
            <a:avLst/>
            <a:gdLst>
              <a:gd name="T0" fmla="*/ 334 w 500"/>
              <a:gd name="T1" fmla="*/ 970 h 1181"/>
              <a:gd name="T2" fmla="*/ 345 w 500"/>
              <a:gd name="T3" fmla="*/ 959 h 1181"/>
              <a:gd name="T4" fmla="*/ 398 w 500"/>
              <a:gd name="T5" fmla="*/ 959 h 1181"/>
              <a:gd name="T6" fmla="*/ 408 w 500"/>
              <a:gd name="T7" fmla="*/ 967 h 1181"/>
              <a:gd name="T8" fmla="*/ 457 w 500"/>
              <a:gd name="T9" fmla="*/ 1000 h 1181"/>
              <a:gd name="T10" fmla="*/ 486 w 500"/>
              <a:gd name="T11" fmla="*/ 991 h 1181"/>
              <a:gd name="T12" fmla="*/ 500 w 500"/>
              <a:gd name="T13" fmla="*/ 943 h 1181"/>
              <a:gd name="T14" fmla="*/ 459 w 500"/>
              <a:gd name="T15" fmla="*/ 880 h 1181"/>
              <a:gd name="T16" fmla="*/ 405 w 500"/>
              <a:gd name="T17" fmla="*/ 916 h 1181"/>
              <a:gd name="T18" fmla="*/ 394 w 500"/>
              <a:gd name="T19" fmla="*/ 923 h 1181"/>
              <a:gd name="T20" fmla="*/ 347 w 500"/>
              <a:gd name="T21" fmla="*/ 923 h 1181"/>
              <a:gd name="T22" fmla="*/ 336 w 500"/>
              <a:gd name="T23" fmla="*/ 912 h 1181"/>
              <a:gd name="T24" fmla="*/ 336 w 500"/>
              <a:gd name="T25" fmla="*/ 783 h 1181"/>
              <a:gd name="T26" fmla="*/ 334 w 500"/>
              <a:gd name="T27" fmla="*/ 777 h 1181"/>
              <a:gd name="T28" fmla="*/ 336 w 500"/>
              <a:gd name="T29" fmla="*/ 771 h 1181"/>
              <a:gd name="T30" fmla="*/ 336 w 500"/>
              <a:gd name="T31" fmla="*/ 0 h 1181"/>
              <a:gd name="T32" fmla="*/ 133 w 500"/>
              <a:gd name="T33" fmla="*/ 280 h 1181"/>
              <a:gd name="T34" fmla="*/ 221 w 500"/>
              <a:gd name="T35" fmla="*/ 958 h 1181"/>
              <a:gd name="T36" fmla="*/ 334 w 500"/>
              <a:gd name="T37" fmla="*/ 1181 h 1181"/>
              <a:gd name="T38" fmla="*/ 334 w 500"/>
              <a:gd name="T39" fmla="*/ 97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00" h="1181">
                <a:moveTo>
                  <a:pt x="334" y="970"/>
                </a:moveTo>
                <a:cubicBezTo>
                  <a:pt x="334" y="963"/>
                  <a:pt x="339" y="959"/>
                  <a:pt x="345" y="959"/>
                </a:cubicBezTo>
                <a:cubicBezTo>
                  <a:pt x="398" y="959"/>
                  <a:pt x="398" y="959"/>
                  <a:pt x="398" y="959"/>
                </a:cubicBezTo>
                <a:cubicBezTo>
                  <a:pt x="403" y="959"/>
                  <a:pt x="407" y="962"/>
                  <a:pt x="408" y="967"/>
                </a:cubicBezTo>
                <a:cubicBezTo>
                  <a:pt x="409" y="968"/>
                  <a:pt x="418" y="999"/>
                  <a:pt x="457" y="1000"/>
                </a:cubicBezTo>
                <a:cubicBezTo>
                  <a:pt x="470" y="1000"/>
                  <a:pt x="479" y="997"/>
                  <a:pt x="486" y="991"/>
                </a:cubicBezTo>
                <a:cubicBezTo>
                  <a:pt x="495" y="982"/>
                  <a:pt x="500" y="966"/>
                  <a:pt x="500" y="943"/>
                </a:cubicBezTo>
                <a:cubicBezTo>
                  <a:pt x="500" y="906"/>
                  <a:pt x="493" y="881"/>
                  <a:pt x="459" y="880"/>
                </a:cubicBezTo>
                <a:cubicBezTo>
                  <a:pt x="420" y="879"/>
                  <a:pt x="405" y="915"/>
                  <a:pt x="405" y="916"/>
                </a:cubicBezTo>
                <a:cubicBezTo>
                  <a:pt x="403" y="921"/>
                  <a:pt x="399" y="923"/>
                  <a:pt x="394" y="923"/>
                </a:cubicBezTo>
                <a:cubicBezTo>
                  <a:pt x="347" y="923"/>
                  <a:pt x="347" y="923"/>
                  <a:pt x="347" y="923"/>
                </a:cubicBezTo>
                <a:cubicBezTo>
                  <a:pt x="341" y="923"/>
                  <a:pt x="336" y="918"/>
                  <a:pt x="336" y="912"/>
                </a:cubicBezTo>
                <a:cubicBezTo>
                  <a:pt x="336" y="783"/>
                  <a:pt x="336" y="783"/>
                  <a:pt x="336" y="783"/>
                </a:cubicBezTo>
                <a:cubicBezTo>
                  <a:pt x="335" y="781"/>
                  <a:pt x="334" y="779"/>
                  <a:pt x="334" y="777"/>
                </a:cubicBezTo>
                <a:cubicBezTo>
                  <a:pt x="334" y="775"/>
                  <a:pt x="335" y="773"/>
                  <a:pt x="336" y="771"/>
                </a:cubicBezTo>
                <a:cubicBezTo>
                  <a:pt x="336" y="0"/>
                  <a:pt x="336" y="0"/>
                  <a:pt x="336" y="0"/>
                </a:cubicBezTo>
                <a:cubicBezTo>
                  <a:pt x="253" y="67"/>
                  <a:pt x="182" y="158"/>
                  <a:pt x="133" y="280"/>
                </a:cubicBezTo>
                <a:cubicBezTo>
                  <a:pt x="0" y="618"/>
                  <a:pt x="191" y="898"/>
                  <a:pt x="221" y="958"/>
                </a:cubicBezTo>
                <a:cubicBezTo>
                  <a:pt x="237" y="991"/>
                  <a:pt x="290" y="1087"/>
                  <a:pt x="334" y="1181"/>
                </a:cubicBezTo>
                <a:lnTo>
                  <a:pt x="334" y="970"/>
                </a:lnTo>
                <a:close/>
              </a:path>
            </a:pathLst>
          </a:custGeom>
          <a:solidFill>
            <a:srgbClr val="59AC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12"/>
          <p:cNvSpPr/>
          <p:nvPr/>
        </p:nvSpPr>
        <p:spPr bwMode="auto">
          <a:xfrm>
            <a:off x="2053934" y="2757854"/>
            <a:ext cx="714854" cy="768468"/>
          </a:xfrm>
          <a:custGeom>
            <a:avLst/>
            <a:gdLst>
              <a:gd name="T0" fmla="*/ 433 w 433"/>
              <a:gd name="T1" fmla="*/ 3 h 465"/>
              <a:gd name="T2" fmla="*/ 256 w 433"/>
              <a:gd name="T3" fmla="*/ 3 h 465"/>
              <a:gd name="T4" fmla="*/ 255 w 433"/>
              <a:gd name="T5" fmla="*/ 34 h 465"/>
              <a:gd name="T6" fmla="*/ 301 w 433"/>
              <a:gd name="T7" fmla="*/ 105 h 465"/>
              <a:gd name="T8" fmla="*/ 213 w 433"/>
              <a:gd name="T9" fmla="*/ 172 h 465"/>
              <a:gd name="T10" fmla="*/ 138 w 433"/>
              <a:gd name="T11" fmla="*/ 99 h 465"/>
              <a:gd name="T12" fmla="*/ 175 w 433"/>
              <a:gd name="T13" fmla="*/ 39 h 465"/>
              <a:gd name="T14" fmla="*/ 175 w 433"/>
              <a:gd name="T15" fmla="*/ 0 h 465"/>
              <a:gd name="T16" fmla="*/ 0 w 433"/>
              <a:gd name="T17" fmla="*/ 0 h 465"/>
              <a:gd name="T18" fmla="*/ 0 w 433"/>
              <a:gd name="T19" fmla="*/ 465 h 465"/>
              <a:gd name="T20" fmla="*/ 433 w 433"/>
              <a:gd name="T21" fmla="*/ 465 h 465"/>
              <a:gd name="T22" fmla="*/ 433 w 433"/>
              <a:gd name="T23" fmla="*/ 3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33" h="465">
                <a:moveTo>
                  <a:pt x="433" y="3"/>
                </a:moveTo>
                <a:cubicBezTo>
                  <a:pt x="256" y="3"/>
                  <a:pt x="256" y="3"/>
                  <a:pt x="256" y="3"/>
                </a:cubicBezTo>
                <a:cubicBezTo>
                  <a:pt x="255" y="34"/>
                  <a:pt x="255" y="34"/>
                  <a:pt x="255" y="34"/>
                </a:cubicBezTo>
                <a:cubicBezTo>
                  <a:pt x="270" y="42"/>
                  <a:pt x="302" y="63"/>
                  <a:pt x="301" y="105"/>
                </a:cubicBezTo>
                <a:cubicBezTo>
                  <a:pt x="299" y="143"/>
                  <a:pt x="261" y="172"/>
                  <a:pt x="213" y="172"/>
                </a:cubicBezTo>
                <a:cubicBezTo>
                  <a:pt x="165" y="172"/>
                  <a:pt x="138" y="134"/>
                  <a:pt x="138" y="99"/>
                </a:cubicBezTo>
                <a:cubicBezTo>
                  <a:pt x="138" y="70"/>
                  <a:pt x="164" y="47"/>
                  <a:pt x="175" y="39"/>
                </a:cubicBezTo>
                <a:cubicBezTo>
                  <a:pt x="175" y="0"/>
                  <a:pt x="175" y="0"/>
                  <a:pt x="1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5"/>
                  <a:pt x="0" y="465"/>
                  <a:pt x="0" y="465"/>
                </a:cubicBezTo>
                <a:cubicBezTo>
                  <a:pt x="433" y="465"/>
                  <a:pt x="433" y="465"/>
                  <a:pt x="433" y="465"/>
                </a:cubicBezTo>
                <a:lnTo>
                  <a:pt x="433" y="3"/>
                </a:lnTo>
                <a:close/>
              </a:path>
            </a:pathLst>
          </a:custGeom>
          <a:solidFill>
            <a:srgbClr val="EEB96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Freeform 13"/>
          <p:cNvSpPr/>
          <p:nvPr/>
        </p:nvSpPr>
        <p:spPr bwMode="auto">
          <a:xfrm>
            <a:off x="2260267" y="4951157"/>
            <a:ext cx="1059285" cy="973176"/>
          </a:xfrm>
          <a:custGeom>
            <a:avLst/>
            <a:gdLst>
              <a:gd name="T0" fmla="*/ 6 w 641"/>
              <a:gd name="T1" fmla="*/ 0 h 589"/>
              <a:gd name="T2" fmla="*/ 627 w 641"/>
              <a:gd name="T3" fmla="*/ 0 h 589"/>
              <a:gd name="T4" fmla="*/ 627 w 641"/>
              <a:gd name="T5" fmla="*/ 51 h 589"/>
              <a:gd name="T6" fmla="*/ 641 w 641"/>
              <a:gd name="T7" fmla="*/ 81 h 589"/>
              <a:gd name="T8" fmla="*/ 611 w 641"/>
              <a:gd name="T9" fmla="*/ 129 h 589"/>
              <a:gd name="T10" fmla="*/ 637 w 641"/>
              <a:gd name="T11" fmla="*/ 170 h 589"/>
              <a:gd name="T12" fmla="*/ 611 w 641"/>
              <a:gd name="T13" fmla="*/ 224 h 589"/>
              <a:gd name="T14" fmla="*/ 635 w 641"/>
              <a:gd name="T15" fmla="*/ 261 h 589"/>
              <a:gd name="T16" fmla="*/ 611 w 641"/>
              <a:gd name="T17" fmla="*/ 305 h 589"/>
              <a:gd name="T18" fmla="*/ 635 w 641"/>
              <a:gd name="T19" fmla="*/ 347 h 589"/>
              <a:gd name="T20" fmla="*/ 610 w 641"/>
              <a:gd name="T21" fmla="*/ 393 h 589"/>
              <a:gd name="T22" fmla="*/ 626 w 641"/>
              <a:gd name="T23" fmla="*/ 423 h 589"/>
              <a:gd name="T24" fmla="*/ 575 w 641"/>
              <a:gd name="T25" fmla="*/ 495 h 589"/>
              <a:gd name="T26" fmla="*/ 466 w 641"/>
              <a:gd name="T27" fmla="*/ 589 h 589"/>
              <a:gd name="T28" fmla="*/ 173 w 641"/>
              <a:gd name="T29" fmla="*/ 589 h 589"/>
              <a:gd name="T30" fmla="*/ 38 w 641"/>
              <a:gd name="T31" fmla="*/ 475 h 589"/>
              <a:gd name="T32" fmla="*/ 32 w 641"/>
              <a:gd name="T33" fmla="*/ 428 h 589"/>
              <a:gd name="T34" fmla="*/ 2 w 641"/>
              <a:gd name="T35" fmla="*/ 388 h 589"/>
              <a:gd name="T36" fmla="*/ 25 w 641"/>
              <a:gd name="T37" fmla="*/ 355 h 589"/>
              <a:gd name="T38" fmla="*/ 2 w 641"/>
              <a:gd name="T39" fmla="*/ 294 h 589"/>
              <a:gd name="T40" fmla="*/ 22 w 641"/>
              <a:gd name="T41" fmla="*/ 257 h 589"/>
              <a:gd name="T42" fmla="*/ 5 w 641"/>
              <a:gd name="T43" fmla="*/ 213 h 589"/>
              <a:gd name="T44" fmla="*/ 24 w 641"/>
              <a:gd name="T45" fmla="*/ 167 h 589"/>
              <a:gd name="T46" fmla="*/ 2 w 641"/>
              <a:gd name="T47" fmla="*/ 119 h 589"/>
              <a:gd name="T48" fmla="*/ 6 w 641"/>
              <a:gd name="T49" fmla="*/ 0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41" h="589">
                <a:moveTo>
                  <a:pt x="6" y="0"/>
                </a:moveTo>
                <a:cubicBezTo>
                  <a:pt x="627" y="0"/>
                  <a:pt x="627" y="0"/>
                  <a:pt x="627" y="0"/>
                </a:cubicBezTo>
                <a:cubicBezTo>
                  <a:pt x="627" y="51"/>
                  <a:pt x="627" y="51"/>
                  <a:pt x="627" y="51"/>
                </a:cubicBezTo>
                <a:cubicBezTo>
                  <a:pt x="627" y="51"/>
                  <a:pt x="641" y="62"/>
                  <a:pt x="641" y="81"/>
                </a:cubicBezTo>
                <a:cubicBezTo>
                  <a:pt x="641" y="100"/>
                  <a:pt x="611" y="114"/>
                  <a:pt x="611" y="129"/>
                </a:cubicBezTo>
                <a:cubicBezTo>
                  <a:pt x="611" y="143"/>
                  <a:pt x="637" y="151"/>
                  <a:pt x="637" y="170"/>
                </a:cubicBezTo>
                <a:cubicBezTo>
                  <a:pt x="637" y="189"/>
                  <a:pt x="610" y="205"/>
                  <a:pt x="611" y="224"/>
                </a:cubicBezTo>
                <a:cubicBezTo>
                  <a:pt x="613" y="243"/>
                  <a:pt x="637" y="245"/>
                  <a:pt x="635" y="261"/>
                </a:cubicBezTo>
                <a:cubicBezTo>
                  <a:pt x="633" y="277"/>
                  <a:pt x="611" y="291"/>
                  <a:pt x="611" y="305"/>
                </a:cubicBezTo>
                <a:cubicBezTo>
                  <a:pt x="611" y="320"/>
                  <a:pt x="635" y="331"/>
                  <a:pt x="635" y="347"/>
                </a:cubicBezTo>
                <a:cubicBezTo>
                  <a:pt x="635" y="363"/>
                  <a:pt x="611" y="377"/>
                  <a:pt x="610" y="393"/>
                </a:cubicBezTo>
                <a:cubicBezTo>
                  <a:pt x="608" y="409"/>
                  <a:pt x="626" y="412"/>
                  <a:pt x="626" y="423"/>
                </a:cubicBezTo>
                <a:cubicBezTo>
                  <a:pt x="626" y="434"/>
                  <a:pt x="618" y="458"/>
                  <a:pt x="575" y="495"/>
                </a:cubicBezTo>
                <a:cubicBezTo>
                  <a:pt x="532" y="531"/>
                  <a:pt x="466" y="589"/>
                  <a:pt x="466" y="589"/>
                </a:cubicBezTo>
                <a:cubicBezTo>
                  <a:pt x="173" y="589"/>
                  <a:pt x="173" y="589"/>
                  <a:pt x="173" y="589"/>
                </a:cubicBezTo>
                <a:cubicBezTo>
                  <a:pt x="38" y="475"/>
                  <a:pt x="38" y="475"/>
                  <a:pt x="38" y="475"/>
                </a:cubicBezTo>
                <a:cubicBezTo>
                  <a:pt x="35" y="461"/>
                  <a:pt x="35" y="437"/>
                  <a:pt x="32" y="428"/>
                </a:cubicBezTo>
                <a:cubicBezTo>
                  <a:pt x="29" y="418"/>
                  <a:pt x="2" y="404"/>
                  <a:pt x="2" y="388"/>
                </a:cubicBezTo>
                <a:cubicBezTo>
                  <a:pt x="2" y="372"/>
                  <a:pt x="25" y="366"/>
                  <a:pt x="25" y="355"/>
                </a:cubicBezTo>
                <a:cubicBezTo>
                  <a:pt x="25" y="343"/>
                  <a:pt x="0" y="315"/>
                  <a:pt x="2" y="294"/>
                </a:cubicBezTo>
                <a:cubicBezTo>
                  <a:pt x="3" y="273"/>
                  <a:pt x="21" y="269"/>
                  <a:pt x="22" y="257"/>
                </a:cubicBezTo>
                <a:cubicBezTo>
                  <a:pt x="24" y="246"/>
                  <a:pt x="5" y="229"/>
                  <a:pt x="5" y="213"/>
                </a:cubicBezTo>
                <a:cubicBezTo>
                  <a:pt x="5" y="197"/>
                  <a:pt x="24" y="181"/>
                  <a:pt x="24" y="167"/>
                </a:cubicBezTo>
                <a:cubicBezTo>
                  <a:pt x="24" y="152"/>
                  <a:pt x="3" y="143"/>
                  <a:pt x="2" y="119"/>
                </a:cubicBezTo>
                <a:cubicBezTo>
                  <a:pt x="0" y="95"/>
                  <a:pt x="6" y="0"/>
                  <a:pt x="6" y="0"/>
                </a:cubicBezTo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14"/>
          <p:cNvSpPr/>
          <p:nvPr/>
        </p:nvSpPr>
        <p:spPr bwMode="auto">
          <a:xfrm>
            <a:off x="2557582" y="5951953"/>
            <a:ext cx="440286" cy="61738"/>
          </a:xfrm>
          <a:custGeom>
            <a:avLst/>
            <a:gdLst>
              <a:gd name="T0" fmla="*/ 0 w 266"/>
              <a:gd name="T1" fmla="*/ 0 h 37"/>
              <a:gd name="T2" fmla="*/ 266 w 266"/>
              <a:gd name="T3" fmla="*/ 0 h 37"/>
              <a:gd name="T4" fmla="*/ 223 w 266"/>
              <a:gd name="T5" fmla="*/ 37 h 37"/>
              <a:gd name="T6" fmla="*/ 49 w 266"/>
              <a:gd name="T7" fmla="*/ 37 h 37"/>
              <a:gd name="T8" fmla="*/ 0 w 266"/>
              <a:gd name="T9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6" h="37">
                <a:moveTo>
                  <a:pt x="0" y="0"/>
                </a:move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37" y="37"/>
                  <a:pt x="223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36" y="37"/>
                  <a:pt x="0" y="0"/>
                  <a:pt x="0" y="0"/>
                </a:cubicBezTo>
              </a:path>
            </a:pathLst>
          </a:custGeom>
          <a:solidFill>
            <a:srgbClr val="498B9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Freeform 48"/>
          <p:cNvSpPr>
            <a:spLocks noChangeAspect="1"/>
          </p:cNvSpPr>
          <p:nvPr/>
        </p:nvSpPr>
        <p:spPr bwMode="auto">
          <a:xfrm>
            <a:off x="2379139" y="4640886"/>
            <a:ext cx="310477" cy="172247"/>
          </a:xfrm>
          <a:custGeom>
            <a:avLst/>
            <a:gdLst>
              <a:gd name="T0" fmla="*/ 28 w 119"/>
              <a:gd name="T1" fmla="*/ 17 h 66"/>
              <a:gd name="T2" fmla="*/ 35 w 119"/>
              <a:gd name="T3" fmla="*/ 18 h 66"/>
              <a:gd name="T4" fmla="*/ 54 w 119"/>
              <a:gd name="T5" fmla="*/ 0 h 66"/>
              <a:gd name="T6" fmla="*/ 54 w 119"/>
              <a:gd name="T7" fmla="*/ 36 h 66"/>
              <a:gd name="T8" fmla="*/ 46 w 119"/>
              <a:gd name="T9" fmla="*/ 28 h 66"/>
              <a:gd name="T10" fmla="*/ 37 w 119"/>
              <a:gd name="T11" fmla="*/ 28 h 66"/>
              <a:gd name="T12" fmla="*/ 37 w 119"/>
              <a:gd name="T13" fmla="*/ 28 h 66"/>
              <a:gd name="T14" fmla="*/ 37 w 119"/>
              <a:gd name="T15" fmla="*/ 36 h 66"/>
              <a:gd name="T16" fmla="*/ 55 w 119"/>
              <a:gd name="T17" fmla="*/ 54 h 66"/>
              <a:gd name="T18" fmla="*/ 59 w 119"/>
              <a:gd name="T19" fmla="*/ 56 h 66"/>
              <a:gd name="T20" fmla="*/ 59 w 119"/>
              <a:gd name="T21" fmla="*/ 56 h 66"/>
              <a:gd name="T22" fmla="*/ 60 w 119"/>
              <a:gd name="T23" fmla="*/ 56 h 66"/>
              <a:gd name="T24" fmla="*/ 64 w 119"/>
              <a:gd name="T25" fmla="*/ 54 h 66"/>
              <a:gd name="T26" fmla="*/ 82 w 119"/>
              <a:gd name="T27" fmla="*/ 36 h 66"/>
              <a:gd name="T28" fmla="*/ 82 w 119"/>
              <a:gd name="T29" fmla="*/ 28 h 66"/>
              <a:gd name="T30" fmla="*/ 82 w 119"/>
              <a:gd name="T31" fmla="*/ 28 h 66"/>
              <a:gd name="T32" fmla="*/ 73 w 119"/>
              <a:gd name="T33" fmla="*/ 28 h 66"/>
              <a:gd name="T34" fmla="*/ 65 w 119"/>
              <a:gd name="T35" fmla="*/ 36 h 66"/>
              <a:gd name="T36" fmla="*/ 65 w 119"/>
              <a:gd name="T37" fmla="*/ 0 h 66"/>
              <a:gd name="T38" fmla="*/ 84 w 119"/>
              <a:gd name="T39" fmla="*/ 18 h 66"/>
              <a:gd name="T40" fmla="*/ 91 w 119"/>
              <a:gd name="T41" fmla="*/ 17 h 66"/>
              <a:gd name="T42" fmla="*/ 112 w 119"/>
              <a:gd name="T43" fmla="*/ 38 h 66"/>
              <a:gd name="T44" fmla="*/ 112 w 119"/>
              <a:gd name="T45" fmla="*/ 42 h 66"/>
              <a:gd name="T46" fmla="*/ 119 w 119"/>
              <a:gd name="T47" fmla="*/ 53 h 66"/>
              <a:gd name="T48" fmla="*/ 107 w 119"/>
              <a:gd name="T49" fmla="*/ 66 h 66"/>
              <a:gd name="T50" fmla="*/ 12 w 119"/>
              <a:gd name="T51" fmla="*/ 66 h 66"/>
              <a:gd name="T52" fmla="*/ 0 w 119"/>
              <a:gd name="T53" fmla="*/ 53 h 66"/>
              <a:gd name="T54" fmla="*/ 7 w 119"/>
              <a:gd name="T55" fmla="*/ 42 h 66"/>
              <a:gd name="T56" fmla="*/ 7 w 119"/>
              <a:gd name="T57" fmla="*/ 38 h 66"/>
              <a:gd name="T58" fmla="*/ 28 w 119"/>
              <a:gd name="T59" fmla="*/ 17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9" h="66">
                <a:moveTo>
                  <a:pt x="28" y="17"/>
                </a:moveTo>
                <a:cubicBezTo>
                  <a:pt x="31" y="17"/>
                  <a:pt x="33" y="18"/>
                  <a:pt x="35" y="18"/>
                </a:cubicBezTo>
                <a:cubicBezTo>
                  <a:pt x="37" y="9"/>
                  <a:pt x="44" y="2"/>
                  <a:pt x="54" y="0"/>
                </a:cubicBezTo>
                <a:cubicBezTo>
                  <a:pt x="54" y="36"/>
                  <a:pt x="54" y="36"/>
                  <a:pt x="54" y="36"/>
                </a:cubicBezTo>
                <a:cubicBezTo>
                  <a:pt x="46" y="28"/>
                  <a:pt x="46" y="28"/>
                  <a:pt x="46" y="28"/>
                </a:cubicBezTo>
                <a:cubicBezTo>
                  <a:pt x="43" y="26"/>
                  <a:pt x="40" y="26"/>
                  <a:pt x="37" y="28"/>
                </a:cubicBezTo>
                <a:cubicBezTo>
                  <a:pt x="37" y="28"/>
                  <a:pt x="37" y="28"/>
                  <a:pt x="37" y="28"/>
                </a:cubicBezTo>
                <a:cubicBezTo>
                  <a:pt x="35" y="30"/>
                  <a:pt x="35" y="34"/>
                  <a:pt x="37" y="36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5"/>
                  <a:pt x="58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60" y="56"/>
                  <a:pt x="60" y="56"/>
                  <a:pt x="60" y="56"/>
                </a:cubicBezTo>
                <a:cubicBezTo>
                  <a:pt x="61" y="56"/>
                  <a:pt x="63" y="55"/>
                  <a:pt x="64" y="54"/>
                </a:cubicBezTo>
                <a:cubicBezTo>
                  <a:pt x="82" y="36"/>
                  <a:pt x="82" y="36"/>
                  <a:pt x="82" y="36"/>
                </a:cubicBezTo>
                <a:cubicBezTo>
                  <a:pt x="84" y="34"/>
                  <a:pt x="84" y="30"/>
                  <a:pt x="82" y="28"/>
                </a:cubicBezTo>
                <a:cubicBezTo>
                  <a:pt x="82" y="28"/>
                  <a:pt x="82" y="28"/>
                  <a:pt x="82" y="28"/>
                </a:cubicBezTo>
                <a:cubicBezTo>
                  <a:pt x="79" y="26"/>
                  <a:pt x="76" y="26"/>
                  <a:pt x="73" y="28"/>
                </a:cubicBezTo>
                <a:cubicBezTo>
                  <a:pt x="65" y="36"/>
                  <a:pt x="65" y="36"/>
                  <a:pt x="65" y="36"/>
                </a:cubicBezTo>
                <a:cubicBezTo>
                  <a:pt x="65" y="0"/>
                  <a:pt x="65" y="0"/>
                  <a:pt x="65" y="0"/>
                </a:cubicBezTo>
                <a:cubicBezTo>
                  <a:pt x="75" y="2"/>
                  <a:pt x="82" y="9"/>
                  <a:pt x="84" y="18"/>
                </a:cubicBezTo>
                <a:cubicBezTo>
                  <a:pt x="86" y="18"/>
                  <a:pt x="88" y="17"/>
                  <a:pt x="91" y="17"/>
                </a:cubicBezTo>
                <a:cubicBezTo>
                  <a:pt x="102" y="17"/>
                  <a:pt x="112" y="27"/>
                  <a:pt x="112" y="38"/>
                </a:cubicBezTo>
                <a:cubicBezTo>
                  <a:pt x="112" y="39"/>
                  <a:pt x="112" y="40"/>
                  <a:pt x="112" y="42"/>
                </a:cubicBezTo>
                <a:cubicBezTo>
                  <a:pt x="116" y="44"/>
                  <a:pt x="119" y="48"/>
                  <a:pt x="119" y="53"/>
                </a:cubicBezTo>
                <a:cubicBezTo>
                  <a:pt x="119" y="60"/>
                  <a:pt x="114" y="66"/>
                  <a:pt x="107" y="66"/>
                </a:cubicBezTo>
                <a:cubicBezTo>
                  <a:pt x="12" y="66"/>
                  <a:pt x="12" y="66"/>
                  <a:pt x="12" y="66"/>
                </a:cubicBezTo>
                <a:cubicBezTo>
                  <a:pt x="5" y="66"/>
                  <a:pt x="0" y="60"/>
                  <a:pt x="0" y="53"/>
                </a:cubicBezTo>
                <a:cubicBezTo>
                  <a:pt x="0" y="48"/>
                  <a:pt x="3" y="44"/>
                  <a:pt x="7" y="42"/>
                </a:cubicBezTo>
                <a:cubicBezTo>
                  <a:pt x="7" y="40"/>
                  <a:pt x="7" y="39"/>
                  <a:pt x="7" y="38"/>
                </a:cubicBezTo>
                <a:cubicBezTo>
                  <a:pt x="7" y="27"/>
                  <a:pt x="17" y="17"/>
                  <a:pt x="28" y="17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Freeform 56"/>
          <p:cNvSpPr>
            <a:spLocks noChangeAspect="1"/>
          </p:cNvSpPr>
          <p:nvPr/>
        </p:nvSpPr>
        <p:spPr bwMode="auto">
          <a:xfrm>
            <a:off x="2257154" y="2263381"/>
            <a:ext cx="310477" cy="173525"/>
          </a:xfrm>
          <a:custGeom>
            <a:avLst/>
            <a:gdLst>
              <a:gd name="T0" fmla="*/ 29 w 120"/>
              <a:gd name="T1" fmla="*/ 18 h 67"/>
              <a:gd name="T2" fmla="*/ 36 w 120"/>
              <a:gd name="T3" fmla="*/ 19 h 67"/>
              <a:gd name="T4" fmla="*/ 60 w 120"/>
              <a:gd name="T5" fmla="*/ 0 h 67"/>
              <a:gd name="T6" fmla="*/ 85 w 120"/>
              <a:gd name="T7" fmla="*/ 19 h 67"/>
              <a:gd name="T8" fmla="*/ 92 w 120"/>
              <a:gd name="T9" fmla="*/ 18 h 67"/>
              <a:gd name="T10" fmla="*/ 113 w 120"/>
              <a:gd name="T11" fmla="*/ 39 h 67"/>
              <a:gd name="T12" fmla="*/ 113 w 120"/>
              <a:gd name="T13" fmla="*/ 43 h 67"/>
              <a:gd name="T14" fmla="*/ 120 w 120"/>
              <a:gd name="T15" fmla="*/ 54 h 67"/>
              <a:gd name="T16" fmla="*/ 108 w 120"/>
              <a:gd name="T17" fmla="*/ 67 h 67"/>
              <a:gd name="T18" fmla="*/ 66 w 120"/>
              <a:gd name="T19" fmla="*/ 67 h 67"/>
              <a:gd name="T20" fmla="*/ 66 w 120"/>
              <a:gd name="T21" fmla="*/ 38 h 67"/>
              <a:gd name="T22" fmla="*/ 74 w 120"/>
              <a:gd name="T23" fmla="*/ 45 h 67"/>
              <a:gd name="T24" fmla="*/ 83 w 120"/>
              <a:gd name="T25" fmla="*/ 45 h 67"/>
              <a:gd name="T26" fmla="*/ 83 w 120"/>
              <a:gd name="T27" fmla="*/ 45 h 67"/>
              <a:gd name="T28" fmla="*/ 83 w 120"/>
              <a:gd name="T29" fmla="*/ 37 h 67"/>
              <a:gd name="T30" fmla="*/ 65 w 120"/>
              <a:gd name="T31" fmla="*/ 19 h 67"/>
              <a:gd name="T32" fmla="*/ 61 w 120"/>
              <a:gd name="T33" fmla="*/ 17 h 67"/>
              <a:gd name="T34" fmla="*/ 60 w 120"/>
              <a:gd name="T35" fmla="*/ 17 h 67"/>
              <a:gd name="T36" fmla="*/ 60 w 120"/>
              <a:gd name="T37" fmla="*/ 17 h 67"/>
              <a:gd name="T38" fmla="*/ 56 w 120"/>
              <a:gd name="T39" fmla="*/ 19 h 67"/>
              <a:gd name="T40" fmla="*/ 38 w 120"/>
              <a:gd name="T41" fmla="*/ 37 h 67"/>
              <a:gd name="T42" fmla="*/ 38 w 120"/>
              <a:gd name="T43" fmla="*/ 45 h 67"/>
              <a:gd name="T44" fmla="*/ 38 w 120"/>
              <a:gd name="T45" fmla="*/ 45 h 67"/>
              <a:gd name="T46" fmla="*/ 47 w 120"/>
              <a:gd name="T47" fmla="*/ 45 h 67"/>
              <a:gd name="T48" fmla="*/ 54 w 120"/>
              <a:gd name="T49" fmla="*/ 38 h 67"/>
              <a:gd name="T50" fmla="*/ 54 w 120"/>
              <a:gd name="T51" fmla="*/ 67 h 67"/>
              <a:gd name="T52" fmla="*/ 13 w 120"/>
              <a:gd name="T53" fmla="*/ 67 h 67"/>
              <a:gd name="T54" fmla="*/ 0 w 120"/>
              <a:gd name="T55" fmla="*/ 54 h 67"/>
              <a:gd name="T56" fmla="*/ 8 w 120"/>
              <a:gd name="T57" fmla="*/ 43 h 67"/>
              <a:gd name="T58" fmla="*/ 8 w 120"/>
              <a:gd name="T59" fmla="*/ 39 h 67"/>
              <a:gd name="T60" fmla="*/ 29 w 120"/>
              <a:gd name="T61" fmla="*/ 18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0" h="67">
                <a:moveTo>
                  <a:pt x="29" y="18"/>
                </a:moveTo>
                <a:cubicBezTo>
                  <a:pt x="31" y="18"/>
                  <a:pt x="34" y="19"/>
                  <a:pt x="36" y="19"/>
                </a:cubicBezTo>
                <a:cubicBezTo>
                  <a:pt x="38" y="8"/>
                  <a:pt x="48" y="0"/>
                  <a:pt x="60" y="0"/>
                </a:cubicBezTo>
                <a:cubicBezTo>
                  <a:pt x="72" y="0"/>
                  <a:pt x="82" y="8"/>
                  <a:pt x="85" y="19"/>
                </a:cubicBezTo>
                <a:cubicBezTo>
                  <a:pt x="87" y="19"/>
                  <a:pt x="89" y="18"/>
                  <a:pt x="92" y="18"/>
                </a:cubicBezTo>
                <a:cubicBezTo>
                  <a:pt x="103" y="18"/>
                  <a:pt x="113" y="28"/>
                  <a:pt x="113" y="39"/>
                </a:cubicBezTo>
                <a:cubicBezTo>
                  <a:pt x="113" y="40"/>
                  <a:pt x="113" y="41"/>
                  <a:pt x="113" y="43"/>
                </a:cubicBezTo>
                <a:cubicBezTo>
                  <a:pt x="117" y="45"/>
                  <a:pt x="120" y="49"/>
                  <a:pt x="120" y="54"/>
                </a:cubicBezTo>
                <a:cubicBezTo>
                  <a:pt x="120" y="61"/>
                  <a:pt x="115" y="67"/>
                  <a:pt x="108" y="67"/>
                </a:cubicBezTo>
                <a:cubicBezTo>
                  <a:pt x="66" y="67"/>
                  <a:pt x="66" y="67"/>
                  <a:pt x="66" y="67"/>
                </a:cubicBezTo>
                <a:cubicBezTo>
                  <a:pt x="66" y="38"/>
                  <a:pt x="66" y="38"/>
                  <a:pt x="66" y="38"/>
                </a:cubicBezTo>
                <a:cubicBezTo>
                  <a:pt x="74" y="45"/>
                  <a:pt x="74" y="45"/>
                  <a:pt x="74" y="45"/>
                </a:cubicBezTo>
                <a:cubicBezTo>
                  <a:pt x="76" y="48"/>
                  <a:pt x="80" y="48"/>
                  <a:pt x="83" y="45"/>
                </a:cubicBezTo>
                <a:cubicBezTo>
                  <a:pt x="83" y="45"/>
                  <a:pt x="83" y="45"/>
                  <a:pt x="83" y="45"/>
                </a:cubicBezTo>
                <a:cubicBezTo>
                  <a:pt x="85" y="43"/>
                  <a:pt x="85" y="39"/>
                  <a:pt x="83" y="37"/>
                </a:cubicBezTo>
                <a:cubicBezTo>
                  <a:pt x="65" y="19"/>
                  <a:pt x="65" y="19"/>
                  <a:pt x="65" y="19"/>
                </a:cubicBezTo>
                <a:cubicBezTo>
                  <a:pt x="64" y="18"/>
                  <a:pt x="62" y="17"/>
                  <a:pt x="61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59" y="17"/>
                  <a:pt x="57" y="18"/>
                  <a:pt x="56" y="19"/>
                </a:cubicBezTo>
                <a:cubicBezTo>
                  <a:pt x="38" y="37"/>
                  <a:pt x="38" y="37"/>
                  <a:pt x="38" y="37"/>
                </a:cubicBezTo>
                <a:cubicBezTo>
                  <a:pt x="36" y="39"/>
                  <a:pt x="36" y="43"/>
                  <a:pt x="38" y="45"/>
                </a:cubicBezTo>
                <a:cubicBezTo>
                  <a:pt x="38" y="45"/>
                  <a:pt x="38" y="45"/>
                  <a:pt x="38" y="45"/>
                </a:cubicBezTo>
                <a:cubicBezTo>
                  <a:pt x="40" y="48"/>
                  <a:pt x="44" y="48"/>
                  <a:pt x="47" y="45"/>
                </a:cubicBezTo>
                <a:cubicBezTo>
                  <a:pt x="54" y="38"/>
                  <a:pt x="54" y="38"/>
                  <a:pt x="54" y="38"/>
                </a:cubicBezTo>
                <a:cubicBezTo>
                  <a:pt x="54" y="67"/>
                  <a:pt x="54" y="67"/>
                  <a:pt x="54" y="67"/>
                </a:cubicBezTo>
                <a:cubicBezTo>
                  <a:pt x="13" y="67"/>
                  <a:pt x="13" y="67"/>
                  <a:pt x="13" y="67"/>
                </a:cubicBezTo>
                <a:cubicBezTo>
                  <a:pt x="6" y="67"/>
                  <a:pt x="0" y="61"/>
                  <a:pt x="0" y="54"/>
                </a:cubicBezTo>
                <a:cubicBezTo>
                  <a:pt x="0" y="49"/>
                  <a:pt x="4" y="45"/>
                  <a:pt x="8" y="43"/>
                </a:cubicBezTo>
                <a:cubicBezTo>
                  <a:pt x="8" y="41"/>
                  <a:pt x="8" y="40"/>
                  <a:pt x="8" y="39"/>
                </a:cubicBezTo>
                <a:cubicBezTo>
                  <a:pt x="8" y="28"/>
                  <a:pt x="17" y="18"/>
                  <a:pt x="29" y="18"/>
                </a:cubicBezTo>
                <a:close/>
              </a:path>
            </a:pathLst>
          </a:custGeom>
          <a:solidFill>
            <a:srgbClr val="F5ED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052310" y="3129220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01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06155" y="3129220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02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806155" y="3526021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03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050684" y="3526021"/>
            <a:ext cx="7181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5EDE8"/>
                </a:solidFill>
                <a:latin typeface="等线" panose="02010600030101010101" charset="-122"/>
                <a:ea typeface="等线" panose="02010600030101010101" charset="-122"/>
              </a:rPr>
              <a:t>04</a:t>
            </a:r>
            <a:endParaRPr lang="zh-CN" altLang="en-US" sz="2000" dirty="0">
              <a:solidFill>
                <a:srgbClr val="F5EDE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66545" y="835025"/>
            <a:ext cx="21532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｛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sub_title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｝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4532630" y="1851660"/>
            <a:ext cx="5666105" cy="408940"/>
          </a:xfrm>
          <a:prstGeom prst="rect">
            <a:avLst/>
          </a:prstGeom>
          <a:solidFill>
            <a:srgbClr val="59A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4454525" y="2230120"/>
            <a:ext cx="5952490" cy="5334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比如写‘爸爸的手像树皮一样粗糙’是对的，但写成‘爸爸的手像巧克力’就错了，因为不相似。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4493895" y="1866265"/>
            <a:ext cx="570420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错误类型1：用词不当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532630" y="3246120"/>
            <a:ext cx="5665470" cy="408940"/>
          </a:xfrm>
          <a:prstGeom prst="rect">
            <a:avLst/>
          </a:prstGeom>
          <a:solidFill>
            <a:srgbClr val="E393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532630" y="4627880"/>
            <a:ext cx="5665470" cy="408940"/>
          </a:xfrm>
          <a:prstGeom prst="rect">
            <a:avLst/>
          </a:prstGeom>
          <a:solidFill>
            <a:srgbClr val="498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4457065" y="3636010"/>
            <a:ext cx="595249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有人说‘我的书包像飞机’，可书包不会飞，也没有翅膀，没有共同点，这就是乱比。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4516755" y="3264535"/>
            <a:ext cx="568134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错误类型2：无相似点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4489450" y="5041900"/>
            <a:ext cx="5952490" cy="49720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比喻句要用‘像’‘好像’这些词，不能说‘我的脸是苹果’，应该说‘我的脸像苹果’才对。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4533265" y="4638675"/>
            <a:ext cx="566547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错误类型3：比喻词错用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4465955" y="1628140"/>
            <a:ext cx="7024370" cy="408940"/>
          </a:xfrm>
          <a:prstGeom prst="rect">
            <a:avLst/>
          </a:prstGeom>
          <a:solidFill>
            <a:srgbClr val="59A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4387850" y="2006600"/>
            <a:ext cx="7102475" cy="534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写完句子要问自己：这两个东西真的像吗？比如‘雨点像子弹’太吓人了，不如说‘雨点像珠子’。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4427220" y="1642745"/>
            <a:ext cx="5704205" cy="3587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解析要点1：检查是否合理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4465955" y="3022600"/>
            <a:ext cx="7024370" cy="408940"/>
          </a:xfrm>
          <a:prstGeom prst="rect">
            <a:avLst/>
          </a:prstGeom>
          <a:solidFill>
            <a:srgbClr val="E393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465955" y="4404360"/>
            <a:ext cx="7023735" cy="408940"/>
          </a:xfrm>
          <a:prstGeom prst="rect">
            <a:avLst/>
          </a:prstGeom>
          <a:solidFill>
            <a:srgbClr val="498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2" name="Freeform 3"/>
          <p:cNvSpPr/>
          <p:nvPr/>
        </p:nvSpPr>
        <p:spPr>
          <a:xfrm rot="20791272">
            <a:off x="1753235" y="2571750"/>
            <a:ext cx="1734185" cy="3898900"/>
          </a:xfrm>
          <a:custGeom>
            <a:avLst/>
            <a:gdLst>
              <a:gd name="connsiteX0" fmla="*/ 166813 w 1674595"/>
              <a:gd name="connsiteY0" fmla="*/ 2637726 h 2782684"/>
              <a:gd name="connsiteX1" fmla="*/ 723543 w 1674595"/>
              <a:gd name="connsiteY1" fmla="*/ 2738234 h 2782684"/>
              <a:gd name="connsiteX2" fmla="*/ 729677 w 1674595"/>
              <a:gd name="connsiteY2" fmla="*/ 2712136 h 2782684"/>
              <a:gd name="connsiteX3" fmla="*/ 786649 w 1674595"/>
              <a:gd name="connsiteY3" fmla="*/ 2424087 h 2782684"/>
              <a:gd name="connsiteX4" fmla="*/ 867027 w 1674595"/>
              <a:gd name="connsiteY4" fmla="*/ 2019198 h 2782684"/>
              <a:gd name="connsiteX5" fmla="*/ 955115 w 1674595"/>
              <a:gd name="connsiteY5" fmla="*/ 1579194 h 2782684"/>
              <a:gd name="connsiteX6" fmla="*/ 968908 w 1674595"/>
              <a:gd name="connsiteY6" fmla="*/ 1554836 h 2782684"/>
              <a:gd name="connsiteX7" fmla="*/ 1175117 w 1674595"/>
              <a:gd name="connsiteY7" fmla="*/ 1345095 h 2782684"/>
              <a:gd name="connsiteX8" fmla="*/ 1277072 w 1674595"/>
              <a:gd name="connsiteY8" fmla="*/ 1058926 h 2782684"/>
              <a:gd name="connsiteX9" fmla="*/ 1325739 w 1674595"/>
              <a:gd name="connsiteY9" fmla="*/ 973569 h 2782684"/>
              <a:gd name="connsiteX10" fmla="*/ 1552802 w 1674595"/>
              <a:gd name="connsiteY10" fmla="*/ 735177 h 2782684"/>
              <a:gd name="connsiteX11" fmla="*/ 1615236 w 1674595"/>
              <a:gd name="connsiteY11" fmla="*/ 659778 h 2782684"/>
              <a:gd name="connsiteX12" fmla="*/ 1609698 w 1674595"/>
              <a:gd name="connsiteY12" fmla="*/ 560667 h 2782684"/>
              <a:gd name="connsiteX13" fmla="*/ 1510562 w 1674595"/>
              <a:gd name="connsiteY13" fmla="*/ 559625 h 2782684"/>
              <a:gd name="connsiteX14" fmla="*/ 1474012 w 1674595"/>
              <a:gd name="connsiteY14" fmla="*/ 590067 h 2782684"/>
              <a:gd name="connsiteX15" fmla="*/ 1208302 w 1674595"/>
              <a:gd name="connsiteY15" fmla="*/ 837870 h 2782684"/>
              <a:gd name="connsiteX16" fmla="*/ 1172920 w 1674595"/>
              <a:gd name="connsiteY16" fmla="*/ 859396 h 2782684"/>
              <a:gd name="connsiteX17" fmla="*/ 1180476 w 1674595"/>
              <a:gd name="connsiteY17" fmla="*/ 816305 h 2782684"/>
              <a:gd name="connsiteX18" fmla="*/ 1386636 w 1674595"/>
              <a:gd name="connsiteY18" fmla="*/ 408013 h 2782684"/>
              <a:gd name="connsiteX19" fmla="*/ 1432876 w 1674595"/>
              <a:gd name="connsiteY19" fmla="*/ 296596 h 2782684"/>
              <a:gd name="connsiteX20" fmla="*/ 1391817 w 1674595"/>
              <a:gd name="connsiteY20" fmla="*/ 227965 h 2782684"/>
              <a:gd name="connsiteX21" fmla="*/ 1308988 w 1674595"/>
              <a:gd name="connsiteY21" fmla="*/ 233972 h 2782684"/>
              <a:gd name="connsiteX22" fmla="*/ 1266252 w 1674595"/>
              <a:gd name="connsiteY22" fmla="*/ 287998 h 2782684"/>
              <a:gd name="connsiteX23" fmla="*/ 1025804 w 1674595"/>
              <a:gd name="connsiteY23" fmla="*/ 709714 h 2782684"/>
              <a:gd name="connsiteX24" fmla="*/ 988186 w 1674595"/>
              <a:gd name="connsiteY24" fmla="*/ 736498 h 2782684"/>
              <a:gd name="connsiteX25" fmla="*/ 985253 w 1674595"/>
              <a:gd name="connsiteY25" fmla="*/ 698081 h 2782684"/>
              <a:gd name="connsiteX26" fmla="*/ 1091119 w 1674595"/>
              <a:gd name="connsiteY26" fmla="*/ 202273 h 2782684"/>
              <a:gd name="connsiteX27" fmla="*/ 1101343 w 1674595"/>
              <a:gd name="connsiteY27" fmla="*/ 112090 h 2782684"/>
              <a:gd name="connsiteX28" fmla="*/ 1035708 w 1674595"/>
              <a:gd name="connsiteY28" fmla="*/ 45301 h 2782684"/>
              <a:gd name="connsiteX29" fmla="*/ 922083 w 1674595"/>
              <a:gd name="connsiteY29" fmla="*/ 128435 h 2782684"/>
              <a:gd name="connsiteX30" fmla="*/ 810855 w 1674595"/>
              <a:gd name="connsiteY30" fmla="*/ 637324 h 2782684"/>
              <a:gd name="connsiteX31" fmla="*/ 769568 w 1674595"/>
              <a:gd name="connsiteY31" fmla="*/ 675424 h 2782684"/>
              <a:gd name="connsiteX32" fmla="*/ 749261 w 1674595"/>
              <a:gd name="connsiteY32" fmla="*/ 635889 h 2782684"/>
              <a:gd name="connsiteX33" fmla="*/ 691284 w 1674595"/>
              <a:gd name="connsiteY33" fmla="*/ 156261 h 2782684"/>
              <a:gd name="connsiteX34" fmla="*/ 613447 w 1674595"/>
              <a:gd name="connsiteY34" fmla="*/ 81877 h 2782684"/>
              <a:gd name="connsiteX35" fmla="*/ 528801 w 1674595"/>
              <a:gd name="connsiteY35" fmla="*/ 153035 h 2782684"/>
              <a:gd name="connsiteX36" fmla="*/ 528623 w 1674595"/>
              <a:gd name="connsiteY36" fmla="*/ 194424 h 2782684"/>
              <a:gd name="connsiteX37" fmla="*/ 556158 w 1674595"/>
              <a:gd name="connsiteY37" fmla="*/ 665188 h 2782684"/>
              <a:gd name="connsiteX38" fmla="*/ 483754 w 1674595"/>
              <a:gd name="connsiteY38" fmla="*/ 899007 h 2782684"/>
              <a:gd name="connsiteX39" fmla="*/ 463574 w 1674595"/>
              <a:gd name="connsiteY39" fmla="*/ 915987 h 2782684"/>
              <a:gd name="connsiteX40" fmla="*/ 445667 w 1674595"/>
              <a:gd name="connsiteY40" fmla="*/ 893356 h 2782684"/>
              <a:gd name="connsiteX41" fmla="*/ 354545 w 1674595"/>
              <a:gd name="connsiteY41" fmla="*/ 739457 h 2782684"/>
              <a:gd name="connsiteX42" fmla="*/ 136728 w 1674595"/>
              <a:gd name="connsiteY42" fmla="*/ 593103 h 2782684"/>
              <a:gd name="connsiteX43" fmla="*/ 46874 w 1674595"/>
              <a:gd name="connsiteY43" fmla="*/ 624967 h 2782684"/>
              <a:gd name="connsiteX44" fmla="*/ 75334 w 1674595"/>
              <a:gd name="connsiteY44" fmla="*/ 710260 h 2782684"/>
              <a:gd name="connsiteX45" fmla="*/ 136511 w 1674595"/>
              <a:gd name="connsiteY45" fmla="*/ 772668 h 2782684"/>
              <a:gd name="connsiteX46" fmla="*/ 268985 w 1674595"/>
              <a:gd name="connsiteY46" fmla="*/ 1063092 h 2782684"/>
              <a:gd name="connsiteX47" fmla="*/ 329970 w 1674595"/>
              <a:gd name="connsiteY47" fmla="*/ 1236028 h 2782684"/>
              <a:gd name="connsiteX48" fmla="*/ 473836 w 1674595"/>
              <a:gd name="connsiteY48" fmla="*/ 1404582 h 2782684"/>
              <a:gd name="connsiteX49" fmla="*/ 484288 w 1674595"/>
              <a:gd name="connsiteY49" fmla="*/ 1443495 h 2782684"/>
              <a:gd name="connsiteX50" fmla="*/ 294321 w 1674595"/>
              <a:gd name="connsiteY50" fmla="*/ 2156587 h 2782684"/>
              <a:gd name="connsiteX51" fmla="*/ 166813 w 1674595"/>
              <a:gd name="connsiteY51" fmla="*/ 2637726 h 27826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  <a:cxn ang="11">
                <a:pos x="connsiteX11" y="connsiteY11"/>
              </a:cxn>
              <a:cxn ang="12">
                <a:pos x="connsiteX12" y="connsiteY12"/>
              </a:cxn>
              <a:cxn ang="13">
                <a:pos x="connsiteX13" y="connsiteY13"/>
              </a:cxn>
              <a:cxn ang="14">
                <a:pos x="connsiteX14" y="connsiteY14"/>
              </a:cxn>
              <a:cxn ang="15">
                <a:pos x="connsiteX15" y="connsiteY15"/>
              </a:cxn>
              <a:cxn ang="16">
                <a:pos x="connsiteX16" y="connsiteY16"/>
              </a:cxn>
              <a:cxn ang="17">
                <a:pos x="connsiteX17" y="connsiteY17"/>
              </a:cxn>
              <a:cxn ang="18">
                <a:pos x="connsiteX18" y="connsiteY18"/>
              </a:cxn>
              <a:cxn ang="19">
                <a:pos x="connsiteX19" y="connsiteY19"/>
              </a:cxn>
              <a:cxn ang="20">
                <a:pos x="connsiteX20" y="connsiteY20"/>
              </a:cxn>
              <a:cxn ang="21">
                <a:pos x="connsiteX21" y="connsiteY21"/>
              </a:cxn>
              <a:cxn ang="22">
                <a:pos x="connsiteX22" y="connsiteY22"/>
              </a:cxn>
              <a:cxn ang="23">
                <a:pos x="connsiteX23" y="connsiteY23"/>
              </a:cxn>
              <a:cxn ang="24">
                <a:pos x="connsiteX24" y="connsiteY24"/>
              </a:cxn>
              <a:cxn ang="25">
                <a:pos x="connsiteX25" y="connsiteY25"/>
              </a:cxn>
              <a:cxn ang="26">
                <a:pos x="connsiteX26" y="connsiteY26"/>
              </a:cxn>
              <a:cxn ang="27">
                <a:pos x="connsiteX27" y="connsiteY27"/>
              </a:cxn>
              <a:cxn ang="28">
                <a:pos x="connsiteX28" y="connsiteY28"/>
              </a:cxn>
              <a:cxn ang="29">
                <a:pos x="connsiteX29" y="connsiteY29"/>
              </a:cxn>
              <a:cxn ang="30">
                <a:pos x="connsiteX30" y="connsiteY30"/>
              </a:cxn>
              <a:cxn ang="31">
                <a:pos x="connsiteX31" y="connsiteY31"/>
              </a:cxn>
              <a:cxn ang="32">
                <a:pos x="connsiteX32" y="connsiteY32"/>
              </a:cxn>
              <a:cxn ang="33">
                <a:pos x="connsiteX33" y="connsiteY33"/>
              </a:cxn>
              <a:cxn ang="34">
                <a:pos x="connsiteX34" y="connsiteY34"/>
              </a:cxn>
              <a:cxn ang="35">
                <a:pos x="connsiteX35" y="connsiteY35"/>
              </a:cxn>
              <a:cxn ang="36">
                <a:pos x="connsiteX36" y="connsiteY36"/>
              </a:cxn>
              <a:cxn ang="37">
                <a:pos x="connsiteX37" y="connsiteY37"/>
              </a:cxn>
              <a:cxn ang="38">
                <a:pos x="connsiteX38" y="connsiteY38"/>
              </a:cxn>
              <a:cxn ang="39">
                <a:pos x="connsiteX39" y="connsiteY39"/>
              </a:cxn>
              <a:cxn ang="40">
                <a:pos x="connsiteX40" y="connsiteY40"/>
              </a:cxn>
              <a:cxn ang="41">
                <a:pos x="connsiteX41" y="connsiteY41"/>
              </a:cxn>
              <a:cxn ang="42">
                <a:pos x="connsiteX42" y="connsiteY42"/>
              </a:cxn>
              <a:cxn ang="43">
                <a:pos x="connsiteX43" y="connsiteY43"/>
              </a:cxn>
              <a:cxn ang="44">
                <a:pos x="connsiteX44" y="connsiteY44"/>
              </a:cxn>
              <a:cxn ang="45">
                <a:pos x="connsiteX45" y="connsiteY45"/>
              </a:cxn>
              <a:cxn ang="46">
                <a:pos x="connsiteX46" y="connsiteY46"/>
              </a:cxn>
              <a:cxn ang="47">
                <a:pos x="connsiteX47" y="connsiteY47"/>
              </a:cxn>
              <a:cxn ang="48">
                <a:pos x="connsiteX48" y="connsiteY48"/>
              </a:cxn>
              <a:cxn ang="49">
                <a:pos x="connsiteX49" y="connsiteY49"/>
              </a:cxn>
              <a:cxn ang="50">
                <a:pos x="connsiteX50" y="connsiteY50"/>
              </a:cxn>
              <a:cxn ang="51">
                <a:pos x="connsiteX51" y="connsiteY51"/>
              </a:cxn>
            </a:cxnLst>
            <a:rect l="l" t="t" r="r" b="b"/>
            <a:pathLst>
              <a:path w="1674595" h="2782684">
                <a:moveTo>
                  <a:pt x="166813" y="2637726"/>
                </a:moveTo>
                <a:cubicBezTo>
                  <a:pt x="163574" y="2649982"/>
                  <a:pt x="535709" y="2710421"/>
                  <a:pt x="723543" y="2738234"/>
                </a:cubicBezTo>
                <a:cubicBezTo>
                  <a:pt x="725982" y="2727947"/>
                  <a:pt x="728102" y="2720086"/>
                  <a:pt x="729677" y="2712136"/>
                </a:cubicBezTo>
                <a:cubicBezTo>
                  <a:pt x="748727" y="2616111"/>
                  <a:pt x="767638" y="2520086"/>
                  <a:pt x="786649" y="2424087"/>
                </a:cubicBezTo>
                <a:cubicBezTo>
                  <a:pt x="813409" y="2289124"/>
                  <a:pt x="840167" y="2154136"/>
                  <a:pt x="867027" y="2019198"/>
                </a:cubicBezTo>
                <a:cubicBezTo>
                  <a:pt x="896174" y="1872501"/>
                  <a:pt x="925334" y="1725790"/>
                  <a:pt x="955115" y="1579194"/>
                </a:cubicBezTo>
                <a:cubicBezTo>
                  <a:pt x="956905" y="1570304"/>
                  <a:pt x="961770" y="1558277"/>
                  <a:pt x="968908" y="1554836"/>
                </a:cubicBezTo>
                <a:cubicBezTo>
                  <a:pt x="1064043" y="1509306"/>
                  <a:pt x="1123618" y="1431303"/>
                  <a:pt x="1175117" y="1345095"/>
                </a:cubicBezTo>
                <a:cubicBezTo>
                  <a:pt x="1228228" y="1256284"/>
                  <a:pt x="1248636" y="1156132"/>
                  <a:pt x="1277072" y="1058926"/>
                </a:cubicBezTo>
                <a:cubicBezTo>
                  <a:pt x="1286775" y="1025855"/>
                  <a:pt x="1301748" y="998271"/>
                  <a:pt x="1325739" y="973569"/>
                </a:cubicBezTo>
                <a:cubicBezTo>
                  <a:pt x="1402168" y="894766"/>
                  <a:pt x="1478393" y="815734"/>
                  <a:pt x="1552802" y="735177"/>
                </a:cubicBezTo>
                <a:cubicBezTo>
                  <a:pt x="1577796" y="708126"/>
                  <a:pt x="1596477" y="691324"/>
                  <a:pt x="1615236" y="659778"/>
                </a:cubicBezTo>
                <a:cubicBezTo>
                  <a:pt x="1636991" y="623265"/>
                  <a:pt x="1635086" y="581343"/>
                  <a:pt x="1609698" y="560667"/>
                </a:cubicBezTo>
                <a:cubicBezTo>
                  <a:pt x="1579244" y="535864"/>
                  <a:pt x="1544319" y="535191"/>
                  <a:pt x="1510562" y="559625"/>
                </a:cubicBezTo>
                <a:cubicBezTo>
                  <a:pt x="1497697" y="568935"/>
                  <a:pt x="1485568" y="579272"/>
                  <a:pt x="1474012" y="590067"/>
                </a:cubicBezTo>
                <a:cubicBezTo>
                  <a:pt x="1385403" y="672630"/>
                  <a:pt x="1297215" y="755612"/>
                  <a:pt x="1208302" y="837870"/>
                </a:cubicBezTo>
                <a:cubicBezTo>
                  <a:pt x="1198435" y="847026"/>
                  <a:pt x="1184794" y="852335"/>
                  <a:pt x="1172920" y="859396"/>
                </a:cubicBezTo>
                <a:cubicBezTo>
                  <a:pt x="1175256" y="844956"/>
                  <a:pt x="1174177" y="828853"/>
                  <a:pt x="1180476" y="816305"/>
                </a:cubicBezTo>
                <a:cubicBezTo>
                  <a:pt x="1248866" y="680072"/>
                  <a:pt x="1319998" y="545084"/>
                  <a:pt x="1386636" y="408013"/>
                </a:cubicBezTo>
                <a:cubicBezTo>
                  <a:pt x="1404771" y="370624"/>
                  <a:pt x="1424621" y="337833"/>
                  <a:pt x="1432876" y="296596"/>
                </a:cubicBezTo>
                <a:cubicBezTo>
                  <a:pt x="1437588" y="273279"/>
                  <a:pt x="1417053" y="239192"/>
                  <a:pt x="1391817" y="227965"/>
                </a:cubicBezTo>
                <a:cubicBezTo>
                  <a:pt x="1363547" y="215417"/>
                  <a:pt x="1333258" y="211747"/>
                  <a:pt x="1308988" y="233972"/>
                </a:cubicBezTo>
                <a:cubicBezTo>
                  <a:pt x="1292173" y="249402"/>
                  <a:pt x="1277568" y="268313"/>
                  <a:pt x="1266252" y="287998"/>
                </a:cubicBezTo>
                <a:cubicBezTo>
                  <a:pt x="1185735" y="428384"/>
                  <a:pt x="1106766" y="569595"/>
                  <a:pt x="1025804" y="709714"/>
                </a:cubicBezTo>
                <a:cubicBezTo>
                  <a:pt x="1018869" y="721766"/>
                  <a:pt x="1000986" y="727723"/>
                  <a:pt x="988186" y="736498"/>
                </a:cubicBezTo>
                <a:cubicBezTo>
                  <a:pt x="987043" y="723684"/>
                  <a:pt x="982687" y="710133"/>
                  <a:pt x="985253" y="698081"/>
                </a:cubicBezTo>
                <a:cubicBezTo>
                  <a:pt x="1020202" y="532765"/>
                  <a:pt x="1056906" y="367767"/>
                  <a:pt x="1091119" y="202273"/>
                </a:cubicBezTo>
                <a:cubicBezTo>
                  <a:pt x="1097723" y="170333"/>
                  <a:pt x="1104238" y="144717"/>
                  <a:pt x="1101343" y="112090"/>
                </a:cubicBezTo>
                <a:cubicBezTo>
                  <a:pt x="1098408" y="79451"/>
                  <a:pt x="1069706" y="51676"/>
                  <a:pt x="1035708" y="45301"/>
                </a:cubicBezTo>
                <a:cubicBezTo>
                  <a:pt x="975917" y="34087"/>
                  <a:pt x="936128" y="63653"/>
                  <a:pt x="922083" y="128435"/>
                </a:cubicBezTo>
                <a:cubicBezTo>
                  <a:pt x="885290" y="298132"/>
                  <a:pt x="847571" y="467614"/>
                  <a:pt x="810855" y="637324"/>
                </a:cubicBezTo>
                <a:cubicBezTo>
                  <a:pt x="805839" y="660489"/>
                  <a:pt x="792097" y="676161"/>
                  <a:pt x="769568" y="675424"/>
                </a:cubicBezTo>
                <a:cubicBezTo>
                  <a:pt x="745540" y="674675"/>
                  <a:pt x="751102" y="651078"/>
                  <a:pt x="749261" y="635889"/>
                </a:cubicBezTo>
                <a:cubicBezTo>
                  <a:pt x="729651" y="476034"/>
                  <a:pt x="710792" y="316141"/>
                  <a:pt x="691284" y="156261"/>
                </a:cubicBezTo>
                <a:cubicBezTo>
                  <a:pt x="685734" y="110871"/>
                  <a:pt x="655344" y="82575"/>
                  <a:pt x="613447" y="81877"/>
                </a:cubicBezTo>
                <a:cubicBezTo>
                  <a:pt x="564932" y="81090"/>
                  <a:pt x="535240" y="105512"/>
                  <a:pt x="528801" y="153035"/>
                </a:cubicBezTo>
                <a:cubicBezTo>
                  <a:pt x="526972" y="166599"/>
                  <a:pt x="527823" y="180657"/>
                  <a:pt x="528623" y="194424"/>
                </a:cubicBezTo>
                <a:cubicBezTo>
                  <a:pt x="537602" y="351371"/>
                  <a:pt x="546479" y="508318"/>
                  <a:pt x="556158" y="665188"/>
                </a:cubicBezTo>
                <a:cubicBezTo>
                  <a:pt x="561542" y="752399"/>
                  <a:pt x="528941" y="827583"/>
                  <a:pt x="483754" y="899007"/>
                </a:cubicBezTo>
                <a:cubicBezTo>
                  <a:pt x="479297" y="906043"/>
                  <a:pt x="470406" y="910374"/>
                  <a:pt x="463574" y="915987"/>
                </a:cubicBezTo>
                <a:cubicBezTo>
                  <a:pt x="457542" y="908482"/>
                  <a:pt x="450518" y="901560"/>
                  <a:pt x="445667" y="893356"/>
                </a:cubicBezTo>
                <a:cubicBezTo>
                  <a:pt x="415404" y="841959"/>
                  <a:pt x="390346" y="786943"/>
                  <a:pt x="354545" y="739457"/>
                </a:cubicBezTo>
                <a:cubicBezTo>
                  <a:pt x="300113" y="667284"/>
                  <a:pt x="225550" y="618464"/>
                  <a:pt x="136728" y="593103"/>
                </a:cubicBezTo>
                <a:cubicBezTo>
                  <a:pt x="103376" y="583578"/>
                  <a:pt x="60007" y="600240"/>
                  <a:pt x="46874" y="624967"/>
                </a:cubicBezTo>
                <a:cubicBezTo>
                  <a:pt x="32853" y="651294"/>
                  <a:pt x="44944" y="683590"/>
                  <a:pt x="75334" y="710260"/>
                </a:cubicBezTo>
                <a:cubicBezTo>
                  <a:pt x="97217" y="729488"/>
                  <a:pt x="118705" y="749897"/>
                  <a:pt x="136511" y="772668"/>
                </a:cubicBezTo>
                <a:cubicBezTo>
                  <a:pt x="204367" y="859244"/>
                  <a:pt x="244905" y="957034"/>
                  <a:pt x="268985" y="1063092"/>
                </a:cubicBezTo>
                <a:cubicBezTo>
                  <a:pt x="282421" y="1122185"/>
                  <a:pt x="305979" y="1179741"/>
                  <a:pt x="329970" y="1236028"/>
                </a:cubicBezTo>
                <a:cubicBezTo>
                  <a:pt x="359726" y="1305814"/>
                  <a:pt x="421854" y="1351623"/>
                  <a:pt x="473836" y="1404582"/>
                </a:cubicBezTo>
                <a:cubicBezTo>
                  <a:pt x="485672" y="1416622"/>
                  <a:pt x="488898" y="1426464"/>
                  <a:pt x="484288" y="1443495"/>
                </a:cubicBezTo>
                <a:cubicBezTo>
                  <a:pt x="451535" y="1564589"/>
                  <a:pt x="368109" y="1878444"/>
                  <a:pt x="294321" y="2156587"/>
                </a:cubicBezTo>
                <a:lnTo>
                  <a:pt x="166813" y="2637726"/>
                </a:lnTo>
              </a:path>
            </a:pathLst>
          </a:custGeom>
          <a:solidFill>
            <a:srgbClr val="1D8B69">
              <a:alpha val="0"/>
            </a:srgbClr>
          </a:solidFill>
          <a:ln w="57150">
            <a:solidFill>
              <a:srgbClr val="498B9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E39336"/>
              </a:solidFill>
            </a:endParaRPr>
          </a:p>
        </p:txBody>
      </p:sp>
      <p:sp>
        <p:nvSpPr>
          <p:cNvPr id="4" name="Freeform 3"/>
          <p:cNvSpPr/>
          <p:nvPr/>
        </p:nvSpPr>
        <p:spPr>
          <a:xfrm rot="20791272">
            <a:off x="1012825" y="4195445"/>
            <a:ext cx="988060" cy="2221230"/>
          </a:xfrm>
          <a:custGeom>
            <a:avLst/>
            <a:gdLst>
              <a:gd name="connsiteX0" fmla="*/ 166813 w 1674595"/>
              <a:gd name="connsiteY0" fmla="*/ 2637726 h 2782684"/>
              <a:gd name="connsiteX1" fmla="*/ 723543 w 1674595"/>
              <a:gd name="connsiteY1" fmla="*/ 2738234 h 2782684"/>
              <a:gd name="connsiteX2" fmla="*/ 729677 w 1674595"/>
              <a:gd name="connsiteY2" fmla="*/ 2712136 h 2782684"/>
              <a:gd name="connsiteX3" fmla="*/ 786649 w 1674595"/>
              <a:gd name="connsiteY3" fmla="*/ 2424087 h 2782684"/>
              <a:gd name="connsiteX4" fmla="*/ 867027 w 1674595"/>
              <a:gd name="connsiteY4" fmla="*/ 2019198 h 2782684"/>
              <a:gd name="connsiteX5" fmla="*/ 955115 w 1674595"/>
              <a:gd name="connsiteY5" fmla="*/ 1579194 h 2782684"/>
              <a:gd name="connsiteX6" fmla="*/ 968908 w 1674595"/>
              <a:gd name="connsiteY6" fmla="*/ 1554836 h 2782684"/>
              <a:gd name="connsiteX7" fmla="*/ 1175117 w 1674595"/>
              <a:gd name="connsiteY7" fmla="*/ 1345095 h 2782684"/>
              <a:gd name="connsiteX8" fmla="*/ 1277072 w 1674595"/>
              <a:gd name="connsiteY8" fmla="*/ 1058926 h 2782684"/>
              <a:gd name="connsiteX9" fmla="*/ 1325739 w 1674595"/>
              <a:gd name="connsiteY9" fmla="*/ 973569 h 2782684"/>
              <a:gd name="connsiteX10" fmla="*/ 1552802 w 1674595"/>
              <a:gd name="connsiteY10" fmla="*/ 735177 h 2782684"/>
              <a:gd name="connsiteX11" fmla="*/ 1615236 w 1674595"/>
              <a:gd name="connsiteY11" fmla="*/ 659778 h 2782684"/>
              <a:gd name="connsiteX12" fmla="*/ 1609698 w 1674595"/>
              <a:gd name="connsiteY12" fmla="*/ 560667 h 2782684"/>
              <a:gd name="connsiteX13" fmla="*/ 1510562 w 1674595"/>
              <a:gd name="connsiteY13" fmla="*/ 559625 h 2782684"/>
              <a:gd name="connsiteX14" fmla="*/ 1474012 w 1674595"/>
              <a:gd name="connsiteY14" fmla="*/ 590067 h 2782684"/>
              <a:gd name="connsiteX15" fmla="*/ 1208302 w 1674595"/>
              <a:gd name="connsiteY15" fmla="*/ 837870 h 2782684"/>
              <a:gd name="connsiteX16" fmla="*/ 1172920 w 1674595"/>
              <a:gd name="connsiteY16" fmla="*/ 859396 h 2782684"/>
              <a:gd name="connsiteX17" fmla="*/ 1180476 w 1674595"/>
              <a:gd name="connsiteY17" fmla="*/ 816305 h 2782684"/>
              <a:gd name="connsiteX18" fmla="*/ 1386636 w 1674595"/>
              <a:gd name="connsiteY18" fmla="*/ 408013 h 2782684"/>
              <a:gd name="connsiteX19" fmla="*/ 1432876 w 1674595"/>
              <a:gd name="connsiteY19" fmla="*/ 296596 h 2782684"/>
              <a:gd name="connsiteX20" fmla="*/ 1391817 w 1674595"/>
              <a:gd name="connsiteY20" fmla="*/ 227965 h 2782684"/>
              <a:gd name="connsiteX21" fmla="*/ 1308988 w 1674595"/>
              <a:gd name="connsiteY21" fmla="*/ 233972 h 2782684"/>
              <a:gd name="connsiteX22" fmla="*/ 1266252 w 1674595"/>
              <a:gd name="connsiteY22" fmla="*/ 287998 h 2782684"/>
              <a:gd name="connsiteX23" fmla="*/ 1025804 w 1674595"/>
              <a:gd name="connsiteY23" fmla="*/ 709714 h 2782684"/>
              <a:gd name="connsiteX24" fmla="*/ 988186 w 1674595"/>
              <a:gd name="connsiteY24" fmla="*/ 736498 h 2782684"/>
              <a:gd name="connsiteX25" fmla="*/ 985253 w 1674595"/>
              <a:gd name="connsiteY25" fmla="*/ 698081 h 2782684"/>
              <a:gd name="connsiteX26" fmla="*/ 1091119 w 1674595"/>
              <a:gd name="connsiteY26" fmla="*/ 202273 h 2782684"/>
              <a:gd name="connsiteX27" fmla="*/ 1101343 w 1674595"/>
              <a:gd name="connsiteY27" fmla="*/ 112090 h 2782684"/>
              <a:gd name="connsiteX28" fmla="*/ 1035708 w 1674595"/>
              <a:gd name="connsiteY28" fmla="*/ 45301 h 2782684"/>
              <a:gd name="connsiteX29" fmla="*/ 922083 w 1674595"/>
              <a:gd name="connsiteY29" fmla="*/ 128435 h 2782684"/>
              <a:gd name="connsiteX30" fmla="*/ 810855 w 1674595"/>
              <a:gd name="connsiteY30" fmla="*/ 637324 h 2782684"/>
              <a:gd name="connsiteX31" fmla="*/ 769568 w 1674595"/>
              <a:gd name="connsiteY31" fmla="*/ 675424 h 2782684"/>
              <a:gd name="connsiteX32" fmla="*/ 749261 w 1674595"/>
              <a:gd name="connsiteY32" fmla="*/ 635889 h 2782684"/>
              <a:gd name="connsiteX33" fmla="*/ 691284 w 1674595"/>
              <a:gd name="connsiteY33" fmla="*/ 156261 h 2782684"/>
              <a:gd name="connsiteX34" fmla="*/ 613447 w 1674595"/>
              <a:gd name="connsiteY34" fmla="*/ 81877 h 2782684"/>
              <a:gd name="connsiteX35" fmla="*/ 528801 w 1674595"/>
              <a:gd name="connsiteY35" fmla="*/ 153035 h 2782684"/>
              <a:gd name="connsiteX36" fmla="*/ 528623 w 1674595"/>
              <a:gd name="connsiteY36" fmla="*/ 194424 h 2782684"/>
              <a:gd name="connsiteX37" fmla="*/ 556158 w 1674595"/>
              <a:gd name="connsiteY37" fmla="*/ 665188 h 2782684"/>
              <a:gd name="connsiteX38" fmla="*/ 483754 w 1674595"/>
              <a:gd name="connsiteY38" fmla="*/ 899007 h 2782684"/>
              <a:gd name="connsiteX39" fmla="*/ 463574 w 1674595"/>
              <a:gd name="connsiteY39" fmla="*/ 915987 h 2782684"/>
              <a:gd name="connsiteX40" fmla="*/ 445667 w 1674595"/>
              <a:gd name="connsiteY40" fmla="*/ 893356 h 2782684"/>
              <a:gd name="connsiteX41" fmla="*/ 354545 w 1674595"/>
              <a:gd name="connsiteY41" fmla="*/ 739457 h 2782684"/>
              <a:gd name="connsiteX42" fmla="*/ 136728 w 1674595"/>
              <a:gd name="connsiteY42" fmla="*/ 593103 h 2782684"/>
              <a:gd name="connsiteX43" fmla="*/ 46874 w 1674595"/>
              <a:gd name="connsiteY43" fmla="*/ 624967 h 2782684"/>
              <a:gd name="connsiteX44" fmla="*/ 75334 w 1674595"/>
              <a:gd name="connsiteY44" fmla="*/ 710260 h 2782684"/>
              <a:gd name="connsiteX45" fmla="*/ 136511 w 1674595"/>
              <a:gd name="connsiteY45" fmla="*/ 772668 h 2782684"/>
              <a:gd name="connsiteX46" fmla="*/ 268985 w 1674595"/>
              <a:gd name="connsiteY46" fmla="*/ 1063092 h 2782684"/>
              <a:gd name="connsiteX47" fmla="*/ 329970 w 1674595"/>
              <a:gd name="connsiteY47" fmla="*/ 1236028 h 2782684"/>
              <a:gd name="connsiteX48" fmla="*/ 473836 w 1674595"/>
              <a:gd name="connsiteY48" fmla="*/ 1404582 h 2782684"/>
              <a:gd name="connsiteX49" fmla="*/ 484288 w 1674595"/>
              <a:gd name="connsiteY49" fmla="*/ 1443495 h 2782684"/>
              <a:gd name="connsiteX50" fmla="*/ 294321 w 1674595"/>
              <a:gd name="connsiteY50" fmla="*/ 2156587 h 2782684"/>
              <a:gd name="connsiteX51" fmla="*/ 166813 w 1674595"/>
              <a:gd name="connsiteY51" fmla="*/ 2637726 h 27826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  <a:cxn ang="11">
                <a:pos x="connsiteX11" y="connsiteY11"/>
              </a:cxn>
              <a:cxn ang="12">
                <a:pos x="connsiteX12" y="connsiteY12"/>
              </a:cxn>
              <a:cxn ang="13">
                <a:pos x="connsiteX13" y="connsiteY13"/>
              </a:cxn>
              <a:cxn ang="14">
                <a:pos x="connsiteX14" y="connsiteY14"/>
              </a:cxn>
              <a:cxn ang="15">
                <a:pos x="connsiteX15" y="connsiteY15"/>
              </a:cxn>
              <a:cxn ang="16">
                <a:pos x="connsiteX16" y="connsiteY16"/>
              </a:cxn>
              <a:cxn ang="17">
                <a:pos x="connsiteX17" y="connsiteY17"/>
              </a:cxn>
              <a:cxn ang="18">
                <a:pos x="connsiteX18" y="connsiteY18"/>
              </a:cxn>
              <a:cxn ang="19">
                <a:pos x="connsiteX19" y="connsiteY19"/>
              </a:cxn>
              <a:cxn ang="20">
                <a:pos x="connsiteX20" y="connsiteY20"/>
              </a:cxn>
              <a:cxn ang="21">
                <a:pos x="connsiteX21" y="connsiteY21"/>
              </a:cxn>
              <a:cxn ang="22">
                <a:pos x="connsiteX22" y="connsiteY22"/>
              </a:cxn>
              <a:cxn ang="23">
                <a:pos x="connsiteX23" y="connsiteY23"/>
              </a:cxn>
              <a:cxn ang="24">
                <a:pos x="connsiteX24" y="connsiteY24"/>
              </a:cxn>
              <a:cxn ang="25">
                <a:pos x="connsiteX25" y="connsiteY25"/>
              </a:cxn>
              <a:cxn ang="26">
                <a:pos x="connsiteX26" y="connsiteY26"/>
              </a:cxn>
              <a:cxn ang="27">
                <a:pos x="connsiteX27" y="connsiteY27"/>
              </a:cxn>
              <a:cxn ang="28">
                <a:pos x="connsiteX28" y="connsiteY28"/>
              </a:cxn>
              <a:cxn ang="29">
                <a:pos x="connsiteX29" y="connsiteY29"/>
              </a:cxn>
              <a:cxn ang="30">
                <a:pos x="connsiteX30" y="connsiteY30"/>
              </a:cxn>
              <a:cxn ang="31">
                <a:pos x="connsiteX31" y="connsiteY31"/>
              </a:cxn>
              <a:cxn ang="32">
                <a:pos x="connsiteX32" y="connsiteY32"/>
              </a:cxn>
              <a:cxn ang="33">
                <a:pos x="connsiteX33" y="connsiteY33"/>
              </a:cxn>
              <a:cxn ang="34">
                <a:pos x="connsiteX34" y="connsiteY34"/>
              </a:cxn>
              <a:cxn ang="35">
                <a:pos x="connsiteX35" y="connsiteY35"/>
              </a:cxn>
              <a:cxn ang="36">
                <a:pos x="connsiteX36" y="connsiteY36"/>
              </a:cxn>
              <a:cxn ang="37">
                <a:pos x="connsiteX37" y="connsiteY37"/>
              </a:cxn>
              <a:cxn ang="38">
                <a:pos x="connsiteX38" y="connsiteY38"/>
              </a:cxn>
              <a:cxn ang="39">
                <a:pos x="connsiteX39" y="connsiteY39"/>
              </a:cxn>
              <a:cxn ang="40">
                <a:pos x="connsiteX40" y="connsiteY40"/>
              </a:cxn>
              <a:cxn ang="41">
                <a:pos x="connsiteX41" y="connsiteY41"/>
              </a:cxn>
              <a:cxn ang="42">
                <a:pos x="connsiteX42" y="connsiteY42"/>
              </a:cxn>
              <a:cxn ang="43">
                <a:pos x="connsiteX43" y="connsiteY43"/>
              </a:cxn>
              <a:cxn ang="44">
                <a:pos x="connsiteX44" y="connsiteY44"/>
              </a:cxn>
              <a:cxn ang="45">
                <a:pos x="connsiteX45" y="connsiteY45"/>
              </a:cxn>
              <a:cxn ang="46">
                <a:pos x="connsiteX46" y="connsiteY46"/>
              </a:cxn>
              <a:cxn ang="47">
                <a:pos x="connsiteX47" y="connsiteY47"/>
              </a:cxn>
              <a:cxn ang="48">
                <a:pos x="connsiteX48" y="connsiteY48"/>
              </a:cxn>
              <a:cxn ang="49">
                <a:pos x="connsiteX49" y="connsiteY49"/>
              </a:cxn>
              <a:cxn ang="50">
                <a:pos x="connsiteX50" y="connsiteY50"/>
              </a:cxn>
              <a:cxn ang="51">
                <a:pos x="connsiteX51" y="connsiteY51"/>
              </a:cxn>
            </a:cxnLst>
            <a:rect l="l" t="t" r="r" b="b"/>
            <a:pathLst>
              <a:path w="1674595" h="2782684">
                <a:moveTo>
                  <a:pt x="166813" y="2637726"/>
                </a:moveTo>
                <a:cubicBezTo>
                  <a:pt x="163574" y="2649982"/>
                  <a:pt x="535709" y="2710421"/>
                  <a:pt x="723543" y="2738234"/>
                </a:cubicBezTo>
                <a:cubicBezTo>
                  <a:pt x="725982" y="2727947"/>
                  <a:pt x="728102" y="2720086"/>
                  <a:pt x="729677" y="2712136"/>
                </a:cubicBezTo>
                <a:cubicBezTo>
                  <a:pt x="748727" y="2616111"/>
                  <a:pt x="767638" y="2520086"/>
                  <a:pt x="786649" y="2424087"/>
                </a:cubicBezTo>
                <a:cubicBezTo>
                  <a:pt x="813409" y="2289124"/>
                  <a:pt x="840167" y="2154136"/>
                  <a:pt x="867027" y="2019198"/>
                </a:cubicBezTo>
                <a:cubicBezTo>
                  <a:pt x="896174" y="1872501"/>
                  <a:pt x="925334" y="1725790"/>
                  <a:pt x="955115" y="1579194"/>
                </a:cubicBezTo>
                <a:cubicBezTo>
                  <a:pt x="956905" y="1570304"/>
                  <a:pt x="961770" y="1558277"/>
                  <a:pt x="968908" y="1554836"/>
                </a:cubicBezTo>
                <a:cubicBezTo>
                  <a:pt x="1064043" y="1509306"/>
                  <a:pt x="1123618" y="1431303"/>
                  <a:pt x="1175117" y="1345095"/>
                </a:cubicBezTo>
                <a:cubicBezTo>
                  <a:pt x="1228228" y="1256284"/>
                  <a:pt x="1248636" y="1156132"/>
                  <a:pt x="1277072" y="1058926"/>
                </a:cubicBezTo>
                <a:cubicBezTo>
                  <a:pt x="1286775" y="1025855"/>
                  <a:pt x="1301748" y="998271"/>
                  <a:pt x="1325739" y="973569"/>
                </a:cubicBezTo>
                <a:cubicBezTo>
                  <a:pt x="1402168" y="894766"/>
                  <a:pt x="1478393" y="815734"/>
                  <a:pt x="1552802" y="735177"/>
                </a:cubicBezTo>
                <a:cubicBezTo>
                  <a:pt x="1577796" y="708126"/>
                  <a:pt x="1596477" y="691324"/>
                  <a:pt x="1615236" y="659778"/>
                </a:cubicBezTo>
                <a:cubicBezTo>
                  <a:pt x="1636991" y="623265"/>
                  <a:pt x="1635086" y="581343"/>
                  <a:pt x="1609698" y="560667"/>
                </a:cubicBezTo>
                <a:cubicBezTo>
                  <a:pt x="1579244" y="535864"/>
                  <a:pt x="1544319" y="535191"/>
                  <a:pt x="1510562" y="559625"/>
                </a:cubicBezTo>
                <a:cubicBezTo>
                  <a:pt x="1497697" y="568935"/>
                  <a:pt x="1485568" y="579272"/>
                  <a:pt x="1474012" y="590067"/>
                </a:cubicBezTo>
                <a:cubicBezTo>
                  <a:pt x="1385403" y="672630"/>
                  <a:pt x="1297215" y="755612"/>
                  <a:pt x="1208302" y="837870"/>
                </a:cubicBezTo>
                <a:cubicBezTo>
                  <a:pt x="1198435" y="847026"/>
                  <a:pt x="1184794" y="852335"/>
                  <a:pt x="1172920" y="859396"/>
                </a:cubicBezTo>
                <a:cubicBezTo>
                  <a:pt x="1175256" y="844956"/>
                  <a:pt x="1174177" y="828853"/>
                  <a:pt x="1180476" y="816305"/>
                </a:cubicBezTo>
                <a:cubicBezTo>
                  <a:pt x="1248866" y="680072"/>
                  <a:pt x="1319998" y="545084"/>
                  <a:pt x="1386636" y="408013"/>
                </a:cubicBezTo>
                <a:cubicBezTo>
                  <a:pt x="1404771" y="370624"/>
                  <a:pt x="1424621" y="337833"/>
                  <a:pt x="1432876" y="296596"/>
                </a:cubicBezTo>
                <a:cubicBezTo>
                  <a:pt x="1437588" y="273279"/>
                  <a:pt x="1417053" y="239192"/>
                  <a:pt x="1391817" y="227965"/>
                </a:cubicBezTo>
                <a:cubicBezTo>
                  <a:pt x="1363547" y="215417"/>
                  <a:pt x="1333258" y="211747"/>
                  <a:pt x="1308988" y="233972"/>
                </a:cubicBezTo>
                <a:cubicBezTo>
                  <a:pt x="1292173" y="249402"/>
                  <a:pt x="1277568" y="268313"/>
                  <a:pt x="1266252" y="287998"/>
                </a:cubicBezTo>
                <a:cubicBezTo>
                  <a:pt x="1185735" y="428384"/>
                  <a:pt x="1106766" y="569595"/>
                  <a:pt x="1025804" y="709714"/>
                </a:cubicBezTo>
                <a:cubicBezTo>
                  <a:pt x="1018869" y="721766"/>
                  <a:pt x="1000986" y="727723"/>
                  <a:pt x="988186" y="736498"/>
                </a:cubicBezTo>
                <a:cubicBezTo>
                  <a:pt x="987043" y="723684"/>
                  <a:pt x="982687" y="710133"/>
                  <a:pt x="985253" y="698081"/>
                </a:cubicBezTo>
                <a:cubicBezTo>
                  <a:pt x="1020202" y="532765"/>
                  <a:pt x="1056906" y="367767"/>
                  <a:pt x="1091119" y="202273"/>
                </a:cubicBezTo>
                <a:cubicBezTo>
                  <a:pt x="1097723" y="170333"/>
                  <a:pt x="1104238" y="144717"/>
                  <a:pt x="1101343" y="112090"/>
                </a:cubicBezTo>
                <a:cubicBezTo>
                  <a:pt x="1098408" y="79451"/>
                  <a:pt x="1069706" y="51676"/>
                  <a:pt x="1035708" y="45301"/>
                </a:cubicBezTo>
                <a:cubicBezTo>
                  <a:pt x="975917" y="34087"/>
                  <a:pt x="936128" y="63653"/>
                  <a:pt x="922083" y="128435"/>
                </a:cubicBezTo>
                <a:cubicBezTo>
                  <a:pt x="885290" y="298132"/>
                  <a:pt x="847571" y="467614"/>
                  <a:pt x="810855" y="637324"/>
                </a:cubicBezTo>
                <a:cubicBezTo>
                  <a:pt x="805839" y="660489"/>
                  <a:pt x="792097" y="676161"/>
                  <a:pt x="769568" y="675424"/>
                </a:cubicBezTo>
                <a:cubicBezTo>
                  <a:pt x="745540" y="674675"/>
                  <a:pt x="751102" y="651078"/>
                  <a:pt x="749261" y="635889"/>
                </a:cubicBezTo>
                <a:cubicBezTo>
                  <a:pt x="729651" y="476034"/>
                  <a:pt x="710792" y="316141"/>
                  <a:pt x="691284" y="156261"/>
                </a:cubicBezTo>
                <a:cubicBezTo>
                  <a:pt x="685734" y="110871"/>
                  <a:pt x="655344" y="82575"/>
                  <a:pt x="613447" y="81877"/>
                </a:cubicBezTo>
                <a:cubicBezTo>
                  <a:pt x="564932" y="81090"/>
                  <a:pt x="535240" y="105512"/>
                  <a:pt x="528801" y="153035"/>
                </a:cubicBezTo>
                <a:cubicBezTo>
                  <a:pt x="526972" y="166599"/>
                  <a:pt x="527823" y="180657"/>
                  <a:pt x="528623" y="194424"/>
                </a:cubicBezTo>
                <a:cubicBezTo>
                  <a:pt x="537602" y="351371"/>
                  <a:pt x="546479" y="508318"/>
                  <a:pt x="556158" y="665188"/>
                </a:cubicBezTo>
                <a:cubicBezTo>
                  <a:pt x="561542" y="752399"/>
                  <a:pt x="528941" y="827583"/>
                  <a:pt x="483754" y="899007"/>
                </a:cubicBezTo>
                <a:cubicBezTo>
                  <a:pt x="479297" y="906043"/>
                  <a:pt x="470406" y="910374"/>
                  <a:pt x="463574" y="915987"/>
                </a:cubicBezTo>
                <a:cubicBezTo>
                  <a:pt x="457542" y="908482"/>
                  <a:pt x="450518" y="901560"/>
                  <a:pt x="445667" y="893356"/>
                </a:cubicBezTo>
                <a:cubicBezTo>
                  <a:pt x="415404" y="841959"/>
                  <a:pt x="390346" y="786943"/>
                  <a:pt x="354545" y="739457"/>
                </a:cubicBezTo>
                <a:cubicBezTo>
                  <a:pt x="300113" y="667284"/>
                  <a:pt x="225550" y="618464"/>
                  <a:pt x="136728" y="593103"/>
                </a:cubicBezTo>
                <a:cubicBezTo>
                  <a:pt x="103376" y="583578"/>
                  <a:pt x="60007" y="600240"/>
                  <a:pt x="46874" y="624967"/>
                </a:cubicBezTo>
                <a:cubicBezTo>
                  <a:pt x="32853" y="651294"/>
                  <a:pt x="44944" y="683590"/>
                  <a:pt x="75334" y="710260"/>
                </a:cubicBezTo>
                <a:cubicBezTo>
                  <a:pt x="97217" y="729488"/>
                  <a:pt x="118705" y="749897"/>
                  <a:pt x="136511" y="772668"/>
                </a:cubicBezTo>
                <a:cubicBezTo>
                  <a:pt x="204367" y="859244"/>
                  <a:pt x="244905" y="957034"/>
                  <a:pt x="268985" y="1063092"/>
                </a:cubicBezTo>
                <a:cubicBezTo>
                  <a:pt x="282421" y="1122185"/>
                  <a:pt x="305979" y="1179741"/>
                  <a:pt x="329970" y="1236028"/>
                </a:cubicBezTo>
                <a:cubicBezTo>
                  <a:pt x="359726" y="1305814"/>
                  <a:pt x="421854" y="1351623"/>
                  <a:pt x="473836" y="1404582"/>
                </a:cubicBezTo>
                <a:cubicBezTo>
                  <a:pt x="485672" y="1416622"/>
                  <a:pt x="488898" y="1426464"/>
                  <a:pt x="484288" y="1443495"/>
                </a:cubicBezTo>
                <a:cubicBezTo>
                  <a:pt x="451535" y="1564589"/>
                  <a:pt x="368109" y="1878444"/>
                  <a:pt x="294321" y="2156587"/>
                </a:cubicBezTo>
                <a:lnTo>
                  <a:pt x="166813" y="2637726"/>
                </a:lnTo>
              </a:path>
            </a:pathLst>
          </a:custGeom>
          <a:solidFill>
            <a:srgbClr val="1D8B69">
              <a:alpha val="0"/>
            </a:srgbClr>
          </a:solidFill>
          <a:ln w="57150">
            <a:solidFill>
              <a:srgbClr val="498B9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E39336"/>
              </a:solidFill>
            </a:endParaRPr>
          </a:p>
        </p:txBody>
      </p:sp>
      <p:sp>
        <p:nvSpPr>
          <p:cNvPr id="3" name="Freeform 3"/>
          <p:cNvSpPr/>
          <p:nvPr/>
        </p:nvSpPr>
        <p:spPr>
          <a:xfrm rot="20791272">
            <a:off x="3302635" y="3725545"/>
            <a:ext cx="1240155" cy="2787650"/>
          </a:xfrm>
          <a:custGeom>
            <a:avLst/>
            <a:gdLst>
              <a:gd name="connsiteX0" fmla="*/ 166813 w 1674595"/>
              <a:gd name="connsiteY0" fmla="*/ 2637726 h 2782684"/>
              <a:gd name="connsiteX1" fmla="*/ 723543 w 1674595"/>
              <a:gd name="connsiteY1" fmla="*/ 2738234 h 2782684"/>
              <a:gd name="connsiteX2" fmla="*/ 729677 w 1674595"/>
              <a:gd name="connsiteY2" fmla="*/ 2712136 h 2782684"/>
              <a:gd name="connsiteX3" fmla="*/ 786649 w 1674595"/>
              <a:gd name="connsiteY3" fmla="*/ 2424087 h 2782684"/>
              <a:gd name="connsiteX4" fmla="*/ 867027 w 1674595"/>
              <a:gd name="connsiteY4" fmla="*/ 2019198 h 2782684"/>
              <a:gd name="connsiteX5" fmla="*/ 955115 w 1674595"/>
              <a:gd name="connsiteY5" fmla="*/ 1579194 h 2782684"/>
              <a:gd name="connsiteX6" fmla="*/ 968908 w 1674595"/>
              <a:gd name="connsiteY6" fmla="*/ 1554836 h 2782684"/>
              <a:gd name="connsiteX7" fmla="*/ 1175117 w 1674595"/>
              <a:gd name="connsiteY7" fmla="*/ 1345095 h 2782684"/>
              <a:gd name="connsiteX8" fmla="*/ 1277072 w 1674595"/>
              <a:gd name="connsiteY8" fmla="*/ 1058926 h 2782684"/>
              <a:gd name="connsiteX9" fmla="*/ 1325739 w 1674595"/>
              <a:gd name="connsiteY9" fmla="*/ 973569 h 2782684"/>
              <a:gd name="connsiteX10" fmla="*/ 1552802 w 1674595"/>
              <a:gd name="connsiteY10" fmla="*/ 735177 h 2782684"/>
              <a:gd name="connsiteX11" fmla="*/ 1615236 w 1674595"/>
              <a:gd name="connsiteY11" fmla="*/ 659778 h 2782684"/>
              <a:gd name="connsiteX12" fmla="*/ 1609698 w 1674595"/>
              <a:gd name="connsiteY12" fmla="*/ 560667 h 2782684"/>
              <a:gd name="connsiteX13" fmla="*/ 1510562 w 1674595"/>
              <a:gd name="connsiteY13" fmla="*/ 559625 h 2782684"/>
              <a:gd name="connsiteX14" fmla="*/ 1474012 w 1674595"/>
              <a:gd name="connsiteY14" fmla="*/ 590067 h 2782684"/>
              <a:gd name="connsiteX15" fmla="*/ 1208302 w 1674595"/>
              <a:gd name="connsiteY15" fmla="*/ 837870 h 2782684"/>
              <a:gd name="connsiteX16" fmla="*/ 1172920 w 1674595"/>
              <a:gd name="connsiteY16" fmla="*/ 859396 h 2782684"/>
              <a:gd name="connsiteX17" fmla="*/ 1180476 w 1674595"/>
              <a:gd name="connsiteY17" fmla="*/ 816305 h 2782684"/>
              <a:gd name="connsiteX18" fmla="*/ 1386636 w 1674595"/>
              <a:gd name="connsiteY18" fmla="*/ 408013 h 2782684"/>
              <a:gd name="connsiteX19" fmla="*/ 1432876 w 1674595"/>
              <a:gd name="connsiteY19" fmla="*/ 296596 h 2782684"/>
              <a:gd name="connsiteX20" fmla="*/ 1391817 w 1674595"/>
              <a:gd name="connsiteY20" fmla="*/ 227965 h 2782684"/>
              <a:gd name="connsiteX21" fmla="*/ 1308988 w 1674595"/>
              <a:gd name="connsiteY21" fmla="*/ 233972 h 2782684"/>
              <a:gd name="connsiteX22" fmla="*/ 1266252 w 1674595"/>
              <a:gd name="connsiteY22" fmla="*/ 287998 h 2782684"/>
              <a:gd name="connsiteX23" fmla="*/ 1025804 w 1674595"/>
              <a:gd name="connsiteY23" fmla="*/ 709714 h 2782684"/>
              <a:gd name="connsiteX24" fmla="*/ 988186 w 1674595"/>
              <a:gd name="connsiteY24" fmla="*/ 736498 h 2782684"/>
              <a:gd name="connsiteX25" fmla="*/ 985253 w 1674595"/>
              <a:gd name="connsiteY25" fmla="*/ 698081 h 2782684"/>
              <a:gd name="connsiteX26" fmla="*/ 1091119 w 1674595"/>
              <a:gd name="connsiteY26" fmla="*/ 202273 h 2782684"/>
              <a:gd name="connsiteX27" fmla="*/ 1101343 w 1674595"/>
              <a:gd name="connsiteY27" fmla="*/ 112090 h 2782684"/>
              <a:gd name="connsiteX28" fmla="*/ 1035708 w 1674595"/>
              <a:gd name="connsiteY28" fmla="*/ 45301 h 2782684"/>
              <a:gd name="connsiteX29" fmla="*/ 922083 w 1674595"/>
              <a:gd name="connsiteY29" fmla="*/ 128435 h 2782684"/>
              <a:gd name="connsiteX30" fmla="*/ 810855 w 1674595"/>
              <a:gd name="connsiteY30" fmla="*/ 637324 h 2782684"/>
              <a:gd name="connsiteX31" fmla="*/ 769568 w 1674595"/>
              <a:gd name="connsiteY31" fmla="*/ 675424 h 2782684"/>
              <a:gd name="connsiteX32" fmla="*/ 749261 w 1674595"/>
              <a:gd name="connsiteY32" fmla="*/ 635889 h 2782684"/>
              <a:gd name="connsiteX33" fmla="*/ 691284 w 1674595"/>
              <a:gd name="connsiteY33" fmla="*/ 156261 h 2782684"/>
              <a:gd name="connsiteX34" fmla="*/ 613447 w 1674595"/>
              <a:gd name="connsiteY34" fmla="*/ 81877 h 2782684"/>
              <a:gd name="connsiteX35" fmla="*/ 528801 w 1674595"/>
              <a:gd name="connsiteY35" fmla="*/ 153035 h 2782684"/>
              <a:gd name="connsiteX36" fmla="*/ 528623 w 1674595"/>
              <a:gd name="connsiteY36" fmla="*/ 194424 h 2782684"/>
              <a:gd name="connsiteX37" fmla="*/ 556158 w 1674595"/>
              <a:gd name="connsiteY37" fmla="*/ 665188 h 2782684"/>
              <a:gd name="connsiteX38" fmla="*/ 483754 w 1674595"/>
              <a:gd name="connsiteY38" fmla="*/ 899007 h 2782684"/>
              <a:gd name="connsiteX39" fmla="*/ 463574 w 1674595"/>
              <a:gd name="connsiteY39" fmla="*/ 915987 h 2782684"/>
              <a:gd name="connsiteX40" fmla="*/ 445667 w 1674595"/>
              <a:gd name="connsiteY40" fmla="*/ 893356 h 2782684"/>
              <a:gd name="connsiteX41" fmla="*/ 354545 w 1674595"/>
              <a:gd name="connsiteY41" fmla="*/ 739457 h 2782684"/>
              <a:gd name="connsiteX42" fmla="*/ 136728 w 1674595"/>
              <a:gd name="connsiteY42" fmla="*/ 593103 h 2782684"/>
              <a:gd name="connsiteX43" fmla="*/ 46874 w 1674595"/>
              <a:gd name="connsiteY43" fmla="*/ 624967 h 2782684"/>
              <a:gd name="connsiteX44" fmla="*/ 75334 w 1674595"/>
              <a:gd name="connsiteY44" fmla="*/ 710260 h 2782684"/>
              <a:gd name="connsiteX45" fmla="*/ 136511 w 1674595"/>
              <a:gd name="connsiteY45" fmla="*/ 772668 h 2782684"/>
              <a:gd name="connsiteX46" fmla="*/ 268985 w 1674595"/>
              <a:gd name="connsiteY46" fmla="*/ 1063092 h 2782684"/>
              <a:gd name="connsiteX47" fmla="*/ 329970 w 1674595"/>
              <a:gd name="connsiteY47" fmla="*/ 1236028 h 2782684"/>
              <a:gd name="connsiteX48" fmla="*/ 473836 w 1674595"/>
              <a:gd name="connsiteY48" fmla="*/ 1404582 h 2782684"/>
              <a:gd name="connsiteX49" fmla="*/ 484288 w 1674595"/>
              <a:gd name="connsiteY49" fmla="*/ 1443495 h 2782684"/>
              <a:gd name="connsiteX50" fmla="*/ 294321 w 1674595"/>
              <a:gd name="connsiteY50" fmla="*/ 2156587 h 2782684"/>
              <a:gd name="connsiteX51" fmla="*/ 166813 w 1674595"/>
              <a:gd name="connsiteY51" fmla="*/ 2637726 h 27826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  <a:cxn ang="11">
                <a:pos x="connsiteX11" y="connsiteY11"/>
              </a:cxn>
              <a:cxn ang="12">
                <a:pos x="connsiteX12" y="connsiteY12"/>
              </a:cxn>
              <a:cxn ang="13">
                <a:pos x="connsiteX13" y="connsiteY13"/>
              </a:cxn>
              <a:cxn ang="14">
                <a:pos x="connsiteX14" y="connsiteY14"/>
              </a:cxn>
              <a:cxn ang="15">
                <a:pos x="connsiteX15" y="connsiteY15"/>
              </a:cxn>
              <a:cxn ang="16">
                <a:pos x="connsiteX16" y="connsiteY16"/>
              </a:cxn>
              <a:cxn ang="17">
                <a:pos x="connsiteX17" y="connsiteY17"/>
              </a:cxn>
              <a:cxn ang="18">
                <a:pos x="connsiteX18" y="connsiteY18"/>
              </a:cxn>
              <a:cxn ang="19">
                <a:pos x="connsiteX19" y="connsiteY19"/>
              </a:cxn>
              <a:cxn ang="20">
                <a:pos x="connsiteX20" y="connsiteY20"/>
              </a:cxn>
              <a:cxn ang="21">
                <a:pos x="connsiteX21" y="connsiteY21"/>
              </a:cxn>
              <a:cxn ang="22">
                <a:pos x="connsiteX22" y="connsiteY22"/>
              </a:cxn>
              <a:cxn ang="23">
                <a:pos x="connsiteX23" y="connsiteY23"/>
              </a:cxn>
              <a:cxn ang="24">
                <a:pos x="connsiteX24" y="connsiteY24"/>
              </a:cxn>
              <a:cxn ang="25">
                <a:pos x="connsiteX25" y="connsiteY25"/>
              </a:cxn>
              <a:cxn ang="26">
                <a:pos x="connsiteX26" y="connsiteY26"/>
              </a:cxn>
              <a:cxn ang="27">
                <a:pos x="connsiteX27" y="connsiteY27"/>
              </a:cxn>
              <a:cxn ang="28">
                <a:pos x="connsiteX28" y="connsiteY28"/>
              </a:cxn>
              <a:cxn ang="29">
                <a:pos x="connsiteX29" y="connsiteY29"/>
              </a:cxn>
              <a:cxn ang="30">
                <a:pos x="connsiteX30" y="connsiteY30"/>
              </a:cxn>
              <a:cxn ang="31">
                <a:pos x="connsiteX31" y="connsiteY31"/>
              </a:cxn>
              <a:cxn ang="32">
                <a:pos x="connsiteX32" y="connsiteY32"/>
              </a:cxn>
              <a:cxn ang="33">
                <a:pos x="connsiteX33" y="connsiteY33"/>
              </a:cxn>
              <a:cxn ang="34">
                <a:pos x="connsiteX34" y="connsiteY34"/>
              </a:cxn>
              <a:cxn ang="35">
                <a:pos x="connsiteX35" y="connsiteY35"/>
              </a:cxn>
              <a:cxn ang="36">
                <a:pos x="connsiteX36" y="connsiteY36"/>
              </a:cxn>
              <a:cxn ang="37">
                <a:pos x="connsiteX37" y="connsiteY37"/>
              </a:cxn>
              <a:cxn ang="38">
                <a:pos x="connsiteX38" y="connsiteY38"/>
              </a:cxn>
              <a:cxn ang="39">
                <a:pos x="connsiteX39" y="connsiteY39"/>
              </a:cxn>
              <a:cxn ang="40">
                <a:pos x="connsiteX40" y="connsiteY40"/>
              </a:cxn>
              <a:cxn ang="41">
                <a:pos x="connsiteX41" y="connsiteY41"/>
              </a:cxn>
              <a:cxn ang="42">
                <a:pos x="connsiteX42" y="connsiteY42"/>
              </a:cxn>
              <a:cxn ang="43">
                <a:pos x="connsiteX43" y="connsiteY43"/>
              </a:cxn>
              <a:cxn ang="44">
                <a:pos x="connsiteX44" y="connsiteY44"/>
              </a:cxn>
              <a:cxn ang="45">
                <a:pos x="connsiteX45" y="connsiteY45"/>
              </a:cxn>
              <a:cxn ang="46">
                <a:pos x="connsiteX46" y="connsiteY46"/>
              </a:cxn>
              <a:cxn ang="47">
                <a:pos x="connsiteX47" y="connsiteY47"/>
              </a:cxn>
              <a:cxn ang="48">
                <a:pos x="connsiteX48" y="connsiteY48"/>
              </a:cxn>
              <a:cxn ang="49">
                <a:pos x="connsiteX49" y="connsiteY49"/>
              </a:cxn>
              <a:cxn ang="50">
                <a:pos x="connsiteX50" y="connsiteY50"/>
              </a:cxn>
              <a:cxn ang="51">
                <a:pos x="connsiteX51" y="connsiteY51"/>
              </a:cxn>
            </a:cxnLst>
            <a:rect l="l" t="t" r="r" b="b"/>
            <a:pathLst>
              <a:path w="1674595" h="2782684">
                <a:moveTo>
                  <a:pt x="166813" y="2637726"/>
                </a:moveTo>
                <a:cubicBezTo>
                  <a:pt x="163574" y="2649982"/>
                  <a:pt x="535709" y="2710421"/>
                  <a:pt x="723543" y="2738234"/>
                </a:cubicBezTo>
                <a:cubicBezTo>
                  <a:pt x="725982" y="2727947"/>
                  <a:pt x="728102" y="2720086"/>
                  <a:pt x="729677" y="2712136"/>
                </a:cubicBezTo>
                <a:cubicBezTo>
                  <a:pt x="748727" y="2616111"/>
                  <a:pt x="767638" y="2520086"/>
                  <a:pt x="786649" y="2424087"/>
                </a:cubicBezTo>
                <a:cubicBezTo>
                  <a:pt x="813409" y="2289124"/>
                  <a:pt x="840167" y="2154136"/>
                  <a:pt x="867027" y="2019198"/>
                </a:cubicBezTo>
                <a:cubicBezTo>
                  <a:pt x="896174" y="1872501"/>
                  <a:pt x="925334" y="1725790"/>
                  <a:pt x="955115" y="1579194"/>
                </a:cubicBezTo>
                <a:cubicBezTo>
                  <a:pt x="956905" y="1570304"/>
                  <a:pt x="961770" y="1558277"/>
                  <a:pt x="968908" y="1554836"/>
                </a:cubicBezTo>
                <a:cubicBezTo>
                  <a:pt x="1064043" y="1509306"/>
                  <a:pt x="1123618" y="1431303"/>
                  <a:pt x="1175117" y="1345095"/>
                </a:cubicBezTo>
                <a:cubicBezTo>
                  <a:pt x="1228228" y="1256284"/>
                  <a:pt x="1248636" y="1156132"/>
                  <a:pt x="1277072" y="1058926"/>
                </a:cubicBezTo>
                <a:cubicBezTo>
                  <a:pt x="1286775" y="1025855"/>
                  <a:pt x="1301748" y="998271"/>
                  <a:pt x="1325739" y="973569"/>
                </a:cubicBezTo>
                <a:cubicBezTo>
                  <a:pt x="1402168" y="894766"/>
                  <a:pt x="1478393" y="815734"/>
                  <a:pt x="1552802" y="735177"/>
                </a:cubicBezTo>
                <a:cubicBezTo>
                  <a:pt x="1577796" y="708126"/>
                  <a:pt x="1596477" y="691324"/>
                  <a:pt x="1615236" y="659778"/>
                </a:cubicBezTo>
                <a:cubicBezTo>
                  <a:pt x="1636991" y="623265"/>
                  <a:pt x="1635086" y="581343"/>
                  <a:pt x="1609698" y="560667"/>
                </a:cubicBezTo>
                <a:cubicBezTo>
                  <a:pt x="1579244" y="535864"/>
                  <a:pt x="1544319" y="535191"/>
                  <a:pt x="1510562" y="559625"/>
                </a:cubicBezTo>
                <a:cubicBezTo>
                  <a:pt x="1497697" y="568935"/>
                  <a:pt x="1485568" y="579272"/>
                  <a:pt x="1474012" y="590067"/>
                </a:cubicBezTo>
                <a:cubicBezTo>
                  <a:pt x="1385403" y="672630"/>
                  <a:pt x="1297215" y="755612"/>
                  <a:pt x="1208302" y="837870"/>
                </a:cubicBezTo>
                <a:cubicBezTo>
                  <a:pt x="1198435" y="847026"/>
                  <a:pt x="1184794" y="852335"/>
                  <a:pt x="1172920" y="859396"/>
                </a:cubicBezTo>
                <a:cubicBezTo>
                  <a:pt x="1175256" y="844956"/>
                  <a:pt x="1174177" y="828853"/>
                  <a:pt x="1180476" y="816305"/>
                </a:cubicBezTo>
                <a:cubicBezTo>
                  <a:pt x="1248866" y="680072"/>
                  <a:pt x="1319998" y="545084"/>
                  <a:pt x="1386636" y="408013"/>
                </a:cubicBezTo>
                <a:cubicBezTo>
                  <a:pt x="1404771" y="370624"/>
                  <a:pt x="1424621" y="337833"/>
                  <a:pt x="1432876" y="296596"/>
                </a:cubicBezTo>
                <a:cubicBezTo>
                  <a:pt x="1437588" y="273279"/>
                  <a:pt x="1417053" y="239192"/>
                  <a:pt x="1391817" y="227965"/>
                </a:cubicBezTo>
                <a:cubicBezTo>
                  <a:pt x="1363547" y="215417"/>
                  <a:pt x="1333258" y="211747"/>
                  <a:pt x="1308988" y="233972"/>
                </a:cubicBezTo>
                <a:cubicBezTo>
                  <a:pt x="1292173" y="249402"/>
                  <a:pt x="1277568" y="268313"/>
                  <a:pt x="1266252" y="287998"/>
                </a:cubicBezTo>
                <a:cubicBezTo>
                  <a:pt x="1185735" y="428384"/>
                  <a:pt x="1106766" y="569595"/>
                  <a:pt x="1025804" y="709714"/>
                </a:cubicBezTo>
                <a:cubicBezTo>
                  <a:pt x="1018869" y="721766"/>
                  <a:pt x="1000986" y="727723"/>
                  <a:pt x="988186" y="736498"/>
                </a:cubicBezTo>
                <a:cubicBezTo>
                  <a:pt x="987043" y="723684"/>
                  <a:pt x="982687" y="710133"/>
                  <a:pt x="985253" y="698081"/>
                </a:cubicBezTo>
                <a:cubicBezTo>
                  <a:pt x="1020202" y="532765"/>
                  <a:pt x="1056906" y="367767"/>
                  <a:pt x="1091119" y="202273"/>
                </a:cubicBezTo>
                <a:cubicBezTo>
                  <a:pt x="1097723" y="170333"/>
                  <a:pt x="1104238" y="144717"/>
                  <a:pt x="1101343" y="112090"/>
                </a:cubicBezTo>
                <a:cubicBezTo>
                  <a:pt x="1098408" y="79451"/>
                  <a:pt x="1069706" y="51676"/>
                  <a:pt x="1035708" y="45301"/>
                </a:cubicBezTo>
                <a:cubicBezTo>
                  <a:pt x="975917" y="34087"/>
                  <a:pt x="936128" y="63653"/>
                  <a:pt x="922083" y="128435"/>
                </a:cubicBezTo>
                <a:cubicBezTo>
                  <a:pt x="885290" y="298132"/>
                  <a:pt x="847571" y="467614"/>
                  <a:pt x="810855" y="637324"/>
                </a:cubicBezTo>
                <a:cubicBezTo>
                  <a:pt x="805839" y="660489"/>
                  <a:pt x="792097" y="676161"/>
                  <a:pt x="769568" y="675424"/>
                </a:cubicBezTo>
                <a:cubicBezTo>
                  <a:pt x="745540" y="674675"/>
                  <a:pt x="751102" y="651078"/>
                  <a:pt x="749261" y="635889"/>
                </a:cubicBezTo>
                <a:cubicBezTo>
                  <a:pt x="729651" y="476034"/>
                  <a:pt x="710792" y="316141"/>
                  <a:pt x="691284" y="156261"/>
                </a:cubicBezTo>
                <a:cubicBezTo>
                  <a:pt x="685734" y="110871"/>
                  <a:pt x="655344" y="82575"/>
                  <a:pt x="613447" y="81877"/>
                </a:cubicBezTo>
                <a:cubicBezTo>
                  <a:pt x="564932" y="81090"/>
                  <a:pt x="535240" y="105512"/>
                  <a:pt x="528801" y="153035"/>
                </a:cubicBezTo>
                <a:cubicBezTo>
                  <a:pt x="526972" y="166599"/>
                  <a:pt x="527823" y="180657"/>
                  <a:pt x="528623" y="194424"/>
                </a:cubicBezTo>
                <a:cubicBezTo>
                  <a:pt x="537602" y="351371"/>
                  <a:pt x="546479" y="508318"/>
                  <a:pt x="556158" y="665188"/>
                </a:cubicBezTo>
                <a:cubicBezTo>
                  <a:pt x="561542" y="752399"/>
                  <a:pt x="528941" y="827583"/>
                  <a:pt x="483754" y="899007"/>
                </a:cubicBezTo>
                <a:cubicBezTo>
                  <a:pt x="479297" y="906043"/>
                  <a:pt x="470406" y="910374"/>
                  <a:pt x="463574" y="915987"/>
                </a:cubicBezTo>
                <a:cubicBezTo>
                  <a:pt x="457542" y="908482"/>
                  <a:pt x="450518" y="901560"/>
                  <a:pt x="445667" y="893356"/>
                </a:cubicBezTo>
                <a:cubicBezTo>
                  <a:pt x="415404" y="841959"/>
                  <a:pt x="390346" y="786943"/>
                  <a:pt x="354545" y="739457"/>
                </a:cubicBezTo>
                <a:cubicBezTo>
                  <a:pt x="300113" y="667284"/>
                  <a:pt x="225550" y="618464"/>
                  <a:pt x="136728" y="593103"/>
                </a:cubicBezTo>
                <a:cubicBezTo>
                  <a:pt x="103376" y="583578"/>
                  <a:pt x="60007" y="600240"/>
                  <a:pt x="46874" y="624967"/>
                </a:cubicBezTo>
                <a:cubicBezTo>
                  <a:pt x="32853" y="651294"/>
                  <a:pt x="44944" y="683590"/>
                  <a:pt x="75334" y="710260"/>
                </a:cubicBezTo>
                <a:cubicBezTo>
                  <a:pt x="97217" y="729488"/>
                  <a:pt x="118705" y="749897"/>
                  <a:pt x="136511" y="772668"/>
                </a:cubicBezTo>
                <a:cubicBezTo>
                  <a:pt x="204367" y="859244"/>
                  <a:pt x="244905" y="957034"/>
                  <a:pt x="268985" y="1063092"/>
                </a:cubicBezTo>
                <a:cubicBezTo>
                  <a:pt x="282421" y="1122185"/>
                  <a:pt x="305979" y="1179741"/>
                  <a:pt x="329970" y="1236028"/>
                </a:cubicBezTo>
                <a:cubicBezTo>
                  <a:pt x="359726" y="1305814"/>
                  <a:pt x="421854" y="1351623"/>
                  <a:pt x="473836" y="1404582"/>
                </a:cubicBezTo>
                <a:cubicBezTo>
                  <a:pt x="485672" y="1416622"/>
                  <a:pt x="488898" y="1426464"/>
                  <a:pt x="484288" y="1443495"/>
                </a:cubicBezTo>
                <a:cubicBezTo>
                  <a:pt x="451535" y="1564589"/>
                  <a:pt x="368109" y="1878444"/>
                  <a:pt x="294321" y="2156587"/>
                </a:cubicBezTo>
                <a:lnTo>
                  <a:pt x="166813" y="2637726"/>
                </a:lnTo>
              </a:path>
            </a:pathLst>
          </a:custGeom>
          <a:solidFill>
            <a:srgbClr val="1D8B69">
              <a:alpha val="0"/>
            </a:srgbClr>
          </a:solidFill>
          <a:ln w="57150">
            <a:solidFill>
              <a:srgbClr val="498B9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E39336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6545" y="835025"/>
            <a:ext cx="21532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｛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sub_title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｝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4390390" y="3412490"/>
            <a:ext cx="7099935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仔细观察两个事物，找它们颜色、形状、动作上的相同点，比如‘荷叶圆圆的，像绿色的大盘子’。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4450080" y="3041015"/>
            <a:ext cx="704024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解析要点2：找共同特征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4422775" y="4818380"/>
            <a:ext cx="706691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记住比喻句要有‘像’‘好像’‘如同’这样的词，不能直接说‘我是老虎’，要说‘我像老虎一样勇敢’。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4466590" y="4415155"/>
            <a:ext cx="702373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解析要点3：正确使用比喻词</a:t>
            </a:r>
            <a:endParaRPr lang="en-US" sz="2200" b="1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337" y="3837868"/>
            <a:ext cx="5807410" cy="34397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833870" y="2486025"/>
            <a:ext cx="1351915" cy="13519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18535" y="2887980"/>
            <a:ext cx="46672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a楷体" panose="02000500000000000000" pitchFamily="2" charset="-122"/>
              </a:rPr>
              <a:t>三、下一节准备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a楷体" panose="02000500000000000000" pitchFamily="2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838727" y="3796669"/>
            <a:ext cx="4346917" cy="0"/>
          </a:xfrm>
          <a:prstGeom prst="line">
            <a:avLst/>
          </a:prstGeom>
          <a:ln>
            <a:solidFill>
              <a:srgbClr val="5D9FAD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0756695" y="1029456"/>
            <a:ext cx="154741" cy="154741"/>
          </a:xfrm>
          <a:prstGeom prst="ellipse">
            <a:avLst/>
          </a:prstGeom>
          <a:noFill/>
          <a:ln w="28575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499264" y="2633426"/>
            <a:ext cx="304602" cy="304602"/>
          </a:xfrm>
          <a:prstGeom prst="ellipse">
            <a:avLst/>
          </a:prstGeom>
          <a:noFill/>
          <a:ln w="381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122670" y="2298700"/>
            <a:ext cx="589280" cy="589280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382385" y="1529715"/>
            <a:ext cx="323215" cy="323215"/>
          </a:xfrm>
          <a:prstGeom prst="ellipse">
            <a:avLst/>
          </a:prstGeom>
          <a:solidFill>
            <a:srgbClr val="EEB969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 14344"/>
          <p:cNvSpPr/>
          <p:nvPr>
            <p:custDataLst>
              <p:tags r:id="rId1"/>
            </p:custDataLst>
          </p:nvPr>
        </p:nvSpPr>
        <p:spPr>
          <a:xfrm flipH="1">
            <a:off x="4662927" y="1713363"/>
            <a:ext cx="1357593" cy="1"/>
          </a:xfrm>
          <a:prstGeom prst="line">
            <a:avLst/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  <a:round/>
            <a:headEnd type="oval"/>
          </a:ln>
        </p:spPr>
        <p:txBody>
          <a:bodyPr lIns="0" tIns="0" rIns="0" bIns="0"/>
          <a:lstStyle/>
          <a:p>
            <a:pPr defTabSz="1218565">
              <a:defRPr sz="1200">
                <a:uFillTx/>
                <a:latin typeface="+mj-lt"/>
                <a:ea typeface="+mj-ea"/>
                <a:cs typeface="+mj-cs"/>
                <a:sym typeface="Helvetica"/>
              </a:defRPr>
            </a:pPr>
            <a:endParaRPr sz="16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0" name="Shape 14351"/>
          <p:cNvSpPr/>
          <p:nvPr>
            <p:custDataLst>
              <p:tags r:id="rId2"/>
            </p:custDataLst>
          </p:nvPr>
        </p:nvSpPr>
        <p:spPr>
          <a:xfrm flipH="1">
            <a:off x="4662943" y="3243424"/>
            <a:ext cx="645750" cy="1"/>
          </a:xfrm>
          <a:prstGeom prst="line">
            <a:avLst/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  <a:round/>
            <a:headEnd type="oval"/>
          </a:ln>
        </p:spPr>
        <p:txBody>
          <a:bodyPr lIns="0" tIns="0" rIns="0" bIns="0"/>
          <a:lstStyle/>
          <a:p>
            <a:pPr defTabSz="1218565">
              <a:defRPr sz="1200">
                <a:uFillTx/>
                <a:latin typeface="+mj-lt"/>
                <a:ea typeface="+mj-ea"/>
                <a:cs typeface="+mj-cs"/>
                <a:sym typeface="Helvetica"/>
              </a:defRPr>
            </a:pPr>
            <a:endParaRPr sz="16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3" name="Shape 14355"/>
          <p:cNvSpPr/>
          <p:nvPr>
            <p:custDataLst>
              <p:tags r:id="rId3"/>
            </p:custDataLst>
          </p:nvPr>
        </p:nvSpPr>
        <p:spPr>
          <a:xfrm>
            <a:off x="4345424" y="4613963"/>
            <a:ext cx="645750" cy="1"/>
          </a:xfrm>
          <a:prstGeom prst="line">
            <a:avLst/>
          </a:prstGeom>
          <a:ln w="6350">
            <a:solidFill>
              <a:sysClr val="windowText" lastClr="000000">
                <a:lumMod val="75000"/>
                <a:lumOff val="25000"/>
              </a:sysClr>
            </a:solidFill>
            <a:prstDash val="dash"/>
            <a:round/>
            <a:headEnd type="oval"/>
          </a:ln>
        </p:spPr>
        <p:txBody>
          <a:bodyPr lIns="0" tIns="0" rIns="0" bIns="0"/>
          <a:lstStyle/>
          <a:p>
            <a:pPr defTabSz="1218565">
              <a:defRPr sz="1200">
                <a:uFillTx/>
                <a:latin typeface="+mj-lt"/>
                <a:ea typeface="+mj-ea"/>
                <a:cs typeface="+mj-cs"/>
                <a:sym typeface="Helvetica"/>
              </a:defRPr>
            </a:pPr>
            <a:endParaRPr sz="16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grpSp>
        <p:nvGrpSpPr>
          <p:cNvPr id="3" name="Group 14"/>
          <p:cNvGrpSpPr/>
          <p:nvPr/>
        </p:nvGrpSpPr>
        <p:grpSpPr bwMode="auto">
          <a:xfrm rot="0" flipH="1">
            <a:off x="863600" y="3243580"/>
            <a:ext cx="1310640" cy="2549525"/>
            <a:chOff x="6476" y="614"/>
            <a:chExt cx="559" cy="1087"/>
          </a:xfrm>
          <a:solidFill>
            <a:sysClr val="windowText" lastClr="000000">
              <a:lumMod val="65000"/>
              <a:lumOff val="35000"/>
            </a:sysClr>
          </a:solidFill>
        </p:grpSpPr>
        <p:sp>
          <p:nvSpPr>
            <p:cNvPr id="22" name="Freeform 10"/>
            <p:cNvSpPr/>
            <p:nvPr/>
          </p:nvSpPr>
          <p:spPr bwMode="auto">
            <a:xfrm flipV="1">
              <a:off x="6727" y="614"/>
              <a:ext cx="272" cy="265"/>
            </a:xfrm>
            <a:custGeom>
              <a:avLst/>
              <a:gdLst>
                <a:gd name="T0" fmla="*/ 546 w 1187"/>
                <a:gd name="T1" fmla="*/ 1128 h 1165"/>
                <a:gd name="T2" fmla="*/ 1159 w 1187"/>
                <a:gd name="T3" fmla="*/ 626 h 1165"/>
                <a:gd name="T4" fmla="*/ 767 w 1187"/>
                <a:gd name="T5" fmla="*/ 43 h 1165"/>
                <a:gd name="T6" fmla="*/ 308 w 1187"/>
                <a:gd name="T7" fmla="*/ 105 h 1165"/>
                <a:gd name="T8" fmla="*/ 68 w 1187"/>
                <a:gd name="T9" fmla="*/ 715 h 1165"/>
                <a:gd name="T10" fmla="*/ 546 w 1187"/>
                <a:gd name="T11" fmla="*/ 1128 h 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87" h="1165">
                  <a:moveTo>
                    <a:pt x="546" y="1128"/>
                  </a:moveTo>
                  <a:cubicBezTo>
                    <a:pt x="843" y="1165"/>
                    <a:pt x="1137" y="923"/>
                    <a:pt x="1159" y="626"/>
                  </a:cubicBezTo>
                  <a:cubicBezTo>
                    <a:pt x="1187" y="371"/>
                    <a:pt x="1012" y="114"/>
                    <a:pt x="767" y="43"/>
                  </a:cubicBezTo>
                  <a:cubicBezTo>
                    <a:pt x="615" y="0"/>
                    <a:pt x="443" y="20"/>
                    <a:pt x="308" y="105"/>
                  </a:cubicBezTo>
                  <a:cubicBezTo>
                    <a:pt x="111" y="230"/>
                    <a:pt x="0" y="487"/>
                    <a:pt x="68" y="715"/>
                  </a:cubicBezTo>
                  <a:cubicBezTo>
                    <a:pt x="121" y="936"/>
                    <a:pt x="323" y="1102"/>
                    <a:pt x="546" y="1128"/>
                  </a:cubicBezTo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defTabSz="1218565">
                <a:defRPr/>
              </a:pPr>
              <a:endParaRPr lang="zh-CN" altLang="en-US" kern="0" dirty="0">
                <a:solidFill>
                  <a:prstClr val="black"/>
                </a:solidFill>
                <a:latin typeface="Arial" panose="020B0604020202020204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3" name="Freeform 12"/>
            <p:cNvSpPr/>
            <p:nvPr/>
          </p:nvSpPr>
          <p:spPr bwMode="auto">
            <a:xfrm flipV="1">
              <a:off x="6476" y="903"/>
              <a:ext cx="485" cy="798"/>
            </a:xfrm>
            <a:custGeom>
              <a:avLst/>
              <a:gdLst>
                <a:gd name="T0" fmla="*/ 1539 w 2208"/>
                <a:gd name="T1" fmla="*/ 3515 h 3515"/>
                <a:gd name="T2" fmla="*/ 2070 w 2208"/>
                <a:gd name="T3" fmla="*/ 3487 h 3515"/>
                <a:gd name="T4" fmla="*/ 2131 w 2208"/>
                <a:gd name="T5" fmla="*/ 2626 h 3515"/>
                <a:gd name="T6" fmla="*/ 2123 w 2208"/>
                <a:gd name="T7" fmla="*/ 1758 h 3515"/>
                <a:gd name="T8" fmla="*/ 1927 w 2208"/>
                <a:gd name="T9" fmla="*/ 1030 h 3515"/>
                <a:gd name="T10" fmla="*/ 2056 w 2208"/>
                <a:gd name="T11" fmla="*/ 837 h 3515"/>
                <a:gd name="T12" fmla="*/ 1679 w 2208"/>
                <a:gd name="T13" fmla="*/ 525 h 3515"/>
                <a:gd name="T14" fmla="*/ 1545 w 2208"/>
                <a:gd name="T15" fmla="*/ 821 h 3515"/>
                <a:gd name="T16" fmla="*/ 1487 w 2208"/>
                <a:gd name="T17" fmla="*/ 1610 h 3515"/>
                <a:gd name="T18" fmla="*/ 1072 w 2208"/>
                <a:gd name="T19" fmla="*/ 976 h 3515"/>
                <a:gd name="T20" fmla="*/ 1216 w 2208"/>
                <a:gd name="T21" fmla="*/ 73 h 3515"/>
                <a:gd name="T22" fmla="*/ 789 w 2208"/>
                <a:gd name="T23" fmla="*/ 49 h 3515"/>
                <a:gd name="T24" fmla="*/ 616 w 2208"/>
                <a:gd name="T25" fmla="*/ 1012 h 3515"/>
                <a:gd name="T26" fmla="*/ 1152 w 2208"/>
                <a:gd name="T27" fmla="*/ 1926 h 3515"/>
                <a:gd name="T28" fmla="*/ 1211 w 2208"/>
                <a:gd name="T29" fmla="*/ 2413 h 3515"/>
                <a:gd name="T30" fmla="*/ 842 w 2208"/>
                <a:gd name="T31" fmla="*/ 2303 h 3515"/>
                <a:gd name="T32" fmla="*/ 56 w 2208"/>
                <a:gd name="T33" fmla="*/ 2338 h 3515"/>
                <a:gd name="T34" fmla="*/ 63 w 2208"/>
                <a:gd name="T35" fmla="*/ 2756 h 3515"/>
                <a:gd name="T36" fmla="*/ 680 w 2208"/>
                <a:gd name="T37" fmla="*/ 2748 h 3515"/>
                <a:gd name="T38" fmla="*/ 694 w 2208"/>
                <a:gd name="T39" fmla="*/ 2700 h 3515"/>
                <a:gd name="T40" fmla="*/ 391 w 2208"/>
                <a:gd name="T41" fmla="*/ 2370 h 3515"/>
                <a:gd name="T42" fmla="*/ 789 w 2208"/>
                <a:gd name="T43" fmla="*/ 2742 h 3515"/>
                <a:gd name="T44" fmla="*/ 1006 w 2208"/>
                <a:gd name="T45" fmla="*/ 2733 h 3515"/>
                <a:gd name="T46" fmla="*/ 1539 w 2208"/>
                <a:gd name="T47" fmla="*/ 3515 h 3515"/>
                <a:gd name="connsiteX0" fmla="*/ 6896 w 9724"/>
                <a:gd name="connsiteY0" fmla="*/ 9952 h 9952"/>
                <a:gd name="connsiteX1" fmla="*/ 9301 w 9724"/>
                <a:gd name="connsiteY1" fmla="*/ 9872 h 9952"/>
                <a:gd name="connsiteX2" fmla="*/ 9577 w 9724"/>
                <a:gd name="connsiteY2" fmla="*/ 7423 h 9952"/>
                <a:gd name="connsiteX3" fmla="*/ 9541 w 9724"/>
                <a:gd name="connsiteY3" fmla="*/ 4953 h 9952"/>
                <a:gd name="connsiteX4" fmla="*/ 8653 w 9724"/>
                <a:gd name="connsiteY4" fmla="*/ 2882 h 9952"/>
                <a:gd name="connsiteX5" fmla="*/ 9238 w 9724"/>
                <a:gd name="connsiteY5" fmla="*/ 2333 h 9952"/>
                <a:gd name="connsiteX6" fmla="*/ 7530 w 9724"/>
                <a:gd name="connsiteY6" fmla="*/ 1446 h 9952"/>
                <a:gd name="connsiteX7" fmla="*/ 6923 w 9724"/>
                <a:gd name="connsiteY7" fmla="*/ 2288 h 9952"/>
                <a:gd name="connsiteX8" fmla="*/ 6661 w 9724"/>
                <a:gd name="connsiteY8" fmla="*/ 4532 h 9952"/>
                <a:gd name="connsiteX9" fmla="*/ 4781 w 9724"/>
                <a:gd name="connsiteY9" fmla="*/ 2729 h 9952"/>
                <a:gd name="connsiteX10" fmla="*/ 5433 w 9724"/>
                <a:gd name="connsiteY10" fmla="*/ 160 h 9952"/>
                <a:gd name="connsiteX11" fmla="*/ 3499 w 9724"/>
                <a:gd name="connsiteY11" fmla="*/ 91 h 9952"/>
                <a:gd name="connsiteX12" fmla="*/ 2716 w 9724"/>
                <a:gd name="connsiteY12" fmla="*/ 2831 h 9952"/>
                <a:gd name="connsiteX13" fmla="*/ 5143 w 9724"/>
                <a:gd name="connsiteY13" fmla="*/ 5431 h 9952"/>
                <a:gd name="connsiteX14" fmla="*/ 5411 w 9724"/>
                <a:gd name="connsiteY14" fmla="*/ 6817 h 9952"/>
                <a:gd name="connsiteX15" fmla="*/ 3739 w 9724"/>
                <a:gd name="connsiteY15" fmla="*/ 6504 h 9952"/>
                <a:gd name="connsiteX16" fmla="*/ 180 w 9724"/>
                <a:gd name="connsiteY16" fmla="*/ 6603 h 9952"/>
                <a:gd name="connsiteX17" fmla="*/ 211 w 9724"/>
                <a:gd name="connsiteY17" fmla="*/ 7793 h 9952"/>
                <a:gd name="connsiteX18" fmla="*/ 3006 w 9724"/>
                <a:gd name="connsiteY18" fmla="*/ 7770 h 9952"/>
                <a:gd name="connsiteX19" fmla="*/ 3069 w 9724"/>
                <a:gd name="connsiteY19" fmla="*/ 7633 h 9952"/>
                <a:gd name="connsiteX20" fmla="*/ 3499 w 9724"/>
                <a:gd name="connsiteY20" fmla="*/ 7753 h 9952"/>
                <a:gd name="connsiteX21" fmla="*/ 4482 w 9724"/>
                <a:gd name="connsiteY21" fmla="*/ 7727 h 9952"/>
                <a:gd name="connsiteX22" fmla="*/ 6896 w 9724"/>
                <a:gd name="connsiteY22" fmla="*/ 9952 h 9952"/>
                <a:gd name="connsiteX0-1" fmla="*/ 7092 w 10000"/>
                <a:gd name="connsiteY0-2" fmla="*/ 10000 h 10000"/>
                <a:gd name="connsiteX1-3" fmla="*/ 9565 w 10000"/>
                <a:gd name="connsiteY1-4" fmla="*/ 9920 h 10000"/>
                <a:gd name="connsiteX2-5" fmla="*/ 9849 w 10000"/>
                <a:gd name="connsiteY2-6" fmla="*/ 7459 h 10000"/>
                <a:gd name="connsiteX3-7" fmla="*/ 9812 w 10000"/>
                <a:gd name="connsiteY3-8" fmla="*/ 4977 h 10000"/>
                <a:gd name="connsiteX4-9" fmla="*/ 8899 w 10000"/>
                <a:gd name="connsiteY4-10" fmla="*/ 2896 h 10000"/>
                <a:gd name="connsiteX5-11" fmla="*/ 9500 w 10000"/>
                <a:gd name="connsiteY5-12" fmla="*/ 2344 h 10000"/>
                <a:gd name="connsiteX6-13" fmla="*/ 7744 w 10000"/>
                <a:gd name="connsiteY6-14" fmla="*/ 1453 h 10000"/>
                <a:gd name="connsiteX7-15" fmla="*/ 7119 w 10000"/>
                <a:gd name="connsiteY7-16" fmla="*/ 2299 h 10000"/>
                <a:gd name="connsiteX8-17" fmla="*/ 6850 w 10000"/>
                <a:gd name="connsiteY8-18" fmla="*/ 4554 h 10000"/>
                <a:gd name="connsiteX9-19" fmla="*/ 4917 w 10000"/>
                <a:gd name="connsiteY9-20" fmla="*/ 2742 h 10000"/>
                <a:gd name="connsiteX10-21" fmla="*/ 5587 w 10000"/>
                <a:gd name="connsiteY10-22" fmla="*/ 161 h 10000"/>
                <a:gd name="connsiteX11-23" fmla="*/ 3598 w 10000"/>
                <a:gd name="connsiteY11-24" fmla="*/ 91 h 10000"/>
                <a:gd name="connsiteX12-25" fmla="*/ 2793 w 10000"/>
                <a:gd name="connsiteY12-26" fmla="*/ 2845 h 10000"/>
                <a:gd name="connsiteX13-27" fmla="*/ 5289 w 10000"/>
                <a:gd name="connsiteY13-28" fmla="*/ 5457 h 10000"/>
                <a:gd name="connsiteX14-29" fmla="*/ 5565 w 10000"/>
                <a:gd name="connsiteY14-30" fmla="*/ 6850 h 10000"/>
                <a:gd name="connsiteX15-31" fmla="*/ 3845 w 10000"/>
                <a:gd name="connsiteY15-32" fmla="*/ 6535 h 10000"/>
                <a:gd name="connsiteX16-33" fmla="*/ 185 w 10000"/>
                <a:gd name="connsiteY16-34" fmla="*/ 6635 h 10000"/>
                <a:gd name="connsiteX17-35" fmla="*/ 217 w 10000"/>
                <a:gd name="connsiteY17-36" fmla="*/ 7831 h 10000"/>
                <a:gd name="connsiteX18-37" fmla="*/ 3091 w 10000"/>
                <a:gd name="connsiteY18-38" fmla="*/ 7807 h 10000"/>
                <a:gd name="connsiteX19-39" fmla="*/ 3598 w 10000"/>
                <a:gd name="connsiteY19-40" fmla="*/ 7790 h 10000"/>
                <a:gd name="connsiteX20-41" fmla="*/ 4609 w 10000"/>
                <a:gd name="connsiteY20-42" fmla="*/ 7764 h 10000"/>
                <a:gd name="connsiteX21-43" fmla="*/ 7092 w 10000"/>
                <a:gd name="connsiteY21-44" fmla="*/ 10000 h 10000"/>
                <a:gd name="connsiteX0-45" fmla="*/ 7092 w 10000"/>
                <a:gd name="connsiteY0-46" fmla="*/ 10000 h 10000"/>
                <a:gd name="connsiteX1-47" fmla="*/ 9565 w 10000"/>
                <a:gd name="connsiteY1-48" fmla="*/ 9920 h 10000"/>
                <a:gd name="connsiteX2-49" fmla="*/ 9849 w 10000"/>
                <a:gd name="connsiteY2-50" fmla="*/ 7459 h 10000"/>
                <a:gd name="connsiteX3-51" fmla="*/ 9812 w 10000"/>
                <a:gd name="connsiteY3-52" fmla="*/ 4977 h 10000"/>
                <a:gd name="connsiteX4-53" fmla="*/ 8899 w 10000"/>
                <a:gd name="connsiteY4-54" fmla="*/ 2896 h 10000"/>
                <a:gd name="connsiteX5-55" fmla="*/ 9500 w 10000"/>
                <a:gd name="connsiteY5-56" fmla="*/ 2344 h 10000"/>
                <a:gd name="connsiteX6-57" fmla="*/ 7744 w 10000"/>
                <a:gd name="connsiteY6-58" fmla="*/ 1453 h 10000"/>
                <a:gd name="connsiteX7-59" fmla="*/ 7119 w 10000"/>
                <a:gd name="connsiteY7-60" fmla="*/ 2299 h 10000"/>
                <a:gd name="connsiteX8-61" fmla="*/ 6850 w 10000"/>
                <a:gd name="connsiteY8-62" fmla="*/ 4554 h 10000"/>
                <a:gd name="connsiteX9-63" fmla="*/ 4917 w 10000"/>
                <a:gd name="connsiteY9-64" fmla="*/ 2742 h 10000"/>
                <a:gd name="connsiteX10-65" fmla="*/ 5587 w 10000"/>
                <a:gd name="connsiteY10-66" fmla="*/ 161 h 10000"/>
                <a:gd name="connsiteX11-67" fmla="*/ 3598 w 10000"/>
                <a:gd name="connsiteY11-68" fmla="*/ 91 h 10000"/>
                <a:gd name="connsiteX12-69" fmla="*/ 2793 w 10000"/>
                <a:gd name="connsiteY12-70" fmla="*/ 2845 h 10000"/>
                <a:gd name="connsiteX13-71" fmla="*/ 5289 w 10000"/>
                <a:gd name="connsiteY13-72" fmla="*/ 5457 h 10000"/>
                <a:gd name="connsiteX14-73" fmla="*/ 5565 w 10000"/>
                <a:gd name="connsiteY14-74" fmla="*/ 6850 h 10000"/>
                <a:gd name="connsiteX15-75" fmla="*/ 3845 w 10000"/>
                <a:gd name="connsiteY15-76" fmla="*/ 6535 h 10000"/>
                <a:gd name="connsiteX16-77" fmla="*/ 185 w 10000"/>
                <a:gd name="connsiteY16-78" fmla="*/ 6635 h 10000"/>
                <a:gd name="connsiteX17-79" fmla="*/ 217 w 10000"/>
                <a:gd name="connsiteY17-80" fmla="*/ 7831 h 10000"/>
                <a:gd name="connsiteX18-81" fmla="*/ 3598 w 10000"/>
                <a:gd name="connsiteY18-82" fmla="*/ 7790 h 10000"/>
                <a:gd name="connsiteX19-83" fmla="*/ 4609 w 10000"/>
                <a:gd name="connsiteY19-84" fmla="*/ 7764 h 10000"/>
                <a:gd name="connsiteX20-85" fmla="*/ 7092 w 10000"/>
                <a:gd name="connsiteY20-86" fmla="*/ 10000 h 10000"/>
                <a:gd name="connsiteX0-87" fmla="*/ 6965 w 9873"/>
                <a:gd name="connsiteY0-88" fmla="*/ 10000 h 10000"/>
                <a:gd name="connsiteX1-89" fmla="*/ 9438 w 9873"/>
                <a:gd name="connsiteY1-90" fmla="*/ 9920 h 10000"/>
                <a:gd name="connsiteX2-91" fmla="*/ 9722 w 9873"/>
                <a:gd name="connsiteY2-92" fmla="*/ 7459 h 10000"/>
                <a:gd name="connsiteX3-93" fmla="*/ 9685 w 9873"/>
                <a:gd name="connsiteY3-94" fmla="*/ 4977 h 10000"/>
                <a:gd name="connsiteX4-95" fmla="*/ 8772 w 9873"/>
                <a:gd name="connsiteY4-96" fmla="*/ 2896 h 10000"/>
                <a:gd name="connsiteX5-97" fmla="*/ 9373 w 9873"/>
                <a:gd name="connsiteY5-98" fmla="*/ 2344 h 10000"/>
                <a:gd name="connsiteX6-99" fmla="*/ 7617 w 9873"/>
                <a:gd name="connsiteY6-100" fmla="*/ 1453 h 10000"/>
                <a:gd name="connsiteX7-101" fmla="*/ 6992 w 9873"/>
                <a:gd name="connsiteY7-102" fmla="*/ 2299 h 10000"/>
                <a:gd name="connsiteX8-103" fmla="*/ 6723 w 9873"/>
                <a:gd name="connsiteY8-104" fmla="*/ 4554 h 10000"/>
                <a:gd name="connsiteX9-105" fmla="*/ 4790 w 9873"/>
                <a:gd name="connsiteY9-106" fmla="*/ 2742 h 10000"/>
                <a:gd name="connsiteX10-107" fmla="*/ 5460 w 9873"/>
                <a:gd name="connsiteY10-108" fmla="*/ 161 h 10000"/>
                <a:gd name="connsiteX11-109" fmla="*/ 3471 w 9873"/>
                <a:gd name="connsiteY11-110" fmla="*/ 91 h 10000"/>
                <a:gd name="connsiteX12-111" fmla="*/ 2666 w 9873"/>
                <a:gd name="connsiteY12-112" fmla="*/ 2845 h 10000"/>
                <a:gd name="connsiteX13-113" fmla="*/ 5162 w 9873"/>
                <a:gd name="connsiteY13-114" fmla="*/ 5457 h 10000"/>
                <a:gd name="connsiteX14-115" fmla="*/ 5438 w 9873"/>
                <a:gd name="connsiteY14-116" fmla="*/ 6850 h 10000"/>
                <a:gd name="connsiteX15-117" fmla="*/ 3718 w 9873"/>
                <a:gd name="connsiteY15-118" fmla="*/ 6535 h 10000"/>
                <a:gd name="connsiteX16-119" fmla="*/ 58 w 9873"/>
                <a:gd name="connsiteY16-120" fmla="*/ 6635 h 10000"/>
                <a:gd name="connsiteX17-121" fmla="*/ 692 w 9873"/>
                <a:gd name="connsiteY17-122" fmla="*/ 7831 h 10000"/>
                <a:gd name="connsiteX18-123" fmla="*/ 3471 w 9873"/>
                <a:gd name="connsiteY18-124" fmla="*/ 7790 h 10000"/>
                <a:gd name="connsiteX19-125" fmla="*/ 4482 w 9873"/>
                <a:gd name="connsiteY19-126" fmla="*/ 7764 h 10000"/>
                <a:gd name="connsiteX20-127" fmla="*/ 6965 w 9873"/>
                <a:gd name="connsiteY20-128" fmla="*/ 10000 h 10000"/>
              </a:gdLst>
              <a:ahLst/>
              <a:cxnLst>
                <a:cxn ang="0">
                  <a:pos x="connsiteX0-87" y="connsiteY0-88"/>
                </a:cxn>
                <a:cxn ang="0">
                  <a:pos x="connsiteX1-89" y="connsiteY1-90"/>
                </a:cxn>
                <a:cxn ang="0">
                  <a:pos x="connsiteX2-91" y="connsiteY2-92"/>
                </a:cxn>
                <a:cxn ang="0">
                  <a:pos x="connsiteX3-93" y="connsiteY3-94"/>
                </a:cxn>
                <a:cxn ang="0">
                  <a:pos x="connsiteX4-95" y="connsiteY4-96"/>
                </a:cxn>
                <a:cxn ang="0">
                  <a:pos x="connsiteX5-97" y="connsiteY5-98"/>
                </a:cxn>
                <a:cxn ang="0">
                  <a:pos x="connsiteX6-99" y="connsiteY6-100"/>
                </a:cxn>
                <a:cxn ang="0">
                  <a:pos x="connsiteX7-101" y="connsiteY7-102"/>
                </a:cxn>
                <a:cxn ang="0">
                  <a:pos x="connsiteX8-103" y="connsiteY8-104"/>
                </a:cxn>
                <a:cxn ang="0">
                  <a:pos x="connsiteX9-105" y="connsiteY9-106"/>
                </a:cxn>
                <a:cxn ang="0">
                  <a:pos x="connsiteX10-107" y="connsiteY10-108"/>
                </a:cxn>
                <a:cxn ang="0">
                  <a:pos x="connsiteX11-109" y="connsiteY11-110"/>
                </a:cxn>
                <a:cxn ang="0">
                  <a:pos x="connsiteX12-111" y="connsiteY12-112"/>
                </a:cxn>
                <a:cxn ang="0">
                  <a:pos x="connsiteX13-113" y="connsiteY13-114"/>
                </a:cxn>
                <a:cxn ang="0">
                  <a:pos x="connsiteX14-115" y="connsiteY14-116"/>
                </a:cxn>
                <a:cxn ang="0">
                  <a:pos x="connsiteX15-117" y="connsiteY15-118"/>
                </a:cxn>
                <a:cxn ang="0">
                  <a:pos x="connsiteX16-119" y="connsiteY16-120"/>
                </a:cxn>
                <a:cxn ang="0">
                  <a:pos x="connsiteX17-121" y="connsiteY17-122"/>
                </a:cxn>
                <a:cxn ang="0">
                  <a:pos x="connsiteX18-123" y="connsiteY18-124"/>
                </a:cxn>
                <a:cxn ang="0">
                  <a:pos x="connsiteX19-125" y="connsiteY19-126"/>
                </a:cxn>
                <a:cxn ang="0">
                  <a:pos x="connsiteX20-127" y="connsiteY20-128"/>
                </a:cxn>
              </a:cxnLst>
              <a:rect l="l" t="t" r="r" b="b"/>
              <a:pathLst>
                <a:path w="9873" h="10000">
                  <a:moveTo>
                    <a:pt x="6965" y="10000"/>
                  </a:moveTo>
                  <a:cubicBezTo>
                    <a:pt x="7789" y="9963"/>
                    <a:pt x="8613" y="9940"/>
                    <a:pt x="9438" y="9920"/>
                  </a:cubicBezTo>
                  <a:cubicBezTo>
                    <a:pt x="9563" y="9100"/>
                    <a:pt x="9582" y="8276"/>
                    <a:pt x="9722" y="7459"/>
                  </a:cubicBezTo>
                  <a:cubicBezTo>
                    <a:pt x="9731" y="6633"/>
                    <a:pt x="10081" y="5787"/>
                    <a:pt x="9685" y="4977"/>
                  </a:cubicBezTo>
                  <a:cubicBezTo>
                    <a:pt x="9377" y="4286"/>
                    <a:pt x="8869" y="3619"/>
                    <a:pt x="8772" y="2896"/>
                  </a:cubicBezTo>
                  <a:cubicBezTo>
                    <a:pt x="8884" y="2685"/>
                    <a:pt x="9168" y="2524"/>
                    <a:pt x="9373" y="2344"/>
                  </a:cubicBezTo>
                  <a:cubicBezTo>
                    <a:pt x="8744" y="2076"/>
                    <a:pt x="8436" y="1532"/>
                    <a:pt x="7617" y="1453"/>
                  </a:cubicBezTo>
                  <a:cubicBezTo>
                    <a:pt x="7543" y="1767"/>
                    <a:pt x="6946" y="1955"/>
                    <a:pt x="6992" y="2299"/>
                  </a:cubicBezTo>
                  <a:cubicBezTo>
                    <a:pt x="6941" y="3054"/>
                    <a:pt x="6788" y="3799"/>
                    <a:pt x="6723" y="4554"/>
                  </a:cubicBezTo>
                  <a:cubicBezTo>
                    <a:pt x="6052" y="3960"/>
                    <a:pt x="5438" y="3342"/>
                    <a:pt x="4790" y="2742"/>
                  </a:cubicBezTo>
                  <a:cubicBezTo>
                    <a:pt x="5051" y="1884"/>
                    <a:pt x="5200" y="1015"/>
                    <a:pt x="5460" y="161"/>
                  </a:cubicBezTo>
                  <a:cubicBezTo>
                    <a:pt x="4841" y="-28"/>
                    <a:pt x="4123" y="-48"/>
                    <a:pt x="3471" y="91"/>
                  </a:cubicBezTo>
                  <a:cubicBezTo>
                    <a:pt x="3183" y="1007"/>
                    <a:pt x="2950" y="1927"/>
                    <a:pt x="2666" y="2845"/>
                  </a:cubicBezTo>
                  <a:cubicBezTo>
                    <a:pt x="3519" y="3708"/>
                    <a:pt x="4320" y="4591"/>
                    <a:pt x="5162" y="5457"/>
                  </a:cubicBezTo>
                  <a:cubicBezTo>
                    <a:pt x="5661" y="5858"/>
                    <a:pt x="5372" y="6387"/>
                    <a:pt x="5438" y="6850"/>
                  </a:cubicBezTo>
                  <a:cubicBezTo>
                    <a:pt x="4878" y="6727"/>
                    <a:pt x="4342" y="6469"/>
                    <a:pt x="3718" y="6535"/>
                  </a:cubicBezTo>
                  <a:cubicBezTo>
                    <a:pt x="2503" y="6604"/>
                    <a:pt x="1278" y="6618"/>
                    <a:pt x="58" y="6635"/>
                  </a:cubicBezTo>
                  <a:cubicBezTo>
                    <a:pt x="-185" y="7022"/>
                    <a:pt x="399" y="7453"/>
                    <a:pt x="692" y="7831"/>
                  </a:cubicBezTo>
                  <a:cubicBezTo>
                    <a:pt x="1261" y="8023"/>
                    <a:pt x="2739" y="7801"/>
                    <a:pt x="3471" y="7790"/>
                  </a:cubicBezTo>
                  <a:lnTo>
                    <a:pt x="4482" y="7764"/>
                  </a:lnTo>
                  <a:cubicBezTo>
                    <a:pt x="5320" y="8505"/>
                    <a:pt x="6099" y="9272"/>
                    <a:pt x="6965" y="10000"/>
                  </a:cubicBezTo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defTabSz="1218565">
                <a:defRPr/>
              </a:pPr>
              <a:endParaRPr lang="zh-CN" altLang="en-US" kern="0" dirty="0">
                <a:solidFill>
                  <a:prstClr val="black"/>
                </a:solidFill>
                <a:latin typeface="Arial" panose="020B0604020202020204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4" name="Freeform 13"/>
            <p:cNvSpPr/>
            <p:nvPr/>
          </p:nvSpPr>
          <p:spPr bwMode="auto">
            <a:xfrm flipV="1">
              <a:off x="6854" y="1507"/>
              <a:ext cx="181" cy="193"/>
            </a:xfrm>
            <a:custGeom>
              <a:avLst/>
              <a:gdLst>
                <a:gd name="T0" fmla="*/ 0 w 774"/>
                <a:gd name="T1" fmla="*/ 458 h 861"/>
                <a:gd name="T2" fmla="*/ 327 w 774"/>
                <a:gd name="T3" fmla="*/ 861 h 861"/>
                <a:gd name="T4" fmla="*/ 774 w 774"/>
                <a:gd name="T5" fmla="*/ 229 h 861"/>
                <a:gd name="T6" fmla="*/ 362 w 774"/>
                <a:gd name="T7" fmla="*/ 15 h 861"/>
                <a:gd name="T8" fmla="*/ 30 w 774"/>
                <a:gd name="T9" fmla="*/ 475 h 861"/>
                <a:gd name="T10" fmla="*/ 0 w 774"/>
                <a:gd name="T11" fmla="*/ 458 h 861"/>
                <a:gd name="connsiteX0" fmla="*/ 0 w 10000"/>
                <a:gd name="connsiteY0" fmla="*/ 5167 h 9848"/>
                <a:gd name="connsiteX1" fmla="*/ 4225 w 10000"/>
                <a:gd name="connsiteY1" fmla="*/ 9848 h 9848"/>
                <a:gd name="connsiteX2" fmla="*/ 10000 w 10000"/>
                <a:gd name="connsiteY2" fmla="*/ 2508 h 9848"/>
                <a:gd name="connsiteX3" fmla="*/ 4677 w 10000"/>
                <a:gd name="connsiteY3" fmla="*/ 22 h 9848"/>
                <a:gd name="connsiteX4" fmla="*/ 388 w 10000"/>
                <a:gd name="connsiteY4" fmla="*/ 5365 h 9848"/>
                <a:gd name="connsiteX0-1" fmla="*/ 0 w 10000"/>
                <a:gd name="connsiteY0-2" fmla="*/ 5247 h 10000"/>
                <a:gd name="connsiteX1-3" fmla="*/ 4225 w 10000"/>
                <a:gd name="connsiteY1-4" fmla="*/ 10000 h 10000"/>
                <a:gd name="connsiteX2-5" fmla="*/ 10000 w 10000"/>
                <a:gd name="connsiteY2-6" fmla="*/ 2547 h 10000"/>
                <a:gd name="connsiteX3-7" fmla="*/ 4677 w 10000"/>
                <a:gd name="connsiteY3-8" fmla="*/ 22 h 10000"/>
                <a:gd name="connsiteX0-9" fmla="*/ 0 w 10226"/>
                <a:gd name="connsiteY0-10" fmla="*/ 5972 h 10000"/>
                <a:gd name="connsiteX1-11" fmla="*/ 4451 w 10226"/>
                <a:gd name="connsiteY1-12" fmla="*/ 10000 h 10000"/>
                <a:gd name="connsiteX2-13" fmla="*/ 10226 w 10226"/>
                <a:gd name="connsiteY2-14" fmla="*/ 2547 h 10000"/>
                <a:gd name="connsiteX3-15" fmla="*/ 4903 w 10226"/>
                <a:gd name="connsiteY3-16" fmla="*/ 22 h 10000"/>
              </a:gdLst>
              <a:ahLst/>
              <a:cxnLst>
                <a:cxn ang="0">
                  <a:pos x="connsiteX0-9" y="connsiteY0-10"/>
                </a:cxn>
                <a:cxn ang="0">
                  <a:pos x="connsiteX1-11" y="connsiteY1-12"/>
                </a:cxn>
                <a:cxn ang="0">
                  <a:pos x="connsiteX2-13" y="connsiteY2-14"/>
                </a:cxn>
                <a:cxn ang="0">
                  <a:pos x="connsiteX3-15" y="connsiteY3-16"/>
                </a:cxn>
              </a:cxnLst>
              <a:rect l="l" t="t" r="r" b="b"/>
              <a:pathLst>
                <a:path w="10226" h="10000">
                  <a:moveTo>
                    <a:pt x="0" y="5972"/>
                  </a:moveTo>
                  <a:cubicBezTo>
                    <a:pt x="233" y="8189"/>
                    <a:pt x="2952" y="8514"/>
                    <a:pt x="4451" y="10000"/>
                  </a:cubicBezTo>
                  <a:cubicBezTo>
                    <a:pt x="6234" y="7429"/>
                    <a:pt x="8288" y="5023"/>
                    <a:pt x="10226" y="2547"/>
                  </a:cubicBezTo>
                  <a:cubicBezTo>
                    <a:pt x="9192" y="766"/>
                    <a:pt x="7074" y="-154"/>
                    <a:pt x="4903" y="22"/>
                  </a:cubicBezTo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pPr defTabSz="1218565">
                <a:defRPr/>
              </a:pPr>
              <a:endParaRPr lang="zh-CN" altLang="en-US" kern="0" dirty="0">
                <a:solidFill>
                  <a:prstClr val="black"/>
                </a:solidFill>
                <a:latin typeface="Arial" panose="020B0604020202020204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16" name="圆角矩形 15"/>
          <p:cNvSpPr/>
          <p:nvPr/>
        </p:nvSpPr>
        <p:spPr>
          <a:xfrm>
            <a:off x="1702435" y="3467735"/>
            <a:ext cx="1042035" cy="838835"/>
          </a:xfrm>
          <a:prstGeom prst="roundRect">
            <a:avLst>
              <a:gd name="adj" fmla="val 11077"/>
            </a:avLst>
          </a:prstGeom>
          <a:solidFill>
            <a:srgbClr val="E3933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endParaRPr lang="zh-CN" altLang="en-US" kern="0" dirty="0">
              <a:solidFill>
                <a:prstClr val="white"/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7" name="圆角矩形 16"/>
          <p:cNvSpPr/>
          <p:nvPr/>
        </p:nvSpPr>
        <p:spPr>
          <a:xfrm rot="1046250">
            <a:off x="1912620" y="2962910"/>
            <a:ext cx="676275" cy="544830"/>
          </a:xfrm>
          <a:prstGeom prst="roundRect">
            <a:avLst>
              <a:gd name="adj" fmla="val 11077"/>
            </a:avLst>
          </a:prstGeom>
          <a:solidFill>
            <a:srgbClr val="59ACB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endParaRPr lang="zh-CN" altLang="en-US" kern="0" dirty="0">
              <a:solidFill>
                <a:prstClr val="white"/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8" name="文本框 24"/>
          <p:cNvSpPr txBox="1"/>
          <p:nvPr/>
        </p:nvSpPr>
        <p:spPr>
          <a:xfrm rot="908242">
            <a:off x="2021840" y="2928620"/>
            <a:ext cx="458470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en-US" altLang="zh-CN" sz="32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等线" panose="02010600030101010101" charset="-122"/>
                <a:cs typeface="+mn-ea"/>
                <a:sym typeface="+mn-lt"/>
              </a:rPr>
              <a:t>A</a:t>
            </a:r>
            <a:endParaRPr lang="zh-CN" altLang="en-US" sz="3200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9" name="文本框 25"/>
          <p:cNvSpPr txBox="1"/>
          <p:nvPr/>
        </p:nvSpPr>
        <p:spPr>
          <a:xfrm>
            <a:off x="1901190" y="3466465"/>
            <a:ext cx="700405" cy="92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>
              <a:defRPr/>
            </a:pPr>
            <a:r>
              <a:rPr lang="en-US" altLang="zh-CN" sz="54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等线" panose="02010600030101010101" charset="-122"/>
                <a:cs typeface="+mn-ea"/>
                <a:sym typeface="+mn-lt"/>
              </a:rPr>
              <a:t>B</a:t>
            </a:r>
            <a:endParaRPr lang="zh-CN" altLang="en-US" sz="5400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0" name="圆角矩形 19"/>
          <p:cNvSpPr/>
          <p:nvPr/>
        </p:nvSpPr>
        <p:spPr>
          <a:xfrm rot="20277632">
            <a:off x="1581150" y="3145155"/>
            <a:ext cx="534670" cy="430530"/>
          </a:xfrm>
          <a:prstGeom prst="roundRect">
            <a:avLst>
              <a:gd name="adj" fmla="val 11077"/>
            </a:avLst>
          </a:prstGeom>
          <a:solidFill>
            <a:srgbClr val="498B9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endParaRPr lang="zh-CN" altLang="en-US" kern="0" dirty="0">
              <a:solidFill>
                <a:prstClr val="white"/>
              </a:solidFill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1" name="文本框 24"/>
          <p:cNvSpPr txBox="1"/>
          <p:nvPr/>
        </p:nvSpPr>
        <p:spPr>
          <a:xfrm rot="20139624">
            <a:off x="1694815" y="3180715"/>
            <a:ext cx="35115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en-US" altLang="zh-CN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等线" panose="02010600030101010101" charset="-122"/>
                <a:cs typeface="+mn-ea"/>
                <a:sym typeface="+mn-lt"/>
              </a:rPr>
              <a:t>C</a:t>
            </a:r>
            <a:endParaRPr lang="zh-CN" altLang="en-US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6" name="Shape 14341"/>
          <p:cNvSpPr/>
          <p:nvPr>
            <p:custDataLst>
              <p:tags r:id="rId4"/>
            </p:custDataLst>
          </p:nvPr>
        </p:nvSpPr>
        <p:spPr>
          <a:xfrm rot="18900000">
            <a:off x="3365500" y="1513205"/>
            <a:ext cx="1271905" cy="12725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590"/>
                </a:moveTo>
                <a:cubicBezTo>
                  <a:pt x="21600" y="14730"/>
                  <a:pt x="20700" y="15660"/>
                  <a:pt x="19560" y="15660"/>
                </a:cubicBezTo>
                <a:cubicBezTo>
                  <a:pt x="19560" y="15660"/>
                  <a:pt x="19560" y="15660"/>
                  <a:pt x="19560" y="15660"/>
                </a:cubicBezTo>
                <a:cubicBezTo>
                  <a:pt x="19500" y="15660"/>
                  <a:pt x="19350" y="15660"/>
                  <a:pt x="19170" y="15600"/>
                </a:cubicBezTo>
                <a:cubicBezTo>
                  <a:pt x="18990" y="15540"/>
                  <a:pt x="18750" y="15420"/>
                  <a:pt x="18510" y="15210"/>
                </a:cubicBezTo>
                <a:cubicBezTo>
                  <a:pt x="18450" y="15150"/>
                  <a:pt x="18360" y="15090"/>
                  <a:pt x="18300" y="15030"/>
                </a:cubicBezTo>
                <a:cubicBezTo>
                  <a:pt x="18000" y="14760"/>
                  <a:pt x="17700" y="14460"/>
                  <a:pt x="17340" y="14460"/>
                </a:cubicBezTo>
                <a:cubicBezTo>
                  <a:pt x="16710" y="14460"/>
                  <a:pt x="16470" y="15270"/>
                  <a:pt x="16290" y="15960"/>
                </a:cubicBezTo>
                <a:cubicBezTo>
                  <a:pt x="16260" y="16080"/>
                  <a:pt x="16260" y="16170"/>
                  <a:pt x="16260" y="16290"/>
                </a:cubicBezTo>
                <a:cubicBezTo>
                  <a:pt x="16260" y="21600"/>
                  <a:pt x="16260" y="21600"/>
                  <a:pt x="16260" y="21600"/>
                </a:cubicBezTo>
                <a:cubicBezTo>
                  <a:pt x="16260" y="21600"/>
                  <a:pt x="16260" y="21600"/>
                  <a:pt x="16260" y="21600"/>
                </a:cubicBezTo>
                <a:cubicBezTo>
                  <a:pt x="16260" y="21600"/>
                  <a:pt x="16260" y="21600"/>
                  <a:pt x="16260" y="21600"/>
                </a:cubicBezTo>
                <a:cubicBezTo>
                  <a:pt x="10950" y="21600"/>
                  <a:pt x="10950" y="21600"/>
                  <a:pt x="10950" y="21600"/>
                </a:cubicBezTo>
                <a:cubicBezTo>
                  <a:pt x="10860" y="21600"/>
                  <a:pt x="10800" y="21600"/>
                  <a:pt x="10740" y="21570"/>
                </a:cubicBezTo>
                <a:cubicBezTo>
                  <a:pt x="9780" y="21360"/>
                  <a:pt x="9660" y="21120"/>
                  <a:pt x="9630" y="21060"/>
                </a:cubicBezTo>
                <a:cubicBezTo>
                  <a:pt x="9570" y="20910"/>
                  <a:pt x="9840" y="20610"/>
                  <a:pt x="10050" y="20400"/>
                </a:cubicBezTo>
                <a:cubicBezTo>
                  <a:pt x="10110" y="20340"/>
                  <a:pt x="10200" y="20250"/>
                  <a:pt x="10260" y="20190"/>
                </a:cubicBezTo>
                <a:cubicBezTo>
                  <a:pt x="10800" y="19560"/>
                  <a:pt x="10800" y="18900"/>
                  <a:pt x="10800" y="18810"/>
                </a:cubicBezTo>
                <a:cubicBezTo>
                  <a:pt x="10800" y="17400"/>
                  <a:pt x="9660" y="16260"/>
                  <a:pt x="8250" y="16260"/>
                </a:cubicBezTo>
                <a:cubicBezTo>
                  <a:pt x="6840" y="16260"/>
                  <a:pt x="5700" y="17400"/>
                  <a:pt x="5700" y="18810"/>
                </a:cubicBezTo>
                <a:cubicBezTo>
                  <a:pt x="5700" y="18900"/>
                  <a:pt x="5700" y="19560"/>
                  <a:pt x="6240" y="20190"/>
                </a:cubicBezTo>
                <a:cubicBezTo>
                  <a:pt x="6300" y="20250"/>
                  <a:pt x="6390" y="20340"/>
                  <a:pt x="6450" y="20400"/>
                </a:cubicBezTo>
                <a:cubicBezTo>
                  <a:pt x="6660" y="20610"/>
                  <a:pt x="6930" y="20910"/>
                  <a:pt x="6870" y="21060"/>
                </a:cubicBezTo>
                <a:cubicBezTo>
                  <a:pt x="6870" y="21120"/>
                  <a:pt x="6720" y="21360"/>
                  <a:pt x="5760" y="21570"/>
                </a:cubicBezTo>
                <a:cubicBezTo>
                  <a:pt x="5700" y="21600"/>
                  <a:pt x="5640" y="21600"/>
                  <a:pt x="555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16290"/>
                  <a:pt x="0" y="16290"/>
                  <a:pt x="0" y="16290"/>
                </a:cubicBezTo>
                <a:cubicBezTo>
                  <a:pt x="0" y="16200"/>
                  <a:pt x="0" y="16110"/>
                  <a:pt x="30" y="16020"/>
                </a:cubicBezTo>
                <a:cubicBezTo>
                  <a:pt x="270" y="15030"/>
                  <a:pt x="540" y="14730"/>
                  <a:pt x="840" y="14730"/>
                </a:cubicBezTo>
                <a:cubicBezTo>
                  <a:pt x="1170" y="14730"/>
                  <a:pt x="1530" y="15150"/>
                  <a:pt x="1830" y="15420"/>
                </a:cubicBezTo>
                <a:cubicBezTo>
                  <a:pt x="2370" y="15870"/>
                  <a:pt x="2910" y="15900"/>
                  <a:pt x="3030" y="15900"/>
                </a:cubicBezTo>
                <a:cubicBezTo>
                  <a:pt x="3030" y="15900"/>
                  <a:pt x="3060" y="15900"/>
                  <a:pt x="3060" y="15900"/>
                </a:cubicBezTo>
                <a:cubicBezTo>
                  <a:pt x="4320" y="15900"/>
                  <a:pt x="5340" y="14880"/>
                  <a:pt x="5340" y="13590"/>
                </a:cubicBezTo>
                <a:cubicBezTo>
                  <a:pt x="5340" y="12330"/>
                  <a:pt x="4320" y="11310"/>
                  <a:pt x="3060" y="11310"/>
                </a:cubicBezTo>
                <a:cubicBezTo>
                  <a:pt x="3060" y="11310"/>
                  <a:pt x="3030" y="11310"/>
                  <a:pt x="3030" y="11310"/>
                </a:cubicBezTo>
                <a:cubicBezTo>
                  <a:pt x="2910" y="11310"/>
                  <a:pt x="2370" y="11340"/>
                  <a:pt x="1830" y="11790"/>
                </a:cubicBezTo>
                <a:cubicBezTo>
                  <a:pt x="1530" y="12060"/>
                  <a:pt x="1170" y="12480"/>
                  <a:pt x="840" y="12480"/>
                </a:cubicBezTo>
                <a:cubicBezTo>
                  <a:pt x="540" y="12480"/>
                  <a:pt x="270" y="12180"/>
                  <a:pt x="30" y="11190"/>
                </a:cubicBezTo>
                <a:cubicBezTo>
                  <a:pt x="0" y="11100"/>
                  <a:pt x="0" y="11010"/>
                  <a:pt x="0" y="10920"/>
                </a:cubicBezTo>
                <a:cubicBezTo>
                  <a:pt x="0" y="5340"/>
                  <a:pt x="0" y="5340"/>
                  <a:pt x="0" y="5340"/>
                </a:cubicBezTo>
                <a:cubicBezTo>
                  <a:pt x="5550" y="5340"/>
                  <a:pt x="5550" y="5340"/>
                  <a:pt x="5550" y="5340"/>
                </a:cubicBezTo>
                <a:cubicBezTo>
                  <a:pt x="5640" y="5340"/>
                  <a:pt x="5730" y="5340"/>
                  <a:pt x="5820" y="5310"/>
                </a:cubicBezTo>
                <a:cubicBezTo>
                  <a:pt x="7980" y="4830"/>
                  <a:pt x="6960" y="4110"/>
                  <a:pt x="6450" y="3510"/>
                </a:cubicBezTo>
                <a:cubicBezTo>
                  <a:pt x="5910" y="2910"/>
                  <a:pt x="5940" y="2310"/>
                  <a:pt x="5940" y="2310"/>
                </a:cubicBezTo>
                <a:cubicBezTo>
                  <a:pt x="5940" y="1020"/>
                  <a:pt x="6990" y="0"/>
                  <a:pt x="8250" y="0"/>
                </a:cubicBezTo>
                <a:cubicBezTo>
                  <a:pt x="9510" y="0"/>
                  <a:pt x="10560" y="1020"/>
                  <a:pt x="10560" y="2310"/>
                </a:cubicBezTo>
                <a:cubicBezTo>
                  <a:pt x="10560" y="2310"/>
                  <a:pt x="10590" y="2910"/>
                  <a:pt x="10050" y="3510"/>
                </a:cubicBezTo>
                <a:cubicBezTo>
                  <a:pt x="9540" y="4110"/>
                  <a:pt x="8550" y="4830"/>
                  <a:pt x="10680" y="5310"/>
                </a:cubicBezTo>
                <a:cubicBezTo>
                  <a:pt x="10770" y="5340"/>
                  <a:pt x="10860" y="5340"/>
                  <a:pt x="10950" y="5340"/>
                </a:cubicBezTo>
                <a:cubicBezTo>
                  <a:pt x="16260" y="5340"/>
                  <a:pt x="16260" y="5340"/>
                  <a:pt x="16260" y="5340"/>
                </a:cubicBezTo>
                <a:cubicBezTo>
                  <a:pt x="16260" y="10920"/>
                  <a:pt x="16260" y="10920"/>
                  <a:pt x="16260" y="10920"/>
                </a:cubicBezTo>
                <a:cubicBezTo>
                  <a:pt x="16260" y="11010"/>
                  <a:pt x="16260" y="11130"/>
                  <a:pt x="16290" y="11220"/>
                </a:cubicBezTo>
                <a:cubicBezTo>
                  <a:pt x="16470" y="11940"/>
                  <a:pt x="16710" y="12720"/>
                  <a:pt x="17340" y="12720"/>
                </a:cubicBezTo>
                <a:cubicBezTo>
                  <a:pt x="17700" y="12720"/>
                  <a:pt x="18000" y="12450"/>
                  <a:pt x="18300" y="12180"/>
                </a:cubicBezTo>
                <a:cubicBezTo>
                  <a:pt x="18360" y="12090"/>
                  <a:pt x="18450" y="12030"/>
                  <a:pt x="18510" y="11970"/>
                </a:cubicBezTo>
                <a:cubicBezTo>
                  <a:pt x="18990" y="11580"/>
                  <a:pt x="19440" y="11550"/>
                  <a:pt x="19530" y="11550"/>
                </a:cubicBezTo>
                <a:cubicBezTo>
                  <a:pt x="19560" y="11550"/>
                  <a:pt x="19560" y="11550"/>
                  <a:pt x="19560" y="11550"/>
                </a:cubicBezTo>
                <a:cubicBezTo>
                  <a:pt x="20700" y="11550"/>
                  <a:pt x="21600" y="12480"/>
                  <a:pt x="21600" y="13590"/>
                </a:cubicBezTo>
                <a:close/>
              </a:path>
            </a:pathLst>
          </a:custGeom>
          <a:solidFill>
            <a:srgbClr val="498B9C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1218565">
              <a:defRPr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pPr>
            <a:endParaRPr sz="1200" kern="0">
              <a:solidFill>
                <a:prstClr val="black">
                  <a:lumMod val="75000"/>
                  <a:lumOff val="25000"/>
                </a:prstClr>
              </a:solidFill>
              <a:latin typeface="Roboto Condensed" panose="02000000000000000000"/>
              <a:ea typeface="Roboto Condensed" panose="02000000000000000000"/>
              <a:cs typeface="+mn-ea"/>
              <a:sym typeface="+mn-lt"/>
            </a:endParaRPr>
          </a:p>
        </p:txBody>
      </p:sp>
      <p:sp>
        <p:nvSpPr>
          <p:cNvPr id="29" name="Shape 14331"/>
          <p:cNvSpPr/>
          <p:nvPr>
            <p:custDataLst>
              <p:tags r:id="rId5"/>
            </p:custDataLst>
          </p:nvPr>
        </p:nvSpPr>
        <p:spPr>
          <a:xfrm rot="18900000">
            <a:off x="3666490" y="2931795"/>
            <a:ext cx="1311910" cy="1312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250"/>
                </a:moveTo>
                <a:cubicBezTo>
                  <a:pt x="21600" y="9540"/>
                  <a:pt x="20580" y="10560"/>
                  <a:pt x="19290" y="10560"/>
                </a:cubicBezTo>
                <a:cubicBezTo>
                  <a:pt x="19290" y="10560"/>
                  <a:pt x="19290" y="10560"/>
                  <a:pt x="19290" y="10560"/>
                </a:cubicBezTo>
                <a:cubicBezTo>
                  <a:pt x="19170" y="10560"/>
                  <a:pt x="18630" y="10530"/>
                  <a:pt x="18090" y="10080"/>
                </a:cubicBezTo>
                <a:cubicBezTo>
                  <a:pt x="17760" y="9810"/>
                  <a:pt x="17400" y="9390"/>
                  <a:pt x="17070" y="9390"/>
                </a:cubicBezTo>
                <a:cubicBezTo>
                  <a:pt x="16770" y="9390"/>
                  <a:pt x="16500" y="9690"/>
                  <a:pt x="16290" y="10680"/>
                </a:cubicBezTo>
                <a:cubicBezTo>
                  <a:pt x="16260" y="10770"/>
                  <a:pt x="16260" y="10860"/>
                  <a:pt x="16260" y="10950"/>
                </a:cubicBezTo>
                <a:cubicBezTo>
                  <a:pt x="16260" y="16260"/>
                  <a:pt x="16260" y="16260"/>
                  <a:pt x="16260" y="16260"/>
                </a:cubicBezTo>
                <a:cubicBezTo>
                  <a:pt x="16260" y="16260"/>
                  <a:pt x="16260" y="16260"/>
                  <a:pt x="16260" y="16260"/>
                </a:cubicBezTo>
                <a:cubicBezTo>
                  <a:pt x="10680" y="16260"/>
                  <a:pt x="10680" y="16260"/>
                  <a:pt x="10680" y="16260"/>
                </a:cubicBezTo>
                <a:cubicBezTo>
                  <a:pt x="10560" y="16260"/>
                  <a:pt x="10470" y="16290"/>
                  <a:pt x="10350" y="16290"/>
                </a:cubicBezTo>
                <a:cubicBezTo>
                  <a:pt x="9450" y="16500"/>
                  <a:pt x="9000" y="16770"/>
                  <a:pt x="8880" y="17160"/>
                </a:cubicBezTo>
                <a:cubicBezTo>
                  <a:pt x="8760" y="17580"/>
                  <a:pt x="9120" y="17970"/>
                  <a:pt x="9420" y="18300"/>
                </a:cubicBezTo>
                <a:cubicBezTo>
                  <a:pt x="9480" y="18390"/>
                  <a:pt x="9540" y="18450"/>
                  <a:pt x="9600" y="18510"/>
                </a:cubicBezTo>
                <a:cubicBezTo>
                  <a:pt x="10050" y="19020"/>
                  <a:pt x="10050" y="19530"/>
                  <a:pt x="10050" y="19560"/>
                </a:cubicBezTo>
                <a:cubicBezTo>
                  <a:pt x="10050" y="20700"/>
                  <a:pt x="9120" y="21600"/>
                  <a:pt x="7980" y="21600"/>
                </a:cubicBezTo>
                <a:cubicBezTo>
                  <a:pt x="6870" y="21600"/>
                  <a:pt x="5940" y="20700"/>
                  <a:pt x="5940" y="19560"/>
                </a:cubicBezTo>
                <a:cubicBezTo>
                  <a:pt x="5940" y="19560"/>
                  <a:pt x="5940" y="19560"/>
                  <a:pt x="5940" y="19560"/>
                </a:cubicBezTo>
                <a:cubicBezTo>
                  <a:pt x="5940" y="19530"/>
                  <a:pt x="5910" y="19020"/>
                  <a:pt x="6360" y="18510"/>
                </a:cubicBezTo>
                <a:cubicBezTo>
                  <a:pt x="6420" y="18450"/>
                  <a:pt x="6480" y="18390"/>
                  <a:pt x="6570" y="18300"/>
                </a:cubicBezTo>
                <a:cubicBezTo>
                  <a:pt x="6870" y="17970"/>
                  <a:pt x="7230" y="17580"/>
                  <a:pt x="7110" y="17160"/>
                </a:cubicBezTo>
                <a:cubicBezTo>
                  <a:pt x="6990" y="16770"/>
                  <a:pt x="6510" y="16500"/>
                  <a:pt x="5610" y="16290"/>
                </a:cubicBezTo>
                <a:cubicBezTo>
                  <a:pt x="5520" y="16290"/>
                  <a:pt x="5400" y="16260"/>
                  <a:pt x="5310" y="16260"/>
                </a:cubicBezTo>
                <a:cubicBezTo>
                  <a:pt x="0" y="16260"/>
                  <a:pt x="0" y="16260"/>
                  <a:pt x="0" y="16260"/>
                </a:cubicBezTo>
                <a:cubicBezTo>
                  <a:pt x="0" y="10950"/>
                  <a:pt x="0" y="10950"/>
                  <a:pt x="0" y="10950"/>
                </a:cubicBezTo>
                <a:cubicBezTo>
                  <a:pt x="0" y="10890"/>
                  <a:pt x="0" y="10800"/>
                  <a:pt x="30" y="10740"/>
                </a:cubicBezTo>
                <a:cubicBezTo>
                  <a:pt x="240" y="9720"/>
                  <a:pt x="510" y="9630"/>
                  <a:pt x="570" y="9630"/>
                </a:cubicBezTo>
                <a:cubicBezTo>
                  <a:pt x="720" y="9630"/>
                  <a:pt x="990" y="9870"/>
                  <a:pt x="1200" y="10050"/>
                </a:cubicBezTo>
                <a:cubicBezTo>
                  <a:pt x="1260" y="10140"/>
                  <a:pt x="1350" y="10200"/>
                  <a:pt x="1410" y="10260"/>
                </a:cubicBezTo>
                <a:cubicBezTo>
                  <a:pt x="2010" y="10770"/>
                  <a:pt x="2610" y="10800"/>
                  <a:pt x="2760" y="10800"/>
                </a:cubicBezTo>
                <a:cubicBezTo>
                  <a:pt x="2790" y="10800"/>
                  <a:pt x="2790" y="10800"/>
                  <a:pt x="2790" y="10800"/>
                </a:cubicBezTo>
                <a:cubicBezTo>
                  <a:pt x="4200" y="10800"/>
                  <a:pt x="5340" y="9660"/>
                  <a:pt x="5340" y="8250"/>
                </a:cubicBezTo>
                <a:cubicBezTo>
                  <a:pt x="5340" y="6870"/>
                  <a:pt x="4200" y="5700"/>
                  <a:pt x="2790" y="5700"/>
                </a:cubicBezTo>
                <a:cubicBezTo>
                  <a:pt x="2760" y="5700"/>
                  <a:pt x="2760" y="5700"/>
                  <a:pt x="2760" y="5700"/>
                </a:cubicBezTo>
                <a:cubicBezTo>
                  <a:pt x="2610" y="5700"/>
                  <a:pt x="2010" y="5760"/>
                  <a:pt x="1410" y="6270"/>
                </a:cubicBezTo>
                <a:cubicBezTo>
                  <a:pt x="1350" y="6330"/>
                  <a:pt x="1260" y="6390"/>
                  <a:pt x="1200" y="6450"/>
                </a:cubicBezTo>
                <a:cubicBezTo>
                  <a:pt x="990" y="6660"/>
                  <a:pt x="720" y="6900"/>
                  <a:pt x="570" y="6900"/>
                </a:cubicBezTo>
                <a:cubicBezTo>
                  <a:pt x="510" y="6900"/>
                  <a:pt x="240" y="6810"/>
                  <a:pt x="30" y="5790"/>
                </a:cubicBezTo>
                <a:cubicBezTo>
                  <a:pt x="0" y="5700"/>
                  <a:pt x="0" y="5640"/>
                  <a:pt x="0" y="5580"/>
                </a:cubicBezTo>
                <a:cubicBezTo>
                  <a:pt x="0" y="0"/>
                  <a:pt x="0" y="0"/>
                  <a:pt x="0" y="0"/>
                </a:cubicBezTo>
                <a:cubicBezTo>
                  <a:pt x="5310" y="0"/>
                  <a:pt x="5310" y="0"/>
                  <a:pt x="5310" y="0"/>
                </a:cubicBezTo>
                <a:cubicBezTo>
                  <a:pt x="5400" y="0"/>
                  <a:pt x="5490" y="30"/>
                  <a:pt x="5580" y="30"/>
                </a:cubicBezTo>
                <a:cubicBezTo>
                  <a:pt x="7710" y="540"/>
                  <a:pt x="6690" y="1260"/>
                  <a:pt x="6180" y="1830"/>
                </a:cubicBezTo>
                <a:cubicBezTo>
                  <a:pt x="5670" y="2460"/>
                  <a:pt x="5700" y="3060"/>
                  <a:pt x="5700" y="3060"/>
                </a:cubicBezTo>
                <a:cubicBezTo>
                  <a:pt x="5700" y="4320"/>
                  <a:pt x="6720" y="5370"/>
                  <a:pt x="7980" y="5370"/>
                </a:cubicBezTo>
                <a:cubicBezTo>
                  <a:pt x="9270" y="5370"/>
                  <a:pt x="10290" y="4320"/>
                  <a:pt x="10290" y="3060"/>
                </a:cubicBezTo>
                <a:cubicBezTo>
                  <a:pt x="10290" y="3060"/>
                  <a:pt x="10320" y="2460"/>
                  <a:pt x="9810" y="1830"/>
                </a:cubicBezTo>
                <a:cubicBezTo>
                  <a:pt x="9300" y="1260"/>
                  <a:pt x="8280" y="540"/>
                  <a:pt x="10410" y="30"/>
                </a:cubicBezTo>
                <a:cubicBezTo>
                  <a:pt x="10500" y="30"/>
                  <a:pt x="10590" y="0"/>
                  <a:pt x="10680" y="0"/>
                </a:cubicBezTo>
                <a:cubicBezTo>
                  <a:pt x="16260" y="0"/>
                  <a:pt x="16260" y="0"/>
                  <a:pt x="16260" y="0"/>
                </a:cubicBezTo>
                <a:cubicBezTo>
                  <a:pt x="16260" y="5580"/>
                  <a:pt x="16260" y="5580"/>
                  <a:pt x="16260" y="5580"/>
                </a:cubicBezTo>
                <a:cubicBezTo>
                  <a:pt x="16260" y="5670"/>
                  <a:pt x="16260" y="5760"/>
                  <a:pt x="16290" y="5820"/>
                </a:cubicBezTo>
                <a:cubicBezTo>
                  <a:pt x="16500" y="6840"/>
                  <a:pt x="16770" y="7140"/>
                  <a:pt x="17070" y="7140"/>
                </a:cubicBezTo>
                <a:cubicBezTo>
                  <a:pt x="17400" y="7140"/>
                  <a:pt x="17760" y="6720"/>
                  <a:pt x="18090" y="6450"/>
                </a:cubicBezTo>
                <a:cubicBezTo>
                  <a:pt x="18600" y="6000"/>
                  <a:pt x="19140" y="5970"/>
                  <a:pt x="19260" y="5970"/>
                </a:cubicBezTo>
                <a:cubicBezTo>
                  <a:pt x="19290" y="5970"/>
                  <a:pt x="19290" y="5970"/>
                  <a:pt x="19290" y="5970"/>
                </a:cubicBezTo>
                <a:cubicBezTo>
                  <a:pt x="20580" y="5970"/>
                  <a:pt x="21600" y="6990"/>
                  <a:pt x="21600" y="8250"/>
                </a:cubicBezTo>
                <a:close/>
              </a:path>
            </a:pathLst>
          </a:custGeom>
          <a:solidFill>
            <a:srgbClr val="E39336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1218565">
              <a:defRPr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pPr>
            <a:endParaRPr sz="1200" kern="0">
              <a:solidFill>
                <a:prstClr val="black">
                  <a:lumMod val="75000"/>
                  <a:lumOff val="25000"/>
                </a:prstClr>
              </a:solidFill>
              <a:latin typeface="Roboto Condensed" panose="02000000000000000000"/>
              <a:ea typeface="Roboto Condensed" panose="02000000000000000000"/>
              <a:cs typeface="+mn-ea"/>
              <a:sym typeface="+mn-lt"/>
            </a:endParaRPr>
          </a:p>
        </p:txBody>
      </p:sp>
      <p:sp>
        <p:nvSpPr>
          <p:cNvPr id="32" name="Shape 14336"/>
          <p:cNvSpPr/>
          <p:nvPr>
            <p:custDataLst>
              <p:tags r:id="rId6"/>
            </p:custDataLst>
          </p:nvPr>
        </p:nvSpPr>
        <p:spPr>
          <a:xfrm rot="18900000">
            <a:off x="3074670" y="4468495"/>
            <a:ext cx="1282700" cy="1281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0" y="10680"/>
                </a:moveTo>
                <a:cubicBezTo>
                  <a:pt x="21600" y="16260"/>
                  <a:pt x="21600" y="16260"/>
                  <a:pt x="21600" y="16260"/>
                </a:cubicBezTo>
                <a:cubicBezTo>
                  <a:pt x="16028" y="16260"/>
                  <a:pt x="16028" y="16260"/>
                  <a:pt x="16028" y="16260"/>
                </a:cubicBezTo>
                <a:cubicBezTo>
                  <a:pt x="15938" y="16260"/>
                  <a:pt x="15848" y="16260"/>
                  <a:pt x="15758" y="16290"/>
                </a:cubicBezTo>
                <a:cubicBezTo>
                  <a:pt x="13631" y="16770"/>
                  <a:pt x="14650" y="17490"/>
                  <a:pt x="15159" y="18090"/>
                </a:cubicBezTo>
                <a:cubicBezTo>
                  <a:pt x="15668" y="18690"/>
                  <a:pt x="15638" y="19290"/>
                  <a:pt x="15638" y="19290"/>
                </a:cubicBezTo>
                <a:cubicBezTo>
                  <a:pt x="15638" y="20580"/>
                  <a:pt x="14620" y="21600"/>
                  <a:pt x="13331" y="21600"/>
                </a:cubicBezTo>
                <a:cubicBezTo>
                  <a:pt x="12073" y="21600"/>
                  <a:pt x="11055" y="20580"/>
                  <a:pt x="11055" y="19290"/>
                </a:cubicBezTo>
                <a:cubicBezTo>
                  <a:pt x="11055" y="19290"/>
                  <a:pt x="11025" y="18690"/>
                  <a:pt x="11534" y="18090"/>
                </a:cubicBezTo>
                <a:cubicBezTo>
                  <a:pt x="12043" y="17490"/>
                  <a:pt x="13062" y="16770"/>
                  <a:pt x="10935" y="16290"/>
                </a:cubicBezTo>
                <a:cubicBezTo>
                  <a:pt x="10845" y="16260"/>
                  <a:pt x="10755" y="16260"/>
                  <a:pt x="10665" y="16260"/>
                </a:cubicBezTo>
                <a:cubicBezTo>
                  <a:pt x="5363" y="16260"/>
                  <a:pt x="5363" y="16260"/>
                  <a:pt x="5363" y="16260"/>
                </a:cubicBezTo>
                <a:cubicBezTo>
                  <a:pt x="5363" y="10680"/>
                  <a:pt x="5363" y="10680"/>
                  <a:pt x="5363" y="10680"/>
                </a:cubicBezTo>
                <a:cubicBezTo>
                  <a:pt x="5363" y="10590"/>
                  <a:pt x="5333" y="10470"/>
                  <a:pt x="5303" y="10380"/>
                </a:cubicBezTo>
                <a:cubicBezTo>
                  <a:pt x="5153" y="9660"/>
                  <a:pt x="4883" y="8880"/>
                  <a:pt x="4284" y="8880"/>
                </a:cubicBezTo>
                <a:cubicBezTo>
                  <a:pt x="3925" y="8880"/>
                  <a:pt x="3595" y="9150"/>
                  <a:pt x="3295" y="9420"/>
                </a:cubicBezTo>
                <a:cubicBezTo>
                  <a:pt x="3236" y="9510"/>
                  <a:pt x="3176" y="9570"/>
                  <a:pt x="3116" y="9630"/>
                </a:cubicBezTo>
                <a:cubicBezTo>
                  <a:pt x="2636" y="10020"/>
                  <a:pt x="2157" y="10050"/>
                  <a:pt x="2067" y="10050"/>
                </a:cubicBezTo>
                <a:cubicBezTo>
                  <a:pt x="2037" y="10050"/>
                  <a:pt x="2037" y="10050"/>
                  <a:pt x="2037" y="10050"/>
                </a:cubicBezTo>
                <a:cubicBezTo>
                  <a:pt x="929" y="10050"/>
                  <a:pt x="0" y="9120"/>
                  <a:pt x="0" y="8010"/>
                </a:cubicBezTo>
                <a:cubicBezTo>
                  <a:pt x="0" y="6870"/>
                  <a:pt x="929" y="5940"/>
                  <a:pt x="2037" y="5940"/>
                </a:cubicBezTo>
                <a:cubicBezTo>
                  <a:pt x="2067" y="5940"/>
                  <a:pt x="2067" y="5940"/>
                  <a:pt x="2067" y="5940"/>
                </a:cubicBezTo>
                <a:cubicBezTo>
                  <a:pt x="2127" y="5940"/>
                  <a:pt x="2247" y="5970"/>
                  <a:pt x="2457" y="6000"/>
                </a:cubicBezTo>
                <a:cubicBezTo>
                  <a:pt x="2636" y="6060"/>
                  <a:pt x="2876" y="6180"/>
                  <a:pt x="3116" y="6390"/>
                </a:cubicBezTo>
                <a:cubicBezTo>
                  <a:pt x="3176" y="6450"/>
                  <a:pt x="3236" y="6510"/>
                  <a:pt x="3295" y="6570"/>
                </a:cubicBezTo>
                <a:cubicBezTo>
                  <a:pt x="3595" y="6840"/>
                  <a:pt x="3925" y="7140"/>
                  <a:pt x="4284" y="7140"/>
                </a:cubicBezTo>
                <a:cubicBezTo>
                  <a:pt x="4883" y="7140"/>
                  <a:pt x="5153" y="6330"/>
                  <a:pt x="5303" y="5640"/>
                </a:cubicBezTo>
                <a:cubicBezTo>
                  <a:pt x="5333" y="5520"/>
                  <a:pt x="5363" y="5430"/>
                  <a:pt x="5363" y="5310"/>
                </a:cubicBezTo>
                <a:cubicBezTo>
                  <a:pt x="5363" y="0"/>
                  <a:pt x="5363" y="0"/>
                  <a:pt x="5363" y="0"/>
                </a:cubicBezTo>
                <a:cubicBezTo>
                  <a:pt x="5363" y="0"/>
                  <a:pt x="5363" y="0"/>
                  <a:pt x="5363" y="0"/>
                </a:cubicBezTo>
                <a:cubicBezTo>
                  <a:pt x="5363" y="0"/>
                  <a:pt x="5363" y="0"/>
                  <a:pt x="5363" y="0"/>
                </a:cubicBezTo>
                <a:cubicBezTo>
                  <a:pt x="10665" y="0"/>
                  <a:pt x="10665" y="0"/>
                  <a:pt x="10665" y="0"/>
                </a:cubicBezTo>
                <a:cubicBezTo>
                  <a:pt x="10725" y="0"/>
                  <a:pt x="10785" y="0"/>
                  <a:pt x="10875" y="30"/>
                </a:cubicBezTo>
                <a:cubicBezTo>
                  <a:pt x="11804" y="240"/>
                  <a:pt x="11953" y="480"/>
                  <a:pt x="11983" y="540"/>
                </a:cubicBezTo>
                <a:cubicBezTo>
                  <a:pt x="12013" y="690"/>
                  <a:pt x="11744" y="990"/>
                  <a:pt x="11564" y="1200"/>
                </a:cubicBezTo>
                <a:cubicBezTo>
                  <a:pt x="11474" y="1260"/>
                  <a:pt x="11414" y="1350"/>
                  <a:pt x="11354" y="1410"/>
                </a:cubicBezTo>
                <a:cubicBezTo>
                  <a:pt x="10785" y="2070"/>
                  <a:pt x="10785" y="2700"/>
                  <a:pt x="10785" y="2790"/>
                </a:cubicBezTo>
                <a:cubicBezTo>
                  <a:pt x="10785" y="4200"/>
                  <a:pt x="11953" y="5340"/>
                  <a:pt x="13331" y="5340"/>
                </a:cubicBezTo>
                <a:cubicBezTo>
                  <a:pt x="14740" y="5340"/>
                  <a:pt x="15878" y="4200"/>
                  <a:pt x="15878" y="2790"/>
                </a:cubicBezTo>
                <a:cubicBezTo>
                  <a:pt x="15878" y="2700"/>
                  <a:pt x="15908" y="2040"/>
                  <a:pt x="15339" y="1410"/>
                </a:cubicBezTo>
                <a:cubicBezTo>
                  <a:pt x="15279" y="1350"/>
                  <a:pt x="15219" y="1260"/>
                  <a:pt x="15129" y="1200"/>
                </a:cubicBezTo>
                <a:cubicBezTo>
                  <a:pt x="14949" y="990"/>
                  <a:pt x="14680" y="690"/>
                  <a:pt x="14710" y="540"/>
                </a:cubicBezTo>
                <a:cubicBezTo>
                  <a:pt x="14740" y="480"/>
                  <a:pt x="14889" y="240"/>
                  <a:pt x="15818" y="30"/>
                </a:cubicBezTo>
                <a:cubicBezTo>
                  <a:pt x="15878" y="0"/>
                  <a:pt x="15968" y="0"/>
                  <a:pt x="16028" y="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1570" y="5310"/>
                  <a:pt x="21570" y="5310"/>
                  <a:pt x="21570" y="5310"/>
                </a:cubicBezTo>
                <a:cubicBezTo>
                  <a:pt x="21570" y="5400"/>
                  <a:pt x="21570" y="5490"/>
                  <a:pt x="21540" y="5580"/>
                </a:cubicBezTo>
                <a:cubicBezTo>
                  <a:pt x="21330" y="6570"/>
                  <a:pt x="21061" y="6870"/>
                  <a:pt x="20761" y="6870"/>
                </a:cubicBezTo>
                <a:cubicBezTo>
                  <a:pt x="20432" y="6870"/>
                  <a:pt x="20072" y="6450"/>
                  <a:pt x="19743" y="6180"/>
                </a:cubicBezTo>
                <a:cubicBezTo>
                  <a:pt x="19233" y="5730"/>
                  <a:pt x="18694" y="5700"/>
                  <a:pt x="18574" y="5700"/>
                </a:cubicBezTo>
                <a:cubicBezTo>
                  <a:pt x="18544" y="5700"/>
                  <a:pt x="18544" y="5700"/>
                  <a:pt x="18544" y="5700"/>
                </a:cubicBezTo>
                <a:cubicBezTo>
                  <a:pt x="17256" y="5700"/>
                  <a:pt x="16237" y="6720"/>
                  <a:pt x="16237" y="8010"/>
                </a:cubicBezTo>
                <a:cubicBezTo>
                  <a:pt x="16237" y="9270"/>
                  <a:pt x="17256" y="10290"/>
                  <a:pt x="18544" y="10290"/>
                </a:cubicBezTo>
                <a:cubicBezTo>
                  <a:pt x="18544" y="10290"/>
                  <a:pt x="18544" y="10290"/>
                  <a:pt x="18574" y="10290"/>
                </a:cubicBezTo>
                <a:cubicBezTo>
                  <a:pt x="18664" y="10290"/>
                  <a:pt x="19203" y="10260"/>
                  <a:pt x="19743" y="9810"/>
                </a:cubicBezTo>
                <a:cubicBezTo>
                  <a:pt x="20072" y="9540"/>
                  <a:pt x="20432" y="9120"/>
                  <a:pt x="20761" y="9120"/>
                </a:cubicBezTo>
                <a:cubicBezTo>
                  <a:pt x="21061" y="9120"/>
                  <a:pt x="21330" y="9420"/>
                  <a:pt x="21540" y="10440"/>
                </a:cubicBezTo>
                <a:cubicBezTo>
                  <a:pt x="21570" y="10500"/>
                  <a:pt x="21570" y="10590"/>
                  <a:pt x="21570" y="10680"/>
                </a:cubicBezTo>
                <a:close/>
              </a:path>
            </a:pathLst>
          </a:custGeom>
          <a:solidFill>
            <a:srgbClr val="59ACB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1218565">
              <a:defRPr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pPr>
            <a:endParaRPr sz="1200" kern="0">
              <a:solidFill>
                <a:prstClr val="black">
                  <a:lumMod val="75000"/>
                  <a:lumOff val="25000"/>
                </a:prstClr>
              </a:solidFill>
              <a:latin typeface="Roboto Condensed" panose="02000000000000000000"/>
              <a:ea typeface="Roboto Condensed" panose="02000000000000000000"/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944880" y="734060"/>
            <a:ext cx="629920" cy="629920"/>
          </a:xfrm>
          <a:prstGeom prst="ellipse">
            <a:avLst/>
          </a:prstGeom>
          <a:solidFill>
            <a:srgbClr val="FB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948690"/>
            <a:ext cx="950595" cy="562610"/>
          </a:xfrm>
          <a:prstGeom prst="rect">
            <a:avLst/>
          </a:prstGeom>
        </p:spPr>
      </p:pic>
      <p:sp>
        <p:nvSpPr>
          <p:cNvPr id="35" name="矩形 34"/>
          <p:cNvSpPr/>
          <p:nvPr>
            <p:custDataLst>
              <p:tags r:id="rId8"/>
            </p:custDataLst>
          </p:nvPr>
        </p:nvSpPr>
        <p:spPr>
          <a:xfrm>
            <a:off x="4406900" y="4628515"/>
            <a:ext cx="691451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/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39" name="矩形 38"/>
          <p:cNvSpPr/>
          <p:nvPr>
            <p:custDataLst>
              <p:tags r:id="rId9"/>
            </p:custDataLst>
          </p:nvPr>
        </p:nvSpPr>
        <p:spPr>
          <a:xfrm>
            <a:off x="4387850" y="4964430"/>
            <a:ext cx="6934200" cy="4965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/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矩形 39"/>
          <p:cNvSpPr/>
          <p:nvPr>
            <p:custDataLst>
              <p:tags r:id="rId10"/>
            </p:custDataLst>
          </p:nvPr>
        </p:nvSpPr>
        <p:spPr>
          <a:xfrm>
            <a:off x="4785360" y="1713230"/>
            <a:ext cx="65354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学习目标：了解夸张句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41" name="矩形 40"/>
          <p:cNvSpPr/>
          <p:nvPr>
            <p:custDataLst>
              <p:tags r:id="rId11"/>
            </p:custDataLst>
          </p:nvPr>
        </p:nvSpPr>
        <p:spPr>
          <a:xfrm>
            <a:off x="4766310" y="2049145"/>
            <a:ext cx="6554470" cy="52514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你想不想学会一句话让人哈哈大笑？比如‘我饿得能吃下一头牛’，这节课我们就要学这种神奇的句子！</a:t>
            </a:r>
            <a:endParaRPr 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矩形 41"/>
          <p:cNvSpPr/>
          <p:nvPr>
            <p:custDataLst>
              <p:tags r:id="rId12"/>
            </p:custDataLst>
          </p:nvPr>
        </p:nvSpPr>
        <p:spPr>
          <a:xfrm>
            <a:off x="4848225" y="3300730"/>
            <a:ext cx="6472555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等线" panose="02010600030101010101" charset="-122"/>
                <a:ea typeface="等线" panose="02010600030101010101" charset="-122"/>
                <a:sym typeface="+mn-lt"/>
              </a:rPr>
              <a:t>预习重点：感受语言魅力</a:t>
            </a:r>
            <a:endParaRPr lang="en-US" sz="2200" b="1" dirty="0">
              <a:solidFill>
                <a:srgbClr val="415063"/>
              </a:solidFill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sp>
        <p:nvSpPr>
          <p:cNvPr id="43" name="矩形 42"/>
          <p:cNvSpPr/>
          <p:nvPr>
            <p:custDataLst>
              <p:tags r:id="rId13"/>
            </p:custDataLst>
          </p:nvPr>
        </p:nvSpPr>
        <p:spPr>
          <a:xfrm>
            <a:off x="4829175" y="3646170"/>
            <a:ext cx="6491605" cy="53975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1900" kern="0" dirty="0">
                <a:solidFill>
                  <a:srgbClr val="4E2D1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回家找找看，有没有人说过特别夸张的话，比如‘这作业多得没完没了’，下节课我们一起变夸张小达人！</a:t>
            </a:r>
            <a:endParaRPr lang="zh-CN" altLang="en-US" sz="1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66545" y="835025"/>
            <a:ext cx="21532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｛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sub_title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</a:rPr>
              <a:t>｝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9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11847">
            <a:off x="1706053" y="-808565"/>
            <a:ext cx="3536576" cy="2510118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 rot="18996928">
            <a:off x="6956357" y="1961567"/>
            <a:ext cx="5819832" cy="5971943"/>
          </a:xfrm>
          <a:custGeom>
            <a:avLst/>
            <a:gdLst>
              <a:gd name="connsiteX0" fmla="*/ 4756885 w 5819832"/>
              <a:gd name="connsiteY0" fmla="*/ 767461 h 5971943"/>
              <a:gd name="connsiteX1" fmla="*/ 5807695 w 5819832"/>
              <a:gd name="connsiteY1" fmla="*/ 3017247 h 5971943"/>
              <a:gd name="connsiteX2" fmla="*/ 5819832 w 5819832"/>
              <a:gd name="connsiteY2" fmla="*/ 3293033 h 5971943"/>
              <a:gd name="connsiteX3" fmla="*/ 3287882 w 5819832"/>
              <a:gd name="connsiteY3" fmla="*/ 5971943 h 5971943"/>
              <a:gd name="connsiteX4" fmla="*/ 0 w 5819832"/>
              <a:gd name="connsiteY4" fmla="*/ 2864428 h 5971943"/>
              <a:gd name="connsiteX5" fmla="*/ 24060 w 5819832"/>
              <a:gd name="connsiteY5" fmla="*/ 2683543 h 5971943"/>
              <a:gd name="connsiteX6" fmla="*/ 2893684 w 5819832"/>
              <a:gd name="connsiteY6" fmla="*/ 0 h 5971943"/>
              <a:gd name="connsiteX7" fmla="*/ 4756885 w 5819832"/>
              <a:gd name="connsiteY7" fmla="*/ 767461 h 597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9832" h="5971943">
                <a:moveTo>
                  <a:pt x="4756885" y="767461"/>
                </a:moveTo>
                <a:cubicBezTo>
                  <a:pt x="5335546" y="1315403"/>
                  <a:pt x="5727695" y="2113385"/>
                  <a:pt x="5807695" y="3017247"/>
                </a:cubicBezTo>
                <a:lnTo>
                  <a:pt x="5819832" y="3293033"/>
                </a:lnTo>
                <a:lnTo>
                  <a:pt x="3287882" y="5971943"/>
                </a:lnTo>
                <a:lnTo>
                  <a:pt x="0" y="2864428"/>
                </a:lnTo>
                <a:lnTo>
                  <a:pt x="24060" y="2683543"/>
                </a:lnTo>
                <a:cubicBezTo>
                  <a:pt x="297190" y="1152049"/>
                  <a:pt x="1478183" y="0"/>
                  <a:pt x="2893684" y="0"/>
                </a:cubicBezTo>
                <a:cubicBezTo>
                  <a:pt x="3601435" y="0"/>
                  <a:pt x="4250558" y="288012"/>
                  <a:pt x="4756885" y="767461"/>
                </a:cubicBezTo>
                <a:close/>
              </a:path>
            </a:pathLst>
          </a:custGeom>
          <a:solidFill>
            <a:srgbClr val="EEB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49088" y="537883"/>
            <a:ext cx="11093824" cy="5782235"/>
          </a:xfrm>
          <a:prstGeom prst="roundRect">
            <a:avLst>
              <a:gd name="adj" fmla="val 317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890482" flipH="1">
            <a:off x="9304552" y="4557292"/>
            <a:ext cx="3990224" cy="283209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378599" flipH="1">
            <a:off x="-1715590" y="2526347"/>
            <a:ext cx="3536576" cy="2510118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7138284" y="6027489"/>
            <a:ext cx="501104" cy="501104"/>
          </a:xfrm>
          <a:prstGeom prst="ellipse">
            <a:avLst/>
          </a:prstGeom>
          <a:noFill/>
          <a:ln w="76200">
            <a:solidFill>
              <a:srgbClr val="5D9FAD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" y="3741384"/>
            <a:ext cx="5807410" cy="3439775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 rot="0">
            <a:off x="2134870" y="2052955"/>
            <a:ext cx="1479550" cy="1459865"/>
            <a:chOff x="2200671" y="1560900"/>
            <a:chExt cx="1237727" cy="1221211"/>
          </a:xfrm>
        </p:grpSpPr>
        <p:sp>
          <p:nvSpPr>
            <p:cNvPr id="16" name="圆角矩形 15"/>
            <p:cNvSpPr/>
            <p:nvPr>
              <p:custDataLst>
                <p:tags r:id="rId4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17" name="圆角矩形 16"/>
            <p:cNvSpPr/>
            <p:nvPr>
              <p:custDataLst>
                <p:tags r:id="rId5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18" name="圆角矩形 17"/>
            <p:cNvSpPr/>
            <p:nvPr>
              <p:custDataLst>
                <p:tags r:id="rId6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2242820" y="2132330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5D9FAD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下</a:t>
            </a:r>
            <a:endParaRPr lang="zh-CN" altLang="en-US" sz="8000" dirty="0">
              <a:solidFill>
                <a:srgbClr val="5D9FAD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  <p:grpSp>
        <p:nvGrpSpPr>
          <p:cNvPr id="41" name="组合 40"/>
          <p:cNvGrpSpPr/>
          <p:nvPr>
            <p:custDataLst>
              <p:tags r:id="rId8"/>
            </p:custDataLst>
          </p:nvPr>
        </p:nvGrpSpPr>
        <p:grpSpPr>
          <a:xfrm rot="0">
            <a:off x="4291965" y="2052955"/>
            <a:ext cx="1479550" cy="1459865"/>
            <a:chOff x="2200671" y="1560900"/>
            <a:chExt cx="1237727" cy="1221211"/>
          </a:xfrm>
        </p:grpSpPr>
        <p:sp>
          <p:nvSpPr>
            <p:cNvPr id="43" name="圆角矩形 42"/>
            <p:cNvSpPr/>
            <p:nvPr>
              <p:custDataLst>
                <p:tags r:id="rId9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44" name="圆角矩形 43"/>
            <p:cNvSpPr/>
            <p:nvPr>
              <p:custDataLst>
                <p:tags r:id="rId10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45" name="圆角矩形 44"/>
            <p:cNvSpPr/>
            <p:nvPr>
              <p:custDataLst>
                <p:tags r:id="rId11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4399280" y="2132330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E39336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节</a:t>
            </a:r>
            <a:endParaRPr lang="zh-CN" altLang="en-US" sz="8000" dirty="0">
              <a:solidFill>
                <a:srgbClr val="E39336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 rot="0">
            <a:off x="6448425" y="2052955"/>
            <a:ext cx="1479550" cy="1459865"/>
            <a:chOff x="2200671" y="1560900"/>
            <a:chExt cx="1237727" cy="1221211"/>
          </a:xfrm>
        </p:grpSpPr>
        <p:sp>
          <p:nvSpPr>
            <p:cNvPr id="49" name="圆角矩形 48"/>
            <p:cNvSpPr/>
            <p:nvPr>
              <p:custDataLst>
                <p:tags r:id="rId14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15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1" name="圆角矩形 50"/>
            <p:cNvSpPr/>
            <p:nvPr>
              <p:custDataLst>
                <p:tags r:id="rId16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48" name="文本框 47"/>
          <p:cNvSpPr txBox="1"/>
          <p:nvPr>
            <p:custDataLst>
              <p:tags r:id="rId17"/>
            </p:custDataLst>
          </p:nvPr>
        </p:nvSpPr>
        <p:spPr>
          <a:xfrm>
            <a:off x="6556375" y="2132330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415063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再</a:t>
            </a:r>
            <a:endParaRPr lang="zh-CN" altLang="en-US" sz="8000" dirty="0">
              <a:solidFill>
                <a:srgbClr val="415063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18"/>
            </p:custDataLst>
          </p:nvPr>
        </p:nvGrpSpPr>
        <p:grpSpPr>
          <a:xfrm rot="0">
            <a:off x="8605520" y="2052955"/>
            <a:ext cx="1479550" cy="1459865"/>
            <a:chOff x="2200671" y="1560900"/>
            <a:chExt cx="1237727" cy="1221211"/>
          </a:xfrm>
        </p:grpSpPr>
        <p:sp>
          <p:nvSpPr>
            <p:cNvPr id="55" name="圆角矩形 54"/>
            <p:cNvSpPr/>
            <p:nvPr>
              <p:custDataLst>
                <p:tags r:id="rId19"/>
              </p:custDataLst>
            </p:nvPr>
          </p:nvSpPr>
          <p:spPr>
            <a:xfrm>
              <a:off x="2233534" y="1613287"/>
              <a:ext cx="1204864" cy="1168824"/>
            </a:xfrm>
            <a:prstGeom prst="roundRect">
              <a:avLst>
                <a:gd name="adj" fmla="val 9202"/>
              </a:avLst>
            </a:prstGeom>
            <a:solidFill>
              <a:srgbClr val="9EDDFB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6" name="圆角矩形 55"/>
            <p:cNvSpPr/>
            <p:nvPr>
              <p:custDataLst>
                <p:tags r:id="rId20"/>
              </p:custDataLst>
            </p:nvPr>
          </p:nvSpPr>
          <p:spPr>
            <a:xfrm>
              <a:off x="2200671" y="1560900"/>
              <a:ext cx="1115347" cy="1115347"/>
            </a:xfrm>
            <a:prstGeom prst="roundRect">
              <a:avLst>
                <a:gd name="adj" fmla="val 9202"/>
              </a:avLst>
            </a:prstGeom>
            <a:solidFill>
              <a:srgbClr val="E39336"/>
            </a:solidFill>
            <a:ln w="19050">
              <a:solidFill>
                <a:srgbClr val="4150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  <p:sp>
          <p:nvSpPr>
            <p:cNvPr id="57" name="圆角矩形 56"/>
            <p:cNvSpPr/>
            <p:nvPr>
              <p:custDataLst>
                <p:tags r:id="rId21"/>
              </p:custDataLst>
            </p:nvPr>
          </p:nvSpPr>
          <p:spPr>
            <a:xfrm>
              <a:off x="2269957" y="1644315"/>
              <a:ext cx="1036529" cy="1020209"/>
            </a:xfrm>
            <a:prstGeom prst="roundRect">
              <a:avLst>
                <a:gd name="adj" fmla="val 9202"/>
              </a:avLst>
            </a:prstGeom>
            <a:solidFill>
              <a:srgbClr val="F8FFF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endParaRPr>
            </a:p>
          </p:txBody>
        </p:sp>
      </p:grpSp>
      <p:sp>
        <p:nvSpPr>
          <p:cNvPr id="54" name="文本框 53"/>
          <p:cNvSpPr txBox="1"/>
          <p:nvPr>
            <p:custDataLst>
              <p:tags r:id="rId22"/>
            </p:custDataLst>
          </p:nvPr>
        </p:nvSpPr>
        <p:spPr>
          <a:xfrm>
            <a:off x="8712835" y="2160905"/>
            <a:ext cx="1210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415063"/>
                </a:solidFill>
                <a:latin typeface="楷体" panose="02010609060101010101" charset="-122"/>
                <a:ea typeface="楷体" panose="02010609060101010101" charset="-122"/>
                <a:cs typeface="Aa楷体" panose="02000500000000000000" pitchFamily="2" charset="-122"/>
              </a:rPr>
              <a:t>见</a:t>
            </a:r>
            <a:endParaRPr lang="zh-CN" altLang="en-US" sz="8000" dirty="0">
              <a:solidFill>
                <a:srgbClr val="415063"/>
              </a:solidFill>
              <a:latin typeface="楷体" panose="02010609060101010101" charset="-122"/>
              <a:ea typeface="楷体" panose="02010609060101010101" charset="-122"/>
              <a:cs typeface="Aa楷体" panose="02000500000000000000" pitchFamily="2" charset="-122"/>
            </a:endParaRPr>
          </a:p>
        </p:txBody>
      </p:sp>
    </p:spTree>
  </p:cSld>
  <p:clrMapOvr>
    <a:masterClrMapping/>
  </p:clrMapOvr>
</p:sld>
</file>

<file path=ppt/tags/tag139.xml><?xml version="1.0" encoding="utf-8"?>
<p:tagLst xmlns:p="http://schemas.openxmlformats.org/presentationml/2006/main">
  <p:tag name="KSO_WPP_MARK_KEY" val="f8f1bf77-74fa-48dc-b95b-88fca359b4ee"/>
  <p:tag name="COMMONDATA" val="eyJoZGlkIjoiYjNkNDYxMmIwNmM5NTY2OTdkODYxNGM2OGY2YmI2OGYifQ==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WPS 演示</Application>
  <PresentationFormat>宽屏</PresentationFormat>
  <Paragraphs>121</Paragraphs>
  <Slides>10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楷体</vt:lpstr>
      <vt:lpstr>微软雅黑</vt:lpstr>
      <vt:lpstr>Aa楷体</vt:lpstr>
      <vt:lpstr>等线</vt:lpstr>
      <vt:lpstr>Arial</vt:lpstr>
      <vt:lpstr>Source Sans Pro Light</vt:lpstr>
      <vt:lpstr>Yu Gothic UI Semilight</vt:lpstr>
      <vt:lpstr>Calibri</vt:lpstr>
      <vt:lpstr>Arial Unicode MS</vt:lpstr>
      <vt:lpstr>Calibri</vt:lpstr>
      <vt:lpstr>Helvetica</vt:lpstr>
      <vt:lpstr>Roboto Condensed</vt:lpstr>
      <vt:lpstr>黑体</vt:lpstr>
      <vt:lpstr>汉仪刚艺体-95简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</dc:creator>
  <cp:lastModifiedBy>swing</cp:lastModifiedBy>
  <cp:revision>41</cp:revision>
  <dcterms:created xsi:type="dcterms:W3CDTF">2022-02-12T08:43:00Z</dcterms:created>
  <dcterms:modified xsi:type="dcterms:W3CDTF">2025-05-15T02:03:17Z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C0244C1AC125404CA3ABF213E1046172</vt:lpwstr>
  </property>
  <property fmtid="{D5CDD505-2E9C-101B-9397-08002B2CF9AE}" pid="3" name="KSOProductBuildVer">
    <vt:lpwstr>2052-12.1.0.20784</vt:lpwstr>
  </property>
</Properties>
</file>