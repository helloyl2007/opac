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5"/>
    <p:sldId id="264" r:id="rId4"/>
    <p:sldId id="265" r:id="rId3"/>
    <p:sldId id="266" r:id="rId27"/>
    <p:sldId id="267" r:id="rId28"/>
  </p:sldIdLst>
  <p:sldSz cx="12192000" cy="6858000"/>
  <p:notesSz cx="6858000" cy="9144000"/>
  <p:embeddedFontLst>
    <p:embeddedFont>
      <p:font typeface="微软雅黑" panose="020B0503020204020204" charset="-122"/>
      <p:regular r:id="rId18"/>
    </p:embeddedFont>
    <p:embeddedFont>
      <p:font typeface="Aa楷体" panose="02000500000000000000" pitchFamily="2" charset="-122"/>
      <p:regular r:id="rId19"/>
    </p:embeddedFont>
    <p:embeddedFont>
      <p:font typeface="等线" panose="02010600030101010101" charset="-122"/>
      <p:regular r:id="rId20"/>
    </p:embeddedFont>
    <p:embeddedFont>
      <p:font typeface="楷体" panose="02010609060101010101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5063"/>
    <a:srgbClr val="E39336"/>
    <a:srgbClr val="EEB969"/>
    <a:srgbClr val="5D9FAD"/>
    <a:srgbClr val="F8FFFE"/>
    <a:srgbClr val="9ED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7" autoAdjust="0"/>
    <p:restoredTop sz="94660"/>
  </p:normalViewPr>
  <p:slideViewPr>
    <p:cSldViewPr snapToGrid="0" showGuides="1">
      <p:cViewPr>
        <p:scale>
          <a:sx n="98" d="100"/>
          <a:sy n="98" d="100"/>
        </p:scale>
        <p:origin x="858" y="462"/>
      </p:cViewPr>
      <p:guideLst>
        <p:guide orient="horz" pos="2079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" Type="http://schemas.openxmlformats.org/officeDocument/2006/relationships/theme" Target="theme/theme1.xml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tags" Target="tags/tag139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EA2B1-E236-4C99-94E3-3E6C32A47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6FEB6-76C5-4B6E-92F3-64C2D28C1A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5BB07-4EE1-4FA5-A290-B4D40A8CF5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CFEEA-E59F-472A-9DD6-400D56DCB1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小学五年级数学简易方程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  <a:p>
            <a:r>
              <a:t>二、错题突破</a:t>
            </a:r>
          </a:p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核心知识点</a:t>
            </a:r>
          </a:p>
          <a:p>
            <a:r>
              <a:t>知识点1：方程的定义</a:t>
            </a:r>
          </a:p>
          <a:p>
            <a:r>
              <a:t>方程是含有未知数的等式，比如x+3=9，就像一个藏着秘密的天平。</a:t>
            </a:r>
          </a:p>
          <a:p>
            <a:r>
              <a:t>知识点2：等式与方程</a:t>
            </a:r>
          </a:p>
          <a:p>
            <a:r>
              <a:t>等式是两边相等的式子，但只有含未知数的等式才是方程，比如5+4=9不是方程。</a:t>
            </a:r>
          </a:p>
          <a:p>
            <a:r>
              <a:t>知识点3：未知数参与</a:t>
            </a:r>
          </a:p>
          <a:p>
            <a:r>
              <a:t>未知数像小侦探，参与运算，帮我们找出问题的答案，比如爸爸比小明大28岁，用x表示小明年龄。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学习技巧</a:t>
            </a:r>
          </a:p>
          <a:p>
            <a:r>
              <a:t>技巧要点1：找等量关系</a:t>
            </a:r>
          </a:p>
          <a:p>
            <a:r>
              <a:t>找题目中‘一样多’‘总共’‘相差’这些关键词，它们藏着等量关系，比如一共跑了2.8千米。</a:t>
            </a:r>
          </a:p>
          <a:p>
            <a:r>
              <a:t>技巧要点2：设未知数</a:t>
            </a:r>
          </a:p>
          <a:p>
            <a:r>
              <a:t>用字母如x、y代表不知道的数量，比如弟弟身高y厘米，姐姐152厘米，矮了5厘米。</a:t>
            </a:r>
          </a:p>
          <a:p>
            <a:r>
              <a:t>技巧要点3：列方程</a:t>
            </a:r>
          </a:p>
          <a:p>
            <a:r>
              <a:t>把文字变成数学语言，比如‘一个星期跑2.8千米’就是7x=2.8，简洁又清楚。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典型例子</a:t>
            </a:r>
          </a:p>
          <a:p>
            <a:r>
              <a:t>例子场景1：年龄问题</a:t>
            </a:r>
          </a:p>
          <a:p>
            <a:r>
              <a:t>小明x岁，爸爸40岁，相差28岁，可以列出方程40-x=28，轻松算出小明12岁。</a:t>
            </a:r>
          </a:p>
          <a:p>
            <a:r>
              <a:t>例子场景2：跑步路程</a:t>
            </a:r>
          </a:p>
          <a:p>
            <a:r>
              <a:t>小芳每天跑s千米，7天共跑2.8千米，列方程7s=2.8，就知道她每天跑0.4千米。</a:t>
            </a:r>
          </a:p>
          <a:p>
            <a:r>
              <a:t>例子场景3：分糖果</a:t>
            </a:r>
          </a:p>
          <a:p>
            <a:r>
              <a:t>一罐糖果a颗，分给25个小朋友，每人3颗正好分完，列方程a÷25=3，得出共有75颗糖果。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二、错题突破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普遍错误</a:t>
            </a:r>
          </a:p>
          <a:p>
            <a:r>
              <a:t>错误类型1：混淆等式</a:t>
            </a:r>
          </a:p>
          <a:p>
            <a:r>
              <a:t>学生常把5+4=9也当成方程，忘了必须含有未知数，这是最常见的理解偏差。</a:t>
            </a:r>
          </a:p>
          <a:p>
            <a:r>
              <a:t>错误类型2：忽略未知数</a:t>
            </a:r>
          </a:p>
          <a:p>
            <a:r>
              <a:t>看到‘一共120分钟’就写120=120，没设未知数，等于没解题，缺少关键变量。</a:t>
            </a:r>
          </a:p>
          <a:p>
            <a:r>
              <a:t>错误类型3：乱设字母</a:t>
            </a:r>
          </a:p>
          <a:p>
            <a:r>
              <a:t>随便用字母，比如同一题用x和y表示同一个量，造成混乱，应该统一用一个字母。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错题解析</a:t>
            </a:r>
          </a:p>
          <a:p>
            <a:r>
              <a:t>解析要点1：必须含未知数</a:t>
            </a:r>
          </a:p>
          <a:p>
            <a:r>
              <a:t>判断是不是方程，先看有没有字母表示未知数，没有就不是方程，如6+3=9只是等式。</a:t>
            </a:r>
          </a:p>
          <a:p>
            <a:r>
              <a:t>解析要点2：必须参与运算</a:t>
            </a:r>
          </a:p>
          <a:p>
            <a:r>
              <a:t>未知数要参与加减乘除，比如x+12=31，x在算式里，才能通过运算求出它的值。</a:t>
            </a:r>
          </a:p>
          <a:p>
            <a:r>
              <a:t>解析要点3：统一字母表示</a:t>
            </a:r>
          </a:p>
          <a:p>
            <a:r>
              <a:t>同一个量用同一个字母，比如弟弟身高始终用y表示，避免混淆，保持逻辑清晰。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下一节准备</a:t>
            </a:r>
          </a:p>
          <a:p>
            <a:r>
              <a:t>学习目标：学会解方程</a:t>
            </a:r>
          </a:p>
          <a:p>
            <a:r>
              <a:t>x+3=9，x到底等于几？下节课我们变身数学侦探，揭开未知数的秘密面纱！</a:t>
            </a:r>
          </a:p>
          <a:p>
            <a:r>
              <a:t>预习重点：等式性质</a:t>
            </a:r>
          </a:p>
          <a:p>
            <a:r>
              <a:t>提前看看课本68页，想想怎么让天平两边保持平衡，动手画一画，带着问题来上课！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同学们都记住了吗？我们下次见哦！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image3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920810" y="1511677"/>
            <a:ext cx="103648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424" y="842493"/>
            <a:ext cx="431912" cy="58003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11847">
            <a:off x="219518" y="-79459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4020820"/>
            <a:ext cx="4790440" cy="283718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129" y="4499610"/>
            <a:ext cx="2108243" cy="23796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8705" y="2017395"/>
            <a:ext cx="7512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5400" b="1">
                <a:solidFill>
                  <a:srgbClr val="204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小学五年级数学简易方程</a:t>
            </a:r>
            <a:endParaRPr lang="en-US" sz="5400" b="1">
              <a:solidFill>
                <a:srgbClr val="204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椭圆 90"/>
          <p:cNvSpPr/>
          <p:nvPr/>
        </p:nvSpPr>
        <p:spPr>
          <a:xfrm>
            <a:off x="1668965" y="1969479"/>
            <a:ext cx="3236956" cy="3236954"/>
          </a:xfrm>
          <a:prstGeom prst="ellipse">
            <a:avLst/>
          </a:prstGeom>
          <a:solidFill>
            <a:srgbClr val="EEB969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>
            <p:custDataLst>
              <p:tags r:id="rId1"/>
            </p:custDataLst>
          </p:nvPr>
        </p:nvSpPr>
        <p:spPr>
          <a:xfrm>
            <a:off x="6780530" y="172339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2" name="圆角矩形 51"/>
          <p:cNvSpPr/>
          <p:nvPr>
            <p:custDataLst>
              <p:tags r:id="rId2"/>
            </p:custDataLst>
          </p:nvPr>
        </p:nvSpPr>
        <p:spPr>
          <a:xfrm>
            <a:off x="6763385" y="169608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3" name="圆角矩形 52"/>
          <p:cNvSpPr/>
          <p:nvPr>
            <p:custDataLst>
              <p:tags r:id="rId3"/>
            </p:custDataLst>
          </p:nvPr>
        </p:nvSpPr>
        <p:spPr>
          <a:xfrm>
            <a:off x="6798945" y="173926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3544" y="3243050"/>
            <a:ext cx="2925210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等线" panose="02010600030101010101" charset="-122"/>
                <a:ea typeface="等线" panose="02010600030101010101" charset="-122"/>
              </a:rPr>
              <a:t>CONTENTS </a:t>
            </a:r>
            <a:endParaRPr lang="zh-CN" altLang="en-US" sz="2800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14"/>
          <p:cNvSpPr txBox="1"/>
          <p:nvPr/>
        </p:nvSpPr>
        <p:spPr>
          <a:xfrm>
            <a:off x="2107937" y="2475440"/>
            <a:ext cx="2379012" cy="76835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415063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lang="zh-CN" altLang="en-US" sz="4400" dirty="0">
              <a:solidFill>
                <a:srgbClr val="415063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圆角矩形 62"/>
          <p:cNvSpPr/>
          <p:nvPr>
            <p:custDataLst>
              <p:tags r:id="rId4"/>
            </p:custDataLst>
          </p:nvPr>
        </p:nvSpPr>
        <p:spPr>
          <a:xfrm>
            <a:off x="6781165" y="283210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4" name="圆角矩形 63"/>
          <p:cNvSpPr/>
          <p:nvPr>
            <p:custDataLst>
              <p:tags r:id="rId5"/>
            </p:custDataLst>
          </p:nvPr>
        </p:nvSpPr>
        <p:spPr>
          <a:xfrm>
            <a:off x="6764020" y="280479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5" name="圆角矩形 64"/>
          <p:cNvSpPr/>
          <p:nvPr>
            <p:custDataLst>
              <p:tags r:id="rId6"/>
            </p:custDataLst>
          </p:nvPr>
        </p:nvSpPr>
        <p:spPr>
          <a:xfrm>
            <a:off x="6799580" y="284797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774180" y="179451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一、复习要点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8"/>
            </p:custDataLst>
          </p:nvPr>
        </p:nvCxnSpPr>
        <p:spPr>
          <a:xfrm>
            <a:off x="6763385" y="256222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圆角矩形 73"/>
          <p:cNvSpPr/>
          <p:nvPr>
            <p:custDataLst>
              <p:tags r:id="rId9"/>
            </p:custDataLst>
          </p:nvPr>
        </p:nvSpPr>
        <p:spPr>
          <a:xfrm>
            <a:off x="6781165" y="3941445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5" name="圆角矩形 74"/>
          <p:cNvSpPr/>
          <p:nvPr>
            <p:custDataLst>
              <p:tags r:id="rId10"/>
            </p:custDataLst>
          </p:nvPr>
        </p:nvSpPr>
        <p:spPr>
          <a:xfrm>
            <a:off x="6764020" y="3914140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6" name="圆角矩形 75"/>
          <p:cNvSpPr/>
          <p:nvPr>
            <p:custDataLst>
              <p:tags r:id="rId11"/>
            </p:custDataLst>
          </p:nvPr>
        </p:nvSpPr>
        <p:spPr>
          <a:xfrm>
            <a:off x="6799580" y="3957320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60" name="直接连接符 59"/>
          <p:cNvCxnSpPr/>
          <p:nvPr>
            <p:custDataLst>
              <p:tags r:id="rId12"/>
            </p:custDataLst>
          </p:nvPr>
        </p:nvCxnSpPr>
        <p:spPr>
          <a:xfrm>
            <a:off x="6764020" y="367093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>
            <p:custDataLst>
              <p:tags r:id="rId13"/>
            </p:custDataLst>
          </p:nvPr>
        </p:nvCxnSpPr>
        <p:spPr>
          <a:xfrm>
            <a:off x="6764020" y="4780280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86" y="3237167"/>
            <a:ext cx="4441228" cy="2630574"/>
          </a:xfrm>
          <a:prstGeom prst="rect">
            <a:avLst/>
          </a:prstGeom>
        </p:spPr>
      </p:pic>
      <p:sp>
        <p:nvSpPr>
          <p:cNvPr id="92" name="椭圆 91"/>
          <p:cNvSpPr/>
          <p:nvPr/>
        </p:nvSpPr>
        <p:spPr>
          <a:xfrm>
            <a:off x="3940976" y="1437997"/>
            <a:ext cx="250552" cy="250552"/>
          </a:xfrm>
          <a:prstGeom prst="ellipse">
            <a:avLst/>
          </a:prstGeom>
          <a:noFill/>
          <a:ln w="5715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668965" y="1974253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6784975" y="2879725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二、错题突破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6"/>
            </p:custDataLst>
          </p:nvPr>
        </p:nvSpPr>
        <p:spPr>
          <a:xfrm>
            <a:off x="6784975" y="398907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三、下一节准备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一、复习要点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14344"/>
          <p:cNvSpPr/>
          <p:nvPr>
            <p:custDataLst>
              <p:tags r:id="rId1"/>
            </p:custDataLst>
          </p:nvPr>
        </p:nvSpPr>
        <p:spPr>
          <a:xfrm flipH="1">
            <a:off x="4662927" y="1713363"/>
            <a:ext cx="1357593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0" name="Shape 14351"/>
          <p:cNvSpPr/>
          <p:nvPr>
            <p:custDataLst>
              <p:tags r:id="rId2"/>
            </p:custDataLst>
          </p:nvPr>
        </p:nvSpPr>
        <p:spPr>
          <a:xfrm flipH="1">
            <a:off x="4662943" y="3243424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3" name="Shape 14355"/>
          <p:cNvSpPr/>
          <p:nvPr>
            <p:custDataLst>
              <p:tags r:id="rId3"/>
            </p:custDataLst>
          </p:nvPr>
        </p:nvSpPr>
        <p:spPr>
          <a:xfrm>
            <a:off x="4345424" y="4613963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 bwMode="auto">
          <a:xfrm rot="0" flipH="1">
            <a:off x="863600" y="3243580"/>
            <a:ext cx="1310640" cy="2549525"/>
            <a:chOff x="6476" y="614"/>
            <a:chExt cx="559" cy="1087"/>
          </a:xfrm>
          <a:solidFill>
            <a:sysClr val="windowText" lastClr="000000">
              <a:lumMod val="65000"/>
              <a:lumOff val="35000"/>
            </a:sysClr>
          </a:solidFill>
        </p:grpSpPr>
        <p:sp>
          <p:nvSpPr>
            <p:cNvPr id="22" name="Freeform 10"/>
            <p:cNvSpPr/>
            <p:nvPr/>
          </p:nvSpPr>
          <p:spPr bwMode="auto">
            <a:xfrm flipV="1">
              <a:off x="6727" y="614"/>
              <a:ext cx="272" cy="265"/>
            </a:xfrm>
            <a:custGeom>
              <a:avLst/>
              <a:gdLst>
                <a:gd name="T0" fmla="*/ 546 w 1187"/>
                <a:gd name="T1" fmla="*/ 1128 h 1165"/>
                <a:gd name="T2" fmla="*/ 1159 w 1187"/>
                <a:gd name="T3" fmla="*/ 626 h 1165"/>
                <a:gd name="T4" fmla="*/ 767 w 1187"/>
                <a:gd name="T5" fmla="*/ 43 h 1165"/>
                <a:gd name="T6" fmla="*/ 308 w 1187"/>
                <a:gd name="T7" fmla="*/ 105 h 1165"/>
                <a:gd name="T8" fmla="*/ 68 w 1187"/>
                <a:gd name="T9" fmla="*/ 715 h 1165"/>
                <a:gd name="T10" fmla="*/ 546 w 1187"/>
                <a:gd name="T11" fmla="*/ 1128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87" h="1165">
                  <a:moveTo>
                    <a:pt x="546" y="1128"/>
                  </a:moveTo>
                  <a:cubicBezTo>
                    <a:pt x="843" y="1165"/>
                    <a:pt x="1137" y="923"/>
                    <a:pt x="1159" y="626"/>
                  </a:cubicBezTo>
                  <a:cubicBezTo>
                    <a:pt x="1187" y="371"/>
                    <a:pt x="1012" y="114"/>
                    <a:pt x="767" y="43"/>
                  </a:cubicBezTo>
                  <a:cubicBezTo>
                    <a:pt x="615" y="0"/>
                    <a:pt x="443" y="20"/>
                    <a:pt x="308" y="105"/>
                  </a:cubicBezTo>
                  <a:cubicBezTo>
                    <a:pt x="111" y="230"/>
                    <a:pt x="0" y="487"/>
                    <a:pt x="68" y="715"/>
                  </a:cubicBezTo>
                  <a:cubicBezTo>
                    <a:pt x="121" y="936"/>
                    <a:pt x="323" y="1102"/>
                    <a:pt x="546" y="1128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3" name="Freeform 12"/>
            <p:cNvSpPr/>
            <p:nvPr/>
          </p:nvSpPr>
          <p:spPr bwMode="auto">
            <a:xfrm flipV="1">
              <a:off x="6476" y="903"/>
              <a:ext cx="485" cy="798"/>
            </a:xfrm>
            <a:custGeom>
              <a:avLst/>
              <a:gdLst>
                <a:gd name="T0" fmla="*/ 1539 w 2208"/>
                <a:gd name="T1" fmla="*/ 3515 h 3515"/>
                <a:gd name="T2" fmla="*/ 2070 w 2208"/>
                <a:gd name="T3" fmla="*/ 3487 h 3515"/>
                <a:gd name="T4" fmla="*/ 2131 w 2208"/>
                <a:gd name="T5" fmla="*/ 2626 h 3515"/>
                <a:gd name="T6" fmla="*/ 2123 w 2208"/>
                <a:gd name="T7" fmla="*/ 1758 h 3515"/>
                <a:gd name="T8" fmla="*/ 1927 w 2208"/>
                <a:gd name="T9" fmla="*/ 1030 h 3515"/>
                <a:gd name="T10" fmla="*/ 2056 w 2208"/>
                <a:gd name="T11" fmla="*/ 837 h 3515"/>
                <a:gd name="T12" fmla="*/ 1679 w 2208"/>
                <a:gd name="T13" fmla="*/ 525 h 3515"/>
                <a:gd name="T14" fmla="*/ 1545 w 2208"/>
                <a:gd name="T15" fmla="*/ 821 h 3515"/>
                <a:gd name="T16" fmla="*/ 1487 w 2208"/>
                <a:gd name="T17" fmla="*/ 1610 h 3515"/>
                <a:gd name="T18" fmla="*/ 1072 w 2208"/>
                <a:gd name="T19" fmla="*/ 976 h 3515"/>
                <a:gd name="T20" fmla="*/ 1216 w 2208"/>
                <a:gd name="T21" fmla="*/ 73 h 3515"/>
                <a:gd name="T22" fmla="*/ 789 w 2208"/>
                <a:gd name="T23" fmla="*/ 49 h 3515"/>
                <a:gd name="T24" fmla="*/ 616 w 2208"/>
                <a:gd name="T25" fmla="*/ 1012 h 3515"/>
                <a:gd name="T26" fmla="*/ 1152 w 2208"/>
                <a:gd name="T27" fmla="*/ 1926 h 3515"/>
                <a:gd name="T28" fmla="*/ 1211 w 2208"/>
                <a:gd name="T29" fmla="*/ 2413 h 3515"/>
                <a:gd name="T30" fmla="*/ 842 w 2208"/>
                <a:gd name="T31" fmla="*/ 2303 h 3515"/>
                <a:gd name="T32" fmla="*/ 56 w 2208"/>
                <a:gd name="T33" fmla="*/ 2338 h 3515"/>
                <a:gd name="T34" fmla="*/ 63 w 2208"/>
                <a:gd name="T35" fmla="*/ 2756 h 3515"/>
                <a:gd name="T36" fmla="*/ 680 w 2208"/>
                <a:gd name="T37" fmla="*/ 2748 h 3515"/>
                <a:gd name="T38" fmla="*/ 694 w 2208"/>
                <a:gd name="T39" fmla="*/ 2700 h 3515"/>
                <a:gd name="T40" fmla="*/ 391 w 2208"/>
                <a:gd name="T41" fmla="*/ 2370 h 3515"/>
                <a:gd name="T42" fmla="*/ 789 w 2208"/>
                <a:gd name="T43" fmla="*/ 2742 h 3515"/>
                <a:gd name="T44" fmla="*/ 1006 w 2208"/>
                <a:gd name="T45" fmla="*/ 2733 h 3515"/>
                <a:gd name="T46" fmla="*/ 1539 w 2208"/>
                <a:gd name="T47" fmla="*/ 3515 h 3515"/>
                <a:gd name="connsiteX0" fmla="*/ 6896 w 9724"/>
                <a:gd name="connsiteY0" fmla="*/ 9952 h 9952"/>
                <a:gd name="connsiteX1" fmla="*/ 9301 w 9724"/>
                <a:gd name="connsiteY1" fmla="*/ 9872 h 9952"/>
                <a:gd name="connsiteX2" fmla="*/ 9577 w 9724"/>
                <a:gd name="connsiteY2" fmla="*/ 7423 h 9952"/>
                <a:gd name="connsiteX3" fmla="*/ 9541 w 9724"/>
                <a:gd name="connsiteY3" fmla="*/ 4953 h 9952"/>
                <a:gd name="connsiteX4" fmla="*/ 8653 w 9724"/>
                <a:gd name="connsiteY4" fmla="*/ 2882 h 9952"/>
                <a:gd name="connsiteX5" fmla="*/ 9238 w 9724"/>
                <a:gd name="connsiteY5" fmla="*/ 2333 h 9952"/>
                <a:gd name="connsiteX6" fmla="*/ 7530 w 9724"/>
                <a:gd name="connsiteY6" fmla="*/ 1446 h 9952"/>
                <a:gd name="connsiteX7" fmla="*/ 6923 w 9724"/>
                <a:gd name="connsiteY7" fmla="*/ 2288 h 9952"/>
                <a:gd name="connsiteX8" fmla="*/ 6661 w 9724"/>
                <a:gd name="connsiteY8" fmla="*/ 4532 h 9952"/>
                <a:gd name="connsiteX9" fmla="*/ 4781 w 9724"/>
                <a:gd name="connsiteY9" fmla="*/ 2729 h 9952"/>
                <a:gd name="connsiteX10" fmla="*/ 5433 w 9724"/>
                <a:gd name="connsiteY10" fmla="*/ 160 h 9952"/>
                <a:gd name="connsiteX11" fmla="*/ 3499 w 9724"/>
                <a:gd name="connsiteY11" fmla="*/ 91 h 9952"/>
                <a:gd name="connsiteX12" fmla="*/ 2716 w 9724"/>
                <a:gd name="connsiteY12" fmla="*/ 2831 h 9952"/>
                <a:gd name="connsiteX13" fmla="*/ 5143 w 9724"/>
                <a:gd name="connsiteY13" fmla="*/ 5431 h 9952"/>
                <a:gd name="connsiteX14" fmla="*/ 5411 w 9724"/>
                <a:gd name="connsiteY14" fmla="*/ 6817 h 9952"/>
                <a:gd name="connsiteX15" fmla="*/ 3739 w 9724"/>
                <a:gd name="connsiteY15" fmla="*/ 6504 h 9952"/>
                <a:gd name="connsiteX16" fmla="*/ 180 w 9724"/>
                <a:gd name="connsiteY16" fmla="*/ 6603 h 9952"/>
                <a:gd name="connsiteX17" fmla="*/ 211 w 9724"/>
                <a:gd name="connsiteY17" fmla="*/ 7793 h 9952"/>
                <a:gd name="connsiteX18" fmla="*/ 3006 w 9724"/>
                <a:gd name="connsiteY18" fmla="*/ 7770 h 9952"/>
                <a:gd name="connsiteX19" fmla="*/ 3069 w 9724"/>
                <a:gd name="connsiteY19" fmla="*/ 7633 h 9952"/>
                <a:gd name="connsiteX20" fmla="*/ 3499 w 9724"/>
                <a:gd name="connsiteY20" fmla="*/ 7753 h 9952"/>
                <a:gd name="connsiteX21" fmla="*/ 4482 w 9724"/>
                <a:gd name="connsiteY21" fmla="*/ 7727 h 9952"/>
                <a:gd name="connsiteX22" fmla="*/ 6896 w 9724"/>
                <a:gd name="connsiteY22" fmla="*/ 9952 h 9952"/>
                <a:gd name="connsiteX0-1" fmla="*/ 7092 w 10000"/>
                <a:gd name="connsiteY0-2" fmla="*/ 10000 h 10000"/>
                <a:gd name="connsiteX1-3" fmla="*/ 9565 w 10000"/>
                <a:gd name="connsiteY1-4" fmla="*/ 9920 h 10000"/>
                <a:gd name="connsiteX2-5" fmla="*/ 9849 w 10000"/>
                <a:gd name="connsiteY2-6" fmla="*/ 7459 h 10000"/>
                <a:gd name="connsiteX3-7" fmla="*/ 9812 w 10000"/>
                <a:gd name="connsiteY3-8" fmla="*/ 4977 h 10000"/>
                <a:gd name="connsiteX4-9" fmla="*/ 8899 w 10000"/>
                <a:gd name="connsiteY4-10" fmla="*/ 2896 h 10000"/>
                <a:gd name="connsiteX5-11" fmla="*/ 9500 w 10000"/>
                <a:gd name="connsiteY5-12" fmla="*/ 2344 h 10000"/>
                <a:gd name="connsiteX6-13" fmla="*/ 7744 w 10000"/>
                <a:gd name="connsiteY6-14" fmla="*/ 1453 h 10000"/>
                <a:gd name="connsiteX7-15" fmla="*/ 7119 w 10000"/>
                <a:gd name="connsiteY7-16" fmla="*/ 2299 h 10000"/>
                <a:gd name="connsiteX8-17" fmla="*/ 6850 w 10000"/>
                <a:gd name="connsiteY8-18" fmla="*/ 4554 h 10000"/>
                <a:gd name="connsiteX9-19" fmla="*/ 4917 w 10000"/>
                <a:gd name="connsiteY9-20" fmla="*/ 2742 h 10000"/>
                <a:gd name="connsiteX10-21" fmla="*/ 5587 w 10000"/>
                <a:gd name="connsiteY10-22" fmla="*/ 161 h 10000"/>
                <a:gd name="connsiteX11-23" fmla="*/ 3598 w 10000"/>
                <a:gd name="connsiteY11-24" fmla="*/ 91 h 10000"/>
                <a:gd name="connsiteX12-25" fmla="*/ 2793 w 10000"/>
                <a:gd name="connsiteY12-26" fmla="*/ 2845 h 10000"/>
                <a:gd name="connsiteX13-27" fmla="*/ 5289 w 10000"/>
                <a:gd name="connsiteY13-28" fmla="*/ 5457 h 10000"/>
                <a:gd name="connsiteX14-29" fmla="*/ 5565 w 10000"/>
                <a:gd name="connsiteY14-30" fmla="*/ 6850 h 10000"/>
                <a:gd name="connsiteX15-31" fmla="*/ 3845 w 10000"/>
                <a:gd name="connsiteY15-32" fmla="*/ 6535 h 10000"/>
                <a:gd name="connsiteX16-33" fmla="*/ 185 w 10000"/>
                <a:gd name="connsiteY16-34" fmla="*/ 6635 h 10000"/>
                <a:gd name="connsiteX17-35" fmla="*/ 217 w 10000"/>
                <a:gd name="connsiteY17-36" fmla="*/ 7831 h 10000"/>
                <a:gd name="connsiteX18-37" fmla="*/ 3091 w 10000"/>
                <a:gd name="connsiteY18-38" fmla="*/ 7807 h 10000"/>
                <a:gd name="connsiteX19-39" fmla="*/ 3598 w 10000"/>
                <a:gd name="connsiteY19-40" fmla="*/ 7790 h 10000"/>
                <a:gd name="connsiteX20-41" fmla="*/ 4609 w 10000"/>
                <a:gd name="connsiteY20-42" fmla="*/ 7764 h 10000"/>
                <a:gd name="connsiteX21-43" fmla="*/ 7092 w 10000"/>
                <a:gd name="connsiteY21-44" fmla="*/ 10000 h 10000"/>
                <a:gd name="connsiteX0-45" fmla="*/ 7092 w 10000"/>
                <a:gd name="connsiteY0-46" fmla="*/ 10000 h 10000"/>
                <a:gd name="connsiteX1-47" fmla="*/ 9565 w 10000"/>
                <a:gd name="connsiteY1-48" fmla="*/ 9920 h 10000"/>
                <a:gd name="connsiteX2-49" fmla="*/ 9849 w 10000"/>
                <a:gd name="connsiteY2-50" fmla="*/ 7459 h 10000"/>
                <a:gd name="connsiteX3-51" fmla="*/ 9812 w 10000"/>
                <a:gd name="connsiteY3-52" fmla="*/ 4977 h 10000"/>
                <a:gd name="connsiteX4-53" fmla="*/ 8899 w 10000"/>
                <a:gd name="connsiteY4-54" fmla="*/ 2896 h 10000"/>
                <a:gd name="connsiteX5-55" fmla="*/ 9500 w 10000"/>
                <a:gd name="connsiteY5-56" fmla="*/ 2344 h 10000"/>
                <a:gd name="connsiteX6-57" fmla="*/ 7744 w 10000"/>
                <a:gd name="connsiteY6-58" fmla="*/ 1453 h 10000"/>
                <a:gd name="connsiteX7-59" fmla="*/ 7119 w 10000"/>
                <a:gd name="connsiteY7-60" fmla="*/ 2299 h 10000"/>
                <a:gd name="connsiteX8-61" fmla="*/ 6850 w 10000"/>
                <a:gd name="connsiteY8-62" fmla="*/ 4554 h 10000"/>
                <a:gd name="connsiteX9-63" fmla="*/ 4917 w 10000"/>
                <a:gd name="connsiteY9-64" fmla="*/ 2742 h 10000"/>
                <a:gd name="connsiteX10-65" fmla="*/ 5587 w 10000"/>
                <a:gd name="connsiteY10-66" fmla="*/ 161 h 10000"/>
                <a:gd name="connsiteX11-67" fmla="*/ 3598 w 10000"/>
                <a:gd name="connsiteY11-68" fmla="*/ 91 h 10000"/>
                <a:gd name="connsiteX12-69" fmla="*/ 2793 w 10000"/>
                <a:gd name="connsiteY12-70" fmla="*/ 2845 h 10000"/>
                <a:gd name="connsiteX13-71" fmla="*/ 5289 w 10000"/>
                <a:gd name="connsiteY13-72" fmla="*/ 5457 h 10000"/>
                <a:gd name="connsiteX14-73" fmla="*/ 5565 w 10000"/>
                <a:gd name="connsiteY14-74" fmla="*/ 6850 h 10000"/>
                <a:gd name="connsiteX15-75" fmla="*/ 3845 w 10000"/>
                <a:gd name="connsiteY15-76" fmla="*/ 6535 h 10000"/>
                <a:gd name="connsiteX16-77" fmla="*/ 185 w 10000"/>
                <a:gd name="connsiteY16-78" fmla="*/ 6635 h 10000"/>
                <a:gd name="connsiteX17-79" fmla="*/ 217 w 10000"/>
                <a:gd name="connsiteY17-80" fmla="*/ 7831 h 10000"/>
                <a:gd name="connsiteX18-81" fmla="*/ 3598 w 10000"/>
                <a:gd name="connsiteY18-82" fmla="*/ 7790 h 10000"/>
                <a:gd name="connsiteX19-83" fmla="*/ 4609 w 10000"/>
                <a:gd name="connsiteY19-84" fmla="*/ 7764 h 10000"/>
                <a:gd name="connsiteX20-85" fmla="*/ 7092 w 10000"/>
                <a:gd name="connsiteY20-86" fmla="*/ 10000 h 10000"/>
                <a:gd name="connsiteX0-87" fmla="*/ 6965 w 9873"/>
                <a:gd name="connsiteY0-88" fmla="*/ 10000 h 10000"/>
                <a:gd name="connsiteX1-89" fmla="*/ 9438 w 9873"/>
                <a:gd name="connsiteY1-90" fmla="*/ 9920 h 10000"/>
                <a:gd name="connsiteX2-91" fmla="*/ 9722 w 9873"/>
                <a:gd name="connsiteY2-92" fmla="*/ 7459 h 10000"/>
                <a:gd name="connsiteX3-93" fmla="*/ 9685 w 9873"/>
                <a:gd name="connsiteY3-94" fmla="*/ 4977 h 10000"/>
                <a:gd name="connsiteX4-95" fmla="*/ 8772 w 9873"/>
                <a:gd name="connsiteY4-96" fmla="*/ 2896 h 10000"/>
                <a:gd name="connsiteX5-97" fmla="*/ 9373 w 9873"/>
                <a:gd name="connsiteY5-98" fmla="*/ 2344 h 10000"/>
                <a:gd name="connsiteX6-99" fmla="*/ 7617 w 9873"/>
                <a:gd name="connsiteY6-100" fmla="*/ 1453 h 10000"/>
                <a:gd name="connsiteX7-101" fmla="*/ 6992 w 9873"/>
                <a:gd name="connsiteY7-102" fmla="*/ 2299 h 10000"/>
                <a:gd name="connsiteX8-103" fmla="*/ 6723 w 9873"/>
                <a:gd name="connsiteY8-104" fmla="*/ 4554 h 10000"/>
                <a:gd name="connsiteX9-105" fmla="*/ 4790 w 9873"/>
                <a:gd name="connsiteY9-106" fmla="*/ 2742 h 10000"/>
                <a:gd name="connsiteX10-107" fmla="*/ 5460 w 9873"/>
                <a:gd name="connsiteY10-108" fmla="*/ 161 h 10000"/>
                <a:gd name="connsiteX11-109" fmla="*/ 3471 w 9873"/>
                <a:gd name="connsiteY11-110" fmla="*/ 91 h 10000"/>
                <a:gd name="connsiteX12-111" fmla="*/ 2666 w 9873"/>
                <a:gd name="connsiteY12-112" fmla="*/ 2845 h 10000"/>
                <a:gd name="connsiteX13-113" fmla="*/ 5162 w 9873"/>
                <a:gd name="connsiteY13-114" fmla="*/ 5457 h 10000"/>
                <a:gd name="connsiteX14-115" fmla="*/ 5438 w 9873"/>
                <a:gd name="connsiteY14-116" fmla="*/ 6850 h 10000"/>
                <a:gd name="connsiteX15-117" fmla="*/ 3718 w 9873"/>
                <a:gd name="connsiteY15-118" fmla="*/ 6535 h 10000"/>
                <a:gd name="connsiteX16-119" fmla="*/ 58 w 9873"/>
                <a:gd name="connsiteY16-120" fmla="*/ 6635 h 10000"/>
                <a:gd name="connsiteX17-121" fmla="*/ 692 w 9873"/>
                <a:gd name="connsiteY17-122" fmla="*/ 7831 h 10000"/>
                <a:gd name="connsiteX18-123" fmla="*/ 3471 w 9873"/>
                <a:gd name="connsiteY18-124" fmla="*/ 7790 h 10000"/>
                <a:gd name="connsiteX19-125" fmla="*/ 4482 w 9873"/>
                <a:gd name="connsiteY19-126" fmla="*/ 7764 h 10000"/>
                <a:gd name="connsiteX20-127" fmla="*/ 6965 w 9873"/>
                <a:gd name="connsiteY20-128" fmla="*/ 10000 h 10000"/>
              </a:gdLst>
              <a:ahLst/>
              <a:cxnLst>
                <a:cxn ang="0">
                  <a:pos x="connsiteX0-87" y="connsiteY0-88"/>
                </a:cxn>
                <a:cxn ang="0">
                  <a:pos x="connsiteX1-89" y="connsiteY1-90"/>
                </a:cxn>
                <a:cxn ang="0">
                  <a:pos x="connsiteX2-91" y="connsiteY2-92"/>
                </a:cxn>
                <a:cxn ang="0">
                  <a:pos x="connsiteX3-93" y="connsiteY3-94"/>
                </a:cxn>
                <a:cxn ang="0">
                  <a:pos x="connsiteX4-95" y="connsiteY4-96"/>
                </a:cxn>
                <a:cxn ang="0">
                  <a:pos x="connsiteX5-97" y="connsiteY5-98"/>
                </a:cxn>
                <a:cxn ang="0">
                  <a:pos x="connsiteX6-99" y="connsiteY6-100"/>
                </a:cxn>
                <a:cxn ang="0">
                  <a:pos x="connsiteX7-101" y="connsiteY7-102"/>
                </a:cxn>
                <a:cxn ang="0">
                  <a:pos x="connsiteX8-103" y="connsiteY8-104"/>
                </a:cxn>
                <a:cxn ang="0">
                  <a:pos x="connsiteX9-105" y="connsiteY9-106"/>
                </a:cxn>
                <a:cxn ang="0">
                  <a:pos x="connsiteX10-107" y="connsiteY10-108"/>
                </a:cxn>
                <a:cxn ang="0">
                  <a:pos x="connsiteX11-109" y="connsiteY11-110"/>
                </a:cxn>
                <a:cxn ang="0">
                  <a:pos x="connsiteX12-111" y="connsiteY12-112"/>
                </a:cxn>
                <a:cxn ang="0">
                  <a:pos x="connsiteX13-113" y="connsiteY13-114"/>
                </a:cxn>
                <a:cxn ang="0">
                  <a:pos x="connsiteX14-115" y="connsiteY14-116"/>
                </a:cxn>
                <a:cxn ang="0">
                  <a:pos x="connsiteX15-117" y="connsiteY15-118"/>
                </a:cxn>
                <a:cxn ang="0">
                  <a:pos x="connsiteX16-119" y="connsiteY16-120"/>
                </a:cxn>
                <a:cxn ang="0">
                  <a:pos x="connsiteX17-121" y="connsiteY17-122"/>
                </a:cxn>
                <a:cxn ang="0">
                  <a:pos x="connsiteX18-123" y="connsiteY18-124"/>
                </a:cxn>
                <a:cxn ang="0">
                  <a:pos x="connsiteX19-125" y="connsiteY19-126"/>
                </a:cxn>
                <a:cxn ang="0">
                  <a:pos x="connsiteX20-127" y="connsiteY20-128"/>
                </a:cxn>
              </a:cxnLst>
              <a:rect l="l" t="t" r="r" b="b"/>
              <a:pathLst>
                <a:path w="9873" h="10000">
                  <a:moveTo>
                    <a:pt x="6965" y="10000"/>
                  </a:moveTo>
                  <a:cubicBezTo>
                    <a:pt x="7789" y="9963"/>
                    <a:pt x="8613" y="9940"/>
                    <a:pt x="9438" y="9920"/>
                  </a:cubicBezTo>
                  <a:cubicBezTo>
                    <a:pt x="9563" y="9100"/>
                    <a:pt x="9582" y="8276"/>
                    <a:pt x="9722" y="7459"/>
                  </a:cubicBezTo>
                  <a:cubicBezTo>
                    <a:pt x="9731" y="6633"/>
                    <a:pt x="10081" y="5787"/>
                    <a:pt x="9685" y="4977"/>
                  </a:cubicBezTo>
                  <a:cubicBezTo>
                    <a:pt x="9377" y="4286"/>
                    <a:pt x="8869" y="3619"/>
                    <a:pt x="8772" y="2896"/>
                  </a:cubicBezTo>
                  <a:cubicBezTo>
                    <a:pt x="8884" y="2685"/>
                    <a:pt x="9168" y="2524"/>
                    <a:pt x="9373" y="2344"/>
                  </a:cubicBezTo>
                  <a:cubicBezTo>
                    <a:pt x="8744" y="2076"/>
                    <a:pt x="8436" y="1532"/>
                    <a:pt x="7617" y="1453"/>
                  </a:cubicBezTo>
                  <a:cubicBezTo>
                    <a:pt x="7543" y="1767"/>
                    <a:pt x="6946" y="1955"/>
                    <a:pt x="6992" y="2299"/>
                  </a:cubicBezTo>
                  <a:cubicBezTo>
                    <a:pt x="6941" y="3054"/>
                    <a:pt x="6788" y="3799"/>
                    <a:pt x="6723" y="4554"/>
                  </a:cubicBezTo>
                  <a:cubicBezTo>
                    <a:pt x="6052" y="3960"/>
                    <a:pt x="5438" y="3342"/>
                    <a:pt x="4790" y="2742"/>
                  </a:cubicBezTo>
                  <a:cubicBezTo>
                    <a:pt x="5051" y="1884"/>
                    <a:pt x="5200" y="1015"/>
                    <a:pt x="5460" y="161"/>
                  </a:cubicBezTo>
                  <a:cubicBezTo>
                    <a:pt x="4841" y="-28"/>
                    <a:pt x="4123" y="-48"/>
                    <a:pt x="3471" y="91"/>
                  </a:cubicBezTo>
                  <a:cubicBezTo>
                    <a:pt x="3183" y="1007"/>
                    <a:pt x="2950" y="1927"/>
                    <a:pt x="2666" y="2845"/>
                  </a:cubicBezTo>
                  <a:cubicBezTo>
                    <a:pt x="3519" y="3708"/>
                    <a:pt x="4320" y="4591"/>
                    <a:pt x="5162" y="5457"/>
                  </a:cubicBezTo>
                  <a:cubicBezTo>
                    <a:pt x="5661" y="5858"/>
                    <a:pt x="5372" y="6387"/>
                    <a:pt x="5438" y="6850"/>
                  </a:cubicBezTo>
                  <a:cubicBezTo>
                    <a:pt x="4878" y="6727"/>
                    <a:pt x="4342" y="6469"/>
                    <a:pt x="3718" y="6535"/>
                  </a:cubicBezTo>
                  <a:cubicBezTo>
                    <a:pt x="2503" y="6604"/>
                    <a:pt x="1278" y="6618"/>
                    <a:pt x="58" y="6635"/>
                  </a:cubicBezTo>
                  <a:cubicBezTo>
                    <a:pt x="-185" y="7022"/>
                    <a:pt x="399" y="7453"/>
                    <a:pt x="692" y="7831"/>
                  </a:cubicBezTo>
                  <a:cubicBezTo>
                    <a:pt x="1261" y="8023"/>
                    <a:pt x="2739" y="7801"/>
                    <a:pt x="3471" y="7790"/>
                  </a:cubicBezTo>
                  <a:lnTo>
                    <a:pt x="4482" y="7764"/>
                  </a:lnTo>
                  <a:cubicBezTo>
                    <a:pt x="5320" y="8505"/>
                    <a:pt x="6099" y="9272"/>
                    <a:pt x="6965" y="10000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4" name="Freeform 13"/>
            <p:cNvSpPr/>
            <p:nvPr/>
          </p:nvSpPr>
          <p:spPr bwMode="auto">
            <a:xfrm flipV="1">
              <a:off x="6854" y="1507"/>
              <a:ext cx="181" cy="193"/>
            </a:xfrm>
            <a:custGeom>
              <a:avLst/>
              <a:gdLst>
                <a:gd name="T0" fmla="*/ 0 w 774"/>
                <a:gd name="T1" fmla="*/ 458 h 861"/>
                <a:gd name="T2" fmla="*/ 327 w 774"/>
                <a:gd name="T3" fmla="*/ 861 h 861"/>
                <a:gd name="T4" fmla="*/ 774 w 774"/>
                <a:gd name="T5" fmla="*/ 229 h 861"/>
                <a:gd name="T6" fmla="*/ 362 w 774"/>
                <a:gd name="T7" fmla="*/ 15 h 861"/>
                <a:gd name="T8" fmla="*/ 30 w 774"/>
                <a:gd name="T9" fmla="*/ 475 h 861"/>
                <a:gd name="T10" fmla="*/ 0 w 774"/>
                <a:gd name="T11" fmla="*/ 458 h 861"/>
                <a:gd name="connsiteX0" fmla="*/ 0 w 10000"/>
                <a:gd name="connsiteY0" fmla="*/ 5167 h 9848"/>
                <a:gd name="connsiteX1" fmla="*/ 4225 w 10000"/>
                <a:gd name="connsiteY1" fmla="*/ 9848 h 9848"/>
                <a:gd name="connsiteX2" fmla="*/ 10000 w 10000"/>
                <a:gd name="connsiteY2" fmla="*/ 2508 h 9848"/>
                <a:gd name="connsiteX3" fmla="*/ 4677 w 10000"/>
                <a:gd name="connsiteY3" fmla="*/ 22 h 9848"/>
                <a:gd name="connsiteX4" fmla="*/ 388 w 10000"/>
                <a:gd name="connsiteY4" fmla="*/ 5365 h 9848"/>
                <a:gd name="connsiteX0-1" fmla="*/ 0 w 10000"/>
                <a:gd name="connsiteY0-2" fmla="*/ 5247 h 10000"/>
                <a:gd name="connsiteX1-3" fmla="*/ 4225 w 10000"/>
                <a:gd name="connsiteY1-4" fmla="*/ 10000 h 10000"/>
                <a:gd name="connsiteX2-5" fmla="*/ 10000 w 10000"/>
                <a:gd name="connsiteY2-6" fmla="*/ 2547 h 10000"/>
                <a:gd name="connsiteX3-7" fmla="*/ 4677 w 10000"/>
                <a:gd name="connsiteY3-8" fmla="*/ 22 h 10000"/>
                <a:gd name="connsiteX0-9" fmla="*/ 0 w 10226"/>
                <a:gd name="connsiteY0-10" fmla="*/ 5972 h 10000"/>
                <a:gd name="connsiteX1-11" fmla="*/ 4451 w 10226"/>
                <a:gd name="connsiteY1-12" fmla="*/ 10000 h 10000"/>
                <a:gd name="connsiteX2-13" fmla="*/ 10226 w 10226"/>
                <a:gd name="connsiteY2-14" fmla="*/ 2547 h 10000"/>
                <a:gd name="connsiteX3-15" fmla="*/ 4903 w 10226"/>
                <a:gd name="connsiteY3-16" fmla="*/ 22 h 10000"/>
              </a:gdLst>
              <a:ahLst/>
              <a:cxnLst>
                <a:cxn ang="0">
                  <a:pos x="connsiteX0-9" y="connsiteY0-10"/>
                </a:cxn>
                <a:cxn ang="0">
                  <a:pos x="connsiteX1-11" y="connsiteY1-12"/>
                </a:cxn>
                <a:cxn ang="0">
                  <a:pos x="connsiteX2-13" y="connsiteY2-14"/>
                </a:cxn>
                <a:cxn ang="0">
                  <a:pos x="connsiteX3-15" y="connsiteY3-16"/>
                </a:cxn>
              </a:cxnLst>
              <a:rect l="l" t="t" r="r" b="b"/>
              <a:pathLst>
                <a:path w="10226" h="10000">
                  <a:moveTo>
                    <a:pt x="0" y="5972"/>
                  </a:moveTo>
                  <a:cubicBezTo>
                    <a:pt x="233" y="8189"/>
                    <a:pt x="2952" y="8514"/>
                    <a:pt x="4451" y="10000"/>
                  </a:cubicBezTo>
                  <a:cubicBezTo>
                    <a:pt x="6234" y="7429"/>
                    <a:pt x="8288" y="5023"/>
                    <a:pt x="10226" y="2547"/>
                  </a:cubicBezTo>
                  <a:cubicBezTo>
                    <a:pt x="9192" y="766"/>
                    <a:pt x="7074" y="-154"/>
                    <a:pt x="4903" y="22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1702435" y="3467735"/>
            <a:ext cx="1042035" cy="838835"/>
          </a:xfrm>
          <a:prstGeom prst="roundRect">
            <a:avLst>
              <a:gd name="adj" fmla="val 11077"/>
            </a:avLst>
          </a:prstGeom>
          <a:solidFill>
            <a:srgbClr val="E393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 rot="1046250">
            <a:off x="1912620" y="2962910"/>
            <a:ext cx="676275" cy="544830"/>
          </a:xfrm>
          <a:prstGeom prst="roundRect">
            <a:avLst>
              <a:gd name="adj" fmla="val 11077"/>
            </a:avLst>
          </a:prstGeom>
          <a:solidFill>
            <a:srgbClr val="59ACB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 rot="908242">
            <a:off x="2021840" y="2928620"/>
            <a:ext cx="45847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32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A</a:t>
            </a:r>
            <a:endParaRPr lang="zh-CN" altLang="en-US" sz="32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9" name="文本框 25"/>
          <p:cNvSpPr txBox="1"/>
          <p:nvPr/>
        </p:nvSpPr>
        <p:spPr>
          <a:xfrm>
            <a:off x="1901190" y="3466465"/>
            <a:ext cx="70040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defRPr/>
            </a:pPr>
            <a:r>
              <a:rPr lang="en-US" altLang="zh-CN" sz="5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B</a:t>
            </a:r>
            <a:endParaRPr lang="zh-CN" altLang="en-US" sz="54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 rot="20277632">
            <a:off x="1581150" y="3145155"/>
            <a:ext cx="534670" cy="430530"/>
          </a:xfrm>
          <a:prstGeom prst="roundRect">
            <a:avLst>
              <a:gd name="adj" fmla="val 11077"/>
            </a:avLst>
          </a:prstGeom>
          <a:solidFill>
            <a:srgbClr val="498B9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1" name="文本框 24"/>
          <p:cNvSpPr txBox="1"/>
          <p:nvPr/>
        </p:nvSpPr>
        <p:spPr>
          <a:xfrm rot="20139624">
            <a:off x="1694815" y="3180715"/>
            <a:ext cx="35115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C</a:t>
            </a:r>
            <a:endParaRPr lang="zh-CN" altLang="en-US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6" name="Shape 14341"/>
          <p:cNvSpPr/>
          <p:nvPr>
            <p:custDataLst>
              <p:tags r:id="rId4"/>
            </p:custDataLst>
          </p:nvPr>
        </p:nvSpPr>
        <p:spPr>
          <a:xfrm rot="18900000">
            <a:off x="3365500" y="1513205"/>
            <a:ext cx="1271905" cy="1272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590"/>
                </a:moveTo>
                <a:cubicBezTo>
                  <a:pt x="21600" y="14730"/>
                  <a:pt x="20700" y="15660"/>
                  <a:pt x="19560" y="15660"/>
                </a:cubicBezTo>
                <a:cubicBezTo>
                  <a:pt x="19560" y="15660"/>
                  <a:pt x="19560" y="15660"/>
                  <a:pt x="19560" y="15660"/>
                </a:cubicBezTo>
                <a:cubicBezTo>
                  <a:pt x="19500" y="15660"/>
                  <a:pt x="19350" y="15660"/>
                  <a:pt x="19170" y="15600"/>
                </a:cubicBezTo>
                <a:cubicBezTo>
                  <a:pt x="18990" y="15540"/>
                  <a:pt x="18750" y="15420"/>
                  <a:pt x="18510" y="15210"/>
                </a:cubicBezTo>
                <a:cubicBezTo>
                  <a:pt x="18450" y="15150"/>
                  <a:pt x="18360" y="15090"/>
                  <a:pt x="18300" y="15030"/>
                </a:cubicBezTo>
                <a:cubicBezTo>
                  <a:pt x="18000" y="14760"/>
                  <a:pt x="17700" y="14460"/>
                  <a:pt x="17340" y="14460"/>
                </a:cubicBezTo>
                <a:cubicBezTo>
                  <a:pt x="16710" y="14460"/>
                  <a:pt x="16470" y="15270"/>
                  <a:pt x="16290" y="15960"/>
                </a:cubicBezTo>
                <a:cubicBezTo>
                  <a:pt x="16260" y="16080"/>
                  <a:pt x="16260" y="16170"/>
                  <a:pt x="16260" y="1629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0950" y="21600"/>
                  <a:pt x="10950" y="21600"/>
                  <a:pt x="10950" y="21600"/>
                </a:cubicBezTo>
                <a:cubicBezTo>
                  <a:pt x="10860" y="21600"/>
                  <a:pt x="10800" y="21600"/>
                  <a:pt x="10740" y="21570"/>
                </a:cubicBezTo>
                <a:cubicBezTo>
                  <a:pt x="9780" y="21360"/>
                  <a:pt x="9660" y="21120"/>
                  <a:pt x="9630" y="21060"/>
                </a:cubicBezTo>
                <a:cubicBezTo>
                  <a:pt x="9570" y="20910"/>
                  <a:pt x="9840" y="20610"/>
                  <a:pt x="10050" y="20400"/>
                </a:cubicBezTo>
                <a:cubicBezTo>
                  <a:pt x="10110" y="20340"/>
                  <a:pt x="10200" y="20250"/>
                  <a:pt x="10260" y="20190"/>
                </a:cubicBezTo>
                <a:cubicBezTo>
                  <a:pt x="10800" y="19560"/>
                  <a:pt x="10800" y="18900"/>
                  <a:pt x="10800" y="18810"/>
                </a:cubicBezTo>
                <a:cubicBezTo>
                  <a:pt x="10800" y="17400"/>
                  <a:pt x="9660" y="16260"/>
                  <a:pt x="8250" y="16260"/>
                </a:cubicBezTo>
                <a:cubicBezTo>
                  <a:pt x="6840" y="16260"/>
                  <a:pt x="5700" y="17400"/>
                  <a:pt x="5700" y="18810"/>
                </a:cubicBezTo>
                <a:cubicBezTo>
                  <a:pt x="5700" y="18900"/>
                  <a:pt x="5700" y="19560"/>
                  <a:pt x="6240" y="20190"/>
                </a:cubicBezTo>
                <a:cubicBezTo>
                  <a:pt x="6300" y="20250"/>
                  <a:pt x="6390" y="20340"/>
                  <a:pt x="6450" y="20400"/>
                </a:cubicBezTo>
                <a:cubicBezTo>
                  <a:pt x="6660" y="20610"/>
                  <a:pt x="6930" y="20910"/>
                  <a:pt x="6870" y="21060"/>
                </a:cubicBezTo>
                <a:cubicBezTo>
                  <a:pt x="6870" y="21120"/>
                  <a:pt x="6720" y="21360"/>
                  <a:pt x="5760" y="21570"/>
                </a:cubicBezTo>
                <a:cubicBezTo>
                  <a:pt x="5700" y="21600"/>
                  <a:pt x="5640" y="21600"/>
                  <a:pt x="555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16290"/>
                  <a:pt x="0" y="16290"/>
                  <a:pt x="0" y="16290"/>
                </a:cubicBezTo>
                <a:cubicBezTo>
                  <a:pt x="0" y="16200"/>
                  <a:pt x="0" y="16110"/>
                  <a:pt x="30" y="16020"/>
                </a:cubicBezTo>
                <a:cubicBezTo>
                  <a:pt x="270" y="15030"/>
                  <a:pt x="540" y="14730"/>
                  <a:pt x="840" y="14730"/>
                </a:cubicBezTo>
                <a:cubicBezTo>
                  <a:pt x="1170" y="14730"/>
                  <a:pt x="1530" y="15150"/>
                  <a:pt x="1830" y="15420"/>
                </a:cubicBezTo>
                <a:cubicBezTo>
                  <a:pt x="2370" y="15870"/>
                  <a:pt x="2910" y="15900"/>
                  <a:pt x="3030" y="15900"/>
                </a:cubicBezTo>
                <a:cubicBezTo>
                  <a:pt x="3030" y="15900"/>
                  <a:pt x="3060" y="15900"/>
                  <a:pt x="3060" y="15900"/>
                </a:cubicBezTo>
                <a:cubicBezTo>
                  <a:pt x="4320" y="15900"/>
                  <a:pt x="5340" y="14880"/>
                  <a:pt x="5340" y="13590"/>
                </a:cubicBezTo>
                <a:cubicBezTo>
                  <a:pt x="5340" y="12330"/>
                  <a:pt x="4320" y="11310"/>
                  <a:pt x="3060" y="11310"/>
                </a:cubicBezTo>
                <a:cubicBezTo>
                  <a:pt x="3060" y="11310"/>
                  <a:pt x="3030" y="11310"/>
                  <a:pt x="3030" y="11310"/>
                </a:cubicBezTo>
                <a:cubicBezTo>
                  <a:pt x="2910" y="11310"/>
                  <a:pt x="2370" y="11340"/>
                  <a:pt x="1830" y="11790"/>
                </a:cubicBezTo>
                <a:cubicBezTo>
                  <a:pt x="1530" y="12060"/>
                  <a:pt x="1170" y="12480"/>
                  <a:pt x="840" y="12480"/>
                </a:cubicBezTo>
                <a:cubicBezTo>
                  <a:pt x="540" y="12480"/>
                  <a:pt x="270" y="12180"/>
                  <a:pt x="30" y="11190"/>
                </a:cubicBezTo>
                <a:cubicBezTo>
                  <a:pt x="0" y="11100"/>
                  <a:pt x="0" y="11010"/>
                  <a:pt x="0" y="10920"/>
                </a:cubicBezTo>
                <a:cubicBezTo>
                  <a:pt x="0" y="5340"/>
                  <a:pt x="0" y="5340"/>
                  <a:pt x="0" y="5340"/>
                </a:cubicBezTo>
                <a:cubicBezTo>
                  <a:pt x="5550" y="5340"/>
                  <a:pt x="5550" y="5340"/>
                  <a:pt x="5550" y="5340"/>
                </a:cubicBezTo>
                <a:cubicBezTo>
                  <a:pt x="5640" y="5340"/>
                  <a:pt x="5730" y="5340"/>
                  <a:pt x="5820" y="5310"/>
                </a:cubicBezTo>
                <a:cubicBezTo>
                  <a:pt x="7980" y="4830"/>
                  <a:pt x="6960" y="4110"/>
                  <a:pt x="6450" y="3510"/>
                </a:cubicBezTo>
                <a:cubicBezTo>
                  <a:pt x="5910" y="2910"/>
                  <a:pt x="5940" y="2310"/>
                  <a:pt x="5940" y="2310"/>
                </a:cubicBezTo>
                <a:cubicBezTo>
                  <a:pt x="5940" y="1020"/>
                  <a:pt x="6990" y="0"/>
                  <a:pt x="8250" y="0"/>
                </a:cubicBezTo>
                <a:cubicBezTo>
                  <a:pt x="9510" y="0"/>
                  <a:pt x="10560" y="1020"/>
                  <a:pt x="10560" y="2310"/>
                </a:cubicBezTo>
                <a:cubicBezTo>
                  <a:pt x="10560" y="2310"/>
                  <a:pt x="10590" y="2910"/>
                  <a:pt x="10050" y="3510"/>
                </a:cubicBezTo>
                <a:cubicBezTo>
                  <a:pt x="9540" y="4110"/>
                  <a:pt x="8550" y="4830"/>
                  <a:pt x="10680" y="5310"/>
                </a:cubicBezTo>
                <a:cubicBezTo>
                  <a:pt x="10770" y="5340"/>
                  <a:pt x="10860" y="5340"/>
                  <a:pt x="10950" y="5340"/>
                </a:cubicBezTo>
                <a:cubicBezTo>
                  <a:pt x="16260" y="5340"/>
                  <a:pt x="16260" y="5340"/>
                  <a:pt x="16260" y="5340"/>
                </a:cubicBezTo>
                <a:cubicBezTo>
                  <a:pt x="16260" y="10920"/>
                  <a:pt x="16260" y="10920"/>
                  <a:pt x="16260" y="10920"/>
                </a:cubicBezTo>
                <a:cubicBezTo>
                  <a:pt x="16260" y="11010"/>
                  <a:pt x="16260" y="11130"/>
                  <a:pt x="16290" y="11220"/>
                </a:cubicBezTo>
                <a:cubicBezTo>
                  <a:pt x="16470" y="11940"/>
                  <a:pt x="16710" y="12720"/>
                  <a:pt x="17340" y="12720"/>
                </a:cubicBezTo>
                <a:cubicBezTo>
                  <a:pt x="17700" y="12720"/>
                  <a:pt x="18000" y="12450"/>
                  <a:pt x="18300" y="12180"/>
                </a:cubicBezTo>
                <a:cubicBezTo>
                  <a:pt x="18360" y="12090"/>
                  <a:pt x="18450" y="12030"/>
                  <a:pt x="18510" y="11970"/>
                </a:cubicBezTo>
                <a:cubicBezTo>
                  <a:pt x="18990" y="11580"/>
                  <a:pt x="19440" y="11550"/>
                  <a:pt x="19530" y="11550"/>
                </a:cubicBezTo>
                <a:cubicBezTo>
                  <a:pt x="19560" y="11550"/>
                  <a:pt x="19560" y="11550"/>
                  <a:pt x="19560" y="11550"/>
                </a:cubicBezTo>
                <a:cubicBezTo>
                  <a:pt x="20700" y="11550"/>
                  <a:pt x="21600" y="12480"/>
                  <a:pt x="21600" y="13590"/>
                </a:cubicBezTo>
                <a:close/>
              </a:path>
            </a:pathLst>
          </a:custGeom>
          <a:solidFill>
            <a:srgbClr val="498B9C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9" name="Shape 14331"/>
          <p:cNvSpPr/>
          <p:nvPr>
            <p:custDataLst>
              <p:tags r:id="rId5"/>
            </p:custDataLst>
          </p:nvPr>
        </p:nvSpPr>
        <p:spPr>
          <a:xfrm rot="18900000">
            <a:off x="3666490" y="2931795"/>
            <a:ext cx="1311910" cy="1312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250"/>
                </a:moveTo>
                <a:cubicBezTo>
                  <a:pt x="21600" y="9540"/>
                  <a:pt x="20580" y="10560"/>
                  <a:pt x="19290" y="10560"/>
                </a:cubicBezTo>
                <a:cubicBezTo>
                  <a:pt x="19290" y="10560"/>
                  <a:pt x="19290" y="10560"/>
                  <a:pt x="19290" y="10560"/>
                </a:cubicBezTo>
                <a:cubicBezTo>
                  <a:pt x="19170" y="10560"/>
                  <a:pt x="18630" y="10530"/>
                  <a:pt x="18090" y="10080"/>
                </a:cubicBezTo>
                <a:cubicBezTo>
                  <a:pt x="17760" y="9810"/>
                  <a:pt x="17400" y="9390"/>
                  <a:pt x="17070" y="9390"/>
                </a:cubicBezTo>
                <a:cubicBezTo>
                  <a:pt x="16770" y="9390"/>
                  <a:pt x="16500" y="9690"/>
                  <a:pt x="16290" y="10680"/>
                </a:cubicBezTo>
                <a:cubicBezTo>
                  <a:pt x="16260" y="10770"/>
                  <a:pt x="16260" y="10860"/>
                  <a:pt x="16260" y="1095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0680" y="16260"/>
                  <a:pt x="10680" y="16260"/>
                  <a:pt x="10680" y="16260"/>
                </a:cubicBezTo>
                <a:cubicBezTo>
                  <a:pt x="10560" y="16260"/>
                  <a:pt x="10470" y="16290"/>
                  <a:pt x="10350" y="16290"/>
                </a:cubicBezTo>
                <a:cubicBezTo>
                  <a:pt x="9450" y="16500"/>
                  <a:pt x="9000" y="16770"/>
                  <a:pt x="8880" y="17160"/>
                </a:cubicBezTo>
                <a:cubicBezTo>
                  <a:pt x="8760" y="17580"/>
                  <a:pt x="9120" y="17970"/>
                  <a:pt x="9420" y="18300"/>
                </a:cubicBezTo>
                <a:cubicBezTo>
                  <a:pt x="9480" y="18390"/>
                  <a:pt x="9540" y="18450"/>
                  <a:pt x="9600" y="18510"/>
                </a:cubicBezTo>
                <a:cubicBezTo>
                  <a:pt x="10050" y="19020"/>
                  <a:pt x="10050" y="19530"/>
                  <a:pt x="10050" y="19560"/>
                </a:cubicBezTo>
                <a:cubicBezTo>
                  <a:pt x="10050" y="20700"/>
                  <a:pt x="9120" y="21600"/>
                  <a:pt x="7980" y="21600"/>
                </a:cubicBezTo>
                <a:cubicBezTo>
                  <a:pt x="6870" y="21600"/>
                  <a:pt x="5940" y="20700"/>
                  <a:pt x="5940" y="19560"/>
                </a:cubicBezTo>
                <a:cubicBezTo>
                  <a:pt x="5940" y="19560"/>
                  <a:pt x="5940" y="19560"/>
                  <a:pt x="5940" y="19560"/>
                </a:cubicBezTo>
                <a:cubicBezTo>
                  <a:pt x="5940" y="19530"/>
                  <a:pt x="5910" y="19020"/>
                  <a:pt x="6360" y="18510"/>
                </a:cubicBezTo>
                <a:cubicBezTo>
                  <a:pt x="6420" y="18450"/>
                  <a:pt x="6480" y="18390"/>
                  <a:pt x="6570" y="18300"/>
                </a:cubicBezTo>
                <a:cubicBezTo>
                  <a:pt x="6870" y="17970"/>
                  <a:pt x="7230" y="17580"/>
                  <a:pt x="7110" y="17160"/>
                </a:cubicBezTo>
                <a:cubicBezTo>
                  <a:pt x="6990" y="16770"/>
                  <a:pt x="6510" y="16500"/>
                  <a:pt x="5610" y="16290"/>
                </a:cubicBezTo>
                <a:cubicBezTo>
                  <a:pt x="5520" y="16290"/>
                  <a:pt x="5400" y="16260"/>
                  <a:pt x="5310" y="16260"/>
                </a:cubicBezTo>
                <a:cubicBezTo>
                  <a:pt x="0" y="16260"/>
                  <a:pt x="0" y="16260"/>
                  <a:pt x="0" y="16260"/>
                </a:cubicBezTo>
                <a:cubicBezTo>
                  <a:pt x="0" y="10950"/>
                  <a:pt x="0" y="10950"/>
                  <a:pt x="0" y="10950"/>
                </a:cubicBezTo>
                <a:cubicBezTo>
                  <a:pt x="0" y="10890"/>
                  <a:pt x="0" y="10800"/>
                  <a:pt x="30" y="10740"/>
                </a:cubicBezTo>
                <a:cubicBezTo>
                  <a:pt x="240" y="9720"/>
                  <a:pt x="510" y="9630"/>
                  <a:pt x="570" y="9630"/>
                </a:cubicBezTo>
                <a:cubicBezTo>
                  <a:pt x="720" y="9630"/>
                  <a:pt x="990" y="9870"/>
                  <a:pt x="1200" y="10050"/>
                </a:cubicBezTo>
                <a:cubicBezTo>
                  <a:pt x="1260" y="10140"/>
                  <a:pt x="1350" y="10200"/>
                  <a:pt x="1410" y="10260"/>
                </a:cubicBezTo>
                <a:cubicBezTo>
                  <a:pt x="2010" y="10770"/>
                  <a:pt x="2610" y="10800"/>
                  <a:pt x="2760" y="10800"/>
                </a:cubicBezTo>
                <a:cubicBezTo>
                  <a:pt x="2790" y="10800"/>
                  <a:pt x="2790" y="10800"/>
                  <a:pt x="2790" y="10800"/>
                </a:cubicBezTo>
                <a:cubicBezTo>
                  <a:pt x="4200" y="10800"/>
                  <a:pt x="5340" y="9660"/>
                  <a:pt x="5340" y="8250"/>
                </a:cubicBezTo>
                <a:cubicBezTo>
                  <a:pt x="5340" y="6870"/>
                  <a:pt x="4200" y="5700"/>
                  <a:pt x="2790" y="5700"/>
                </a:cubicBezTo>
                <a:cubicBezTo>
                  <a:pt x="2760" y="5700"/>
                  <a:pt x="2760" y="5700"/>
                  <a:pt x="2760" y="5700"/>
                </a:cubicBezTo>
                <a:cubicBezTo>
                  <a:pt x="2610" y="5700"/>
                  <a:pt x="2010" y="5760"/>
                  <a:pt x="1410" y="6270"/>
                </a:cubicBezTo>
                <a:cubicBezTo>
                  <a:pt x="1350" y="6330"/>
                  <a:pt x="1260" y="6390"/>
                  <a:pt x="1200" y="6450"/>
                </a:cubicBezTo>
                <a:cubicBezTo>
                  <a:pt x="990" y="6660"/>
                  <a:pt x="720" y="6900"/>
                  <a:pt x="570" y="6900"/>
                </a:cubicBezTo>
                <a:cubicBezTo>
                  <a:pt x="510" y="6900"/>
                  <a:pt x="240" y="6810"/>
                  <a:pt x="30" y="5790"/>
                </a:cubicBezTo>
                <a:cubicBezTo>
                  <a:pt x="0" y="5700"/>
                  <a:pt x="0" y="5640"/>
                  <a:pt x="0" y="5580"/>
                </a:cubicBezTo>
                <a:cubicBezTo>
                  <a:pt x="0" y="0"/>
                  <a:pt x="0" y="0"/>
                  <a:pt x="0" y="0"/>
                </a:cubicBezTo>
                <a:cubicBezTo>
                  <a:pt x="5310" y="0"/>
                  <a:pt x="5310" y="0"/>
                  <a:pt x="5310" y="0"/>
                </a:cubicBezTo>
                <a:cubicBezTo>
                  <a:pt x="5400" y="0"/>
                  <a:pt x="5490" y="30"/>
                  <a:pt x="5580" y="30"/>
                </a:cubicBezTo>
                <a:cubicBezTo>
                  <a:pt x="7710" y="540"/>
                  <a:pt x="6690" y="1260"/>
                  <a:pt x="6180" y="1830"/>
                </a:cubicBezTo>
                <a:cubicBezTo>
                  <a:pt x="5670" y="2460"/>
                  <a:pt x="5700" y="3060"/>
                  <a:pt x="5700" y="3060"/>
                </a:cubicBezTo>
                <a:cubicBezTo>
                  <a:pt x="5700" y="4320"/>
                  <a:pt x="6720" y="5370"/>
                  <a:pt x="7980" y="5370"/>
                </a:cubicBezTo>
                <a:cubicBezTo>
                  <a:pt x="9270" y="5370"/>
                  <a:pt x="10290" y="4320"/>
                  <a:pt x="10290" y="3060"/>
                </a:cubicBezTo>
                <a:cubicBezTo>
                  <a:pt x="10290" y="3060"/>
                  <a:pt x="10320" y="2460"/>
                  <a:pt x="9810" y="1830"/>
                </a:cubicBezTo>
                <a:cubicBezTo>
                  <a:pt x="9300" y="1260"/>
                  <a:pt x="8280" y="540"/>
                  <a:pt x="10410" y="30"/>
                </a:cubicBezTo>
                <a:cubicBezTo>
                  <a:pt x="10500" y="30"/>
                  <a:pt x="10590" y="0"/>
                  <a:pt x="10680" y="0"/>
                </a:cubicBezTo>
                <a:cubicBezTo>
                  <a:pt x="16260" y="0"/>
                  <a:pt x="16260" y="0"/>
                  <a:pt x="16260" y="0"/>
                </a:cubicBezTo>
                <a:cubicBezTo>
                  <a:pt x="16260" y="5580"/>
                  <a:pt x="16260" y="5580"/>
                  <a:pt x="16260" y="5580"/>
                </a:cubicBezTo>
                <a:cubicBezTo>
                  <a:pt x="16260" y="5670"/>
                  <a:pt x="16260" y="5760"/>
                  <a:pt x="16290" y="5820"/>
                </a:cubicBezTo>
                <a:cubicBezTo>
                  <a:pt x="16500" y="6840"/>
                  <a:pt x="16770" y="7140"/>
                  <a:pt x="17070" y="7140"/>
                </a:cubicBezTo>
                <a:cubicBezTo>
                  <a:pt x="17400" y="7140"/>
                  <a:pt x="17760" y="6720"/>
                  <a:pt x="18090" y="6450"/>
                </a:cubicBezTo>
                <a:cubicBezTo>
                  <a:pt x="18600" y="6000"/>
                  <a:pt x="19140" y="5970"/>
                  <a:pt x="19260" y="5970"/>
                </a:cubicBezTo>
                <a:cubicBezTo>
                  <a:pt x="19290" y="5970"/>
                  <a:pt x="19290" y="5970"/>
                  <a:pt x="19290" y="5970"/>
                </a:cubicBezTo>
                <a:cubicBezTo>
                  <a:pt x="20580" y="5970"/>
                  <a:pt x="21600" y="6990"/>
                  <a:pt x="21600" y="8250"/>
                </a:cubicBezTo>
                <a:close/>
              </a:path>
            </a:pathLst>
          </a:custGeom>
          <a:solidFill>
            <a:srgbClr val="E39336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32" name="Shape 14336"/>
          <p:cNvSpPr/>
          <p:nvPr>
            <p:custDataLst>
              <p:tags r:id="rId6"/>
            </p:custDataLst>
          </p:nvPr>
        </p:nvSpPr>
        <p:spPr>
          <a:xfrm rot="18900000">
            <a:off x="3074670" y="4468495"/>
            <a:ext cx="1282700" cy="1281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0" y="10680"/>
                </a:moveTo>
                <a:cubicBezTo>
                  <a:pt x="21600" y="16260"/>
                  <a:pt x="21600" y="16260"/>
                  <a:pt x="21600" y="16260"/>
                </a:cubicBezTo>
                <a:cubicBezTo>
                  <a:pt x="16028" y="16260"/>
                  <a:pt x="16028" y="16260"/>
                  <a:pt x="16028" y="16260"/>
                </a:cubicBezTo>
                <a:cubicBezTo>
                  <a:pt x="15938" y="16260"/>
                  <a:pt x="15848" y="16260"/>
                  <a:pt x="15758" y="16290"/>
                </a:cubicBezTo>
                <a:cubicBezTo>
                  <a:pt x="13631" y="16770"/>
                  <a:pt x="14650" y="17490"/>
                  <a:pt x="15159" y="18090"/>
                </a:cubicBezTo>
                <a:cubicBezTo>
                  <a:pt x="15668" y="18690"/>
                  <a:pt x="15638" y="19290"/>
                  <a:pt x="15638" y="19290"/>
                </a:cubicBezTo>
                <a:cubicBezTo>
                  <a:pt x="15638" y="20580"/>
                  <a:pt x="14620" y="21600"/>
                  <a:pt x="13331" y="21600"/>
                </a:cubicBezTo>
                <a:cubicBezTo>
                  <a:pt x="12073" y="21600"/>
                  <a:pt x="11055" y="20580"/>
                  <a:pt x="11055" y="19290"/>
                </a:cubicBezTo>
                <a:cubicBezTo>
                  <a:pt x="11055" y="19290"/>
                  <a:pt x="11025" y="18690"/>
                  <a:pt x="11534" y="18090"/>
                </a:cubicBezTo>
                <a:cubicBezTo>
                  <a:pt x="12043" y="17490"/>
                  <a:pt x="13062" y="16770"/>
                  <a:pt x="10935" y="16290"/>
                </a:cubicBezTo>
                <a:cubicBezTo>
                  <a:pt x="10845" y="16260"/>
                  <a:pt x="10755" y="16260"/>
                  <a:pt x="10665" y="16260"/>
                </a:cubicBezTo>
                <a:cubicBezTo>
                  <a:pt x="5363" y="16260"/>
                  <a:pt x="5363" y="16260"/>
                  <a:pt x="5363" y="16260"/>
                </a:cubicBezTo>
                <a:cubicBezTo>
                  <a:pt x="5363" y="10680"/>
                  <a:pt x="5363" y="10680"/>
                  <a:pt x="5363" y="10680"/>
                </a:cubicBezTo>
                <a:cubicBezTo>
                  <a:pt x="5363" y="10590"/>
                  <a:pt x="5333" y="10470"/>
                  <a:pt x="5303" y="10380"/>
                </a:cubicBezTo>
                <a:cubicBezTo>
                  <a:pt x="5153" y="9660"/>
                  <a:pt x="4883" y="8880"/>
                  <a:pt x="4284" y="8880"/>
                </a:cubicBezTo>
                <a:cubicBezTo>
                  <a:pt x="3925" y="8880"/>
                  <a:pt x="3595" y="9150"/>
                  <a:pt x="3295" y="9420"/>
                </a:cubicBezTo>
                <a:cubicBezTo>
                  <a:pt x="3236" y="9510"/>
                  <a:pt x="3176" y="9570"/>
                  <a:pt x="3116" y="9630"/>
                </a:cubicBezTo>
                <a:cubicBezTo>
                  <a:pt x="2636" y="10020"/>
                  <a:pt x="2157" y="10050"/>
                  <a:pt x="2067" y="10050"/>
                </a:cubicBezTo>
                <a:cubicBezTo>
                  <a:pt x="2037" y="10050"/>
                  <a:pt x="2037" y="10050"/>
                  <a:pt x="2037" y="10050"/>
                </a:cubicBezTo>
                <a:cubicBezTo>
                  <a:pt x="929" y="10050"/>
                  <a:pt x="0" y="9120"/>
                  <a:pt x="0" y="8010"/>
                </a:cubicBezTo>
                <a:cubicBezTo>
                  <a:pt x="0" y="6870"/>
                  <a:pt x="929" y="5940"/>
                  <a:pt x="2037" y="5940"/>
                </a:cubicBezTo>
                <a:cubicBezTo>
                  <a:pt x="2067" y="5940"/>
                  <a:pt x="2067" y="5940"/>
                  <a:pt x="2067" y="5940"/>
                </a:cubicBezTo>
                <a:cubicBezTo>
                  <a:pt x="2127" y="5940"/>
                  <a:pt x="2247" y="5970"/>
                  <a:pt x="2457" y="6000"/>
                </a:cubicBezTo>
                <a:cubicBezTo>
                  <a:pt x="2636" y="6060"/>
                  <a:pt x="2876" y="6180"/>
                  <a:pt x="3116" y="6390"/>
                </a:cubicBezTo>
                <a:cubicBezTo>
                  <a:pt x="3176" y="6450"/>
                  <a:pt x="3236" y="6510"/>
                  <a:pt x="3295" y="6570"/>
                </a:cubicBezTo>
                <a:cubicBezTo>
                  <a:pt x="3595" y="6840"/>
                  <a:pt x="3925" y="7140"/>
                  <a:pt x="4284" y="7140"/>
                </a:cubicBezTo>
                <a:cubicBezTo>
                  <a:pt x="4883" y="7140"/>
                  <a:pt x="5153" y="6330"/>
                  <a:pt x="5303" y="5640"/>
                </a:cubicBezTo>
                <a:cubicBezTo>
                  <a:pt x="5333" y="5520"/>
                  <a:pt x="5363" y="5430"/>
                  <a:pt x="5363" y="531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10665" y="0"/>
                  <a:pt x="10665" y="0"/>
                  <a:pt x="10665" y="0"/>
                </a:cubicBezTo>
                <a:cubicBezTo>
                  <a:pt x="10725" y="0"/>
                  <a:pt x="10785" y="0"/>
                  <a:pt x="10875" y="30"/>
                </a:cubicBezTo>
                <a:cubicBezTo>
                  <a:pt x="11804" y="240"/>
                  <a:pt x="11953" y="480"/>
                  <a:pt x="11983" y="540"/>
                </a:cubicBezTo>
                <a:cubicBezTo>
                  <a:pt x="12013" y="690"/>
                  <a:pt x="11744" y="990"/>
                  <a:pt x="11564" y="1200"/>
                </a:cubicBezTo>
                <a:cubicBezTo>
                  <a:pt x="11474" y="1260"/>
                  <a:pt x="11414" y="1350"/>
                  <a:pt x="11354" y="1410"/>
                </a:cubicBezTo>
                <a:cubicBezTo>
                  <a:pt x="10785" y="2070"/>
                  <a:pt x="10785" y="2700"/>
                  <a:pt x="10785" y="2790"/>
                </a:cubicBezTo>
                <a:cubicBezTo>
                  <a:pt x="10785" y="4200"/>
                  <a:pt x="11953" y="5340"/>
                  <a:pt x="13331" y="5340"/>
                </a:cubicBezTo>
                <a:cubicBezTo>
                  <a:pt x="14740" y="5340"/>
                  <a:pt x="15878" y="4200"/>
                  <a:pt x="15878" y="2790"/>
                </a:cubicBezTo>
                <a:cubicBezTo>
                  <a:pt x="15878" y="2700"/>
                  <a:pt x="15908" y="2040"/>
                  <a:pt x="15339" y="1410"/>
                </a:cubicBezTo>
                <a:cubicBezTo>
                  <a:pt x="15279" y="1350"/>
                  <a:pt x="15219" y="1260"/>
                  <a:pt x="15129" y="1200"/>
                </a:cubicBezTo>
                <a:cubicBezTo>
                  <a:pt x="14949" y="990"/>
                  <a:pt x="14680" y="690"/>
                  <a:pt x="14710" y="540"/>
                </a:cubicBezTo>
                <a:cubicBezTo>
                  <a:pt x="14740" y="480"/>
                  <a:pt x="14889" y="240"/>
                  <a:pt x="15818" y="30"/>
                </a:cubicBezTo>
                <a:cubicBezTo>
                  <a:pt x="15878" y="0"/>
                  <a:pt x="15968" y="0"/>
                  <a:pt x="16028" y="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1570" y="5310"/>
                  <a:pt x="21570" y="5310"/>
                  <a:pt x="21570" y="5310"/>
                </a:cubicBezTo>
                <a:cubicBezTo>
                  <a:pt x="21570" y="5400"/>
                  <a:pt x="21570" y="5490"/>
                  <a:pt x="21540" y="5580"/>
                </a:cubicBezTo>
                <a:cubicBezTo>
                  <a:pt x="21330" y="6570"/>
                  <a:pt x="21061" y="6870"/>
                  <a:pt x="20761" y="6870"/>
                </a:cubicBezTo>
                <a:cubicBezTo>
                  <a:pt x="20432" y="6870"/>
                  <a:pt x="20072" y="6450"/>
                  <a:pt x="19743" y="6180"/>
                </a:cubicBezTo>
                <a:cubicBezTo>
                  <a:pt x="19233" y="5730"/>
                  <a:pt x="18694" y="5700"/>
                  <a:pt x="18574" y="5700"/>
                </a:cubicBezTo>
                <a:cubicBezTo>
                  <a:pt x="18544" y="5700"/>
                  <a:pt x="18544" y="5700"/>
                  <a:pt x="18544" y="5700"/>
                </a:cubicBezTo>
                <a:cubicBezTo>
                  <a:pt x="17256" y="5700"/>
                  <a:pt x="16237" y="6720"/>
                  <a:pt x="16237" y="8010"/>
                </a:cubicBezTo>
                <a:cubicBezTo>
                  <a:pt x="16237" y="9270"/>
                  <a:pt x="17256" y="10290"/>
                  <a:pt x="18544" y="10290"/>
                </a:cubicBezTo>
                <a:cubicBezTo>
                  <a:pt x="18544" y="10290"/>
                  <a:pt x="18544" y="10290"/>
                  <a:pt x="18574" y="10290"/>
                </a:cubicBezTo>
                <a:cubicBezTo>
                  <a:pt x="18664" y="10290"/>
                  <a:pt x="19203" y="10260"/>
                  <a:pt x="19743" y="9810"/>
                </a:cubicBezTo>
                <a:cubicBezTo>
                  <a:pt x="20072" y="9540"/>
                  <a:pt x="20432" y="9120"/>
                  <a:pt x="20761" y="9120"/>
                </a:cubicBezTo>
                <a:cubicBezTo>
                  <a:pt x="21061" y="9120"/>
                  <a:pt x="21330" y="9420"/>
                  <a:pt x="21540" y="10440"/>
                </a:cubicBezTo>
                <a:cubicBezTo>
                  <a:pt x="21570" y="10500"/>
                  <a:pt x="21570" y="10590"/>
                  <a:pt x="21570" y="10680"/>
                </a:cubicBezTo>
                <a:close/>
              </a:path>
            </a:pathLst>
          </a:custGeom>
          <a:solidFill>
            <a:srgbClr val="59ACB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35" name="矩形 34"/>
          <p:cNvSpPr/>
          <p:nvPr>
            <p:custDataLst>
              <p:tags r:id="rId8"/>
            </p:custDataLst>
          </p:nvPr>
        </p:nvSpPr>
        <p:spPr>
          <a:xfrm>
            <a:off x="4406900" y="4628515"/>
            <a:ext cx="691451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知识点3：未知数参与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4387850" y="4964430"/>
            <a:ext cx="693420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未知数像小侦探，参与运算，帮我们找出问题的答案，比如爸爸比小明大28岁，用x表示小明年龄。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>
            <p:custDataLst>
              <p:tags r:id="rId10"/>
            </p:custDataLst>
          </p:nvPr>
        </p:nvSpPr>
        <p:spPr>
          <a:xfrm>
            <a:off x="4785360" y="1713230"/>
            <a:ext cx="65354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知识点1：方程的定义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4766310" y="2049145"/>
            <a:ext cx="6554470" cy="5251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方程是含有未知数的等式，比如x+3=9，就像一个藏着秘密的天平。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4848225" y="3300730"/>
            <a:ext cx="647255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知识点2：等式与方程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3" name="矩形 42"/>
          <p:cNvSpPr/>
          <p:nvPr>
            <p:custDataLst>
              <p:tags r:id="rId13"/>
            </p:custDataLst>
          </p:nvPr>
        </p:nvSpPr>
        <p:spPr>
          <a:xfrm>
            <a:off x="4829175" y="3646170"/>
            <a:ext cx="6491605" cy="5397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等式是两边相等的式子，但只有含未知数的等式才是方程，比如5+4=9不是方程。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核心知识点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 flipH="1" flipV="1">
            <a:off x="5686633" y="5672831"/>
            <a:ext cx="2758390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2"/>
          <p:cNvSpPr/>
          <p:nvPr/>
        </p:nvSpPr>
        <p:spPr>
          <a:xfrm>
            <a:off x="1034179" y="3786767"/>
            <a:ext cx="1541926" cy="131982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2"/>
          <p:cNvSpPr/>
          <p:nvPr>
            <p:custDataLst>
              <p:tags r:id="rId1"/>
            </p:custDataLst>
          </p:nvPr>
        </p:nvSpPr>
        <p:spPr>
          <a:xfrm>
            <a:off x="2531266" y="2960695"/>
            <a:ext cx="1501106" cy="128488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2"/>
          <p:cNvSpPr/>
          <p:nvPr/>
        </p:nvSpPr>
        <p:spPr>
          <a:xfrm>
            <a:off x="1923265" y="3937077"/>
            <a:ext cx="2015682" cy="172533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矩形 2"/>
          <p:cNvSpPr/>
          <p:nvPr>
            <p:custDataLst>
              <p:tags r:id="rId2"/>
            </p:custDataLst>
          </p:nvPr>
        </p:nvSpPr>
        <p:spPr>
          <a:xfrm>
            <a:off x="10378870" y="4631592"/>
            <a:ext cx="545296" cy="46674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2"/>
          <p:cNvSpPr/>
          <p:nvPr>
            <p:custDataLst>
              <p:tags r:id="rId3"/>
            </p:custDataLst>
          </p:nvPr>
        </p:nvSpPr>
        <p:spPr>
          <a:xfrm>
            <a:off x="1745543" y="2450267"/>
            <a:ext cx="880704" cy="75384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2"/>
          <p:cNvSpPr/>
          <p:nvPr/>
        </p:nvSpPr>
        <p:spPr>
          <a:xfrm>
            <a:off x="8538089" y="5211333"/>
            <a:ext cx="1136948" cy="973180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498B9C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6897969" y="3750122"/>
            <a:ext cx="2776628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2"/>
          <p:cNvSpPr/>
          <p:nvPr/>
        </p:nvSpPr>
        <p:spPr>
          <a:xfrm>
            <a:off x="9660298" y="3204379"/>
            <a:ext cx="1297172" cy="111032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7" name="矩形 2"/>
          <p:cNvSpPr/>
          <p:nvPr>
            <p:custDataLst>
              <p:tags r:id="rId4"/>
            </p:custDataLst>
          </p:nvPr>
        </p:nvSpPr>
        <p:spPr>
          <a:xfrm>
            <a:off x="3018155" y="1705610"/>
            <a:ext cx="1325880" cy="1134745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59ACB4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/>
          </a:p>
        </p:txBody>
      </p:sp>
      <p:sp>
        <p:nvSpPr>
          <p:cNvPr id="4" name="椭圆 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6"/>
            </p:custDataLst>
          </p:nvPr>
        </p:nvSpPr>
        <p:spPr>
          <a:xfrm>
            <a:off x="4445635" y="171323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技巧要点1：找等量关系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7"/>
            </p:custDataLst>
          </p:nvPr>
        </p:nvSpPr>
        <p:spPr>
          <a:xfrm>
            <a:off x="4426585" y="2039620"/>
            <a:ext cx="5952490" cy="5346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找题目中‘一样多’‘总共’‘相差’这些关键词，它们藏着等量关系，比如一共跑了2.8千米。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4130675" y="294005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技巧要点2：设未知数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>
            <a:off x="4111625" y="3275965"/>
            <a:ext cx="595249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用字母如x、y代表不知道的数量，比如弟弟身高y厘米，姐姐152厘米，矮了5厘米。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3948430" y="418655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技巧要点3：列方程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3929380" y="4522470"/>
            <a:ext cx="5952490" cy="5022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把文字变成数学语言，比如‘一个星期跑2.8千米’就是7x=2.8，简洁又清楚。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学习技巧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Freeform 15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4893945" y="201104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5" name="Freeform 1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4801870" y="196913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reeform 10"/>
          <p:cNvSpPr/>
          <p:nvPr>
            <p:custDataLst>
              <p:tags r:id="rId3"/>
            </p:custDataLst>
          </p:nvPr>
        </p:nvSpPr>
        <p:spPr bwMode="auto">
          <a:xfrm>
            <a:off x="2850957" y="2246462"/>
            <a:ext cx="877100" cy="4078592"/>
          </a:xfrm>
          <a:custGeom>
            <a:avLst/>
            <a:gdLst>
              <a:gd name="T0" fmla="*/ 40 w 484"/>
              <a:gd name="T1" fmla="*/ 2252 h 2252"/>
              <a:gd name="T2" fmla="*/ 40 w 484"/>
              <a:gd name="T3" fmla="*/ 242 h 2252"/>
              <a:gd name="T4" fmla="*/ 242 w 484"/>
              <a:gd name="T5" fmla="*/ 40 h 2252"/>
              <a:gd name="T6" fmla="*/ 444 w 484"/>
              <a:gd name="T7" fmla="*/ 242 h 2252"/>
              <a:gd name="T8" fmla="*/ 242 w 484"/>
              <a:gd name="T9" fmla="*/ 444 h 2252"/>
              <a:gd name="T10" fmla="*/ 152 w 484"/>
              <a:gd name="T11" fmla="*/ 423 h 2252"/>
              <a:gd name="T12" fmla="*/ 152 w 484"/>
              <a:gd name="T13" fmla="*/ 467 h 2252"/>
              <a:gd name="T14" fmla="*/ 242 w 484"/>
              <a:gd name="T15" fmla="*/ 484 h 2252"/>
              <a:gd name="T16" fmla="*/ 484 w 484"/>
              <a:gd name="T17" fmla="*/ 242 h 2252"/>
              <a:gd name="T18" fmla="*/ 242 w 484"/>
              <a:gd name="T19" fmla="*/ 0 h 2252"/>
              <a:gd name="T20" fmla="*/ 0 w 484"/>
              <a:gd name="T21" fmla="*/ 242 h 2252"/>
              <a:gd name="T22" fmla="*/ 0 w 484"/>
              <a:gd name="T23" fmla="*/ 2252 h 2252"/>
              <a:gd name="T24" fmla="*/ 40 w 484"/>
              <a:gd name="T25" fmla="*/ 2252 h 2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4" h="2252">
                <a:moveTo>
                  <a:pt x="40" y="2252"/>
                </a:moveTo>
                <a:cubicBezTo>
                  <a:pt x="40" y="242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210" y="444"/>
                  <a:pt x="180" y="436"/>
                  <a:pt x="152" y="423"/>
                </a:cubicBezTo>
                <a:cubicBezTo>
                  <a:pt x="152" y="467"/>
                  <a:pt x="152" y="467"/>
                  <a:pt x="152" y="467"/>
                </a:cubicBezTo>
                <a:cubicBezTo>
                  <a:pt x="180" y="478"/>
                  <a:pt x="211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2252"/>
                  <a:pt x="0" y="2252"/>
                  <a:pt x="0" y="2252"/>
                </a:cubicBezTo>
                <a:lnTo>
                  <a:pt x="40" y="225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1"/>
          <p:cNvSpPr/>
          <p:nvPr>
            <p:custDataLst>
              <p:tags r:id="rId4"/>
            </p:custDataLst>
          </p:nvPr>
        </p:nvSpPr>
        <p:spPr bwMode="auto">
          <a:xfrm>
            <a:off x="3019457" y="3406401"/>
            <a:ext cx="1236666" cy="2918653"/>
          </a:xfrm>
          <a:custGeom>
            <a:avLst/>
            <a:gdLst>
              <a:gd name="T0" fmla="*/ 39 w 683"/>
              <a:gd name="T1" fmla="*/ 1612 h 1612"/>
              <a:gd name="T2" fmla="*/ 40 w 683"/>
              <a:gd name="T3" fmla="*/ 340 h 1612"/>
              <a:gd name="T4" fmla="*/ 341 w 683"/>
              <a:gd name="T5" fmla="*/ 40 h 1612"/>
              <a:gd name="T6" fmla="*/ 643 w 683"/>
              <a:gd name="T7" fmla="*/ 342 h 1612"/>
              <a:gd name="T8" fmla="*/ 341 w 683"/>
              <a:gd name="T9" fmla="*/ 644 h 1612"/>
              <a:gd name="T10" fmla="*/ 133 w 683"/>
              <a:gd name="T11" fmla="*/ 560 h 1612"/>
              <a:gd name="T12" fmla="*/ 78 w 683"/>
              <a:gd name="T13" fmla="*/ 560 h 1612"/>
              <a:gd name="T14" fmla="*/ 341 w 683"/>
              <a:gd name="T15" fmla="*/ 684 h 1612"/>
              <a:gd name="T16" fmla="*/ 683 w 683"/>
              <a:gd name="T17" fmla="*/ 342 h 1612"/>
              <a:gd name="T18" fmla="*/ 341 w 683"/>
              <a:gd name="T19" fmla="*/ 0 h 1612"/>
              <a:gd name="T20" fmla="*/ 0 w 683"/>
              <a:gd name="T21" fmla="*/ 336 h 1612"/>
              <a:gd name="T22" fmla="*/ 0 w 683"/>
              <a:gd name="T23" fmla="*/ 1612 h 1612"/>
              <a:gd name="T24" fmla="*/ 39 w 683"/>
              <a:gd name="T25" fmla="*/ 1612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3" h="1612">
                <a:moveTo>
                  <a:pt x="39" y="1612"/>
                </a:moveTo>
                <a:cubicBezTo>
                  <a:pt x="40" y="340"/>
                  <a:pt x="40" y="340"/>
                  <a:pt x="40" y="340"/>
                </a:cubicBezTo>
                <a:cubicBezTo>
                  <a:pt x="41" y="174"/>
                  <a:pt x="176" y="40"/>
                  <a:pt x="341" y="40"/>
                </a:cubicBezTo>
                <a:cubicBezTo>
                  <a:pt x="508" y="40"/>
                  <a:pt x="643" y="175"/>
                  <a:pt x="643" y="342"/>
                </a:cubicBezTo>
                <a:cubicBezTo>
                  <a:pt x="643" y="509"/>
                  <a:pt x="508" y="644"/>
                  <a:pt x="341" y="644"/>
                </a:cubicBezTo>
                <a:cubicBezTo>
                  <a:pt x="261" y="644"/>
                  <a:pt x="187" y="612"/>
                  <a:pt x="133" y="560"/>
                </a:cubicBezTo>
                <a:cubicBezTo>
                  <a:pt x="78" y="560"/>
                  <a:pt x="78" y="560"/>
                  <a:pt x="78" y="560"/>
                </a:cubicBezTo>
                <a:cubicBezTo>
                  <a:pt x="141" y="636"/>
                  <a:pt x="236" y="684"/>
                  <a:pt x="341" y="684"/>
                </a:cubicBezTo>
                <a:cubicBezTo>
                  <a:pt x="530" y="684"/>
                  <a:pt x="683" y="531"/>
                  <a:pt x="683" y="342"/>
                </a:cubicBezTo>
                <a:cubicBezTo>
                  <a:pt x="683" y="153"/>
                  <a:pt x="530" y="0"/>
                  <a:pt x="341" y="0"/>
                </a:cubicBezTo>
                <a:cubicBezTo>
                  <a:pt x="155" y="0"/>
                  <a:pt x="3" y="150"/>
                  <a:pt x="0" y="336"/>
                </a:cubicBezTo>
                <a:cubicBezTo>
                  <a:pt x="0" y="1612"/>
                  <a:pt x="0" y="1612"/>
                  <a:pt x="0" y="1612"/>
                </a:cubicBezTo>
                <a:lnTo>
                  <a:pt x="39" y="1612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12"/>
          <p:cNvSpPr/>
          <p:nvPr>
            <p:custDataLst>
              <p:tags r:id="rId5"/>
            </p:custDataLst>
          </p:nvPr>
        </p:nvSpPr>
        <p:spPr bwMode="auto">
          <a:xfrm>
            <a:off x="1068172" y="2478149"/>
            <a:ext cx="1680482" cy="3846905"/>
          </a:xfrm>
          <a:custGeom>
            <a:avLst/>
            <a:gdLst>
              <a:gd name="T0" fmla="*/ 873 w 928"/>
              <a:gd name="T1" fmla="*/ 684 h 2124"/>
              <a:gd name="T2" fmla="*/ 827 w 928"/>
              <a:gd name="T3" fmla="*/ 684 h 2124"/>
              <a:gd name="T4" fmla="*/ 464 w 928"/>
              <a:gd name="T5" fmla="*/ 888 h 2124"/>
              <a:gd name="T6" fmla="*/ 40 w 928"/>
              <a:gd name="T7" fmla="*/ 464 h 2124"/>
              <a:gd name="T8" fmla="*/ 464 w 928"/>
              <a:gd name="T9" fmla="*/ 40 h 2124"/>
              <a:gd name="T10" fmla="*/ 888 w 928"/>
              <a:gd name="T11" fmla="*/ 464 h 2124"/>
              <a:gd name="T12" fmla="*/ 888 w 928"/>
              <a:gd name="T13" fmla="*/ 2124 h 2124"/>
              <a:gd name="T14" fmla="*/ 928 w 928"/>
              <a:gd name="T15" fmla="*/ 2124 h 2124"/>
              <a:gd name="T16" fmla="*/ 928 w 928"/>
              <a:gd name="T17" fmla="*/ 464 h 2124"/>
              <a:gd name="T18" fmla="*/ 464 w 928"/>
              <a:gd name="T19" fmla="*/ 0 h 2124"/>
              <a:gd name="T20" fmla="*/ 0 w 928"/>
              <a:gd name="T21" fmla="*/ 464 h 2124"/>
              <a:gd name="T22" fmla="*/ 464 w 928"/>
              <a:gd name="T23" fmla="*/ 928 h 2124"/>
              <a:gd name="T24" fmla="*/ 873 w 928"/>
              <a:gd name="T25" fmla="*/ 684 h 2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8" h="2124">
                <a:moveTo>
                  <a:pt x="873" y="684"/>
                </a:moveTo>
                <a:cubicBezTo>
                  <a:pt x="827" y="684"/>
                  <a:pt x="827" y="684"/>
                  <a:pt x="827" y="684"/>
                </a:cubicBezTo>
                <a:cubicBezTo>
                  <a:pt x="752" y="806"/>
                  <a:pt x="618" y="888"/>
                  <a:pt x="464" y="888"/>
                </a:cubicBezTo>
                <a:cubicBezTo>
                  <a:pt x="231" y="888"/>
                  <a:pt x="40" y="698"/>
                  <a:pt x="40" y="464"/>
                </a:cubicBezTo>
                <a:cubicBezTo>
                  <a:pt x="40" y="230"/>
                  <a:pt x="231" y="40"/>
                  <a:pt x="464" y="40"/>
                </a:cubicBezTo>
                <a:cubicBezTo>
                  <a:pt x="698" y="40"/>
                  <a:pt x="888" y="230"/>
                  <a:pt x="888" y="464"/>
                </a:cubicBezTo>
                <a:cubicBezTo>
                  <a:pt x="888" y="2124"/>
                  <a:pt x="888" y="2124"/>
                  <a:pt x="888" y="2124"/>
                </a:cubicBezTo>
                <a:cubicBezTo>
                  <a:pt x="928" y="2124"/>
                  <a:pt x="928" y="2124"/>
                  <a:pt x="928" y="2124"/>
                </a:cubicBezTo>
                <a:cubicBezTo>
                  <a:pt x="928" y="464"/>
                  <a:pt x="928" y="464"/>
                  <a:pt x="928" y="464"/>
                </a:cubicBezTo>
                <a:cubicBezTo>
                  <a:pt x="928" y="208"/>
                  <a:pt x="720" y="0"/>
                  <a:pt x="464" y="0"/>
                </a:cubicBezTo>
                <a:cubicBezTo>
                  <a:pt x="209" y="0"/>
                  <a:pt x="0" y="208"/>
                  <a:pt x="0" y="464"/>
                </a:cubicBezTo>
                <a:cubicBezTo>
                  <a:pt x="0" y="720"/>
                  <a:pt x="209" y="928"/>
                  <a:pt x="464" y="928"/>
                </a:cubicBezTo>
                <a:cubicBezTo>
                  <a:pt x="641" y="928"/>
                  <a:pt x="794" y="829"/>
                  <a:pt x="873" y="684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13"/>
          <p:cNvSpPr/>
          <p:nvPr>
            <p:custDataLst>
              <p:tags r:id="rId6"/>
            </p:custDataLst>
          </p:nvPr>
        </p:nvSpPr>
        <p:spPr bwMode="auto">
          <a:xfrm>
            <a:off x="677012" y="4202260"/>
            <a:ext cx="1892611" cy="2122794"/>
          </a:xfrm>
          <a:custGeom>
            <a:avLst/>
            <a:gdLst>
              <a:gd name="T0" fmla="*/ 1045 w 1045"/>
              <a:gd name="T1" fmla="*/ 1064 h 1172"/>
              <a:gd name="T2" fmla="*/ 1045 w 1045"/>
              <a:gd name="T3" fmla="*/ 336 h 1172"/>
              <a:gd name="T4" fmla="*/ 703 w 1045"/>
              <a:gd name="T5" fmla="*/ 0 h 1172"/>
              <a:gd name="T6" fmla="*/ 361 w 1045"/>
              <a:gd name="T7" fmla="*/ 342 h 1172"/>
              <a:gd name="T8" fmla="*/ 703 w 1045"/>
              <a:gd name="T9" fmla="*/ 684 h 1172"/>
              <a:gd name="T10" fmla="*/ 967 w 1045"/>
              <a:gd name="T11" fmla="*/ 560 h 1172"/>
              <a:gd name="T12" fmla="*/ 912 w 1045"/>
              <a:gd name="T13" fmla="*/ 560 h 1172"/>
              <a:gd name="T14" fmla="*/ 703 w 1045"/>
              <a:gd name="T15" fmla="*/ 644 h 1172"/>
              <a:gd name="T16" fmla="*/ 401 w 1045"/>
              <a:gd name="T17" fmla="*/ 342 h 1172"/>
              <a:gd name="T18" fmla="*/ 703 w 1045"/>
              <a:gd name="T19" fmla="*/ 40 h 1172"/>
              <a:gd name="T20" fmla="*/ 1005 w 1045"/>
              <a:gd name="T21" fmla="*/ 340 h 1172"/>
              <a:gd name="T22" fmla="*/ 1005 w 1045"/>
              <a:gd name="T23" fmla="*/ 1062 h 1172"/>
              <a:gd name="T24" fmla="*/ 935 w 1045"/>
              <a:gd name="T25" fmla="*/ 1132 h 1172"/>
              <a:gd name="T26" fmla="*/ 0 w 1045"/>
              <a:gd name="T27" fmla="*/ 1132 h 1172"/>
              <a:gd name="T28" fmla="*/ 0 w 1045"/>
              <a:gd name="T29" fmla="*/ 1172 h 1172"/>
              <a:gd name="T30" fmla="*/ 964 w 1045"/>
              <a:gd name="T31" fmla="*/ 1172 h 1172"/>
              <a:gd name="T32" fmla="*/ 1045 w 1045"/>
              <a:gd name="T33" fmla="*/ 1064 h 1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45" h="1172">
                <a:moveTo>
                  <a:pt x="1045" y="1064"/>
                </a:moveTo>
                <a:cubicBezTo>
                  <a:pt x="1045" y="336"/>
                  <a:pt x="1045" y="336"/>
                  <a:pt x="1045" y="336"/>
                </a:cubicBezTo>
                <a:cubicBezTo>
                  <a:pt x="1042" y="150"/>
                  <a:pt x="890" y="0"/>
                  <a:pt x="703" y="0"/>
                </a:cubicBezTo>
                <a:cubicBezTo>
                  <a:pt x="515" y="0"/>
                  <a:pt x="361" y="153"/>
                  <a:pt x="361" y="342"/>
                </a:cubicBezTo>
                <a:cubicBezTo>
                  <a:pt x="361" y="531"/>
                  <a:pt x="515" y="684"/>
                  <a:pt x="703" y="684"/>
                </a:cubicBezTo>
                <a:cubicBezTo>
                  <a:pt x="809" y="684"/>
                  <a:pt x="904" y="636"/>
                  <a:pt x="967" y="560"/>
                </a:cubicBezTo>
                <a:cubicBezTo>
                  <a:pt x="912" y="560"/>
                  <a:pt x="912" y="560"/>
                  <a:pt x="912" y="560"/>
                </a:cubicBezTo>
                <a:cubicBezTo>
                  <a:pt x="858" y="612"/>
                  <a:pt x="784" y="644"/>
                  <a:pt x="703" y="644"/>
                </a:cubicBezTo>
                <a:cubicBezTo>
                  <a:pt x="537" y="644"/>
                  <a:pt x="401" y="509"/>
                  <a:pt x="401" y="342"/>
                </a:cubicBezTo>
                <a:cubicBezTo>
                  <a:pt x="401" y="175"/>
                  <a:pt x="537" y="40"/>
                  <a:pt x="703" y="40"/>
                </a:cubicBezTo>
                <a:cubicBezTo>
                  <a:pt x="869" y="40"/>
                  <a:pt x="1004" y="174"/>
                  <a:pt x="1005" y="340"/>
                </a:cubicBezTo>
                <a:cubicBezTo>
                  <a:pt x="1005" y="340"/>
                  <a:pt x="1005" y="1060"/>
                  <a:pt x="1005" y="1062"/>
                </a:cubicBezTo>
                <a:cubicBezTo>
                  <a:pt x="1005" y="1101"/>
                  <a:pt x="974" y="1132"/>
                  <a:pt x="935" y="1132"/>
                </a:cubicBezTo>
                <a:cubicBezTo>
                  <a:pt x="0" y="1132"/>
                  <a:pt x="0" y="1132"/>
                  <a:pt x="0" y="1132"/>
                </a:cubicBezTo>
                <a:cubicBezTo>
                  <a:pt x="0" y="1172"/>
                  <a:pt x="0" y="1172"/>
                  <a:pt x="0" y="1172"/>
                </a:cubicBezTo>
                <a:cubicBezTo>
                  <a:pt x="964" y="1172"/>
                  <a:pt x="964" y="1172"/>
                  <a:pt x="964" y="1172"/>
                </a:cubicBezTo>
                <a:cubicBezTo>
                  <a:pt x="1018" y="1159"/>
                  <a:pt x="1044" y="1115"/>
                  <a:pt x="1045" y="1064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14"/>
          <p:cNvSpPr/>
          <p:nvPr>
            <p:custDataLst>
              <p:tags r:id="rId7"/>
            </p:custDataLst>
          </p:nvPr>
        </p:nvSpPr>
        <p:spPr bwMode="auto">
          <a:xfrm>
            <a:off x="3190965" y="4745371"/>
            <a:ext cx="1833937" cy="1579683"/>
          </a:xfrm>
          <a:custGeom>
            <a:avLst/>
            <a:gdLst>
              <a:gd name="T0" fmla="*/ 109 w 1012"/>
              <a:gd name="T1" fmla="*/ 872 h 872"/>
              <a:gd name="T2" fmla="*/ 1012 w 1012"/>
              <a:gd name="T3" fmla="*/ 872 h 872"/>
              <a:gd name="T4" fmla="*/ 1012 w 1012"/>
              <a:gd name="T5" fmla="*/ 828 h 872"/>
              <a:gd name="T6" fmla="*/ 110 w 1012"/>
              <a:gd name="T7" fmla="*/ 828 h 872"/>
              <a:gd name="T8" fmla="*/ 44 w 1012"/>
              <a:gd name="T9" fmla="*/ 758 h 872"/>
              <a:gd name="T10" fmla="*/ 40 w 1012"/>
              <a:gd name="T11" fmla="*/ 242 h 872"/>
              <a:gd name="T12" fmla="*/ 242 w 1012"/>
              <a:gd name="T13" fmla="*/ 40 h 872"/>
              <a:gd name="T14" fmla="*/ 444 w 1012"/>
              <a:gd name="T15" fmla="*/ 242 h 872"/>
              <a:gd name="T16" fmla="*/ 242 w 1012"/>
              <a:gd name="T17" fmla="*/ 444 h 872"/>
              <a:gd name="T18" fmla="*/ 95 w 1012"/>
              <a:gd name="T19" fmla="*/ 380 h 872"/>
              <a:gd name="T20" fmla="*/ 44 w 1012"/>
              <a:gd name="T21" fmla="*/ 380 h 872"/>
              <a:gd name="T22" fmla="*/ 242 w 1012"/>
              <a:gd name="T23" fmla="*/ 484 h 872"/>
              <a:gd name="T24" fmla="*/ 484 w 1012"/>
              <a:gd name="T25" fmla="*/ 242 h 872"/>
              <a:gd name="T26" fmla="*/ 242 w 1012"/>
              <a:gd name="T27" fmla="*/ 0 h 872"/>
              <a:gd name="T28" fmla="*/ 0 w 1012"/>
              <a:gd name="T29" fmla="*/ 242 h 872"/>
              <a:gd name="T30" fmla="*/ 0 w 1012"/>
              <a:gd name="T31" fmla="*/ 760 h 872"/>
              <a:gd name="T32" fmla="*/ 109 w 1012"/>
              <a:gd name="T33" fmla="*/ 872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12" h="872">
                <a:moveTo>
                  <a:pt x="109" y="872"/>
                </a:moveTo>
                <a:cubicBezTo>
                  <a:pt x="1012" y="872"/>
                  <a:pt x="1012" y="872"/>
                  <a:pt x="1012" y="872"/>
                </a:cubicBezTo>
                <a:cubicBezTo>
                  <a:pt x="1012" y="828"/>
                  <a:pt x="1012" y="828"/>
                  <a:pt x="1012" y="828"/>
                </a:cubicBezTo>
                <a:cubicBezTo>
                  <a:pt x="110" y="828"/>
                  <a:pt x="110" y="828"/>
                  <a:pt x="110" y="828"/>
                </a:cubicBezTo>
                <a:cubicBezTo>
                  <a:pt x="72" y="828"/>
                  <a:pt x="44" y="797"/>
                  <a:pt x="44" y="758"/>
                </a:cubicBezTo>
                <a:cubicBezTo>
                  <a:pt x="44" y="758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184" y="444"/>
                  <a:pt x="132" y="419"/>
                  <a:pt x="95" y="380"/>
                </a:cubicBezTo>
                <a:cubicBezTo>
                  <a:pt x="44" y="380"/>
                  <a:pt x="44" y="380"/>
                  <a:pt x="44" y="380"/>
                </a:cubicBezTo>
                <a:cubicBezTo>
                  <a:pt x="88" y="443"/>
                  <a:pt x="160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760"/>
                  <a:pt x="0" y="760"/>
                  <a:pt x="0" y="760"/>
                </a:cubicBezTo>
                <a:cubicBezTo>
                  <a:pt x="2" y="819"/>
                  <a:pt x="36" y="868"/>
                  <a:pt x="109" y="87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Oval 1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78175" y="2519680"/>
            <a:ext cx="74930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Oval 1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301365" y="2519680"/>
            <a:ext cx="74295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Freeform 118"/>
          <p:cNvSpPr/>
          <p:nvPr>
            <p:custDataLst>
              <p:tags r:id="rId10"/>
            </p:custDataLst>
          </p:nvPr>
        </p:nvSpPr>
        <p:spPr bwMode="auto">
          <a:xfrm>
            <a:off x="3361690" y="2820035"/>
            <a:ext cx="39370" cy="46990"/>
          </a:xfrm>
          <a:custGeom>
            <a:avLst/>
            <a:gdLst>
              <a:gd name="T0" fmla="*/ 0 w 26"/>
              <a:gd name="T1" fmla="*/ 0 h 31"/>
              <a:gd name="T2" fmla="*/ 0 w 26"/>
              <a:gd name="T3" fmla="*/ 18 h 31"/>
              <a:gd name="T4" fmla="*/ 13 w 26"/>
              <a:gd name="T5" fmla="*/ 31 h 31"/>
              <a:gd name="T6" fmla="*/ 13 w 26"/>
              <a:gd name="T7" fmla="*/ 31 h 31"/>
              <a:gd name="T8" fmla="*/ 26 w 26"/>
              <a:gd name="T9" fmla="*/ 18 h 31"/>
              <a:gd name="T10" fmla="*/ 26 w 26"/>
              <a:gd name="T11" fmla="*/ 0 h 31"/>
              <a:gd name="T12" fmla="*/ 0 w 26"/>
              <a:gd name="T13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" h="31">
                <a:moveTo>
                  <a:pt x="0" y="0"/>
                </a:moveTo>
                <a:cubicBezTo>
                  <a:pt x="0" y="18"/>
                  <a:pt x="0" y="18"/>
                  <a:pt x="0" y="18"/>
                </a:cubicBezTo>
                <a:cubicBezTo>
                  <a:pt x="0" y="25"/>
                  <a:pt x="6" y="31"/>
                  <a:pt x="13" y="31"/>
                </a:cubicBezTo>
                <a:cubicBezTo>
                  <a:pt x="13" y="31"/>
                  <a:pt x="13" y="31"/>
                  <a:pt x="13" y="31"/>
                </a:cubicBezTo>
                <a:cubicBezTo>
                  <a:pt x="21" y="31"/>
                  <a:pt x="26" y="25"/>
                  <a:pt x="26" y="18"/>
                </a:cubicBezTo>
                <a:cubicBezTo>
                  <a:pt x="26" y="0"/>
                  <a:pt x="26" y="0"/>
                  <a:pt x="2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Freeform 119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3140075" y="2592705"/>
            <a:ext cx="316230" cy="274955"/>
          </a:xfrm>
          <a:custGeom>
            <a:avLst/>
            <a:gdLst>
              <a:gd name="T0" fmla="*/ 191 w 209"/>
              <a:gd name="T1" fmla="*/ 93 h 182"/>
              <a:gd name="T2" fmla="*/ 182 w 209"/>
              <a:gd name="T3" fmla="*/ 83 h 182"/>
              <a:gd name="T4" fmla="*/ 182 w 209"/>
              <a:gd name="T5" fmla="*/ 80 h 182"/>
              <a:gd name="T6" fmla="*/ 166 w 209"/>
              <a:gd name="T7" fmla="*/ 15 h 182"/>
              <a:gd name="T8" fmla="*/ 148 w 209"/>
              <a:gd name="T9" fmla="*/ 0 h 182"/>
              <a:gd name="T10" fmla="*/ 148 w 209"/>
              <a:gd name="T11" fmla="*/ 0 h 182"/>
              <a:gd name="T12" fmla="*/ 142 w 209"/>
              <a:gd name="T13" fmla="*/ 1 h 182"/>
              <a:gd name="T14" fmla="*/ 137 w 209"/>
              <a:gd name="T15" fmla="*/ 3 h 182"/>
              <a:gd name="T16" fmla="*/ 124 w 209"/>
              <a:gd name="T17" fmla="*/ 20 h 182"/>
              <a:gd name="T18" fmla="*/ 124 w 209"/>
              <a:gd name="T19" fmla="*/ 21 h 182"/>
              <a:gd name="T20" fmla="*/ 117 w 209"/>
              <a:gd name="T21" fmla="*/ 43 h 182"/>
              <a:gd name="T22" fmla="*/ 90 w 209"/>
              <a:gd name="T23" fmla="*/ 48 h 182"/>
              <a:gd name="T24" fmla="*/ 82 w 209"/>
              <a:gd name="T25" fmla="*/ 53 h 182"/>
              <a:gd name="T26" fmla="*/ 65 w 209"/>
              <a:gd name="T27" fmla="*/ 45 h 182"/>
              <a:gd name="T28" fmla="*/ 58 w 209"/>
              <a:gd name="T29" fmla="*/ 21 h 182"/>
              <a:gd name="T30" fmla="*/ 58 w 209"/>
              <a:gd name="T31" fmla="*/ 20 h 182"/>
              <a:gd name="T32" fmla="*/ 44 w 209"/>
              <a:gd name="T33" fmla="*/ 3 h 182"/>
              <a:gd name="T34" fmla="*/ 39 w 209"/>
              <a:gd name="T35" fmla="*/ 1 h 182"/>
              <a:gd name="T36" fmla="*/ 34 w 209"/>
              <a:gd name="T37" fmla="*/ 0 h 182"/>
              <a:gd name="T38" fmla="*/ 34 w 209"/>
              <a:gd name="T39" fmla="*/ 0 h 182"/>
              <a:gd name="T40" fmla="*/ 13 w 209"/>
              <a:gd name="T41" fmla="*/ 15 h 182"/>
              <a:gd name="T42" fmla="*/ 1 w 209"/>
              <a:gd name="T43" fmla="*/ 69 h 182"/>
              <a:gd name="T44" fmla="*/ 8 w 209"/>
              <a:gd name="T45" fmla="*/ 86 h 182"/>
              <a:gd name="T46" fmla="*/ 8 w 209"/>
              <a:gd name="T47" fmla="*/ 169 h 182"/>
              <a:gd name="T48" fmla="*/ 21 w 209"/>
              <a:gd name="T49" fmla="*/ 182 h 182"/>
              <a:gd name="T50" fmla="*/ 34 w 209"/>
              <a:gd name="T51" fmla="*/ 169 h 182"/>
              <a:gd name="T52" fmla="*/ 34 w 209"/>
              <a:gd name="T53" fmla="*/ 91 h 182"/>
              <a:gd name="T54" fmla="*/ 46 w 209"/>
              <a:gd name="T55" fmla="*/ 78 h 182"/>
              <a:gd name="T56" fmla="*/ 50 w 209"/>
              <a:gd name="T57" fmla="*/ 58 h 182"/>
              <a:gd name="T58" fmla="*/ 89 w 209"/>
              <a:gd name="T59" fmla="*/ 73 h 182"/>
              <a:gd name="T60" fmla="*/ 90 w 209"/>
              <a:gd name="T61" fmla="*/ 73 h 182"/>
              <a:gd name="T62" fmla="*/ 99 w 209"/>
              <a:gd name="T63" fmla="*/ 67 h 182"/>
              <a:gd name="T64" fmla="*/ 131 w 209"/>
              <a:gd name="T65" fmla="*/ 56 h 182"/>
              <a:gd name="T66" fmla="*/ 136 w 209"/>
              <a:gd name="T67" fmla="*/ 78 h 182"/>
              <a:gd name="T68" fmla="*/ 145 w 209"/>
              <a:gd name="T69" fmla="*/ 90 h 182"/>
              <a:gd name="T70" fmla="*/ 151 w 209"/>
              <a:gd name="T71" fmla="*/ 90 h 182"/>
              <a:gd name="T72" fmla="*/ 159 w 209"/>
              <a:gd name="T73" fmla="*/ 81 h 182"/>
              <a:gd name="T74" fmla="*/ 147 w 209"/>
              <a:gd name="T75" fmla="*/ 41 h 182"/>
              <a:gd name="T76" fmla="*/ 150 w 209"/>
              <a:gd name="T77" fmla="*/ 40 h 182"/>
              <a:gd name="T78" fmla="*/ 163 w 209"/>
              <a:gd name="T79" fmla="*/ 83 h 182"/>
              <a:gd name="T80" fmla="*/ 154 w 209"/>
              <a:gd name="T81" fmla="*/ 93 h 182"/>
              <a:gd name="T82" fmla="*/ 135 w 209"/>
              <a:gd name="T83" fmla="*/ 93 h 182"/>
              <a:gd name="T84" fmla="*/ 135 w 209"/>
              <a:gd name="T85" fmla="*/ 147 h 182"/>
              <a:gd name="T86" fmla="*/ 209 w 209"/>
              <a:gd name="T87" fmla="*/ 147 h 182"/>
              <a:gd name="T88" fmla="*/ 209 w 209"/>
              <a:gd name="T89" fmla="*/ 93 h 182"/>
              <a:gd name="T90" fmla="*/ 191 w 209"/>
              <a:gd name="T91" fmla="*/ 93 h 182"/>
              <a:gd name="T92" fmla="*/ 160 w 209"/>
              <a:gd name="T93" fmla="*/ 93 h 182"/>
              <a:gd name="T94" fmla="*/ 165 w 209"/>
              <a:gd name="T95" fmla="*/ 89 h 182"/>
              <a:gd name="T96" fmla="*/ 172 w 209"/>
              <a:gd name="T97" fmla="*/ 92 h 182"/>
              <a:gd name="T98" fmla="*/ 174 w 209"/>
              <a:gd name="T99" fmla="*/ 92 h 182"/>
              <a:gd name="T100" fmla="*/ 179 w 209"/>
              <a:gd name="T101" fmla="*/ 89 h 182"/>
              <a:gd name="T102" fmla="*/ 184 w 209"/>
              <a:gd name="T103" fmla="*/ 93 h 182"/>
              <a:gd name="T104" fmla="*/ 160 w 209"/>
              <a:gd name="T105" fmla="*/ 93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9" h="182">
                <a:moveTo>
                  <a:pt x="191" y="93"/>
                </a:moveTo>
                <a:cubicBezTo>
                  <a:pt x="190" y="88"/>
                  <a:pt x="186" y="84"/>
                  <a:pt x="182" y="83"/>
                </a:cubicBezTo>
                <a:cubicBezTo>
                  <a:pt x="182" y="82"/>
                  <a:pt x="182" y="81"/>
                  <a:pt x="182" y="80"/>
                </a:cubicBezTo>
                <a:cubicBezTo>
                  <a:pt x="181" y="74"/>
                  <a:pt x="166" y="15"/>
                  <a:pt x="166" y="15"/>
                </a:cubicBezTo>
                <a:cubicBezTo>
                  <a:pt x="163" y="5"/>
                  <a:pt x="157" y="0"/>
                  <a:pt x="14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48" y="0"/>
                  <a:pt x="145" y="0"/>
                  <a:pt x="142" y="1"/>
                </a:cubicBezTo>
                <a:cubicBezTo>
                  <a:pt x="140" y="1"/>
                  <a:pt x="137" y="3"/>
                  <a:pt x="137" y="3"/>
                </a:cubicBezTo>
                <a:cubicBezTo>
                  <a:pt x="131" y="6"/>
                  <a:pt x="125" y="12"/>
                  <a:pt x="124" y="20"/>
                </a:cubicBezTo>
                <a:cubicBezTo>
                  <a:pt x="124" y="20"/>
                  <a:pt x="124" y="20"/>
                  <a:pt x="124" y="21"/>
                </a:cubicBezTo>
                <a:cubicBezTo>
                  <a:pt x="122" y="32"/>
                  <a:pt x="120" y="40"/>
                  <a:pt x="117" y="43"/>
                </a:cubicBezTo>
                <a:cubicBezTo>
                  <a:pt x="113" y="47"/>
                  <a:pt x="105" y="48"/>
                  <a:pt x="90" y="48"/>
                </a:cubicBezTo>
                <a:cubicBezTo>
                  <a:pt x="86" y="48"/>
                  <a:pt x="83" y="50"/>
                  <a:pt x="82" y="53"/>
                </a:cubicBezTo>
                <a:cubicBezTo>
                  <a:pt x="73" y="51"/>
                  <a:pt x="67" y="48"/>
                  <a:pt x="65" y="45"/>
                </a:cubicBezTo>
                <a:cubicBezTo>
                  <a:pt x="61" y="41"/>
                  <a:pt x="60" y="33"/>
                  <a:pt x="58" y="21"/>
                </a:cubicBezTo>
                <a:cubicBezTo>
                  <a:pt x="58" y="20"/>
                  <a:pt x="58" y="20"/>
                  <a:pt x="58" y="20"/>
                </a:cubicBezTo>
                <a:cubicBezTo>
                  <a:pt x="57" y="12"/>
                  <a:pt x="51" y="6"/>
                  <a:pt x="44" y="3"/>
                </a:cubicBezTo>
                <a:cubicBezTo>
                  <a:pt x="44" y="3"/>
                  <a:pt x="42" y="1"/>
                  <a:pt x="39" y="1"/>
                </a:cubicBezTo>
                <a:cubicBezTo>
                  <a:pt x="37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25" y="0"/>
                  <a:pt x="15" y="5"/>
                  <a:pt x="13" y="15"/>
                </a:cubicBezTo>
                <a:cubicBezTo>
                  <a:pt x="1" y="69"/>
                  <a:pt x="1" y="69"/>
                  <a:pt x="1" y="69"/>
                </a:cubicBezTo>
                <a:cubicBezTo>
                  <a:pt x="0" y="76"/>
                  <a:pt x="3" y="82"/>
                  <a:pt x="8" y="86"/>
                </a:cubicBezTo>
                <a:cubicBezTo>
                  <a:pt x="8" y="169"/>
                  <a:pt x="8" y="169"/>
                  <a:pt x="8" y="169"/>
                </a:cubicBezTo>
                <a:cubicBezTo>
                  <a:pt x="8" y="176"/>
                  <a:pt x="14" y="182"/>
                  <a:pt x="21" y="182"/>
                </a:cubicBezTo>
                <a:cubicBezTo>
                  <a:pt x="29" y="182"/>
                  <a:pt x="34" y="176"/>
                  <a:pt x="34" y="169"/>
                </a:cubicBezTo>
                <a:cubicBezTo>
                  <a:pt x="34" y="91"/>
                  <a:pt x="34" y="91"/>
                  <a:pt x="34" y="91"/>
                </a:cubicBezTo>
                <a:cubicBezTo>
                  <a:pt x="40" y="89"/>
                  <a:pt x="44" y="85"/>
                  <a:pt x="46" y="78"/>
                </a:cubicBezTo>
                <a:cubicBezTo>
                  <a:pt x="50" y="58"/>
                  <a:pt x="50" y="58"/>
                  <a:pt x="50" y="58"/>
                </a:cubicBezTo>
                <a:cubicBezTo>
                  <a:pt x="57" y="66"/>
                  <a:pt x="68" y="70"/>
                  <a:pt x="89" y="73"/>
                </a:cubicBezTo>
                <a:cubicBezTo>
                  <a:pt x="89" y="73"/>
                  <a:pt x="90" y="73"/>
                  <a:pt x="90" y="73"/>
                </a:cubicBezTo>
                <a:cubicBezTo>
                  <a:pt x="94" y="73"/>
                  <a:pt x="98" y="71"/>
                  <a:pt x="99" y="67"/>
                </a:cubicBezTo>
                <a:cubicBezTo>
                  <a:pt x="115" y="66"/>
                  <a:pt x="125" y="63"/>
                  <a:pt x="131" y="56"/>
                </a:cubicBezTo>
                <a:cubicBezTo>
                  <a:pt x="136" y="78"/>
                  <a:pt x="136" y="78"/>
                  <a:pt x="136" y="78"/>
                </a:cubicBezTo>
                <a:cubicBezTo>
                  <a:pt x="137" y="84"/>
                  <a:pt x="141" y="88"/>
                  <a:pt x="145" y="90"/>
                </a:cubicBezTo>
                <a:cubicBezTo>
                  <a:pt x="151" y="90"/>
                  <a:pt x="151" y="90"/>
                  <a:pt x="151" y="90"/>
                </a:cubicBezTo>
                <a:cubicBezTo>
                  <a:pt x="153" y="86"/>
                  <a:pt x="155" y="83"/>
                  <a:pt x="159" y="81"/>
                </a:cubicBezTo>
                <a:cubicBezTo>
                  <a:pt x="156" y="66"/>
                  <a:pt x="151" y="50"/>
                  <a:pt x="147" y="41"/>
                </a:cubicBezTo>
                <a:cubicBezTo>
                  <a:pt x="145" y="36"/>
                  <a:pt x="148" y="35"/>
                  <a:pt x="150" y="40"/>
                </a:cubicBezTo>
                <a:cubicBezTo>
                  <a:pt x="152" y="45"/>
                  <a:pt x="160" y="68"/>
                  <a:pt x="163" y="83"/>
                </a:cubicBezTo>
                <a:cubicBezTo>
                  <a:pt x="158" y="84"/>
                  <a:pt x="155" y="88"/>
                  <a:pt x="154" y="93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5" y="147"/>
                  <a:pt x="135" y="147"/>
                  <a:pt x="135" y="147"/>
                </a:cubicBezTo>
                <a:cubicBezTo>
                  <a:pt x="209" y="147"/>
                  <a:pt x="209" y="147"/>
                  <a:pt x="209" y="147"/>
                </a:cubicBezTo>
                <a:cubicBezTo>
                  <a:pt x="209" y="93"/>
                  <a:pt x="209" y="93"/>
                  <a:pt x="209" y="93"/>
                </a:cubicBezTo>
                <a:lnTo>
                  <a:pt x="191" y="93"/>
                </a:lnTo>
                <a:close/>
                <a:moveTo>
                  <a:pt x="160" y="93"/>
                </a:moveTo>
                <a:cubicBezTo>
                  <a:pt x="161" y="91"/>
                  <a:pt x="163" y="89"/>
                  <a:pt x="165" y="89"/>
                </a:cubicBezTo>
                <a:cubicBezTo>
                  <a:pt x="167" y="91"/>
                  <a:pt x="170" y="92"/>
                  <a:pt x="172" y="92"/>
                </a:cubicBezTo>
                <a:cubicBezTo>
                  <a:pt x="173" y="92"/>
                  <a:pt x="174" y="92"/>
                  <a:pt x="174" y="92"/>
                </a:cubicBezTo>
                <a:cubicBezTo>
                  <a:pt x="176" y="91"/>
                  <a:pt x="178" y="90"/>
                  <a:pt x="179" y="89"/>
                </a:cubicBezTo>
                <a:cubicBezTo>
                  <a:pt x="182" y="89"/>
                  <a:pt x="183" y="91"/>
                  <a:pt x="184" y="93"/>
                </a:cubicBezTo>
                <a:lnTo>
                  <a:pt x="160" y="93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81" name="Freeform 5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1760991" y="4632898"/>
            <a:ext cx="379571" cy="380491"/>
          </a:xfrm>
          <a:custGeom>
            <a:avLst/>
            <a:gdLst>
              <a:gd name="T0" fmla="*/ 966 w 1254"/>
              <a:gd name="T1" fmla="*/ 496 h 1257"/>
              <a:gd name="T2" fmla="*/ 967 w 1254"/>
              <a:gd name="T3" fmla="*/ 496 h 1257"/>
              <a:gd name="T4" fmla="*/ 969 w 1254"/>
              <a:gd name="T5" fmla="*/ 496 h 1257"/>
              <a:gd name="T6" fmla="*/ 971 w 1254"/>
              <a:gd name="T7" fmla="*/ 496 h 1257"/>
              <a:gd name="T8" fmla="*/ 973 w 1254"/>
              <a:gd name="T9" fmla="*/ 495 h 1257"/>
              <a:gd name="T10" fmla="*/ 974 w 1254"/>
              <a:gd name="T11" fmla="*/ 495 h 1257"/>
              <a:gd name="T12" fmla="*/ 976 w 1254"/>
              <a:gd name="T13" fmla="*/ 494 h 1257"/>
              <a:gd name="T14" fmla="*/ 977 w 1254"/>
              <a:gd name="T15" fmla="*/ 494 h 1257"/>
              <a:gd name="T16" fmla="*/ 979 w 1254"/>
              <a:gd name="T17" fmla="*/ 493 h 1257"/>
              <a:gd name="T18" fmla="*/ 980 w 1254"/>
              <a:gd name="T19" fmla="*/ 492 h 1257"/>
              <a:gd name="T20" fmla="*/ 982 w 1254"/>
              <a:gd name="T21" fmla="*/ 491 h 1257"/>
              <a:gd name="T22" fmla="*/ 983 w 1254"/>
              <a:gd name="T23" fmla="*/ 490 h 1257"/>
              <a:gd name="T24" fmla="*/ 985 w 1254"/>
              <a:gd name="T25" fmla="*/ 489 h 1257"/>
              <a:gd name="T26" fmla="*/ 986 w 1254"/>
              <a:gd name="T27" fmla="*/ 488 h 1257"/>
              <a:gd name="T28" fmla="*/ 987 w 1254"/>
              <a:gd name="T29" fmla="*/ 487 h 1257"/>
              <a:gd name="T30" fmla="*/ 988 w 1254"/>
              <a:gd name="T31" fmla="*/ 486 h 1257"/>
              <a:gd name="T32" fmla="*/ 990 w 1254"/>
              <a:gd name="T33" fmla="*/ 485 h 1257"/>
              <a:gd name="T34" fmla="*/ 991 w 1254"/>
              <a:gd name="T35" fmla="*/ 484 h 1257"/>
              <a:gd name="T36" fmla="*/ 999 w 1254"/>
              <a:gd name="T37" fmla="*/ 35 h 1257"/>
              <a:gd name="T38" fmla="*/ 171 w 1254"/>
              <a:gd name="T39" fmla="*/ 0 h 1257"/>
              <a:gd name="T40" fmla="*/ 137 w 1254"/>
              <a:gd name="T41" fmla="*/ 462 h 1257"/>
              <a:gd name="T42" fmla="*/ 148 w 1254"/>
              <a:gd name="T43" fmla="*/ 487 h 1257"/>
              <a:gd name="T44" fmla="*/ 149 w 1254"/>
              <a:gd name="T45" fmla="*/ 489 h 1257"/>
              <a:gd name="T46" fmla="*/ 151 w 1254"/>
              <a:gd name="T47" fmla="*/ 490 h 1257"/>
              <a:gd name="T48" fmla="*/ 152 w 1254"/>
              <a:gd name="T49" fmla="*/ 491 h 1257"/>
              <a:gd name="T50" fmla="*/ 154 w 1254"/>
              <a:gd name="T51" fmla="*/ 492 h 1257"/>
              <a:gd name="T52" fmla="*/ 155 w 1254"/>
              <a:gd name="T53" fmla="*/ 492 h 1257"/>
              <a:gd name="T54" fmla="*/ 157 w 1254"/>
              <a:gd name="T55" fmla="*/ 493 h 1257"/>
              <a:gd name="T56" fmla="*/ 159 w 1254"/>
              <a:gd name="T57" fmla="*/ 494 h 1257"/>
              <a:gd name="T58" fmla="*/ 160 w 1254"/>
              <a:gd name="T59" fmla="*/ 495 h 1257"/>
              <a:gd name="T60" fmla="*/ 162 w 1254"/>
              <a:gd name="T61" fmla="*/ 495 h 1257"/>
              <a:gd name="T62" fmla="*/ 164 w 1254"/>
              <a:gd name="T63" fmla="*/ 495 h 1257"/>
              <a:gd name="T64" fmla="*/ 165 w 1254"/>
              <a:gd name="T65" fmla="*/ 496 h 1257"/>
              <a:gd name="T66" fmla="*/ 167 w 1254"/>
              <a:gd name="T67" fmla="*/ 496 h 1257"/>
              <a:gd name="T68" fmla="*/ 299 w 1254"/>
              <a:gd name="T69" fmla="*/ 496 h 1257"/>
              <a:gd name="T70" fmla="*/ 436 w 1254"/>
              <a:gd name="T71" fmla="*/ 496 h 1257"/>
              <a:gd name="T72" fmla="*/ 965 w 1254"/>
              <a:gd name="T73" fmla="*/ 496 h 1257"/>
              <a:gd name="T74" fmla="*/ 351 w 1254"/>
              <a:gd name="T75" fmla="*/ 236 h 1257"/>
              <a:gd name="T76" fmla="*/ 439 w 1254"/>
              <a:gd name="T77" fmla="*/ 236 h 1257"/>
              <a:gd name="T78" fmla="*/ 513 w 1254"/>
              <a:gd name="T79" fmla="*/ 280 h 1257"/>
              <a:gd name="T80" fmla="*/ 513 w 1254"/>
              <a:gd name="T81" fmla="*/ 192 h 1257"/>
              <a:gd name="T82" fmla="*/ 513 w 1254"/>
              <a:gd name="T83" fmla="*/ 280 h 1257"/>
              <a:gd name="T84" fmla="*/ 586 w 1254"/>
              <a:gd name="T85" fmla="*/ 236 h 1257"/>
              <a:gd name="T86" fmla="*/ 674 w 1254"/>
              <a:gd name="T87" fmla="*/ 236 h 1257"/>
              <a:gd name="T88" fmla="*/ 748 w 1254"/>
              <a:gd name="T89" fmla="*/ 280 h 1257"/>
              <a:gd name="T90" fmla="*/ 748 w 1254"/>
              <a:gd name="T91" fmla="*/ 192 h 1257"/>
              <a:gd name="T92" fmla="*/ 748 w 1254"/>
              <a:gd name="T93" fmla="*/ 280 h 1257"/>
              <a:gd name="T94" fmla="*/ 250 w 1254"/>
              <a:gd name="T95" fmla="*/ 880 h 1257"/>
              <a:gd name="T96" fmla="*/ 245 w 1254"/>
              <a:gd name="T97" fmla="*/ 648 h 1257"/>
              <a:gd name="T98" fmla="*/ 118 w 1254"/>
              <a:gd name="T99" fmla="*/ 648 h 1257"/>
              <a:gd name="T100" fmla="*/ 113 w 1254"/>
              <a:gd name="T101" fmla="*/ 880 h 1257"/>
              <a:gd name="T102" fmla="*/ 0 w 1254"/>
              <a:gd name="T103" fmla="*/ 949 h 1257"/>
              <a:gd name="T104" fmla="*/ 362 w 1254"/>
              <a:gd name="T105" fmla="*/ 1257 h 1257"/>
              <a:gd name="T106" fmla="*/ 293 w 1254"/>
              <a:gd name="T107" fmla="*/ 880 h 1257"/>
              <a:gd name="T108" fmla="*/ 1142 w 1254"/>
              <a:gd name="T109" fmla="*/ 880 h 1257"/>
              <a:gd name="T110" fmla="*/ 1136 w 1254"/>
              <a:gd name="T111" fmla="*/ 648 h 1257"/>
              <a:gd name="T112" fmla="*/ 1009 w 1254"/>
              <a:gd name="T113" fmla="*/ 648 h 1257"/>
              <a:gd name="T114" fmla="*/ 1004 w 1254"/>
              <a:gd name="T115" fmla="*/ 880 h 1257"/>
              <a:gd name="T116" fmla="*/ 892 w 1254"/>
              <a:gd name="T117" fmla="*/ 949 h 1257"/>
              <a:gd name="T118" fmla="*/ 1254 w 1254"/>
              <a:gd name="T119" fmla="*/ 1257 h 1257"/>
              <a:gd name="T120" fmla="*/ 1185 w 1254"/>
              <a:gd name="T121" fmla="*/ 880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54" h="1257">
                <a:moveTo>
                  <a:pt x="965" y="496"/>
                </a:moveTo>
                <a:cubicBezTo>
                  <a:pt x="966" y="496"/>
                  <a:pt x="966" y="496"/>
                  <a:pt x="966" y="496"/>
                </a:cubicBezTo>
                <a:cubicBezTo>
                  <a:pt x="966" y="496"/>
                  <a:pt x="966" y="496"/>
                  <a:pt x="966" y="496"/>
                </a:cubicBezTo>
                <a:cubicBezTo>
                  <a:pt x="967" y="496"/>
                  <a:pt x="967" y="496"/>
                  <a:pt x="967" y="496"/>
                </a:cubicBezTo>
                <a:cubicBezTo>
                  <a:pt x="968" y="496"/>
                  <a:pt x="968" y="496"/>
                  <a:pt x="968" y="496"/>
                </a:cubicBezTo>
                <a:cubicBezTo>
                  <a:pt x="969" y="496"/>
                  <a:pt x="969" y="496"/>
                  <a:pt x="969" y="496"/>
                </a:cubicBezTo>
                <a:cubicBezTo>
                  <a:pt x="970" y="496"/>
                  <a:pt x="970" y="496"/>
                  <a:pt x="970" y="496"/>
                </a:cubicBezTo>
                <a:cubicBezTo>
                  <a:pt x="971" y="496"/>
                  <a:pt x="971" y="496"/>
                  <a:pt x="971" y="496"/>
                </a:cubicBezTo>
                <a:cubicBezTo>
                  <a:pt x="972" y="496"/>
                  <a:pt x="972" y="496"/>
                  <a:pt x="972" y="496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4" y="495"/>
                  <a:pt x="974" y="495"/>
                  <a:pt x="974" y="495"/>
                </a:cubicBezTo>
                <a:cubicBezTo>
                  <a:pt x="975" y="495"/>
                  <a:pt x="975" y="495"/>
                  <a:pt x="975" y="495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7" y="494"/>
                  <a:pt x="977" y="494"/>
                  <a:pt x="977" y="494"/>
                </a:cubicBezTo>
                <a:cubicBezTo>
                  <a:pt x="978" y="493"/>
                  <a:pt x="978" y="493"/>
                  <a:pt x="978" y="493"/>
                </a:cubicBezTo>
                <a:cubicBezTo>
                  <a:pt x="979" y="493"/>
                  <a:pt x="979" y="493"/>
                  <a:pt x="979" y="493"/>
                </a:cubicBezTo>
                <a:cubicBezTo>
                  <a:pt x="980" y="493"/>
                  <a:pt x="980" y="493"/>
                  <a:pt x="980" y="493"/>
                </a:cubicBezTo>
                <a:cubicBezTo>
                  <a:pt x="980" y="492"/>
                  <a:pt x="980" y="492"/>
                  <a:pt x="980" y="492"/>
                </a:cubicBezTo>
                <a:cubicBezTo>
                  <a:pt x="981" y="492"/>
                  <a:pt x="981" y="492"/>
                  <a:pt x="981" y="492"/>
                </a:cubicBezTo>
                <a:cubicBezTo>
                  <a:pt x="982" y="491"/>
                  <a:pt x="982" y="491"/>
                  <a:pt x="982" y="491"/>
                </a:cubicBezTo>
                <a:cubicBezTo>
                  <a:pt x="983" y="491"/>
                  <a:pt x="983" y="491"/>
                  <a:pt x="983" y="491"/>
                </a:cubicBezTo>
                <a:cubicBezTo>
                  <a:pt x="983" y="490"/>
                  <a:pt x="983" y="490"/>
                  <a:pt x="983" y="490"/>
                </a:cubicBezTo>
                <a:cubicBezTo>
                  <a:pt x="984" y="490"/>
                  <a:pt x="984" y="490"/>
                  <a:pt x="984" y="490"/>
                </a:cubicBezTo>
                <a:cubicBezTo>
                  <a:pt x="985" y="489"/>
                  <a:pt x="985" y="489"/>
                  <a:pt x="985" y="489"/>
                </a:cubicBezTo>
                <a:cubicBezTo>
                  <a:pt x="986" y="489"/>
                  <a:pt x="986" y="489"/>
                  <a:pt x="986" y="489"/>
                </a:cubicBezTo>
                <a:cubicBezTo>
                  <a:pt x="986" y="488"/>
                  <a:pt x="986" y="488"/>
                  <a:pt x="986" y="488"/>
                </a:cubicBezTo>
                <a:cubicBezTo>
                  <a:pt x="987" y="488"/>
                  <a:pt x="987" y="488"/>
                  <a:pt x="987" y="488"/>
                </a:cubicBezTo>
                <a:cubicBezTo>
                  <a:pt x="987" y="487"/>
                  <a:pt x="987" y="487"/>
                  <a:pt x="987" y="487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9" y="485"/>
                  <a:pt x="989" y="485"/>
                  <a:pt x="989" y="485"/>
                </a:cubicBezTo>
                <a:cubicBezTo>
                  <a:pt x="990" y="485"/>
                  <a:pt x="990" y="485"/>
                  <a:pt x="990" y="485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6" y="478"/>
                  <a:pt x="999" y="470"/>
                  <a:pt x="999" y="462"/>
                </a:cubicBezTo>
                <a:cubicBezTo>
                  <a:pt x="999" y="35"/>
                  <a:pt x="999" y="35"/>
                  <a:pt x="999" y="35"/>
                </a:cubicBezTo>
                <a:cubicBezTo>
                  <a:pt x="999" y="15"/>
                  <a:pt x="983" y="0"/>
                  <a:pt x="964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2" y="0"/>
                  <a:pt x="137" y="15"/>
                  <a:pt x="137" y="35"/>
                </a:cubicBezTo>
                <a:cubicBezTo>
                  <a:pt x="137" y="462"/>
                  <a:pt x="137" y="462"/>
                  <a:pt x="137" y="462"/>
                </a:cubicBezTo>
                <a:cubicBezTo>
                  <a:pt x="137" y="472"/>
                  <a:pt x="141" y="481"/>
                  <a:pt x="148" y="487"/>
                </a:cubicBezTo>
                <a:cubicBezTo>
                  <a:pt x="148" y="487"/>
                  <a:pt x="148" y="487"/>
                  <a:pt x="148" y="487"/>
                </a:cubicBezTo>
                <a:cubicBezTo>
                  <a:pt x="149" y="488"/>
                  <a:pt x="149" y="488"/>
                  <a:pt x="149" y="488"/>
                </a:cubicBezTo>
                <a:cubicBezTo>
                  <a:pt x="149" y="489"/>
                  <a:pt x="149" y="489"/>
                  <a:pt x="149" y="489"/>
                </a:cubicBezTo>
                <a:cubicBezTo>
                  <a:pt x="151" y="489"/>
                  <a:pt x="151" y="489"/>
                  <a:pt x="151" y="489"/>
                </a:cubicBezTo>
                <a:cubicBezTo>
                  <a:pt x="151" y="490"/>
                  <a:pt x="151" y="490"/>
                  <a:pt x="151" y="490"/>
                </a:cubicBezTo>
                <a:cubicBezTo>
                  <a:pt x="152" y="490"/>
                  <a:pt x="152" y="490"/>
                  <a:pt x="152" y="490"/>
                </a:cubicBezTo>
                <a:cubicBezTo>
                  <a:pt x="152" y="491"/>
                  <a:pt x="152" y="491"/>
                  <a:pt x="152" y="491"/>
                </a:cubicBezTo>
                <a:cubicBezTo>
                  <a:pt x="153" y="491"/>
                  <a:pt x="153" y="491"/>
                  <a:pt x="153" y="491"/>
                </a:cubicBezTo>
                <a:cubicBezTo>
                  <a:pt x="154" y="492"/>
                  <a:pt x="154" y="492"/>
                  <a:pt x="154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6" y="493"/>
                  <a:pt x="156" y="493"/>
                  <a:pt x="156" y="493"/>
                </a:cubicBezTo>
                <a:cubicBezTo>
                  <a:pt x="157" y="493"/>
                  <a:pt x="157" y="493"/>
                  <a:pt x="157" y="493"/>
                </a:cubicBezTo>
                <a:cubicBezTo>
                  <a:pt x="158" y="494"/>
                  <a:pt x="158" y="494"/>
                  <a:pt x="158" y="494"/>
                </a:cubicBezTo>
                <a:cubicBezTo>
                  <a:pt x="159" y="494"/>
                  <a:pt x="159" y="494"/>
                  <a:pt x="159" y="494"/>
                </a:cubicBezTo>
                <a:cubicBezTo>
                  <a:pt x="160" y="494"/>
                  <a:pt x="160" y="494"/>
                  <a:pt x="160" y="494"/>
                </a:cubicBezTo>
                <a:cubicBezTo>
                  <a:pt x="160" y="495"/>
                  <a:pt x="160" y="495"/>
                  <a:pt x="160" y="495"/>
                </a:cubicBezTo>
                <a:cubicBezTo>
                  <a:pt x="161" y="495"/>
                  <a:pt x="161" y="495"/>
                  <a:pt x="161" y="495"/>
                </a:cubicBezTo>
                <a:cubicBezTo>
                  <a:pt x="162" y="495"/>
                  <a:pt x="162" y="495"/>
                  <a:pt x="162" y="495"/>
                </a:cubicBezTo>
                <a:cubicBezTo>
                  <a:pt x="163" y="495"/>
                  <a:pt x="163" y="495"/>
                  <a:pt x="163" y="495"/>
                </a:cubicBezTo>
                <a:cubicBezTo>
                  <a:pt x="164" y="495"/>
                  <a:pt x="164" y="495"/>
                  <a:pt x="164" y="495"/>
                </a:cubicBezTo>
                <a:cubicBezTo>
                  <a:pt x="164" y="496"/>
                  <a:pt x="164" y="496"/>
                  <a:pt x="164" y="496"/>
                </a:cubicBezTo>
                <a:cubicBezTo>
                  <a:pt x="165" y="496"/>
                  <a:pt x="165" y="496"/>
                  <a:pt x="165" y="496"/>
                </a:cubicBezTo>
                <a:cubicBezTo>
                  <a:pt x="166" y="496"/>
                  <a:pt x="166" y="496"/>
                  <a:pt x="166" y="496"/>
                </a:cubicBezTo>
                <a:cubicBezTo>
                  <a:pt x="167" y="496"/>
                  <a:pt x="167" y="496"/>
                  <a:pt x="167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436" y="726"/>
                  <a:pt x="436" y="726"/>
                  <a:pt x="436" y="726"/>
                </a:cubicBezTo>
                <a:cubicBezTo>
                  <a:pt x="436" y="496"/>
                  <a:pt x="436" y="496"/>
                  <a:pt x="436" y="496"/>
                </a:cubicBezTo>
                <a:cubicBezTo>
                  <a:pt x="964" y="496"/>
                  <a:pt x="964" y="496"/>
                  <a:pt x="964" y="496"/>
                </a:cubicBezTo>
                <a:lnTo>
                  <a:pt x="965" y="496"/>
                </a:lnTo>
                <a:close/>
                <a:moveTo>
                  <a:pt x="395" y="280"/>
                </a:moveTo>
                <a:cubicBezTo>
                  <a:pt x="371" y="280"/>
                  <a:pt x="351" y="261"/>
                  <a:pt x="351" y="236"/>
                </a:cubicBezTo>
                <a:cubicBezTo>
                  <a:pt x="351" y="212"/>
                  <a:pt x="371" y="192"/>
                  <a:pt x="395" y="192"/>
                </a:cubicBezTo>
                <a:cubicBezTo>
                  <a:pt x="420" y="192"/>
                  <a:pt x="439" y="212"/>
                  <a:pt x="439" y="236"/>
                </a:cubicBezTo>
                <a:cubicBezTo>
                  <a:pt x="439" y="261"/>
                  <a:pt x="420" y="280"/>
                  <a:pt x="395" y="280"/>
                </a:cubicBezTo>
                <a:close/>
                <a:moveTo>
                  <a:pt x="513" y="280"/>
                </a:moveTo>
                <a:cubicBezTo>
                  <a:pt x="488" y="280"/>
                  <a:pt x="469" y="261"/>
                  <a:pt x="469" y="236"/>
                </a:cubicBezTo>
                <a:cubicBezTo>
                  <a:pt x="469" y="212"/>
                  <a:pt x="488" y="192"/>
                  <a:pt x="513" y="192"/>
                </a:cubicBezTo>
                <a:cubicBezTo>
                  <a:pt x="537" y="192"/>
                  <a:pt x="557" y="212"/>
                  <a:pt x="557" y="236"/>
                </a:cubicBezTo>
                <a:cubicBezTo>
                  <a:pt x="557" y="261"/>
                  <a:pt x="537" y="280"/>
                  <a:pt x="513" y="280"/>
                </a:cubicBezTo>
                <a:close/>
                <a:moveTo>
                  <a:pt x="630" y="280"/>
                </a:moveTo>
                <a:cubicBezTo>
                  <a:pt x="606" y="280"/>
                  <a:pt x="586" y="261"/>
                  <a:pt x="586" y="236"/>
                </a:cubicBezTo>
                <a:cubicBezTo>
                  <a:pt x="586" y="212"/>
                  <a:pt x="606" y="192"/>
                  <a:pt x="630" y="192"/>
                </a:cubicBezTo>
                <a:cubicBezTo>
                  <a:pt x="655" y="192"/>
                  <a:pt x="674" y="212"/>
                  <a:pt x="674" y="236"/>
                </a:cubicBezTo>
                <a:cubicBezTo>
                  <a:pt x="674" y="261"/>
                  <a:pt x="655" y="280"/>
                  <a:pt x="630" y="280"/>
                </a:cubicBezTo>
                <a:close/>
                <a:moveTo>
                  <a:pt x="748" y="280"/>
                </a:moveTo>
                <a:cubicBezTo>
                  <a:pt x="724" y="280"/>
                  <a:pt x="704" y="261"/>
                  <a:pt x="704" y="236"/>
                </a:cubicBezTo>
                <a:cubicBezTo>
                  <a:pt x="704" y="212"/>
                  <a:pt x="724" y="192"/>
                  <a:pt x="748" y="192"/>
                </a:cubicBezTo>
                <a:cubicBezTo>
                  <a:pt x="772" y="192"/>
                  <a:pt x="792" y="212"/>
                  <a:pt x="792" y="236"/>
                </a:cubicBezTo>
                <a:cubicBezTo>
                  <a:pt x="792" y="261"/>
                  <a:pt x="772" y="280"/>
                  <a:pt x="748" y="280"/>
                </a:cubicBezTo>
                <a:close/>
                <a:moveTo>
                  <a:pt x="293" y="880"/>
                </a:moveTo>
                <a:cubicBezTo>
                  <a:pt x="250" y="880"/>
                  <a:pt x="250" y="880"/>
                  <a:pt x="250" y="880"/>
                </a:cubicBezTo>
                <a:cubicBezTo>
                  <a:pt x="289" y="856"/>
                  <a:pt x="315" y="814"/>
                  <a:pt x="315" y="765"/>
                </a:cubicBezTo>
                <a:cubicBezTo>
                  <a:pt x="315" y="715"/>
                  <a:pt x="287" y="671"/>
                  <a:pt x="245" y="648"/>
                </a:cubicBezTo>
                <a:cubicBezTo>
                  <a:pt x="226" y="638"/>
                  <a:pt x="204" y="632"/>
                  <a:pt x="181" y="632"/>
                </a:cubicBezTo>
                <a:cubicBezTo>
                  <a:pt x="158" y="632"/>
                  <a:pt x="137" y="638"/>
                  <a:pt x="118" y="648"/>
                </a:cubicBezTo>
                <a:cubicBezTo>
                  <a:pt x="76" y="671"/>
                  <a:pt x="48" y="715"/>
                  <a:pt x="48" y="765"/>
                </a:cubicBezTo>
                <a:cubicBezTo>
                  <a:pt x="48" y="814"/>
                  <a:pt x="74" y="856"/>
                  <a:pt x="113" y="880"/>
                </a:cubicBezTo>
                <a:cubicBezTo>
                  <a:pt x="70" y="880"/>
                  <a:pt x="70" y="880"/>
                  <a:pt x="70" y="880"/>
                </a:cubicBezTo>
                <a:cubicBezTo>
                  <a:pt x="31" y="880"/>
                  <a:pt x="0" y="911"/>
                  <a:pt x="0" y="949"/>
                </a:cubicBezTo>
                <a:cubicBezTo>
                  <a:pt x="0" y="1257"/>
                  <a:pt x="0" y="1257"/>
                  <a:pt x="0" y="1257"/>
                </a:cubicBezTo>
                <a:cubicBezTo>
                  <a:pt x="362" y="1257"/>
                  <a:pt x="362" y="1257"/>
                  <a:pt x="362" y="1257"/>
                </a:cubicBezTo>
                <a:cubicBezTo>
                  <a:pt x="362" y="949"/>
                  <a:pt x="362" y="949"/>
                  <a:pt x="362" y="949"/>
                </a:cubicBezTo>
                <a:cubicBezTo>
                  <a:pt x="362" y="911"/>
                  <a:pt x="331" y="880"/>
                  <a:pt x="293" y="880"/>
                </a:cubicBezTo>
                <a:close/>
                <a:moveTo>
                  <a:pt x="1185" y="880"/>
                </a:moveTo>
                <a:cubicBezTo>
                  <a:pt x="1142" y="880"/>
                  <a:pt x="1142" y="880"/>
                  <a:pt x="1142" y="880"/>
                </a:cubicBezTo>
                <a:cubicBezTo>
                  <a:pt x="1180" y="856"/>
                  <a:pt x="1206" y="814"/>
                  <a:pt x="1206" y="765"/>
                </a:cubicBezTo>
                <a:cubicBezTo>
                  <a:pt x="1206" y="715"/>
                  <a:pt x="1178" y="671"/>
                  <a:pt x="1136" y="648"/>
                </a:cubicBezTo>
                <a:cubicBezTo>
                  <a:pt x="1118" y="638"/>
                  <a:pt x="1096" y="632"/>
                  <a:pt x="1073" y="632"/>
                </a:cubicBezTo>
                <a:cubicBezTo>
                  <a:pt x="1050" y="632"/>
                  <a:pt x="1028" y="638"/>
                  <a:pt x="1009" y="648"/>
                </a:cubicBezTo>
                <a:cubicBezTo>
                  <a:pt x="968" y="671"/>
                  <a:pt x="940" y="715"/>
                  <a:pt x="940" y="765"/>
                </a:cubicBezTo>
                <a:cubicBezTo>
                  <a:pt x="940" y="814"/>
                  <a:pt x="965" y="856"/>
                  <a:pt x="1004" y="880"/>
                </a:cubicBezTo>
                <a:cubicBezTo>
                  <a:pt x="961" y="880"/>
                  <a:pt x="961" y="880"/>
                  <a:pt x="961" y="880"/>
                </a:cubicBezTo>
                <a:cubicBezTo>
                  <a:pt x="923" y="880"/>
                  <a:pt x="892" y="911"/>
                  <a:pt x="892" y="949"/>
                </a:cubicBezTo>
                <a:cubicBezTo>
                  <a:pt x="892" y="1257"/>
                  <a:pt x="892" y="1257"/>
                  <a:pt x="892" y="1257"/>
                </a:cubicBezTo>
                <a:cubicBezTo>
                  <a:pt x="1254" y="1257"/>
                  <a:pt x="1254" y="1257"/>
                  <a:pt x="1254" y="1257"/>
                </a:cubicBezTo>
                <a:cubicBezTo>
                  <a:pt x="1254" y="949"/>
                  <a:pt x="1254" y="949"/>
                  <a:pt x="1254" y="949"/>
                </a:cubicBezTo>
                <a:cubicBezTo>
                  <a:pt x="1254" y="911"/>
                  <a:pt x="1223" y="880"/>
                  <a:pt x="1185" y="880"/>
                </a:cubicBezTo>
                <a:close/>
              </a:path>
            </a:pathLst>
          </a:custGeom>
          <a:solidFill>
            <a:srgbClr val="5D9F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28"/>
          <p:cNvSpPr/>
          <p:nvPr>
            <p:custDataLst>
              <p:tags r:id="rId13"/>
            </p:custDataLst>
          </p:nvPr>
        </p:nvSpPr>
        <p:spPr bwMode="auto">
          <a:xfrm>
            <a:off x="3422650" y="4999355"/>
            <a:ext cx="290195" cy="338455"/>
          </a:xfrm>
          <a:custGeom>
            <a:avLst/>
            <a:gdLst>
              <a:gd name="T0" fmla="*/ 93 w 186"/>
              <a:gd name="T1" fmla="*/ 0 h 217"/>
              <a:gd name="T2" fmla="*/ 59 w 186"/>
              <a:gd name="T3" fmla="*/ 34 h 217"/>
              <a:gd name="T4" fmla="*/ 72 w 186"/>
              <a:gd name="T5" fmla="*/ 60 h 217"/>
              <a:gd name="T6" fmla="*/ 12 w 186"/>
              <a:gd name="T7" fmla="*/ 152 h 217"/>
              <a:gd name="T8" fmla="*/ 19 w 186"/>
              <a:gd name="T9" fmla="*/ 155 h 217"/>
              <a:gd name="T10" fmla="*/ 57 w 186"/>
              <a:gd name="T11" fmla="*/ 121 h 217"/>
              <a:gd name="T12" fmla="*/ 39 w 186"/>
              <a:gd name="T13" fmla="*/ 217 h 217"/>
              <a:gd name="T14" fmla="*/ 70 w 186"/>
              <a:gd name="T15" fmla="*/ 217 h 217"/>
              <a:gd name="T16" fmla="*/ 93 w 186"/>
              <a:gd name="T17" fmla="*/ 177 h 217"/>
              <a:gd name="T18" fmla="*/ 116 w 186"/>
              <a:gd name="T19" fmla="*/ 217 h 217"/>
              <a:gd name="T20" fmla="*/ 146 w 186"/>
              <a:gd name="T21" fmla="*/ 217 h 217"/>
              <a:gd name="T22" fmla="*/ 129 w 186"/>
              <a:gd name="T23" fmla="*/ 121 h 217"/>
              <a:gd name="T24" fmla="*/ 167 w 186"/>
              <a:gd name="T25" fmla="*/ 155 h 217"/>
              <a:gd name="T26" fmla="*/ 174 w 186"/>
              <a:gd name="T27" fmla="*/ 152 h 217"/>
              <a:gd name="T28" fmla="*/ 114 w 186"/>
              <a:gd name="T29" fmla="*/ 60 h 217"/>
              <a:gd name="T30" fmla="*/ 126 w 186"/>
              <a:gd name="T31" fmla="*/ 34 h 217"/>
              <a:gd name="T32" fmla="*/ 93 w 186"/>
              <a:gd name="T33" fmla="*/ 0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86" h="217">
                <a:moveTo>
                  <a:pt x="93" y="0"/>
                </a:moveTo>
                <a:cubicBezTo>
                  <a:pt x="74" y="0"/>
                  <a:pt x="59" y="15"/>
                  <a:pt x="59" y="34"/>
                </a:cubicBezTo>
                <a:cubicBezTo>
                  <a:pt x="59" y="44"/>
                  <a:pt x="64" y="54"/>
                  <a:pt x="72" y="60"/>
                </a:cubicBezTo>
                <a:cubicBezTo>
                  <a:pt x="38" y="72"/>
                  <a:pt x="0" y="140"/>
                  <a:pt x="12" y="152"/>
                </a:cubicBezTo>
                <a:cubicBezTo>
                  <a:pt x="14" y="154"/>
                  <a:pt x="17" y="155"/>
                  <a:pt x="19" y="155"/>
                </a:cubicBezTo>
                <a:cubicBezTo>
                  <a:pt x="30" y="155"/>
                  <a:pt x="45" y="138"/>
                  <a:pt x="57" y="121"/>
                </a:cubicBezTo>
                <a:cubicBezTo>
                  <a:pt x="49" y="153"/>
                  <a:pt x="42" y="188"/>
                  <a:pt x="39" y="217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70" y="200"/>
                  <a:pt x="81" y="177"/>
                  <a:pt x="93" y="177"/>
                </a:cubicBezTo>
                <a:cubicBezTo>
                  <a:pt x="105" y="177"/>
                  <a:pt x="115" y="200"/>
                  <a:pt x="116" y="217"/>
                </a:cubicBezTo>
                <a:cubicBezTo>
                  <a:pt x="146" y="217"/>
                  <a:pt x="146" y="217"/>
                  <a:pt x="146" y="217"/>
                </a:cubicBezTo>
                <a:cubicBezTo>
                  <a:pt x="143" y="188"/>
                  <a:pt x="137" y="153"/>
                  <a:pt x="129" y="121"/>
                </a:cubicBezTo>
                <a:cubicBezTo>
                  <a:pt x="141" y="138"/>
                  <a:pt x="156" y="155"/>
                  <a:pt x="167" y="155"/>
                </a:cubicBezTo>
                <a:cubicBezTo>
                  <a:pt x="169" y="155"/>
                  <a:pt x="171" y="154"/>
                  <a:pt x="174" y="152"/>
                </a:cubicBezTo>
                <a:cubicBezTo>
                  <a:pt x="186" y="140"/>
                  <a:pt x="148" y="72"/>
                  <a:pt x="114" y="60"/>
                </a:cubicBezTo>
                <a:cubicBezTo>
                  <a:pt x="122" y="54"/>
                  <a:pt x="126" y="44"/>
                  <a:pt x="126" y="34"/>
                </a:cubicBezTo>
                <a:cubicBezTo>
                  <a:pt x="126" y="15"/>
                  <a:pt x="111" y="0"/>
                  <a:pt x="93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Freeform 29"/>
          <p:cNvSpPr/>
          <p:nvPr>
            <p:custDataLst>
              <p:tags r:id="rId14"/>
            </p:custDataLst>
          </p:nvPr>
        </p:nvSpPr>
        <p:spPr bwMode="auto">
          <a:xfrm>
            <a:off x="3696335" y="5139055"/>
            <a:ext cx="169545" cy="198755"/>
          </a:xfrm>
          <a:custGeom>
            <a:avLst/>
            <a:gdLst>
              <a:gd name="T0" fmla="*/ 55 w 109"/>
              <a:gd name="T1" fmla="*/ 0 h 127"/>
              <a:gd name="T2" fmla="*/ 35 w 109"/>
              <a:gd name="T3" fmla="*/ 19 h 127"/>
              <a:gd name="T4" fmla="*/ 42 w 109"/>
              <a:gd name="T5" fmla="*/ 35 h 127"/>
              <a:gd name="T6" fmla="*/ 7 w 109"/>
              <a:gd name="T7" fmla="*/ 89 h 127"/>
              <a:gd name="T8" fmla="*/ 11 w 109"/>
              <a:gd name="T9" fmla="*/ 91 h 127"/>
              <a:gd name="T10" fmla="*/ 33 w 109"/>
              <a:gd name="T11" fmla="*/ 71 h 127"/>
              <a:gd name="T12" fmla="*/ 23 w 109"/>
              <a:gd name="T13" fmla="*/ 127 h 127"/>
              <a:gd name="T14" fmla="*/ 41 w 109"/>
              <a:gd name="T15" fmla="*/ 127 h 127"/>
              <a:gd name="T16" fmla="*/ 55 w 109"/>
              <a:gd name="T17" fmla="*/ 104 h 127"/>
              <a:gd name="T18" fmla="*/ 68 w 109"/>
              <a:gd name="T19" fmla="*/ 127 h 127"/>
              <a:gd name="T20" fmla="*/ 86 w 109"/>
              <a:gd name="T21" fmla="*/ 127 h 127"/>
              <a:gd name="T22" fmla="*/ 76 w 109"/>
              <a:gd name="T23" fmla="*/ 71 h 127"/>
              <a:gd name="T24" fmla="*/ 98 w 109"/>
              <a:gd name="T25" fmla="*/ 91 h 127"/>
              <a:gd name="T26" fmla="*/ 102 w 109"/>
              <a:gd name="T27" fmla="*/ 89 h 127"/>
              <a:gd name="T28" fmla="*/ 67 w 109"/>
              <a:gd name="T29" fmla="*/ 35 h 127"/>
              <a:gd name="T30" fmla="*/ 74 w 109"/>
              <a:gd name="T31" fmla="*/ 19 h 127"/>
              <a:gd name="T32" fmla="*/ 55 w 109"/>
              <a:gd name="T33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9" h="127">
                <a:moveTo>
                  <a:pt x="55" y="0"/>
                </a:moveTo>
                <a:cubicBezTo>
                  <a:pt x="44" y="0"/>
                  <a:pt x="35" y="9"/>
                  <a:pt x="35" y="19"/>
                </a:cubicBezTo>
                <a:cubicBezTo>
                  <a:pt x="35" y="26"/>
                  <a:pt x="38" y="31"/>
                  <a:pt x="42" y="35"/>
                </a:cubicBezTo>
                <a:cubicBezTo>
                  <a:pt x="22" y="42"/>
                  <a:pt x="0" y="82"/>
                  <a:pt x="7" y="89"/>
                </a:cubicBezTo>
                <a:cubicBezTo>
                  <a:pt x="8" y="90"/>
                  <a:pt x="10" y="91"/>
                  <a:pt x="11" y="91"/>
                </a:cubicBezTo>
                <a:cubicBezTo>
                  <a:pt x="18" y="91"/>
                  <a:pt x="26" y="80"/>
                  <a:pt x="33" y="71"/>
                </a:cubicBezTo>
                <a:cubicBezTo>
                  <a:pt x="29" y="89"/>
                  <a:pt x="25" y="110"/>
                  <a:pt x="23" y="127"/>
                </a:cubicBezTo>
                <a:cubicBezTo>
                  <a:pt x="41" y="127"/>
                  <a:pt x="41" y="127"/>
                  <a:pt x="41" y="127"/>
                </a:cubicBezTo>
                <a:cubicBezTo>
                  <a:pt x="41" y="117"/>
                  <a:pt x="48" y="104"/>
                  <a:pt x="55" y="104"/>
                </a:cubicBezTo>
                <a:cubicBezTo>
                  <a:pt x="61" y="104"/>
                  <a:pt x="68" y="117"/>
                  <a:pt x="68" y="127"/>
                </a:cubicBezTo>
                <a:cubicBezTo>
                  <a:pt x="86" y="127"/>
                  <a:pt x="86" y="127"/>
                  <a:pt x="86" y="127"/>
                </a:cubicBezTo>
                <a:cubicBezTo>
                  <a:pt x="84" y="110"/>
                  <a:pt x="80" y="89"/>
                  <a:pt x="76" y="71"/>
                </a:cubicBezTo>
                <a:cubicBezTo>
                  <a:pt x="83" y="80"/>
                  <a:pt x="91" y="91"/>
                  <a:pt x="98" y="91"/>
                </a:cubicBezTo>
                <a:cubicBezTo>
                  <a:pt x="99" y="91"/>
                  <a:pt x="101" y="90"/>
                  <a:pt x="102" y="89"/>
                </a:cubicBezTo>
                <a:cubicBezTo>
                  <a:pt x="109" y="82"/>
                  <a:pt x="87" y="42"/>
                  <a:pt x="67" y="35"/>
                </a:cubicBezTo>
                <a:cubicBezTo>
                  <a:pt x="71" y="31"/>
                  <a:pt x="74" y="26"/>
                  <a:pt x="74" y="19"/>
                </a:cubicBezTo>
                <a:cubicBezTo>
                  <a:pt x="74" y="9"/>
                  <a:pt x="65" y="0"/>
                  <a:pt x="55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Freeform 27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3446780" y="3820795"/>
            <a:ext cx="357505" cy="437515"/>
          </a:xfrm>
          <a:custGeom>
            <a:avLst/>
            <a:gdLst>
              <a:gd name="T0" fmla="*/ 67 w 96"/>
              <a:gd name="T1" fmla="*/ 48 h 119"/>
              <a:gd name="T2" fmla="*/ 76 w 96"/>
              <a:gd name="T3" fmla="*/ 28 h 119"/>
              <a:gd name="T4" fmla="*/ 48 w 96"/>
              <a:gd name="T5" fmla="*/ 0 h 119"/>
              <a:gd name="T6" fmla="*/ 20 w 96"/>
              <a:gd name="T7" fmla="*/ 28 h 119"/>
              <a:gd name="T8" fmla="*/ 29 w 96"/>
              <a:gd name="T9" fmla="*/ 48 h 119"/>
              <a:gd name="T10" fmla="*/ 0 w 96"/>
              <a:gd name="T11" fmla="*/ 92 h 119"/>
              <a:gd name="T12" fmla="*/ 0 w 96"/>
              <a:gd name="T13" fmla="*/ 119 h 119"/>
              <a:gd name="T14" fmla="*/ 96 w 96"/>
              <a:gd name="T15" fmla="*/ 119 h 119"/>
              <a:gd name="T16" fmla="*/ 96 w 96"/>
              <a:gd name="T17" fmla="*/ 92 h 119"/>
              <a:gd name="T18" fmla="*/ 67 w 96"/>
              <a:gd name="T19" fmla="*/ 48 h 119"/>
              <a:gd name="T20" fmla="*/ 27 w 96"/>
              <a:gd name="T21" fmla="*/ 28 h 119"/>
              <a:gd name="T22" fmla="*/ 48 w 96"/>
              <a:gd name="T23" fmla="*/ 8 h 119"/>
              <a:gd name="T24" fmla="*/ 69 w 96"/>
              <a:gd name="T25" fmla="*/ 28 h 119"/>
              <a:gd name="T26" fmla="*/ 59 w 96"/>
              <a:gd name="T27" fmla="*/ 46 h 119"/>
              <a:gd name="T28" fmla="*/ 48 w 96"/>
              <a:gd name="T29" fmla="*/ 49 h 119"/>
              <a:gd name="T30" fmla="*/ 37 w 96"/>
              <a:gd name="T31" fmla="*/ 46 h 119"/>
              <a:gd name="T32" fmla="*/ 27 w 96"/>
              <a:gd name="T33" fmla="*/ 28 h 119"/>
              <a:gd name="T34" fmla="*/ 83 w 96"/>
              <a:gd name="T35" fmla="*/ 107 h 119"/>
              <a:gd name="T36" fmla="*/ 13 w 96"/>
              <a:gd name="T37" fmla="*/ 107 h 119"/>
              <a:gd name="T38" fmla="*/ 13 w 96"/>
              <a:gd name="T39" fmla="*/ 92 h 119"/>
              <a:gd name="T40" fmla="*/ 48 w 96"/>
              <a:gd name="T41" fmla="*/ 57 h 119"/>
              <a:gd name="T42" fmla="*/ 83 w 96"/>
              <a:gd name="T43" fmla="*/ 92 h 119"/>
              <a:gd name="T44" fmla="*/ 83 w 96"/>
              <a:gd name="T45" fmla="*/ 107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6" h="119">
                <a:moveTo>
                  <a:pt x="67" y="48"/>
                </a:moveTo>
                <a:cubicBezTo>
                  <a:pt x="73" y="43"/>
                  <a:pt x="76" y="36"/>
                  <a:pt x="76" y="28"/>
                </a:cubicBezTo>
                <a:cubicBezTo>
                  <a:pt x="76" y="13"/>
                  <a:pt x="63" y="0"/>
                  <a:pt x="48" y="0"/>
                </a:cubicBezTo>
                <a:cubicBezTo>
                  <a:pt x="33" y="0"/>
                  <a:pt x="20" y="13"/>
                  <a:pt x="20" y="28"/>
                </a:cubicBezTo>
                <a:cubicBezTo>
                  <a:pt x="20" y="36"/>
                  <a:pt x="24" y="43"/>
                  <a:pt x="29" y="48"/>
                </a:cubicBezTo>
                <a:cubicBezTo>
                  <a:pt x="12" y="56"/>
                  <a:pt x="0" y="73"/>
                  <a:pt x="0" y="92"/>
                </a:cubicBezTo>
                <a:cubicBezTo>
                  <a:pt x="0" y="119"/>
                  <a:pt x="0" y="119"/>
                  <a:pt x="0" y="119"/>
                </a:cubicBezTo>
                <a:cubicBezTo>
                  <a:pt x="96" y="119"/>
                  <a:pt x="96" y="119"/>
                  <a:pt x="96" y="119"/>
                </a:cubicBezTo>
                <a:cubicBezTo>
                  <a:pt x="96" y="92"/>
                  <a:pt x="96" y="92"/>
                  <a:pt x="96" y="92"/>
                </a:cubicBezTo>
                <a:cubicBezTo>
                  <a:pt x="96" y="73"/>
                  <a:pt x="84" y="56"/>
                  <a:pt x="67" y="48"/>
                </a:cubicBezTo>
                <a:moveTo>
                  <a:pt x="27" y="28"/>
                </a:moveTo>
                <a:cubicBezTo>
                  <a:pt x="27" y="17"/>
                  <a:pt x="37" y="8"/>
                  <a:pt x="48" y="8"/>
                </a:cubicBezTo>
                <a:cubicBezTo>
                  <a:pt x="59" y="8"/>
                  <a:pt x="69" y="17"/>
                  <a:pt x="69" y="28"/>
                </a:cubicBezTo>
                <a:cubicBezTo>
                  <a:pt x="69" y="36"/>
                  <a:pt x="65" y="42"/>
                  <a:pt x="59" y="46"/>
                </a:cubicBezTo>
                <a:cubicBezTo>
                  <a:pt x="56" y="48"/>
                  <a:pt x="52" y="49"/>
                  <a:pt x="48" y="49"/>
                </a:cubicBezTo>
                <a:cubicBezTo>
                  <a:pt x="44" y="49"/>
                  <a:pt x="40" y="48"/>
                  <a:pt x="37" y="46"/>
                </a:cubicBezTo>
                <a:cubicBezTo>
                  <a:pt x="31" y="42"/>
                  <a:pt x="27" y="36"/>
                  <a:pt x="27" y="28"/>
                </a:cubicBezTo>
                <a:moveTo>
                  <a:pt x="83" y="107"/>
                </a:moveTo>
                <a:cubicBezTo>
                  <a:pt x="13" y="107"/>
                  <a:pt x="13" y="107"/>
                  <a:pt x="13" y="107"/>
                </a:cubicBezTo>
                <a:cubicBezTo>
                  <a:pt x="13" y="92"/>
                  <a:pt x="13" y="92"/>
                  <a:pt x="13" y="92"/>
                </a:cubicBezTo>
                <a:cubicBezTo>
                  <a:pt x="13" y="73"/>
                  <a:pt x="29" y="57"/>
                  <a:pt x="48" y="57"/>
                </a:cubicBezTo>
                <a:cubicBezTo>
                  <a:pt x="68" y="57"/>
                  <a:pt x="83" y="73"/>
                  <a:pt x="83" y="92"/>
                </a:cubicBezTo>
                <a:lnTo>
                  <a:pt x="83" y="107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7" name="Freeform 28"/>
          <p:cNvSpPr/>
          <p:nvPr>
            <p:custDataLst>
              <p:tags r:id="rId16"/>
            </p:custDataLst>
          </p:nvPr>
        </p:nvSpPr>
        <p:spPr bwMode="auto">
          <a:xfrm>
            <a:off x="3789680" y="3828415"/>
            <a:ext cx="163195" cy="227965"/>
          </a:xfrm>
          <a:custGeom>
            <a:avLst/>
            <a:gdLst>
              <a:gd name="T0" fmla="*/ 22 w 44"/>
              <a:gd name="T1" fmla="*/ 62 h 62"/>
              <a:gd name="T2" fmla="*/ 19 w 44"/>
              <a:gd name="T3" fmla="*/ 58 h 62"/>
              <a:gd name="T4" fmla="*/ 19 w 44"/>
              <a:gd name="T5" fmla="*/ 37 h 62"/>
              <a:gd name="T6" fmla="*/ 22 w 44"/>
              <a:gd name="T7" fmla="*/ 37 h 62"/>
              <a:gd name="T8" fmla="*/ 37 w 44"/>
              <a:gd name="T9" fmla="*/ 22 h 62"/>
              <a:gd name="T10" fmla="*/ 22 w 44"/>
              <a:gd name="T11" fmla="*/ 7 h 62"/>
              <a:gd name="T12" fmla="*/ 8 w 44"/>
              <a:gd name="T13" fmla="*/ 22 h 62"/>
              <a:gd name="T14" fmla="*/ 4 w 44"/>
              <a:gd name="T15" fmla="*/ 26 h 62"/>
              <a:gd name="T16" fmla="*/ 0 w 44"/>
              <a:gd name="T17" fmla="*/ 22 h 62"/>
              <a:gd name="T18" fmla="*/ 22 w 44"/>
              <a:gd name="T19" fmla="*/ 0 h 62"/>
              <a:gd name="T20" fmla="*/ 44 w 44"/>
              <a:gd name="T21" fmla="*/ 22 h 62"/>
              <a:gd name="T22" fmla="*/ 26 w 44"/>
              <a:gd name="T23" fmla="*/ 44 h 62"/>
              <a:gd name="T24" fmla="*/ 26 w 44"/>
              <a:gd name="T25" fmla="*/ 58 h 62"/>
              <a:gd name="T26" fmla="*/ 22 w 44"/>
              <a:gd name="T27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4" h="62">
                <a:moveTo>
                  <a:pt x="22" y="62"/>
                </a:moveTo>
                <a:cubicBezTo>
                  <a:pt x="20" y="62"/>
                  <a:pt x="19" y="60"/>
                  <a:pt x="19" y="58"/>
                </a:cubicBezTo>
                <a:cubicBezTo>
                  <a:pt x="19" y="37"/>
                  <a:pt x="19" y="37"/>
                  <a:pt x="19" y="37"/>
                </a:cubicBezTo>
                <a:cubicBezTo>
                  <a:pt x="22" y="37"/>
                  <a:pt x="22" y="37"/>
                  <a:pt x="22" y="37"/>
                </a:cubicBezTo>
                <a:cubicBezTo>
                  <a:pt x="31" y="37"/>
                  <a:pt x="37" y="30"/>
                  <a:pt x="37" y="22"/>
                </a:cubicBezTo>
                <a:cubicBezTo>
                  <a:pt x="37" y="14"/>
                  <a:pt x="31" y="7"/>
                  <a:pt x="22" y="7"/>
                </a:cubicBezTo>
                <a:cubicBezTo>
                  <a:pt x="14" y="7"/>
                  <a:pt x="8" y="14"/>
                  <a:pt x="8" y="22"/>
                </a:cubicBezTo>
                <a:cubicBezTo>
                  <a:pt x="8" y="24"/>
                  <a:pt x="6" y="26"/>
                  <a:pt x="4" y="26"/>
                </a:cubicBezTo>
                <a:cubicBezTo>
                  <a:pt x="2" y="26"/>
                  <a:pt x="0" y="24"/>
                  <a:pt x="0" y="22"/>
                </a:cubicBez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33"/>
                  <a:pt x="36" y="42"/>
                  <a:pt x="26" y="44"/>
                </a:cubicBezTo>
                <a:cubicBezTo>
                  <a:pt x="26" y="58"/>
                  <a:pt x="26" y="58"/>
                  <a:pt x="26" y="58"/>
                </a:cubicBezTo>
                <a:cubicBezTo>
                  <a:pt x="26" y="60"/>
                  <a:pt x="24" y="62"/>
                  <a:pt x="22" y="62"/>
                </a:cubicBezTo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Oval 2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52545" y="4070985"/>
            <a:ext cx="40640" cy="38735"/>
          </a:xfrm>
          <a:prstGeom prst="ellipse">
            <a:avLst/>
          </a:pr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Freeform 29"/>
          <p:cNvSpPr/>
          <p:nvPr>
            <p:custDataLst>
              <p:tags r:id="rId18"/>
            </p:custDataLst>
          </p:nvPr>
        </p:nvSpPr>
        <p:spPr bwMode="auto">
          <a:xfrm>
            <a:off x="1666240" y="3124835"/>
            <a:ext cx="91440" cy="121920"/>
          </a:xfrm>
          <a:custGeom>
            <a:avLst/>
            <a:gdLst>
              <a:gd name="T0" fmla="*/ 69 w 79"/>
              <a:gd name="T1" fmla="*/ 40 h 105"/>
              <a:gd name="T2" fmla="*/ 70 w 79"/>
              <a:gd name="T3" fmla="*/ 3 h 105"/>
              <a:gd name="T4" fmla="*/ 52 w 79"/>
              <a:gd name="T5" fmla="*/ 0 h 105"/>
              <a:gd name="T6" fmla="*/ 0 w 79"/>
              <a:gd name="T7" fmla="*/ 52 h 105"/>
              <a:gd name="T8" fmla="*/ 52 w 79"/>
              <a:gd name="T9" fmla="*/ 105 h 105"/>
              <a:gd name="T10" fmla="*/ 79 w 79"/>
              <a:gd name="T11" fmla="*/ 97 h 105"/>
              <a:gd name="T12" fmla="*/ 69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69" y="40"/>
                </a:moveTo>
                <a:cubicBezTo>
                  <a:pt x="69" y="25"/>
                  <a:pt x="62" y="15"/>
                  <a:pt x="70" y="3"/>
                </a:cubicBezTo>
                <a:cubicBezTo>
                  <a:pt x="65" y="1"/>
                  <a:pt x="59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5"/>
                  <a:pt x="52" y="105"/>
                </a:cubicBezTo>
                <a:cubicBezTo>
                  <a:pt x="62" y="105"/>
                  <a:pt x="71" y="102"/>
                  <a:pt x="79" y="97"/>
                </a:cubicBezTo>
                <a:cubicBezTo>
                  <a:pt x="75" y="84"/>
                  <a:pt x="69" y="60"/>
                  <a:pt x="69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1" name="Freeform 30"/>
          <p:cNvSpPr/>
          <p:nvPr>
            <p:custDataLst>
              <p:tags r:id="rId19"/>
            </p:custDataLst>
          </p:nvPr>
        </p:nvSpPr>
        <p:spPr bwMode="auto">
          <a:xfrm>
            <a:off x="2033905" y="3124835"/>
            <a:ext cx="90805" cy="121920"/>
          </a:xfrm>
          <a:custGeom>
            <a:avLst/>
            <a:gdLst>
              <a:gd name="T0" fmla="*/ 10 w 79"/>
              <a:gd name="T1" fmla="*/ 40 h 105"/>
              <a:gd name="T2" fmla="*/ 9 w 79"/>
              <a:gd name="T3" fmla="*/ 3 h 105"/>
              <a:gd name="T4" fmla="*/ 27 w 79"/>
              <a:gd name="T5" fmla="*/ 0 h 105"/>
              <a:gd name="T6" fmla="*/ 79 w 79"/>
              <a:gd name="T7" fmla="*/ 52 h 105"/>
              <a:gd name="T8" fmla="*/ 27 w 79"/>
              <a:gd name="T9" fmla="*/ 105 h 105"/>
              <a:gd name="T10" fmla="*/ 0 w 79"/>
              <a:gd name="T11" fmla="*/ 97 h 105"/>
              <a:gd name="T12" fmla="*/ 10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10" y="40"/>
                </a:moveTo>
                <a:cubicBezTo>
                  <a:pt x="10" y="25"/>
                  <a:pt x="17" y="15"/>
                  <a:pt x="9" y="3"/>
                </a:cubicBezTo>
                <a:cubicBezTo>
                  <a:pt x="15" y="1"/>
                  <a:pt x="21" y="0"/>
                  <a:pt x="27" y="0"/>
                </a:cubicBezTo>
                <a:cubicBezTo>
                  <a:pt x="56" y="0"/>
                  <a:pt x="79" y="24"/>
                  <a:pt x="79" y="52"/>
                </a:cubicBezTo>
                <a:cubicBezTo>
                  <a:pt x="79" y="81"/>
                  <a:pt x="56" y="105"/>
                  <a:pt x="27" y="105"/>
                </a:cubicBezTo>
                <a:cubicBezTo>
                  <a:pt x="17" y="105"/>
                  <a:pt x="8" y="102"/>
                  <a:pt x="0" y="97"/>
                </a:cubicBezTo>
                <a:cubicBezTo>
                  <a:pt x="4" y="84"/>
                  <a:pt x="10" y="60"/>
                  <a:pt x="10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2" name="Freeform 31"/>
          <p:cNvSpPr/>
          <p:nvPr>
            <p:custDataLst>
              <p:tags r:id="rId20"/>
            </p:custDataLst>
          </p:nvPr>
        </p:nvSpPr>
        <p:spPr bwMode="auto">
          <a:xfrm>
            <a:off x="1866900" y="3387725"/>
            <a:ext cx="59055" cy="130810"/>
          </a:xfrm>
          <a:custGeom>
            <a:avLst/>
            <a:gdLst>
              <a:gd name="T0" fmla="*/ 25 w 93"/>
              <a:gd name="T1" fmla="*/ 0 h 207"/>
              <a:gd name="T2" fmla="*/ 0 w 93"/>
              <a:gd name="T3" fmla="*/ 145 h 207"/>
              <a:gd name="T4" fmla="*/ 47 w 93"/>
              <a:gd name="T5" fmla="*/ 207 h 207"/>
              <a:gd name="T6" fmla="*/ 93 w 93"/>
              <a:gd name="T7" fmla="*/ 143 h 207"/>
              <a:gd name="T8" fmla="*/ 68 w 93"/>
              <a:gd name="T9" fmla="*/ 0 h 207"/>
              <a:gd name="T10" fmla="*/ 25 w 93"/>
              <a:gd name="T11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3" h="207">
                <a:moveTo>
                  <a:pt x="25" y="0"/>
                </a:moveTo>
                <a:lnTo>
                  <a:pt x="0" y="145"/>
                </a:lnTo>
                <a:lnTo>
                  <a:pt x="47" y="207"/>
                </a:lnTo>
                <a:lnTo>
                  <a:pt x="93" y="143"/>
                </a:lnTo>
                <a:lnTo>
                  <a:pt x="68" y="0"/>
                </a:lnTo>
                <a:lnTo>
                  <a:pt x="25" y="0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3" name="Freeform 32"/>
          <p:cNvSpPr/>
          <p:nvPr>
            <p:custDataLst>
              <p:tags r:id="rId21"/>
            </p:custDataLst>
          </p:nvPr>
        </p:nvSpPr>
        <p:spPr bwMode="auto">
          <a:xfrm>
            <a:off x="1863090" y="3333115"/>
            <a:ext cx="66675" cy="46355"/>
          </a:xfrm>
          <a:custGeom>
            <a:avLst/>
            <a:gdLst>
              <a:gd name="T0" fmla="*/ 21 w 57"/>
              <a:gd name="T1" fmla="*/ 7 h 40"/>
              <a:gd name="T2" fmla="*/ 0 w 57"/>
              <a:gd name="T3" fmla="*/ 5 h 40"/>
              <a:gd name="T4" fmla="*/ 0 w 57"/>
              <a:gd name="T5" fmla="*/ 14 h 40"/>
              <a:gd name="T6" fmla="*/ 1 w 57"/>
              <a:gd name="T7" fmla="*/ 13 h 40"/>
              <a:gd name="T8" fmla="*/ 18 w 57"/>
              <a:gd name="T9" fmla="*/ 40 h 40"/>
              <a:gd name="T10" fmla="*/ 40 w 57"/>
              <a:gd name="T11" fmla="*/ 40 h 40"/>
              <a:gd name="T12" fmla="*/ 56 w 57"/>
              <a:gd name="T13" fmla="*/ 15 h 40"/>
              <a:gd name="T14" fmla="*/ 57 w 57"/>
              <a:gd name="T15" fmla="*/ 0 h 40"/>
              <a:gd name="T16" fmla="*/ 21 w 57"/>
              <a:gd name="T17" fmla="*/ 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" h="40">
                <a:moveTo>
                  <a:pt x="21" y="7"/>
                </a:moveTo>
                <a:cubicBezTo>
                  <a:pt x="14" y="7"/>
                  <a:pt x="7" y="7"/>
                  <a:pt x="0" y="5"/>
                </a:cubicBezTo>
                <a:cubicBezTo>
                  <a:pt x="0" y="8"/>
                  <a:pt x="0" y="11"/>
                  <a:pt x="0" y="14"/>
                </a:cubicBezTo>
                <a:cubicBezTo>
                  <a:pt x="0" y="13"/>
                  <a:pt x="1" y="13"/>
                  <a:pt x="1" y="13"/>
                </a:cubicBezTo>
                <a:cubicBezTo>
                  <a:pt x="18" y="40"/>
                  <a:pt x="18" y="40"/>
                  <a:pt x="18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56" y="15"/>
                  <a:pt x="56" y="15"/>
                  <a:pt x="56" y="15"/>
                </a:cubicBezTo>
                <a:cubicBezTo>
                  <a:pt x="56" y="10"/>
                  <a:pt x="56" y="5"/>
                  <a:pt x="57" y="0"/>
                </a:cubicBezTo>
                <a:cubicBezTo>
                  <a:pt x="46" y="5"/>
                  <a:pt x="34" y="7"/>
                  <a:pt x="21" y="7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4" name="Freeform 33"/>
          <p:cNvSpPr>
            <a:spLocks noEditPoints="1"/>
          </p:cNvSpPr>
          <p:nvPr>
            <p:custDataLst>
              <p:tags r:id="rId22"/>
            </p:custDataLst>
          </p:nvPr>
        </p:nvSpPr>
        <p:spPr bwMode="auto">
          <a:xfrm>
            <a:off x="1731010" y="2994025"/>
            <a:ext cx="329565" cy="329565"/>
          </a:xfrm>
          <a:custGeom>
            <a:avLst/>
            <a:gdLst>
              <a:gd name="T0" fmla="*/ 0 w 284"/>
              <a:gd name="T1" fmla="*/ 142 h 284"/>
              <a:gd name="T2" fmla="*/ 142 w 284"/>
              <a:gd name="T3" fmla="*/ 0 h 284"/>
              <a:gd name="T4" fmla="*/ 142 w 284"/>
              <a:gd name="T5" fmla="*/ 0 h 284"/>
              <a:gd name="T6" fmla="*/ 284 w 284"/>
              <a:gd name="T7" fmla="*/ 142 h 284"/>
              <a:gd name="T8" fmla="*/ 284 w 284"/>
              <a:gd name="T9" fmla="*/ 142 h 284"/>
              <a:gd name="T10" fmla="*/ 142 w 284"/>
              <a:gd name="T11" fmla="*/ 284 h 284"/>
              <a:gd name="T12" fmla="*/ 142 w 284"/>
              <a:gd name="T13" fmla="*/ 284 h 284"/>
              <a:gd name="T14" fmla="*/ 0 w 284"/>
              <a:gd name="T15" fmla="*/ 142 h 284"/>
              <a:gd name="T16" fmla="*/ 25 w 284"/>
              <a:gd name="T17" fmla="*/ 142 h 284"/>
              <a:gd name="T18" fmla="*/ 142 w 284"/>
              <a:gd name="T19" fmla="*/ 260 h 284"/>
              <a:gd name="T20" fmla="*/ 142 w 284"/>
              <a:gd name="T21" fmla="*/ 260 h 284"/>
              <a:gd name="T22" fmla="*/ 260 w 284"/>
              <a:gd name="T23" fmla="*/ 142 h 284"/>
              <a:gd name="T24" fmla="*/ 260 w 284"/>
              <a:gd name="T25" fmla="*/ 142 h 284"/>
              <a:gd name="T26" fmla="*/ 142 w 284"/>
              <a:gd name="T27" fmla="*/ 24 h 284"/>
              <a:gd name="T28" fmla="*/ 142 w 284"/>
              <a:gd name="T29" fmla="*/ 24 h 284"/>
              <a:gd name="T30" fmla="*/ 25 w 284"/>
              <a:gd name="T31" fmla="*/ 142 h 284"/>
              <a:gd name="T32" fmla="*/ 25 w 284"/>
              <a:gd name="T33" fmla="*/ 142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84" h="284">
                <a:moveTo>
                  <a:pt x="0" y="142"/>
                </a:moveTo>
                <a:cubicBezTo>
                  <a:pt x="0" y="63"/>
                  <a:pt x="64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221" y="0"/>
                  <a:pt x="284" y="63"/>
                  <a:pt x="284" y="142"/>
                </a:cubicBezTo>
                <a:cubicBezTo>
                  <a:pt x="284" y="142"/>
                  <a:pt x="284" y="142"/>
                  <a:pt x="284" y="142"/>
                </a:cubicBezTo>
                <a:cubicBezTo>
                  <a:pt x="284" y="220"/>
                  <a:pt x="221" y="284"/>
                  <a:pt x="142" y="284"/>
                </a:cubicBezTo>
                <a:cubicBezTo>
                  <a:pt x="142" y="284"/>
                  <a:pt x="142" y="284"/>
                  <a:pt x="142" y="284"/>
                </a:cubicBezTo>
                <a:cubicBezTo>
                  <a:pt x="64" y="284"/>
                  <a:pt x="0" y="220"/>
                  <a:pt x="0" y="142"/>
                </a:cubicBezTo>
                <a:close/>
                <a:moveTo>
                  <a:pt x="25" y="142"/>
                </a:moveTo>
                <a:cubicBezTo>
                  <a:pt x="25" y="207"/>
                  <a:pt x="77" y="259"/>
                  <a:pt x="142" y="260"/>
                </a:cubicBezTo>
                <a:cubicBezTo>
                  <a:pt x="142" y="260"/>
                  <a:pt x="142" y="260"/>
                  <a:pt x="142" y="260"/>
                </a:cubicBezTo>
                <a:cubicBezTo>
                  <a:pt x="207" y="259"/>
                  <a:pt x="260" y="207"/>
                  <a:pt x="260" y="142"/>
                </a:cubicBezTo>
                <a:cubicBezTo>
                  <a:pt x="260" y="142"/>
                  <a:pt x="260" y="142"/>
                  <a:pt x="260" y="142"/>
                </a:cubicBezTo>
                <a:cubicBezTo>
                  <a:pt x="260" y="77"/>
                  <a:pt x="207" y="24"/>
                  <a:pt x="142" y="24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77" y="24"/>
                  <a:pt x="25" y="77"/>
                  <a:pt x="25" y="142"/>
                </a:cubicBezTo>
                <a:cubicBezTo>
                  <a:pt x="25" y="142"/>
                  <a:pt x="25" y="142"/>
                  <a:pt x="25" y="14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5" name="Freeform 34"/>
          <p:cNvSpPr/>
          <p:nvPr>
            <p:custDataLst>
              <p:tags r:id="rId23"/>
            </p:custDataLst>
          </p:nvPr>
        </p:nvSpPr>
        <p:spPr bwMode="auto">
          <a:xfrm>
            <a:off x="1702435" y="2959100"/>
            <a:ext cx="386715" cy="180975"/>
          </a:xfrm>
          <a:custGeom>
            <a:avLst/>
            <a:gdLst>
              <a:gd name="T0" fmla="*/ 0 w 334"/>
              <a:gd name="T1" fmla="*/ 155 h 156"/>
              <a:gd name="T2" fmla="*/ 167 w 334"/>
              <a:gd name="T3" fmla="*/ 0 h 156"/>
              <a:gd name="T4" fmla="*/ 167 w 334"/>
              <a:gd name="T5" fmla="*/ 0 h 156"/>
              <a:gd name="T6" fmla="*/ 334 w 334"/>
              <a:gd name="T7" fmla="*/ 155 h 156"/>
              <a:gd name="T8" fmla="*/ 334 w 334"/>
              <a:gd name="T9" fmla="*/ 155 h 156"/>
              <a:gd name="T10" fmla="*/ 322 w 334"/>
              <a:gd name="T11" fmla="*/ 155 h 156"/>
              <a:gd name="T12" fmla="*/ 167 w 334"/>
              <a:gd name="T13" fmla="*/ 12 h 156"/>
              <a:gd name="T14" fmla="*/ 167 w 334"/>
              <a:gd name="T15" fmla="*/ 12 h 156"/>
              <a:gd name="T16" fmla="*/ 12 w 334"/>
              <a:gd name="T17" fmla="*/ 156 h 156"/>
              <a:gd name="T18" fmla="*/ 12 w 334"/>
              <a:gd name="T19" fmla="*/ 156 h 156"/>
              <a:gd name="T20" fmla="*/ 0 w 334"/>
              <a:gd name="T21" fmla="*/ 155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156">
                <a:moveTo>
                  <a:pt x="0" y="155"/>
                </a:moveTo>
                <a:cubicBezTo>
                  <a:pt x="7" y="68"/>
                  <a:pt x="79" y="0"/>
                  <a:pt x="167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255" y="0"/>
                  <a:pt x="328" y="68"/>
                  <a:pt x="334" y="155"/>
                </a:cubicBezTo>
                <a:cubicBezTo>
                  <a:pt x="334" y="155"/>
                  <a:pt x="334" y="155"/>
                  <a:pt x="334" y="155"/>
                </a:cubicBezTo>
                <a:cubicBezTo>
                  <a:pt x="322" y="155"/>
                  <a:pt x="322" y="155"/>
                  <a:pt x="322" y="155"/>
                </a:cubicBezTo>
                <a:cubicBezTo>
                  <a:pt x="316" y="75"/>
                  <a:pt x="249" y="12"/>
                  <a:pt x="167" y="12"/>
                </a:cubicBezTo>
                <a:cubicBezTo>
                  <a:pt x="167" y="12"/>
                  <a:pt x="167" y="12"/>
                  <a:pt x="167" y="12"/>
                </a:cubicBezTo>
                <a:cubicBezTo>
                  <a:pt x="85" y="12"/>
                  <a:pt x="18" y="75"/>
                  <a:pt x="12" y="156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0" y="155"/>
                  <a:pt x="0" y="155"/>
                  <a:pt x="0" y="15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6" name="Freeform 35"/>
          <p:cNvSpPr/>
          <p:nvPr>
            <p:custDataLst>
              <p:tags r:id="rId24"/>
            </p:custDataLst>
          </p:nvPr>
        </p:nvSpPr>
        <p:spPr bwMode="auto">
          <a:xfrm>
            <a:off x="1655445" y="3310890"/>
            <a:ext cx="481330" cy="278130"/>
          </a:xfrm>
          <a:custGeom>
            <a:avLst/>
            <a:gdLst>
              <a:gd name="T0" fmla="*/ 382 w 415"/>
              <a:gd name="T1" fmla="*/ 223 h 240"/>
              <a:gd name="T2" fmla="*/ 326 w 415"/>
              <a:gd name="T3" fmla="*/ 80 h 240"/>
              <a:gd name="T4" fmla="*/ 326 w 415"/>
              <a:gd name="T5" fmla="*/ 80 h 240"/>
              <a:gd name="T6" fmla="*/ 207 w 415"/>
              <a:gd name="T7" fmla="*/ 33 h 240"/>
              <a:gd name="T8" fmla="*/ 207 w 415"/>
              <a:gd name="T9" fmla="*/ 33 h 240"/>
              <a:gd name="T10" fmla="*/ 161 w 415"/>
              <a:gd name="T11" fmla="*/ 39 h 240"/>
              <a:gd name="T12" fmla="*/ 161 w 415"/>
              <a:gd name="T13" fmla="*/ 39 h 240"/>
              <a:gd name="T14" fmla="*/ 60 w 415"/>
              <a:gd name="T15" fmla="*/ 114 h 240"/>
              <a:gd name="T16" fmla="*/ 60 w 415"/>
              <a:gd name="T17" fmla="*/ 114 h 240"/>
              <a:gd name="T18" fmla="*/ 33 w 415"/>
              <a:gd name="T19" fmla="*/ 223 h 240"/>
              <a:gd name="T20" fmla="*/ 33 w 415"/>
              <a:gd name="T21" fmla="*/ 223 h 240"/>
              <a:gd name="T22" fmla="*/ 16 w 415"/>
              <a:gd name="T23" fmla="*/ 240 h 240"/>
              <a:gd name="T24" fmla="*/ 16 w 415"/>
              <a:gd name="T25" fmla="*/ 240 h 240"/>
              <a:gd name="T26" fmla="*/ 0 w 415"/>
              <a:gd name="T27" fmla="*/ 223 h 240"/>
              <a:gd name="T28" fmla="*/ 0 w 415"/>
              <a:gd name="T29" fmla="*/ 223 h 240"/>
              <a:gd name="T30" fmla="*/ 32 w 415"/>
              <a:gd name="T31" fmla="*/ 97 h 240"/>
              <a:gd name="T32" fmla="*/ 32 w 415"/>
              <a:gd name="T33" fmla="*/ 97 h 240"/>
              <a:gd name="T34" fmla="*/ 152 w 415"/>
              <a:gd name="T35" fmla="*/ 8 h 240"/>
              <a:gd name="T36" fmla="*/ 152 w 415"/>
              <a:gd name="T37" fmla="*/ 8 h 240"/>
              <a:gd name="T38" fmla="*/ 207 w 415"/>
              <a:gd name="T39" fmla="*/ 0 h 240"/>
              <a:gd name="T40" fmla="*/ 207 w 415"/>
              <a:gd name="T41" fmla="*/ 0 h 240"/>
              <a:gd name="T42" fmla="*/ 349 w 415"/>
              <a:gd name="T43" fmla="*/ 56 h 240"/>
              <a:gd name="T44" fmla="*/ 349 w 415"/>
              <a:gd name="T45" fmla="*/ 56 h 240"/>
              <a:gd name="T46" fmla="*/ 414 w 415"/>
              <a:gd name="T47" fmla="*/ 223 h 240"/>
              <a:gd name="T48" fmla="*/ 414 w 415"/>
              <a:gd name="T49" fmla="*/ 223 h 240"/>
              <a:gd name="T50" fmla="*/ 398 w 415"/>
              <a:gd name="T51" fmla="*/ 240 h 240"/>
              <a:gd name="T52" fmla="*/ 398 w 415"/>
              <a:gd name="T53" fmla="*/ 240 h 240"/>
              <a:gd name="T54" fmla="*/ 382 w 415"/>
              <a:gd name="T55" fmla="*/ 223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15" h="240">
                <a:moveTo>
                  <a:pt x="382" y="223"/>
                </a:moveTo>
                <a:cubicBezTo>
                  <a:pt x="382" y="167"/>
                  <a:pt x="367" y="118"/>
                  <a:pt x="326" y="80"/>
                </a:cubicBezTo>
                <a:cubicBezTo>
                  <a:pt x="326" y="80"/>
                  <a:pt x="326" y="80"/>
                  <a:pt x="326" y="80"/>
                </a:cubicBezTo>
                <a:cubicBezTo>
                  <a:pt x="294" y="49"/>
                  <a:pt x="250" y="33"/>
                  <a:pt x="207" y="33"/>
                </a:cubicBezTo>
                <a:cubicBezTo>
                  <a:pt x="207" y="33"/>
                  <a:pt x="207" y="33"/>
                  <a:pt x="207" y="33"/>
                </a:cubicBezTo>
                <a:cubicBezTo>
                  <a:pt x="191" y="33"/>
                  <a:pt x="176" y="35"/>
                  <a:pt x="161" y="39"/>
                </a:cubicBezTo>
                <a:cubicBezTo>
                  <a:pt x="161" y="39"/>
                  <a:pt x="161" y="39"/>
                  <a:pt x="161" y="39"/>
                </a:cubicBezTo>
                <a:cubicBezTo>
                  <a:pt x="119" y="51"/>
                  <a:pt x="83" y="78"/>
                  <a:pt x="60" y="114"/>
                </a:cubicBezTo>
                <a:cubicBezTo>
                  <a:pt x="60" y="114"/>
                  <a:pt x="60" y="114"/>
                  <a:pt x="60" y="114"/>
                </a:cubicBezTo>
                <a:cubicBezTo>
                  <a:pt x="39" y="147"/>
                  <a:pt x="33" y="183"/>
                  <a:pt x="33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3" y="232"/>
                  <a:pt x="25" y="240"/>
                  <a:pt x="16" y="240"/>
                </a:cubicBezTo>
                <a:cubicBezTo>
                  <a:pt x="16" y="240"/>
                  <a:pt x="16" y="240"/>
                  <a:pt x="16" y="240"/>
                </a:cubicBezTo>
                <a:cubicBezTo>
                  <a:pt x="7" y="240"/>
                  <a:pt x="0" y="232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180"/>
                  <a:pt x="7" y="136"/>
                  <a:pt x="32" y="97"/>
                </a:cubicBezTo>
                <a:cubicBezTo>
                  <a:pt x="32" y="97"/>
                  <a:pt x="32" y="97"/>
                  <a:pt x="32" y="97"/>
                </a:cubicBezTo>
                <a:cubicBezTo>
                  <a:pt x="59" y="53"/>
                  <a:pt x="102" y="21"/>
                  <a:pt x="152" y="8"/>
                </a:cubicBezTo>
                <a:cubicBezTo>
                  <a:pt x="152" y="8"/>
                  <a:pt x="152" y="8"/>
                  <a:pt x="152" y="8"/>
                </a:cubicBezTo>
                <a:cubicBezTo>
                  <a:pt x="170" y="3"/>
                  <a:pt x="188" y="0"/>
                  <a:pt x="207" y="0"/>
                </a:cubicBezTo>
                <a:cubicBezTo>
                  <a:pt x="207" y="0"/>
                  <a:pt x="207" y="0"/>
                  <a:pt x="207" y="0"/>
                </a:cubicBezTo>
                <a:cubicBezTo>
                  <a:pt x="259" y="0"/>
                  <a:pt x="310" y="20"/>
                  <a:pt x="349" y="56"/>
                </a:cubicBezTo>
                <a:cubicBezTo>
                  <a:pt x="349" y="56"/>
                  <a:pt x="349" y="56"/>
                  <a:pt x="349" y="56"/>
                </a:cubicBezTo>
                <a:cubicBezTo>
                  <a:pt x="397" y="101"/>
                  <a:pt x="415" y="161"/>
                  <a:pt x="414" y="223"/>
                </a:cubicBezTo>
                <a:cubicBezTo>
                  <a:pt x="414" y="223"/>
                  <a:pt x="414" y="223"/>
                  <a:pt x="414" y="223"/>
                </a:cubicBezTo>
                <a:cubicBezTo>
                  <a:pt x="414" y="232"/>
                  <a:pt x="407" y="240"/>
                  <a:pt x="398" y="240"/>
                </a:cubicBezTo>
                <a:cubicBezTo>
                  <a:pt x="398" y="240"/>
                  <a:pt x="398" y="240"/>
                  <a:pt x="398" y="240"/>
                </a:cubicBezTo>
                <a:cubicBezTo>
                  <a:pt x="389" y="240"/>
                  <a:pt x="382" y="232"/>
                  <a:pt x="382" y="223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36"/>
          <p:cNvSpPr/>
          <p:nvPr>
            <p:custDataLst>
              <p:tags r:id="rId25"/>
            </p:custDataLst>
          </p:nvPr>
        </p:nvSpPr>
        <p:spPr bwMode="auto">
          <a:xfrm>
            <a:off x="1852930" y="3235960"/>
            <a:ext cx="66040" cy="35560"/>
          </a:xfrm>
          <a:custGeom>
            <a:avLst/>
            <a:gdLst>
              <a:gd name="T0" fmla="*/ 57 w 57"/>
              <a:gd name="T1" fmla="*/ 15 h 31"/>
              <a:gd name="T2" fmla="*/ 41 w 57"/>
              <a:gd name="T3" fmla="*/ 31 h 31"/>
              <a:gd name="T4" fmla="*/ 16 w 57"/>
              <a:gd name="T5" fmla="*/ 31 h 31"/>
              <a:gd name="T6" fmla="*/ 0 w 57"/>
              <a:gd name="T7" fmla="*/ 15 h 31"/>
              <a:gd name="T8" fmla="*/ 0 w 57"/>
              <a:gd name="T9" fmla="*/ 15 h 31"/>
              <a:gd name="T10" fmla="*/ 16 w 57"/>
              <a:gd name="T11" fmla="*/ 0 h 31"/>
              <a:gd name="T12" fmla="*/ 41 w 57"/>
              <a:gd name="T13" fmla="*/ 0 h 31"/>
              <a:gd name="T14" fmla="*/ 57 w 57"/>
              <a:gd name="T15" fmla="*/ 15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31">
                <a:moveTo>
                  <a:pt x="57" y="15"/>
                </a:moveTo>
                <a:cubicBezTo>
                  <a:pt x="57" y="24"/>
                  <a:pt x="50" y="31"/>
                  <a:pt x="41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7" y="31"/>
                  <a:pt x="0" y="24"/>
                  <a:pt x="0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50" y="0"/>
                  <a:pt x="57" y="7"/>
                  <a:pt x="57" y="1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" name="Freeform 37"/>
          <p:cNvSpPr/>
          <p:nvPr>
            <p:custDataLst>
              <p:tags r:id="rId26"/>
            </p:custDataLst>
          </p:nvPr>
        </p:nvSpPr>
        <p:spPr bwMode="auto">
          <a:xfrm>
            <a:off x="1722120" y="3227705"/>
            <a:ext cx="139065" cy="36830"/>
          </a:xfrm>
          <a:custGeom>
            <a:avLst/>
            <a:gdLst>
              <a:gd name="T0" fmla="*/ 34 w 120"/>
              <a:gd name="T1" fmla="*/ 32 h 32"/>
              <a:gd name="T2" fmla="*/ 0 w 120"/>
              <a:gd name="T3" fmla="*/ 2 h 32"/>
              <a:gd name="T4" fmla="*/ 0 w 120"/>
              <a:gd name="T5" fmla="*/ 2 h 32"/>
              <a:gd name="T6" fmla="*/ 12 w 120"/>
              <a:gd name="T7" fmla="*/ 0 h 32"/>
              <a:gd name="T8" fmla="*/ 34 w 120"/>
              <a:gd name="T9" fmla="*/ 20 h 32"/>
              <a:gd name="T10" fmla="*/ 34 w 120"/>
              <a:gd name="T11" fmla="*/ 20 h 32"/>
              <a:gd name="T12" fmla="*/ 120 w 120"/>
              <a:gd name="T13" fmla="*/ 20 h 32"/>
              <a:gd name="T14" fmla="*/ 120 w 120"/>
              <a:gd name="T15" fmla="*/ 20 h 32"/>
              <a:gd name="T16" fmla="*/ 120 w 120"/>
              <a:gd name="T17" fmla="*/ 32 h 32"/>
              <a:gd name="T18" fmla="*/ 34 w 120"/>
              <a:gd name="T1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0" h="32">
                <a:moveTo>
                  <a:pt x="34" y="32"/>
                </a:moveTo>
                <a:cubicBezTo>
                  <a:pt x="16" y="32"/>
                  <a:pt x="2" y="19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2" y="0"/>
                  <a:pt x="12" y="0"/>
                  <a:pt x="12" y="0"/>
                </a:cubicBezTo>
                <a:cubicBezTo>
                  <a:pt x="13" y="11"/>
                  <a:pt x="22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34" y="32"/>
                  <a:pt x="34" y="32"/>
                  <a:pt x="34" y="3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8"/>
            </p:custDataLst>
          </p:nvPr>
        </p:nvSpPr>
        <p:spPr>
          <a:xfrm>
            <a:off x="5026025" y="2214880"/>
            <a:ext cx="6199505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小明x岁，爸爸40岁，相差28岁，可以列出方程40-x=28，轻松算出小明12岁。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29"/>
            </p:custDataLst>
          </p:nvPr>
        </p:nvSpPr>
        <p:spPr>
          <a:xfrm>
            <a:off x="5065395" y="1887855"/>
            <a:ext cx="59480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例子场景1：年龄问题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5" name="矩形 24"/>
          <p:cNvSpPr/>
          <p:nvPr>
            <p:custDataLst>
              <p:tags r:id="rId30"/>
            </p:custDataLst>
          </p:nvPr>
        </p:nvSpPr>
        <p:spPr>
          <a:xfrm>
            <a:off x="5028565" y="3611245"/>
            <a:ext cx="642493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小芳每天跑s千米，7天共跑2.8千米，列方程7s=2.8，就知道她每天跑0.4千米。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31"/>
            </p:custDataLst>
          </p:nvPr>
        </p:nvSpPr>
        <p:spPr>
          <a:xfrm>
            <a:off x="5088255" y="3286125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例子场景2：跑步路程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32"/>
            </p:custDataLst>
          </p:nvPr>
        </p:nvSpPr>
        <p:spPr>
          <a:xfrm>
            <a:off x="5060950" y="4979035"/>
            <a:ext cx="639318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一罐糖果a颗，分给25个小朋友，每人3颗正好分完，列方程a÷25=3，得出共有75颗糖果。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33"/>
            </p:custDataLst>
          </p:nvPr>
        </p:nvSpPr>
        <p:spPr>
          <a:xfrm>
            <a:off x="5104765" y="4660265"/>
            <a:ext cx="643509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例子场景3：分糖果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11" name="Freeform 15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4893945" y="340995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Freeform 16"/>
          <p:cNvSpPr>
            <a:spLocks noEditPoints="1"/>
          </p:cNvSpPr>
          <p:nvPr>
            <p:custDataLst>
              <p:tags r:id="rId35"/>
            </p:custDataLst>
          </p:nvPr>
        </p:nvSpPr>
        <p:spPr bwMode="auto">
          <a:xfrm>
            <a:off x="4801870" y="336804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Freeform 15"/>
          <p:cNvSpPr>
            <a:spLocks noEditPoints="1"/>
          </p:cNvSpPr>
          <p:nvPr>
            <p:custDataLst>
              <p:tags r:id="rId36"/>
            </p:custDataLst>
          </p:nvPr>
        </p:nvSpPr>
        <p:spPr bwMode="auto">
          <a:xfrm>
            <a:off x="4893945" y="479298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Freeform 16"/>
          <p:cNvSpPr>
            <a:spLocks noEditPoints="1"/>
          </p:cNvSpPr>
          <p:nvPr>
            <p:custDataLst>
              <p:tags r:id="rId37"/>
            </p:custDataLst>
          </p:nvPr>
        </p:nvSpPr>
        <p:spPr bwMode="auto">
          <a:xfrm>
            <a:off x="4801870" y="475107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典型例子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二、错题突破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Freeform 5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 rot="1260000">
            <a:off x="3136900" y="2302510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2"/>
            </p:custDataLst>
          </p:nvPr>
        </p:nvSpPr>
        <p:spPr bwMode="auto">
          <a:xfrm rot="21060000">
            <a:off x="2183130" y="2971165"/>
            <a:ext cx="555625" cy="2381250"/>
          </a:xfrm>
          <a:custGeom>
            <a:avLst/>
            <a:gdLst>
              <a:gd name="T0" fmla="*/ 318 w 323"/>
              <a:gd name="T1" fmla="*/ 1385 h 1385"/>
              <a:gd name="T2" fmla="*/ 0 w 323"/>
              <a:gd name="T3" fmla="*/ 523 h 1385"/>
              <a:gd name="T4" fmla="*/ 5 w 323"/>
              <a:gd name="T5" fmla="*/ 522 h 1385"/>
              <a:gd name="T6" fmla="*/ 318 w 323"/>
              <a:gd name="T7" fmla="*/ 1370 h 1385"/>
              <a:gd name="T8" fmla="*/ 318 w 323"/>
              <a:gd name="T9" fmla="*/ 0 h 1385"/>
              <a:gd name="T10" fmla="*/ 323 w 323"/>
              <a:gd name="T11" fmla="*/ 0 h 1385"/>
              <a:gd name="T12" fmla="*/ 323 w 323"/>
              <a:gd name="T13" fmla="*/ 1385 h 1385"/>
              <a:gd name="T14" fmla="*/ 318 w 323"/>
              <a:gd name="T15" fmla="*/ 1385 h 1385"/>
              <a:gd name="T16" fmla="*/ 318 w 323"/>
              <a:gd name="T17" fmla="*/ 1385 h 1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1385">
                <a:moveTo>
                  <a:pt x="318" y="1385"/>
                </a:moveTo>
                <a:lnTo>
                  <a:pt x="0" y="523"/>
                </a:lnTo>
                <a:lnTo>
                  <a:pt x="5" y="522"/>
                </a:lnTo>
                <a:lnTo>
                  <a:pt x="318" y="1370"/>
                </a:lnTo>
                <a:lnTo>
                  <a:pt x="318" y="0"/>
                </a:lnTo>
                <a:lnTo>
                  <a:pt x="323" y="0"/>
                </a:lnTo>
                <a:lnTo>
                  <a:pt x="323" y="1385"/>
                </a:lnTo>
                <a:lnTo>
                  <a:pt x="318" y="1385"/>
                </a:lnTo>
                <a:lnTo>
                  <a:pt x="318" y="138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Freeform 1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21060000">
            <a:off x="1195070" y="2868930"/>
            <a:ext cx="1112520" cy="1128395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4"/>
            </p:custDataLst>
          </p:nvPr>
        </p:nvSpPr>
        <p:spPr bwMode="auto">
          <a:xfrm rot="21060000">
            <a:off x="1943735" y="1772920"/>
            <a:ext cx="1052195" cy="1219200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21060000">
            <a:off x="1198245" y="2875915"/>
            <a:ext cx="1091565" cy="1107440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41550" y="5006340"/>
            <a:ext cx="228600" cy="226695"/>
          </a:xfrm>
          <a:prstGeom prst="ellipse">
            <a:avLst/>
          </a:pr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2021205" y="5259070"/>
            <a:ext cx="925195" cy="1066165"/>
          </a:xfrm>
          <a:custGeom>
            <a:avLst/>
            <a:gdLst>
              <a:gd name="T0" fmla="*/ 437 w 444"/>
              <a:gd name="T1" fmla="*/ 25 h 512"/>
              <a:gd name="T2" fmla="*/ 401 w 444"/>
              <a:gd name="T3" fmla="*/ 16 h 512"/>
              <a:gd name="T4" fmla="*/ 326 w 444"/>
              <a:gd name="T5" fmla="*/ 62 h 512"/>
              <a:gd name="T6" fmla="*/ 239 w 444"/>
              <a:gd name="T7" fmla="*/ 4 h 512"/>
              <a:gd name="T8" fmla="*/ 230 w 444"/>
              <a:gd name="T9" fmla="*/ 1 h 512"/>
              <a:gd name="T10" fmla="*/ 230 w 444"/>
              <a:gd name="T11" fmla="*/ 0 h 512"/>
              <a:gd name="T12" fmla="*/ 224 w 444"/>
              <a:gd name="T13" fmla="*/ 0 h 512"/>
              <a:gd name="T14" fmla="*/ 224 w 444"/>
              <a:gd name="T15" fmla="*/ 0 h 512"/>
              <a:gd name="T16" fmla="*/ 94 w 444"/>
              <a:gd name="T17" fmla="*/ 0 h 512"/>
              <a:gd name="T18" fmla="*/ 94 w 444"/>
              <a:gd name="T19" fmla="*/ 0 h 512"/>
              <a:gd name="T20" fmla="*/ 89 w 444"/>
              <a:gd name="T21" fmla="*/ 0 h 512"/>
              <a:gd name="T22" fmla="*/ 89 w 444"/>
              <a:gd name="T23" fmla="*/ 0 h 512"/>
              <a:gd name="T24" fmla="*/ 72 w 444"/>
              <a:gd name="T25" fmla="*/ 11 h 512"/>
              <a:gd name="T26" fmla="*/ 5 w 444"/>
              <a:gd name="T27" fmla="*/ 109 h 512"/>
              <a:gd name="T28" fmla="*/ 1 w 444"/>
              <a:gd name="T29" fmla="*/ 124 h 512"/>
              <a:gd name="T30" fmla="*/ 4 w 444"/>
              <a:gd name="T31" fmla="*/ 139 h 512"/>
              <a:gd name="T32" fmla="*/ 55 w 444"/>
              <a:gd name="T33" fmla="*/ 229 h 512"/>
              <a:gd name="T34" fmla="*/ 91 w 444"/>
              <a:gd name="T35" fmla="*/ 238 h 512"/>
              <a:gd name="T36" fmla="*/ 100 w 444"/>
              <a:gd name="T37" fmla="*/ 203 h 512"/>
              <a:gd name="T38" fmla="*/ 56 w 444"/>
              <a:gd name="T39" fmla="*/ 126 h 512"/>
              <a:gd name="T40" fmla="*/ 89 w 444"/>
              <a:gd name="T41" fmla="*/ 78 h 512"/>
              <a:gd name="T42" fmla="*/ 89 w 444"/>
              <a:gd name="T43" fmla="*/ 149 h 512"/>
              <a:gd name="T44" fmla="*/ 114 w 444"/>
              <a:gd name="T45" fmla="*/ 192 h 512"/>
              <a:gd name="T46" fmla="*/ 97 w 444"/>
              <a:gd name="T47" fmla="*/ 253 h 512"/>
              <a:gd name="T48" fmla="*/ 89 w 444"/>
              <a:gd name="T49" fmla="*/ 256 h 512"/>
              <a:gd name="T50" fmla="*/ 89 w 444"/>
              <a:gd name="T51" fmla="*/ 268 h 512"/>
              <a:gd name="T52" fmla="*/ 89 w 444"/>
              <a:gd name="T53" fmla="*/ 275 h 512"/>
              <a:gd name="T54" fmla="*/ 89 w 444"/>
              <a:gd name="T55" fmla="*/ 485 h 512"/>
              <a:gd name="T56" fmla="*/ 116 w 444"/>
              <a:gd name="T57" fmla="*/ 512 h 512"/>
              <a:gd name="T58" fmla="*/ 143 w 444"/>
              <a:gd name="T59" fmla="*/ 485 h 512"/>
              <a:gd name="T60" fmla="*/ 143 w 444"/>
              <a:gd name="T61" fmla="*/ 275 h 512"/>
              <a:gd name="T62" fmla="*/ 159 w 444"/>
              <a:gd name="T63" fmla="*/ 259 h 512"/>
              <a:gd name="T64" fmla="*/ 177 w 444"/>
              <a:gd name="T65" fmla="*/ 275 h 512"/>
              <a:gd name="T66" fmla="*/ 177 w 444"/>
              <a:gd name="T67" fmla="*/ 485 h 512"/>
              <a:gd name="T68" fmla="*/ 203 w 444"/>
              <a:gd name="T69" fmla="*/ 512 h 512"/>
              <a:gd name="T70" fmla="*/ 230 w 444"/>
              <a:gd name="T71" fmla="*/ 485 h 512"/>
              <a:gd name="T72" fmla="*/ 230 w 444"/>
              <a:gd name="T73" fmla="*/ 275 h 512"/>
              <a:gd name="T74" fmla="*/ 230 w 444"/>
              <a:gd name="T75" fmla="*/ 268 h 512"/>
              <a:gd name="T76" fmla="*/ 230 w 444"/>
              <a:gd name="T77" fmla="*/ 60 h 512"/>
              <a:gd name="T78" fmla="*/ 309 w 444"/>
              <a:gd name="T79" fmla="*/ 113 h 512"/>
              <a:gd name="T80" fmla="*/ 325 w 444"/>
              <a:gd name="T81" fmla="*/ 117 h 512"/>
              <a:gd name="T82" fmla="*/ 339 w 444"/>
              <a:gd name="T83" fmla="*/ 114 h 512"/>
              <a:gd name="T84" fmla="*/ 428 w 444"/>
              <a:gd name="T85" fmla="*/ 61 h 512"/>
              <a:gd name="T86" fmla="*/ 437 w 444"/>
              <a:gd name="T87" fmla="*/ 2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4" h="512">
                <a:moveTo>
                  <a:pt x="437" y="25"/>
                </a:moveTo>
                <a:cubicBezTo>
                  <a:pt x="430" y="13"/>
                  <a:pt x="414" y="9"/>
                  <a:pt x="401" y="16"/>
                </a:cubicBezTo>
                <a:cubicBezTo>
                  <a:pt x="326" y="62"/>
                  <a:pt x="326" y="62"/>
                  <a:pt x="326" y="62"/>
                </a:cubicBezTo>
                <a:cubicBezTo>
                  <a:pt x="239" y="4"/>
                  <a:pt x="239" y="4"/>
                  <a:pt x="239" y="4"/>
                </a:cubicBezTo>
                <a:cubicBezTo>
                  <a:pt x="236" y="2"/>
                  <a:pt x="233" y="1"/>
                  <a:pt x="230" y="1"/>
                </a:cubicBezTo>
                <a:cubicBezTo>
                  <a:pt x="230" y="0"/>
                  <a:pt x="230" y="0"/>
                  <a:pt x="230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3" y="1"/>
                  <a:pt x="77" y="5"/>
                  <a:pt x="72" y="11"/>
                </a:cubicBezTo>
                <a:cubicBezTo>
                  <a:pt x="5" y="109"/>
                  <a:pt x="5" y="109"/>
                  <a:pt x="5" y="109"/>
                </a:cubicBezTo>
                <a:cubicBezTo>
                  <a:pt x="2" y="114"/>
                  <a:pt x="1" y="119"/>
                  <a:pt x="1" y="124"/>
                </a:cubicBezTo>
                <a:cubicBezTo>
                  <a:pt x="0" y="129"/>
                  <a:pt x="1" y="134"/>
                  <a:pt x="4" y="139"/>
                </a:cubicBezTo>
                <a:cubicBezTo>
                  <a:pt x="55" y="229"/>
                  <a:pt x="55" y="229"/>
                  <a:pt x="55" y="229"/>
                </a:cubicBezTo>
                <a:cubicBezTo>
                  <a:pt x="62" y="241"/>
                  <a:pt x="78" y="245"/>
                  <a:pt x="91" y="238"/>
                </a:cubicBezTo>
                <a:cubicBezTo>
                  <a:pt x="103" y="231"/>
                  <a:pt x="107" y="215"/>
                  <a:pt x="100" y="203"/>
                </a:cubicBezTo>
                <a:cubicBezTo>
                  <a:pt x="56" y="126"/>
                  <a:pt x="56" y="126"/>
                  <a:pt x="56" y="126"/>
                </a:cubicBezTo>
                <a:cubicBezTo>
                  <a:pt x="89" y="78"/>
                  <a:pt x="89" y="78"/>
                  <a:pt x="89" y="78"/>
                </a:cubicBezTo>
                <a:cubicBezTo>
                  <a:pt x="89" y="149"/>
                  <a:pt x="89" y="149"/>
                  <a:pt x="89" y="149"/>
                </a:cubicBezTo>
                <a:cubicBezTo>
                  <a:pt x="114" y="192"/>
                  <a:pt x="114" y="192"/>
                  <a:pt x="114" y="192"/>
                </a:cubicBezTo>
                <a:cubicBezTo>
                  <a:pt x="126" y="213"/>
                  <a:pt x="119" y="241"/>
                  <a:pt x="97" y="253"/>
                </a:cubicBezTo>
                <a:cubicBezTo>
                  <a:pt x="95" y="254"/>
                  <a:pt x="92" y="255"/>
                  <a:pt x="89" y="256"/>
                </a:cubicBezTo>
                <a:cubicBezTo>
                  <a:pt x="89" y="268"/>
                  <a:pt x="89" y="268"/>
                  <a:pt x="89" y="268"/>
                </a:cubicBezTo>
                <a:cubicBezTo>
                  <a:pt x="89" y="275"/>
                  <a:pt x="89" y="275"/>
                  <a:pt x="89" y="275"/>
                </a:cubicBezTo>
                <a:cubicBezTo>
                  <a:pt x="89" y="485"/>
                  <a:pt x="89" y="485"/>
                  <a:pt x="89" y="485"/>
                </a:cubicBezTo>
                <a:cubicBezTo>
                  <a:pt x="89" y="500"/>
                  <a:pt x="101" y="512"/>
                  <a:pt x="116" y="512"/>
                </a:cubicBezTo>
                <a:cubicBezTo>
                  <a:pt x="131" y="512"/>
                  <a:pt x="143" y="500"/>
                  <a:pt x="143" y="485"/>
                </a:cubicBezTo>
                <a:cubicBezTo>
                  <a:pt x="143" y="275"/>
                  <a:pt x="143" y="275"/>
                  <a:pt x="143" y="275"/>
                </a:cubicBezTo>
                <a:cubicBezTo>
                  <a:pt x="143" y="266"/>
                  <a:pt x="150" y="259"/>
                  <a:pt x="159" y="259"/>
                </a:cubicBezTo>
                <a:cubicBezTo>
                  <a:pt x="168" y="259"/>
                  <a:pt x="177" y="266"/>
                  <a:pt x="177" y="275"/>
                </a:cubicBezTo>
                <a:cubicBezTo>
                  <a:pt x="177" y="485"/>
                  <a:pt x="177" y="485"/>
                  <a:pt x="177" y="485"/>
                </a:cubicBezTo>
                <a:cubicBezTo>
                  <a:pt x="177" y="500"/>
                  <a:pt x="188" y="512"/>
                  <a:pt x="203" y="512"/>
                </a:cubicBezTo>
                <a:cubicBezTo>
                  <a:pt x="218" y="512"/>
                  <a:pt x="230" y="500"/>
                  <a:pt x="230" y="485"/>
                </a:cubicBezTo>
                <a:cubicBezTo>
                  <a:pt x="230" y="275"/>
                  <a:pt x="230" y="275"/>
                  <a:pt x="230" y="275"/>
                </a:cubicBezTo>
                <a:cubicBezTo>
                  <a:pt x="230" y="268"/>
                  <a:pt x="230" y="268"/>
                  <a:pt x="230" y="268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309" y="113"/>
                  <a:pt x="309" y="113"/>
                  <a:pt x="309" y="113"/>
                </a:cubicBezTo>
                <a:cubicBezTo>
                  <a:pt x="314" y="116"/>
                  <a:pt x="319" y="117"/>
                  <a:pt x="325" y="117"/>
                </a:cubicBezTo>
                <a:cubicBezTo>
                  <a:pt x="330" y="117"/>
                  <a:pt x="335" y="116"/>
                  <a:pt x="339" y="114"/>
                </a:cubicBezTo>
                <a:cubicBezTo>
                  <a:pt x="428" y="61"/>
                  <a:pt x="428" y="61"/>
                  <a:pt x="428" y="61"/>
                </a:cubicBezTo>
                <a:cubicBezTo>
                  <a:pt x="440" y="53"/>
                  <a:pt x="444" y="37"/>
                  <a:pt x="437" y="2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 flipV="1">
            <a:off x="2918460" y="3131820"/>
            <a:ext cx="452755" cy="21558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 flipV="1">
            <a:off x="2919095" y="4476115"/>
            <a:ext cx="389890" cy="8191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 rot="21240000">
            <a:off x="3044190" y="3500755"/>
            <a:ext cx="974725" cy="990600"/>
          </a:xfrm>
          <a:custGeom>
            <a:avLst/>
            <a:gdLst>
              <a:gd name="T0" fmla="*/ 60 w 569"/>
              <a:gd name="T1" fmla="*/ 166 h 578"/>
              <a:gd name="T2" fmla="*/ 402 w 569"/>
              <a:gd name="T3" fmla="*/ 67 h 578"/>
              <a:gd name="T4" fmla="*/ 501 w 569"/>
              <a:gd name="T5" fmla="*/ 410 h 578"/>
              <a:gd name="T6" fmla="*/ 195 w 569"/>
              <a:gd name="T7" fmla="*/ 525 h 578"/>
              <a:gd name="T8" fmla="*/ 116 w 569"/>
              <a:gd name="T9" fmla="*/ 578 h 578"/>
              <a:gd name="T10" fmla="*/ 121 w 569"/>
              <a:gd name="T11" fmla="*/ 483 h 578"/>
              <a:gd name="T12" fmla="*/ 60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60" y="166"/>
                </a:moveTo>
                <a:cubicBezTo>
                  <a:pt x="127" y="44"/>
                  <a:pt x="280" y="0"/>
                  <a:pt x="402" y="67"/>
                </a:cubicBezTo>
                <a:cubicBezTo>
                  <a:pt x="524" y="134"/>
                  <a:pt x="569" y="288"/>
                  <a:pt x="501" y="410"/>
                </a:cubicBezTo>
                <a:cubicBezTo>
                  <a:pt x="441" y="520"/>
                  <a:pt x="310" y="567"/>
                  <a:pt x="195" y="525"/>
                </a:cubicBezTo>
                <a:cubicBezTo>
                  <a:pt x="116" y="578"/>
                  <a:pt x="116" y="578"/>
                  <a:pt x="116" y="578"/>
                </a:cubicBezTo>
                <a:cubicBezTo>
                  <a:pt x="121" y="483"/>
                  <a:pt x="121" y="483"/>
                  <a:pt x="121" y="483"/>
                </a:cubicBezTo>
                <a:cubicBezTo>
                  <a:pt x="28" y="407"/>
                  <a:pt x="0" y="274"/>
                  <a:pt x="60" y="166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Freeform 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rot="1200000">
            <a:off x="3129915" y="2292985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4673"/>
          <p:cNvSpPr/>
          <p:nvPr>
            <p:custDataLst>
              <p:tags r:id="rId11"/>
            </p:custDataLst>
          </p:nvPr>
        </p:nvSpPr>
        <p:spPr bwMode="auto">
          <a:xfrm rot="1020000">
            <a:off x="3349625" y="2491740"/>
            <a:ext cx="354330" cy="443230"/>
          </a:xfrm>
          <a:custGeom>
            <a:avLst/>
            <a:gdLst>
              <a:gd name="T0" fmla="*/ 142 w 149"/>
              <a:gd name="T1" fmla="*/ 83 h 187"/>
              <a:gd name="T2" fmla="*/ 115 w 149"/>
              <a:gd name="T3" fmla="*/ 54 h 187"/>
              <a:gd name="T4" fmla="*/ 104 w 149"/>
              <a:gd name="T5" fmla="*/ 17 h 187"/>
              <a:gd name="T6" fmla="*/ 44 w 149"/>
              <a:gd name="T7" fmla="*/ 17 h 187"/>
              <a:gd name="T8" fmla="*/ 33 w 149"/>
              <a:gd name="T9" fmla="*/ 55 h 187"/>
              <a:gd name="T10" fmla="*/ 6 w 149"/>
              <a:gd name="T11" fmla="*/ 84 h 187"/>
              <a:gd name="T12" fmla="*/ 36 w 149"/>
              <a:gd name="T13" fmla="*/ 135 h 187"/>
              <a:gd name="T14" fmla="*/ 64 w 149"/>
              <a:gd name="T15" fmla="*/ 133 h 187"/>
              <a:gd name="T16" fmla="*/ 64 w 149"/>
              <a:gd name="T17" fmla="*/ 179 h 187"/>
              <a:gd name="T18" fmla="*/ 75 w 149"/>
              <a:gd name="T19" fmla="*/ 187 h 187"/>
              <a:gd name="T20" fmla="*/ 86 w 149"/>
              <a:gd name="T21" fmla="*/ 179 h 187"/>
              <a:gd name="T22" fmla="*/ 86 w 149"/>
              <a:gd name="T23" fmla="*/ 133 h 187"/>
              <a:gd name="T24" fmla="*/ 113 w 149"/>
              <a:gd name="T25" fmla="*/ 135 h 187"/>
              <a:gd name="T26" fmla="*/ 142 w 149"/>
              <a:gd name="T27" fmla="*/ 83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9" h="187">
                <a:moveTo>
                  <a:pt x="142" y="83"/>
                </a:moveTo>
                <a:cubicBezTo>
                  <a:pt x="139" y="69"/>
                  <a:pt x="128" y="59"/>
                  <a:pt x="115" y="54"/>
                </a:cubicBezTo>
                <a:cubicBezTo>
                  <a:pt x="118" y="41"/>
                  <a:pt x="114" y="27"/>
                  <a:pt x="104" y="17"/>
                </a:cubicBezTo>
                <a:cubicBezTo>
                  <a:pt x="87" y="0"/>
                  <a:pt x="60" y="0"/>
                  <a:pt x="44" y="17"/>
                </a:cubicBezTo>
                <a:cubicBezTo>
                  <a:pt x="34" y="27"/>
                  <a:pt x="30" y="42"/>
                  <a:pt x="33" y="55"/>
                </a:cubicBezTo>
                <a:cubicBezTo>
                  <a:pt x="20" y="59"/>
                  <a:pt x="9" y="70"/>
                  <a:pt x="6" y="84"/>
                </a:cubicBezTo>
                <a:cubicBezTo>
                  <a:pt x="0" y="107"/>
                  <a:pt x="13" y="130"/>
                  <a:pt x="36" y="135"/>
                </a:cubicBezTo>
                <a:cubicBezTo>
                  <a:pt x="46" y="138"/>
                  <a:pt x="55" y="137"/>
                  <a:pt x="64" y="133"/>
                </a:cubicBezTo>
                <a:cubicBezTo>
                  <a:pt x="64" y="179"/>
                  <a:pt x="64" y="179"/>
                  <a:pt x="64" y="179"/>
                </a:cubicBezTo>
                <a:cubicBezTo>
                  <a:pt x="64" y="183"/>
                  <a:pt x="69" y="187"/>
                  <a:pt x="75" y="187"/>
                </a:cubicBezTo>
                <a:cubicBezTo>
                  <a:pt x="81" y="187"/>
                  <a:pt x="86" y="183"/>
                  <a:pt x="86" y="179"/>
                </a:cubicBezTo>
                <a:cubicBezTo>
                  <a:pt x="86" y="133"/>
                  <a:pt x="86" y="133"/>
                  <a:pt x="86" y="133"/>
                </a:cubicBezTo>
                <a:cubicBezTo>
                  <a:pt x="94" y="137"/>
                  <a:pt x="104" y="138"/>
                  <a:pt x="113" y="135"/>
                </a:cubicBezTo>
                <a:cubicBezTo>
                  <a:pt x="135" y="129"/>
                  <a:pt x="149" y="106"/>
                  <a:pt x="142" y="83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0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3282950" y="3827145"/>
            <a:ext cx="467995" cy="337820"/>
          </a:xfrm>
          <a:custGeom>
            <a:avLst/>
            <a:gdLst>
              <a:gd name="T0" fmla="*/ 47 w 165"/>
              <a:gd name="T1" fmla="*/ 57 h 121"/>
              <a:gd name="T2" fmla="*/ 60 w 165"/>
              <a:gd name="T3" fmla="*/ 82 h 121"/>
              <a:gd name="T4" fmla="*/ 98 w 165"/>
              <a:gd name="T5" fmla="*/ 78 h 121"/>
              <a:gd name="T6" fmla="*/ 104 w 165"/>
              <a:gd name="T7" fmla="*/ 68 h 121"/>
              <a:gd name="T8" fmla="*/ 77 w 165"/>
              <a:gd name="T9" fmla="*/ 28 h 121"/>
              <a:gd name="T10" fmla="*/ 141 w 165"/>
              <a:gd name="T11" fmla="*/ 121 h 121"/>
              <a:gd name="T12" fmla="*/ 117 w 165"/>
              <a:gd name="T13" fmla="*/ 91 h 121"/>
              <a:gd name="T14" fmla="*/ 77 w 165"/>
              <a:gd name="T15" fmla="*/ 94 h 121"/>
              <a:gd name="T16" fmla="*/ 30 w 165"/>
              <a:gd name="T17" fmla="*/ 115 h 121"/>
              <a:gd name="T18" fmla="*/ 30 w 165"/>
              <a:gd name="T19" fmla="*/ 55 h 121"/>
              <a:gd name="T20" fmla="*/ 43 w 165"/>
              <a:gd name="T21" fmla="*/ 45 h 121"/>
              <a:gd name="T22" fmla="*/ 34 w 165"/>
              <a:gd name="T23" fmla="*/ 39 h 121"/>
              <a:gd name="T24" fmla="*/ 5 w 165"/>
              <a:gd name="T25" fmla="*/ 24 h 121"/>
              <a:gd name="T26" fmla="*/ 42 w 165"/>
              <a:gd name="T27" fmla="*/ 24 h 121"/>
              <a:gd name="T28" fmla="*/ 50 w 165"/>
              <a:gd name="T29" fmla="*/ 32 h 121"/>
              <a:gd name="T30" fmla="*/ 104 w 165"/>
              <a:gd name="T31" fmla="*/ 33 h 121"/>
              <a:gd name="T32" fmla="*/ 110 w 165"/>
              <a:gd name="T33" fmla="*/ 24 h 121"/>
              <a:gd name="T34" fmla="*/ 159 w 165"/>
              <a:gd name="T35" fmla="*/ 24 h 121"/>
              <a:gd name="T36" fmla="*/ 118 w 165"/>
              <a:gd name="T37" fmla="*/ 42 h 121"/>
              <a:gd name="T38" fmla="*/ 113 w 165"/>
              <a:gd name="T39" fmla="*/ 57 h 121"/>
              <a:gd name="T40" fmla="*/ 125 w 165"/>
              <a:gd name="T41" fmla="*/ 79 h 121"/>
              <a:gd name="T42" fmla="*/ 165 w 165"/>
              <a:gd name="T43" fmla="*/ 97 h 121"/>
              <a:gd name="T44" fmla="*/ 41 w 165"/>
              <a:gd name="T45" fmla="*/ 64 h 121"/>
              <a:gd name="T46" fmla="*/ 7 w 165"/>
              <a:gd name="T47" fmla="*/ 85 h 121"/>
              <a:gd name="T48" fmla="*/ 53 w 165"/>
              <a:gd name="T49" fmla="*/ 85 h 121"/>
              <a:gd name="T50" fmla="*/ 116 w 165"/>
              <a:gd name="T51" fmla="*/ 27 h 121"/>
              <a:gd name="T52" fmla="*/ 123 w 165"/>
              <a:gd name="T53" fmla="*/ 39 h 121"/>
              <a:gd name="T54" fmla="*/ 153 w 165"/>
              <a:gd name="T55" fmla="*/ 24 h 121"/>
              <a:gd name="T56" fmla="*/ 116 w 165"/>
              <a:gd name="T57" fmla="*/ 24 h 121"/>
              <a:gd name="T58" fmla="*/ 23 w 165"/>
              <a:gd name="T59" fmla="*/ 12 h 121"/>
              <a:gd name="T60" fmla="*/ 23 w 165"/>
              <a:gd name="T61" fmla="*/ 37 h 121"/>
              <a:gd name="T62" fmla="*/ 28 w 165"/>
              <a:gd name="T63" fmla="*/ 27 h 121"/>
              <a:gd name="T64" fmla="*/ 158 w 165"/>
              <a:gd name="T65" fmla="*/ 97 h 121"/>
              <a:gd name="T66" fmla="*/ 123 w 165"/>
              <a:gd name="T67" fmla="*/ 97 h 121"/>
              <a:gd name="T68" fmla="*/ 158 w 165"/>
              <a:gd name="T69" fmla="*/ 97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21">
                <a:moveTo>
                  <a:pt x="77" y="28"/>
                </a:moveTo>
                <a:cubicBezTo>
                  <a:pt x="61" y="28"/>
                  <a:pt x="47" y="41"/>
                  <a:pt x="47" y="57"/>
                </a:cubicBezTo>
                <a:cubicBezTo>
                  <a:pt x="47" y="58"/>
                  <a:pt x="47" y="59"/>
                  <a:pt x="48" y="60"/>
                </a:cubicBezTo>
                <a:cubicBezTo>
                  <a:pt x="55" y="65"/>
                  <a:pt x="59" y="73"/>
                  <a:pt x="60" y="82"/>
                </a:cubicBezTo>
                <a:cubicBezTo>
                  <a:pt x="65" y="85"/>
                  <a:pt x="71" y="87"/>
                  <a:pt x="77" y="87"/>
                </a:cubicBezTo>
                <a:cubicBezTo>
                  <a:pt x="85" y="87"/>
                  <a:pt x="92" y="83"/>
                  <a:pt x="98" y="78"/>
                </a:cubicBezTo>
                <a:cubicBezTo>
                  <a:pt x="97" y="76"/>
                  <a:pt x="97" y="73"/>
                  <a:pt x="98" y="71"/>
                </a:cubicBezTo>
                <a:cubicBezTo>
                  <a:pt x="100" y="69"/>
                  <a:pt x="102" y="68"/>
                  <a:pt x="104" y="68"/>
                </a:cubicBezTo>
                <a:cubicBezTo>
                  <a:pt x="105" y="65"/>
                  <a:pt x="106" y="61"/>
                  <a:pt x="106" y="57"/>
                </a:cubicBezTo>
                <a:cubicBezTo>
                  <a:pt x="106" y="41"/>
                  <a:pt x="93" y="28"/>
                  <a:pt x="77" y="28"/>
                </a:cubicBezTo>
                <a:moveTo>
                  <a:pt x="165" y="97"/>
                </a:moveTo>
                <a:cubicBezTo>
                  <a:pt x="165" y="111"/>
                  <a:pt x="154" y="121"/>
                  <a:pt x="141" y="121"/>
                </a:cubicBezTo>
                <a:cubicBezTo>
                  <a:pt x="127" y="121"/>
                  <a:pt x="116" y="111"/>
                  <a:pt x="116" y="97"/>
                </a:cubicBezTo>
                <a:cubicBezTo>
                  <a:pt x="116" y="95"/>
                  <a:pt x="117" y="93"/>
                  <a:pt x="117" y="91"/>
                </a:cubicBezTo>
                <a:cubicBezTo>
                  <a:pt x="115" y="90"/>
                  <a:pt x="106" y="84"/>
                  <a:pt x="103" y="83"/>
                </a:cubicBezTo>
                <a:cubicBezTo>
                  <a:pt x="96" y="90"/>
                  <a:pt x="87" y="94"/>
                  <a:pt x="77" y="94"/>
                </a:cubicBezTo>
                <a:cubicBezTo>
                  <a:pt x="71" y="94"/>
                  <a:pt x="65" y="92"/>
                  <a:pt x="60" y="90"/>
                </a:cubicBezTo>
                <a:cubicBezTo>
                  <a:pt x="58" y="104"/>
                  <a:pt x="45" y="115"/>
                  <a:pt x="30" y="115"/>
                </a:cubicBezTo>
                <a:cubicBezTo>
                  <a:pt x="13" y="115"/>
                  <a:pt x="0" y="102"/>
                  <a:pt x="0" y="85"/>
                </a:cubicBezTo>
                <a:cubicBezTo>
                  <a:pt x="0" y="68"/>
                  <a:pt x="13" y="55"/>
                  <a:pt x="30" y="55"/>
                </a:cubicBezTo>
                <a:cubicBezTo>
                  <a:pt x="34" y="55"/>
                  <a:pt x="37" y="55"/>
                  <a:pt x="40" y="56"/>
                </a:cubicBezTo>
                <a:cubicBezTo>
                  <a:pt x="40" y="52"/>
                  <a:pt x="41" y="48"/>
                  <a:pt x="43" y="45"/>
                </a:cubicBezTo>
                <a:cubicBezTo>
                  <a:pt x="42" y="45"/>
                  <a:pt x="42" y="45"/>
                  <a:pt x="42" y="45"/>
                </a:cubicBezTo>
                <a:cubicBezTo>
                  <a:pt x="34" y="39"/>
                  <a:pt x="34" y="39"/>
                  <a:pt x="34" y="39"/>
                </a:cubicBezTo>
                <a:cubicBezTo>
                  <a:pt x="31" y="41"/>
                  <a:pt x="27" y="43"/>
                  <a:pt x="23" y="43"/>
                </a:cubicBezTo>
                <a:cubicBezTo>
                  <a:pt x="13" y="43"/>
                  <a:pt x="5" y="34"/>
                  <a:pt x="5" y="24"/>
                </a:cubicBezTo>
                <a:cubicBezTo>
                  <a:pt x="5" y="14"/>
                  <a:pt x="13" y="6"/>
                  <a:pt x="23" y="6"/>
                </a:cubicBezTo>
                <a:cubicBezTo>
                  <a:pt x="34" y="6"/>
                  <a:pt x="42" y="14"/>
                  <a:pt x="42" y="24"/>
                </a:cubicBezTo>
                <a:cubicBezTo>
                  <a:pt x="42" y="25"/>
                  <a:pt x="42" y="26"/>
                  <a:pt x="42" y="27"/>
                </a:cubicBezTo>
                <a:cubicBezTo>
                  <a:pt x="50" y="32"/>
                  <a:pt x="50" y="32"/>
                  <a:pt x="50" y="32"/>
                </a:cubicBezTo>
                <a:cubicBezTo>
                  <a:pt x="57" y="25"/>
                  <a:pt x="66" y="21"/>
                  <a:pt x="77" y="21"/>
                </a:cubicBezTo>
                <a:cubicBezTo>
                  <a:pt x="88" y="21"/>
                  <a:pt x="98" y="26"/>
                  <a:pt x="104" y="33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10" y="28"/>
                  <a:pt x="110" y="26"/>
                  <a:pt x="110" y="24"/>
                </a:cubicBezTo>
                <a:cubicBezTo>
                  <a:pt x="110" y="11"/>
                  <a:pt x="121" y="0"/>
                  <a:pt x="135" y="0"/>
                </a:cubicBezTo>
                <a:cubicBezTo>
                  <a:pt x="148" y="0"/>
                  <a:pt x="159" y="11"/>
                  <a:pt x="159" y="24"/>
                </a:cubicBezTo>
                <a:cubicBezTo>
                  <a:pt x="159" y="38"/>
                  <a:pt x="148" y="49"/>
                  <a:pt x="135" y="49"/>
                </a:cubicBezTo>
                <a:cubicBezTo>
                  <a:pt x="128" y="49"/>
                  <a:pt x="122" y="46"/>
                  <a:pt x="118" y="42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3" y="49"/>
                  <a:pt x="113" y="53"/>
                  <a:pt x="113" y="57"/>
                </a:cubicBezTo>
                <a:cubicBezTo>
                  <a:pt x="113" y="62"/>
                  <a:pt x="112" y="66"/>
                  <a:pt x="111" y="70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5"/>
                  <a:pt x="135" y="73"/>
                  <a:pt x="141" y="73"/>
                </a:cubicBezTo>
                <a:cubicBezTo>
                  <a:pt x="154" y="73"/>
                  <a:pt x="165" y="84"/>
                  <a:pt x="165" y="97"/>
                </a:cubicBezTo>
                <a:moveTo>
                  <a:pt x="53" y="85"/>
                </a:moveTo>
                <a:cubicBezTo>
                  <a:pt x="53" y="76"/>
                  <a:pt x="48" y="68"/>
                  <a:pt x="41" y="64"/>
                </a:cubicBezTo>
                <a:cubicBezTo>
                  <a:pt x="38" y="63"/>
                  <a:pt x="34" y="62"/>
                  <a:pt x="30" y="62"/>
                </a:cubicBezTo>
                <a:cubicBezTo>
                  <a:pt x="17" y="62"/>
                  <a:pt x="7" y="72"/>
                  <a:pt x="7" y="85"/>
                </a:cubicBezTo>
                <a:cubicBezTo>
                  <a:pt x="7" y="98"/>
                  <a:pt x="17" y="108"/>
                  <a:pt x="30" y="108"/>
                </a:cubicBezTo>
                <a:cubicBezTo>
                  <a:pt x="43" y="108"/>
                  <a:pt x="53" y="98"/>
                  <a:pt x="53" y="85"/>
                </a:cubicBezTo>
                <a:close/>
                <a:moveTo>
                  <a:pt x="116" y="24"/>
                </a:moveTo>
                <a:cubicBezTo>
                  <a:pt x="116" y="25"/>
                  <a:pt x="116" y="26"/>
                  <a:pt x="116" y="27"/>
                </a:cubicBezTo>
                <a:cubicBezTo>
                  <a:pt x="119" y="26"/>
                  <a:pt x="123" y="27"/>
                  <a:pt x="125" y="30"/>
                </a:cubicBezTo>
                <a:cubicBezTo>
                  <a:pt x="126" y="33"/>
                  <a:pt x="126" y="37"/>
                  <a:pt x="123" y="39"/>
                </a:cubicBezTo>
                <a:cubicBezTo>
                  <a:pt x="126" y="41"/>
                  <a:pt x="130" y="43"/>
                  <a:pt x="135" y="43"/>
                </a:cubicBezTo>
                <a:cubicBezTo>
                  <a:pt x="145" y="43"/>
                  <a:pt x="153" y="35"/>
                  <a:pt x="153" y="24"/>
                </a:cubicBezTo>
                <a:cubicBezTo>
                  <a:pt x="153" y="14"/>
                  <a:pt x="145" y="6"/>
                  <a:pt x="135" y="6"/>
                </a:cubicBezTo>
                <a:cubicBezTo>
                  <a:pt x="124" y="6"/>
                  <a:pt x="116" y="14"/>
                  <a:pt x="116" y="24"/>
                </a:cubicBezTo>
                <a:moveTo>
                  <a:pt x="36" y="24"/>
                </a:moveTo>
                <a:cubicBezTo>
                  <a:pt x="36" y="17"/>
                  <a:pt x="30" y="12"/>
                  <a:pt x="23" y="12"/>
                </a:cubicBezTo>
                <a:cubicBezTo>
                  <a:pt x="17" y="12"/>
                  <a:pt x="11" y="17"/>
                  <a:pt x="11" y="24"/>
                </a:cubicBezTo>
                <a:cubicBezTo>
                  <a:pt x="11" y="31"/>
                  <a:pt x="17" y="37"/>
                  <a:pt x="23" y="37"/>
                </a:cubicBezTo>
                <a:cubicBezTo>
                  <a:pt x="25" y="37"/>
                  <a:pt x="27" y="36"/>
                  <a:pt x="29" y="36"/>
                </a:cubicBezTo>
                <a:cubicBezTo>
                  <a:pt x="27" y="33"/>
                  <a:pt x="27" y="30"/>
                  <a:pt x="28" y="27"/>
                </a:cubicBezTo>
                <a:cubicBezTo>
                  <a:pt x="30" y="25"/>
                  <a:pt x="33" y="24"/>
                  <a:pt x="36" y="24"/>
                </a:cubicBezTo>
                <a:moveTo>
                  <a:pt x="158" y="97"/>
                </a:moveTo>
                <a:cubicBezTo>
                  <a:pt x="158" y="87"/>
                  <a:pt x="150" y="79"/>
                  <a:pt x="141" y="79"/>
                </a:cubicBezTo>
                <a:cubicBezTo>
                  <a:pt x="131" y="79"/>
                  <a:pt x="123" y="87"/>
                  <a:pt x="123" y="97"/>
                </a:cubicBezTo>
                <a:cubicBezTo>
                  <a:pt x="123" y="107"/>
                  <a:pt x="131" y="115"/>
                  <a:pt x="141" y="115"/>
                </a:cubicBezTo>
                <a:cubicBezTo>
                  <a:pt x="150" y="115"/>
                  <a:pt x="158" y="107"/>
                  <a:pt x="158" y="97"/>
                </a:cubicBezTo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14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 rot="19800000">
            <a:off x="1526540" y="3168015"/>
            <a:ext cx="454025" cy="523875"/>
          </a:xfrm>
          <a:custGeom>
            <a:avLst/>
            <a:gdLst>
              <a:gd name="T0" fmla="*/ 83 w 131"/>
              <a:gd name="T1" fmla="*/ 130 h 151"/>
              <a:gd name="T2" fmla="*/ 86 w 131"/>
              <a:gd name="T3" fmla="*/ 136 h 151"/>
              <a:gd name="T4" fmla="*/ 48 w 131"/>
              <a:gd name="T5" fmla="*/ 138 h 151"/>
              <a:gd name="T6" fmla="*/ 45 w 131"/>
              <a:gd name="T7" fmla="*/ 132 h 151"/>
              <a:gd name="T8" fmla="*/ 48 w 131"/>
              <a:gd name="T9" fmla="*/ 130 h 151"/>
              <a:gd name="T10" fmla="*/ 78 w 131"/>
              <a:gd name="T11" fmla="*/ 147 h 151"/>
              <a:gd name="T12" fmla="*/ 57 w 131"/>
              <a:gd name="T13" fmla="*/ 151 h 151"/>
              <a:gd name="T14" fmla="*/ 52 w 131"/>
              <a:gd name="T15" fmla="*/ 143 h 151"/>
              <a:gd name="T16" fmla="*/ 65 w 131"/>
              <a:gd name="T17" fmla="*/ 34 h 151"/>
              <a:gd name="T18" fmla="*/ 82 w 131"/>
              <a:gd name="T19" fmla="*/ 125 h 151"/>
              <a:gd name="T20" fmla="*/ 31 w 131"/>
              <a:gd name="T21" fmla="*/ 68 h 151"/>
              <a:gd name="T22" fmla="*/ 65 w 131"/>
              <a:gd name="T23" fmla="*/ 34 h 151"/>
              <a:gd name="T24" fmla="*/ 72 w 131"/>
              <a:gd name="T25" fmla="*/ 41 h 151"/>
              <a:gd name="T26" fmla="*/ 79 w 131"/>
              <a:gd name="T27" fmla="*/ 45 h 151"/>
              <a:gd name="T28" fmla="*/ 71 w 131"/>
              <a:gd name="T29" fmla="*/ 43 h 151"/>
              <a:gd name="T30" fmla="*/ 50 w 131"/>
              <a:gd name="T31" fmla="*/ 53 h 151"/>
              <a:gd name="T32" fmla="*/ 42 w 131"/>
              <a:gd name="T33" fmla="*/ 68 h 151"/>
              <a:gd name="T34" fmla="*/ 40 w 131"/>
              <a:gd name="T35" fmla="*/ 81 h 151"/>
              <a:gd name="T36" fmla="*/ 38 w 131"/>
              <a:gd name="T37" fmla="*/ 74 h 151"/>
              <a:gd name="T38" fmla="*/ 38 w 131"/>
              <a:gd name="T39" fmla="*/ 60 h 151"/>
              <a:gd name="T40" fmla="*/ 47 w 131"/>
              <a:gd name="T41" fmla="*/ 47 h 151"/>
              <a:gd name="T42" fmla="*/ 65 w 131"/>
              <a:gd name="T43" fmla="*/ 40 h 151"/>
              <a:gd name="T44" fmla="*/ 70 w 131"/>
              <a:gd name="T45" fmla="*/ 40 h 151"/>
              <a:gd name="T46" fmla="*/ 70 w 131"/>
              <a:gd name="T47" fmla="*/ 0 h 151"/>
              <a:gd name="T48" fmla="*/ 66 w 131"/>
              <a:gd name="T49" fmla="*/ 23 h 151"/>
              <a:gd name="T50" fmla="*/ 62 w 131"/>
              <a:gd name="T51" fmla="*/ 0 h 151"/>
              <a:gd name="T52" fmla="*/ 115 w 131"/>
              <a:gd name="T53" fmla="*/ 22 h 151"/>
              <a:gd name="T54" fmla="*/ 93 w 131"/>
              <a:gd name="T55" fmla="*/ 32 h 151"/>
              <a:gd name="T56" fmla="*/ 34 w 131"/>
              <a:gd name="T57" fmla="*/ 102 h 151"/>
              <a:gd name="T58" fmla="*/ 17 w 131"/>
              <a:gd name="T59" fmla="*/ 108 h 151"/>
              <a:gd name="T60" fmla="*/ 34 w 131"/>
              <a:gd name="T61" fmla="*/ 102 h 151"/>
              <a:gd name="T62" fmla="*/ 22 w 131"/>
              <a:gd name="T63" fmla="*/ 16 h 151"/>
              <a:gd name="T64" fmla="*/ 32 w 131"/>
              <a:gd name="T65" fmla="*/ 37 h 151"/>
              <a:gd name="T66" fmla="*/ 22 w 131"/>
              <a:gd name="T67" fmla="*/ 16 h 151"/>
              <a:gd name="T68" fmla="*/ 109 w 131"/>
              <a:gd name="T69" fmla="*/ 114 h 151"/>
              <a:gd name="T70" fmla="*/ 102 w 131"/>
              <a:gd name="T71" fmla="*/ 96 h 151"/>
              <a:gd name="T72" fmla="*/ 97 w 131"/>
              <a:gd name="T73" fmla="*/ 102 h 151"/>
              <a:gd name="T74" fmla="*/ 131 w 131"/>
              <a:gd name="T75" fmla="*/ 69 h 151"/>
              <a:gd name="T76" fmla="*/ 112 w 131"/>
              <a:gd name="T77" fmla="*/ 68 h 151"/>
              <a:gd name="T78" fmla="*/ 131 w 131"/>
              <a:gd name="T79" fmla="*/ 61 h 151"/>
              <a:gd name="T80" fmla="*/ 0 w 131"/>
              <a:gd name="T81" fmla="*/ 69 h 151"/>
              <a:gd name="T82" fmla="*/ 20 w 131"/>
              <a:gd name="T83" fmla="*/ 61 h 151"/>
              <a:gd name="T84" fmla="*/ 20 w 131"/>
              <a:gd name="T85" fmla="*/ 69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1" h="151">
                <a:moveTo>
                  <a:pt x="48" y="130"/>
                </a:moveTo>
                <a:cubicBezTo>
                  <a:pt x="83" y="130"/>
                  <a:pt x="83" y="130"/>
                  <a:pt x="83" y="130"/>
                </a:cubicBezTo>
                <a:cubicBezTo>
                  <a:pt x="84" y="130"/>
                  <a:pt x="86" y="131"/>
                  <a:pt x="86" y="132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6" y="137"/>
                  <a:pt x="84" y="138"/>
                  <a:pt x="83" y="138"/>
                </a:cubicBezTo>
                <a:cubicBezTo>
                  <a:pt x="48" y="138"/>
                  <a:pt x="48" y="138"/>
                  <a:pt x="48" y="138"/>
                </a:cubicBezTo>
                <a:cubicBezTo>
                  <a:pt x="46" y="138"/>
                  <a:pt x="45" y="137"/>
                  <a:pt x="45" y="136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45" y="131"/>
                  <a:pt x="46" y="130"/>
                  <a:pt x="48" y="130"/>
                </a:cubicBezTo>
                <a:cubicBezTo>
                  <a:pt x="48" y="130"/>
                  <a:pt x="48" y="130"/>
                  <a:pt x="48" y="130"/>
                </a:cubicBezTo>
                <a:close/>
                <a:moveTo>
                  <a:pt x="78" y="143"/>
                </a:moveTo>
                <a:cubicBezTo>
                  <a:pt x="78" y="147"/>
                  <a:pt x="78" y="147"/>
                  <a:pt x="78" y="147"/>
                </a:cubicBezTo>
                <a:cubicBezTo>
                  <a:pt x="78" y="149"/>
                  <a:pt x="76" y="151"/>
                  <a:pt x="74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4" y="151"/>
                  <a:pt x="52" y="149"/>
                  <a:pt x="52" y="147"/>
                </a:cubicBezTo>
                <a:cubicBezTo>
                  <a:pt x="52" y="143"/>
                  <a:pt x="52" y="143"/>
                  <a:pt x="52" y="143"/>
                </a:cubicBezTo>
                <a:cubicBezTo>
                  <a:pt x="78" y="143"/>
                  <a:pt x="78" y="143"/>
                  <a:pt x="78" y="143"/>
                </a:cubicBezTo>
                <a:close/>
                <a:moveTo>
                  <a:pt x="65" y="34"/>
                </a:moveTo>
                <a:cubicBezTo>
                  <a:pt x="84" y="34"/>
                  <a:pt x="99" y="49"/>
                  <a:pt x="99" y="68"/>
                </a:cubicBezTo>
                <a:cubicBezTo>
                  <a:pt x="99" y="89"/>
                  <a:pt x="82" y="94"/>
                  <a:pt x="82" y="125"/>
                </a:cubicBezTo>
                <a:cubicBezTo>
                  <a:pt x="49" y="125"/>
                  <a:pt x="49" y="125"/>
                  <a:pt x="49" y="125"/>
                </a:cubicBezTo>
                <a:cubicBezTo>
                  <a:pt x="49" y="94"/>
                  <a:pt x="31" y="89"/>
                  <a:pt x="31" y="68"/>
                </a:cubicBezTo>
                <a:cubicBezTo>
                  <a:pt x="31" y="49"/>
                  <a:pt x="47" y="34"/>
                  <a:pt x="65" y="34"/>
                </a:cubicBezTo>
                <a:cubicBezTo>
                  <a:pt x="65" y="34"/>
                  <a:pt x="65" y="34"/>
                  <a:pt x="65" y="34"/>
                </a:cubicBezTo>
                <a:close/>
                <a:moveTo>
                  <a:pt x="70" y="40"/>
                </a:moveTo>
                <a:cubicBezTo>
                  <a:pt x="72" y="41"/>
                  <a:pt x="72" y="41"/>
                  <a:pt x="72" y="41"/>
                </a:cubicBezTo>
                <a:cubicBezTo>
                  <a:pt x="76" y="42"/>
                  <a:pt x="80" y="44"/>
                  <a:pt x="83" y="46"/>
                </a:cubicBezTo>
                <a:cubicBezTo>
                  <a:pt x="82" y="46"/>
                  <a:pt x="80" y="45"/>
                  <a:pt x="79" y="45"/>
                </a:cubicBezTo>
                <a:cubicBezTo>
                  <a:pt x="76" y="44"/>
                  <a:pt x="76" y="44"/>
                  <a:pt x="76" y="44"/>
                </a:cubicBezTo>
                <a:cubicBezTo>
                  <a:pt x="74" y="44"/>
                  <a:pt x="73" y="44"/>
                  <a:pt x="71" y="43"/>
                </a:cubicBezTo>
                <a:cubicBezTo>
                  <a:pt x="69" y="44"/>
                  <a:pt x="66" y="44"/>
                  <a:pt x="64" y="45"/>
                </a:cubicBezTo>
                <a:cubicBezTo>
                  <a:pt x="59" y="46"/>
                  <a:pt x="54" y="49"/>
                  <a:pt x="50" y="53"/>
                </a:cubicBezTo>
                <a:cubicBezTo>
                  <a:pt x="49" y="55"/>
                  <a:pt x="49" y="55"/>
                  <a:pt x="49" y="55"/>
                </a:cubicBezTo>
                <a:cubicBezTo>
                  <a:pt x="45" y="59"/>
                  <a:pt x="43" y="63"/>
                  <a:pt x="42" y="68"/>
                </a:cubicBezTo>
                <a:cubicBezTo>
                  <a:pt x="41" y="72"/>
                  <a:pt x="41" y="72"/>
                  <a:pt x="41" y="72"/>
                </a:cubicBezTo>
                <a:cubicBezTo>
                  <a:pt x="40" y="75"/>
                  <a:pt x="40" y="78"/>
                  <a:pt x="40" y="81"/>
                </a:cubicBezTo>
                <a:cubicBezTo>
                  <a:pt x="40" y="80"/>
                  <a:pt x="39" y="78"/>
                  <a:pt x="38" y="77"/>
                </a:cubicBezTo>
                <a:cubicBezTo>
                  <a:pt x="38" y="74"/>
                  <a:pt x="38" y="74"/>
                  <a:pt x="38" y="74"/>
                </a:cubicBezTo>
                <a:cubicBezTo>
                  <a:pt x="37" y="70"/>
                  <a:pt x="37" y="66"/>
                  <a:pt x="38" y="62"/>
                </a:cubicBezTo>
                <a:cubicBezTo>
                  <a:pt x="38" y="60"/>
                  <a:pt x="38" y="60"/>
                  <a:pt x="38" y="60"/>
                </a:cubicBezTo>
                <a:cubicBezTo>
                  <a:pt x="40" y="56"/>
                  <a:pt x="42" y="53"/>
                  <a:pt x="45" y="49"/>
                </a:cubicBezTo>
                <a:cubicBezTo>
                  <a:pt x="47" y="47"/>
                  <a:pt x="47" y="47"/>
                  <a:pt x="47" y="47"/>
                </a:cubicBezTo>
                <a:cubicBezTo>
                  <a:pt x="50" y="44"/>
                  <a:pt x="54" y="42"/>
                  <a:pt x="58" y="41"/>
                </a:cubicBezTo>
                <a:cubicBezTo>
                  <a:pt x="61" y="40"/>
                  <a:pt x="63" y="40"/>
                  <a:pt x="65" y="40"/>
                </a:cubicBezTo>
                <a:cubicBezTo>
                  <a:pt x="67" y="40"/>
                  <a:pt x="68" y="40"/>
                  <a:pt x="70" y="40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62" y="0"/>
                </a:moveTo>
                <a:cubicBezTo>
                  <a:pt x="70" y="0"/>
                  <a:pt x="70" y="0"/>
                  <a:pt x="70" y="0"/>
                </a:cubicBezTo>
                <a:cubicBezTo>
                  <a:pt x="70" y="23"/>
                  <a:pt x="70" y="23"/>
                  <a:pt x="70" y="23"/>
                </a:cubicBezTo>
                <a:cubicBezTo>
                  <a:pt x="68" y="23"/>
                  <a:pt x="67" y="23"/>
                  <a:pt x="66" y="23"/>
                </a:cubicBezTo>
                <a:cubicBezTo>
                  <a:pt x="64" y="23"/>
                  <a:pt x="63" y="23"/>
                  <a:pt x="62" y="23"/>
                </a:cubicBezTo>
                <a:cubicBezTo>
                  <a:pt x="62" y="0"/>
                  <a:pt x="62" y="0"/>
                  <a:pt x="62" y="0"/>
                </a:cubicBezTo>
                <a:close/>
                <a:moveTo>
                  <a:pt x="109" y="16"/>
                </a:moveTo>
                <a:cubicBezTo>
                  <a:pt x="115" y="22"/>
                  <a:pt x="115" y="22"/>
                  <a:pt x="115" y="22"/>
                </a:cubicBezTo>
                <a:cubicBezTo>
                  <a:pt x="99" y="37"/>
                  <a:pt x="99" y="37"/>
                  <a:pt x="99" y="37"/>
                </a:cubicBezTo>
                <a:cubicBezTo>
                  <a:pt x="97" y="35"/>
                  <a:pt x="95" y="33"/>
                  <a:pt x="93" y="32"/>
                </a:cubicBezTo>
                <a:cubicBezTo>
                  <a:pt x="109" y="16"/>
                  <a:pt x="109" y="16"/>
                  <a:pt x="109" y="16"/>
                </a:cubicBezTo>
                <a:close/>
                <a:moveTo>
                  <a:pt x="34" y="102"/>
                </a:moveTo>
                <a:cubicBezTo>
                  <a:pt x="22" y="114"/>
                  <a:pt x="22" y="114"/>
                  <a:pt x="22" y="114"/>
                </a:cubicBezTo>
                <a:cubicBezTo>
                  <a:pt x="17" y="108"/>
                  <a:pt x="17" y="108"/>
                  <a:pt x="17" y="108"/>
                </a:cubicBezTo>
                <a:cubicBezTo>
                  <a:pt x="29" y="96"/>
                  <a:pt x="29" y="96"/>
                  <a:pt x="29" y="96"/>
                </a:cubicBezTo>
                <a:cubicBezTo>
                  <a:pt x="31" y="98"/>
                  <a:pt x="32" y="100"/>
                  <a:pt x="34" y="102"/>
                </a:cubicBezTo>
                <a:cubicBezTo>
                  <a:pt x="34" y="102"/>
                  <a:pt x="34" y="102"/>
                  <a:pt x="34" y="102"/>
                </a:cubicBezTo>
                <a:close/>
                <a:moveTo>
                  <a:pt x="22" y="16"/>
                </a:moveTo>
                <a:cubicBezTo>
                  <a:pt x="17" y="22"/>
                  <a:pt x="17" y="22"/>
                  <a:pt x="17" y="22"/>
                </a:cubicBezTo>
                <a:cubicBezTo>
                  <a:pt x="32" y="37"/>
                  <a:pt x="32" y="37"/>
                  <a:pt x="32" y="37"/>
                </a:cubicBezTo>
                <a:cubicBezTo>
                  <a:pt x="34" y="35"/>
                  <a:pt x="36" y="33"/>
                  <a:pt x="38" y="32"/>
                </a:cubicBezTo>
                <a:cubicBezTo>
                  <a:pt x="22" y="16"/>
                  <a:pt x="22" y="16"/>
                  <a:pt x="22" y="16"/>
                </a:cubicBezTo>
                <a:close/>
                <a:moveTo>
                  <a:pt x="97" y="102"/>
                </a:moveTo>
                <a:cubicBezTo>
                  <a:pt x="109" y="114"/>
                  <a:pt x="109" y="114"/>
                  <a:pt x="109" y="114"/>
                </a:cubicBezTo>
                <a:cubicBezTo>
                  <a:pt x="115" y="108"/>
                  <a:pt x="115" y="108"/>
                  <a:pt x="115" y="108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8"/>
                  <a:pt x="99" y="100"/>
                  <a:pt x="97" y="102"/>
                </a:cubicBezTo>
                <a:cubicBezTo>
                  <a:pt x="97" y="102"/>
                  <a:pt x="97" y="102"/>
                  <a:pt x="97" y="102"/>
                </a:cubicBezTo>
                <a:close/>
                <a:moveTo>
                  <a:pt x="131" y="61"/>
                </a:moveTo>
                <a:cubicBezTo>
                  <a:pt x="131" y="69"/>
                  <a:pt x="131" y="69"/>
                  <a:pt x="131" y="69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69"/>
                  <a:pt x="112" y="68"/>
                  <a:pt x="112" y="68"/>
                </a:cubicBezTo>
                <a:cubicBezTo>
                  <a:pt x="112" y="66"/>
                  <a:pt x="111" y="63"/>
                  <a:pt x="111" y="61"/>
                </a:cubicBezTo>
                <a:cubicBezTo>
                  <a:pt x="131" y="61"/>
                  <a:pt x="131" y="61"/>
                  <a:pt x="131" y="61"/>
                </a:cubicBezTo>
                <a:close/>
                <a:moveTo>
                  <a:pt x="20" y="69"/>
                </a:moveTo>
                <a:cubicBezTo>
                  <a:pt x="0" y="69"/>
                  <a:pt x="0" y="69"/>
                  <a:pt x="0" y="69"/>
                </a:cubicBezTo>
                <a:cubicBezTo>
                  <a:pt x="0" y="61"/>
                  <a:pt x="0" y="61"/>
                  <a:pt x="0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20" y="63"/>
                  <a:pt x="20" y="66"/>
                  <a:pt x="20" y="68"/>
                </a:cubicBezTo>
                <a:cubicBezTo>
                  <a:pt x="20" y="68"/>
                  <a:pt x="20" y="69"/>
                  <a:pt x="20" y="69"/>
                </a:cubicBezTo>
                <a:cubicBezTo>
                  <a:pt x="20" y="69"/>
                  <a:pt x="20" y="69"/>
                  <a:pt x="20" y="69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16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2207895" y="1999615"/>
            <a:ext cx="497205" cy="500380"/>
          </a:xfrm>
          <a:custGeom>
            <a:avLst/>
            <a:gdLst>
              <a:gd name="T0" fmla="*/ 84 w 143"/>
              <a:gd name="T1" fmla="*/ 45 h 144"/>
              <a:gd name="T2" fmla="*/ 70 w 143"/>
              <a:gd name="T3" fmla="*/ 47 h 144"/>
              <a:gd name="T4" fmla="*/ 75 w 143"/>
              <a:gd name="T5" fmla="*/ 64 h 144"/>
              <a:gd name="T6" fmla="*/ 105 w 143"/>
              <a:gd name="T7" fmla="*/ 18 h 144"/>
              <a:gd name="T8" fmla="*/ 125 w 143"/>
              <a:gd name="T9" fmla="*/ 19 h 144"/>
              <a:gd name="T10" fmla="*/ 125 w 143"/>
              <a:gd name="T11" fmla="*/ 39 h 144"/>
              <a:gd name="T12" fmla="*/ 80 w 143"/>
              <a:gd name="T13" fmla="*/ 68 h 144"/>
              <a:gd name="T14" fmla="*/ 96 w 143"/>
              <a:gd name="T15" fmla="*/ 74 h 144"/>
              <a:gd name="T16" fmla="*/ 99 w 143"/>
              <a:gd name="T17" fmla="*/ 59 h 144"/>
              <a:gd name="T18" fmla="*/ 117 w 143"/>
              <a:gd name="T19" fmla="*/ 74 h 144"/>
              <a:gd name="T20" fmla="*/ 114 w 143"/>
              <a:gd name="T21" fmla="*/ 44 h 144"/>
              <a:gd name="T22" fmla="*/ 124 w 143"/>
              <a:gd name="T23" fmla="*/ 74 h 144"/>
              <a:gd name="T24" fmla="*/ 133 w 143"/>
              <a:gd name="T25" fmla="*/ 81 h 144"/>
              <a:gd name="T26" fmla="*/ 70 w 143"/>
              <a:gd name="T27" fmla="*/ 135 h 144"/>
              <a:gd name="T28" fmla="*/ 63 w 143"/>
              <a:gd name="T29" fmla="*/ 144 h 144"/>
              <a:gd name="T30" fmla="*/ 9 w 143"/>
              <a:gd name="T31" fmla="*/ 81 h 144"/>
              <a:gd name="T32" fmla="*/ 0 w 143"/>
              <a:gd name="T33" fmla="*/ 74 h 144"/>
              <a:gd name="T34" fmla="*/ 63 w 143"/>
              <a:gd name="T35" fmla="*/ 20 h 144"/>
              <a:gd name="T36" fmla="*/ 70 w 143"/>
              <a:gd name="T37" fmla="*/ 10 h 144"/>
              <a:gd name="T38" fmla="*/ 99 w 143"/>
              <a:gd name="T39" fmla="*/ 30 h 144"/>
              <a:gd name="T40" fmla="*/ 94 w 143"/>
              <a:gd name="T41" fmla="*/ 35 h 144"/>
              <a:gd name="T42" fmla="*/ 70 w 143"/>
              <a:gd name="T43" fmla="*/ 40 h 144"/>
              <a:gd name="T44" fmla="*/ 70 w 143"/>
              <a:gd name="T45" fmla="*/ 93 h 144"/>
              <a:gd name="T46" fmla="*/ 96 w 143"/>
              <a:gd name="T47" fmla="*/ 81 h 144"/>
              <a:gd name="T48" fmla="*/ 63 w 143"/>
              <a:gd name="T49" fmla="*/ 93 h 144"/>
              <a:gd name="T50" fmla="*/ 37 w 143"/>
              <a:gd name="T51" fmla="*/ 81 h 144"/>
              <a:gd name="T52" fmla="*/ 63 w 143"/>
              <a:gd name="T53" fmla="*/ 93 h 144"/>
              <a:gd name="T54" fmla="*/ 63 w 143"/>
              <a:gd name="T55" fmla="*/ 61 h 144"/>
              <a:gd name="T56" fmla="*/ 37 w 143"/>
              <a:gd name="T57" fmla="*/ 74 h 144"/>
              <a:gd name="T58" fmla="*/ 63 w 143"/>
              <a:gd name="T59" fmla="*/ 27 h 144"/>
              <a:gd name="T60" fmla="*/ 30 w 143"/>
              <a:gd name="T61" fmla="*/ 74 h 144"/>
              <a:gd name="T62" fmla="*/ 63 w 143"/>
              <a:gd name="T63" fmla="*/ 27 h 144"/>
              <a:gd name="T64" fmla="*/ 63 w 143"/>
              <a:gd name="T65" fmla="*/ 114 h 144"/>
              <a:gd name="T66" fmla="*/ 16 w 143"/>
              <a:gd name="T67" fmla="*/ 81 h 144"/>
              <a:gd name="T68" fmla="*/ 70 w 143"/>
              <a:gd name="T69" fmla="*/ 114 h 144"/>
              <a:gd name="T70" fmla="*/ 117 w 143"/>
              <a:gd name="T71" fmla="*/ 81 h 144"/>
              <a:gd name="T72" fmla="*/ 70 w 143"/>
              <a:gd name="T73" fmla="*/ 11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3" h="144">
                <a:moveTo>
                  <a:pt x="70" y="40"/>
                </a:moveTo>
                <a:cubicBezTo>
                  <a:pt x="75" y="41"/>
                  <a:pt x="80" y="42"/>
                  <a:pt x="84" y="45"/>
                </a:cubicBezTo>
                <a:cubicBezTo>
                  <a:pt x="79" y="50"/>
                  <a:pt x="79" y="50"/>
                  <a:pt x="79" y="50"/>
                </a:cubicBezTo>
                <a:cubicBezTo>
                  <a:pt x="76" y="49"/>
                  <a:pt x="73" y="48"/>
                  <a:pt x="70" y="47"/>
                </a:cubicBezTo>
                <a:cubicBezTo>
                  <a:pt x="70" y="61"/>
                  <a:pt x="70" y="61"/>
                  <a:pt x="70" y="61"/>
                </a:cubicBezTo>
                <a:cubicBezTo>
                  <a:pt x="72" y="62"/>
                  <a:pt x="74" y="63"/>
                  <a:pt x="75" y="64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5" y="18"/>
                  <a:pt x="105" y="18"/>
                  <a:pt x="105" y="18"/>
                </a:cubicBezTo>
                <a:cubicBezTo>
                  <a:pt x="123" y="0"/>
                  <a:pt x="123" y="0"/>
                  <a:pt x="123" y="0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43" y="21"/>
                  <a:pt x="143" y="21"/>
                  <a:pt x="143" y="21"/>
                </a:cubicBezTo>
                <a:cubicBezTo>
                  <a:pt x="125" y="39"/>
                  <a:pt x="125" y="39"/>
                  <a:pt x="125" y="39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80" y="68"/>
                  <a:pt x="80" y="68"/>
                  <a:pt x="80" y="68"/>
                </a:cubicBezTo>
                <a:cubicBezTo>
                  <a:pt x="81" y="70"/>
                  <a:pt x="82" y="72"/>
                  <a:pt x="82" y="74"/>
                </a:cubicBezTo>
                <a:cubicBezTo>
                  <a:pt x="96" y="74"/>
                  <a:pt x="96" y="74"/>
                  <a:pt x="96" y="74"/>
                </a:cubicBezTo>
                <a:cubicBezTo>
                  <a:pt x="96" y="70"/>
                  <a:pt x="95" y="67"/>
                  <a:pt x="94" y="65"/>
                </a:cubicBezTo>
                <a:cubicBezTo>
                  <a:pt x="99" y="59"/>
                  <a:pt x="99" y="59"/>
                  <a:pt x="99" y="59"/>
                </a:cubicBezTo>
                <a:cubicBezTo>
                  <a:pt x="101" y="64"/>
                  <a:pt x="103" y="69"/>
                  <a:pt x="103" y="74"/>
                </a:cubicBezTo>
                <a:cubicBezTo>
                  <a:pt x="117" y="74"/>
                  <a:pt x="117" y="74"/>
                  <a:pt x="117" y="74"/>
                </a:cubicBezTo>
                <a:cubicBezTo>
                  <a:pt x="116" y="65"/>
                  <a:pt x="114" y="56"/>
                  <a:pt x="109" y="49"/>
                </a:cubicBezTo>
                <a:cubicBezTo>
                  <a:pt x="114" y="44"/>
                  <a:pt x="114" y="44"/>
                  <a:pt x="114" y="44"/>
                </a:cubicBezTo>
                <a:cubicBezTo>
                  <a:pt x="114" y="45"/>
                  <a:pt x="114" y="45"/>
                  <a:pt x="114" y="45"/>
                </a:cubicBezTo>
                <a:cubicBezTo>
                  <a:pt x="120" y="53"/>
                  <a:pt x="123" y="63"/>
                  <a:pt x="124" y="74"/>
                </a:cubicBezTo>
                <a:cubicBezTo>
                  <a:pt x="133" y="74"/>
                  <a:pt x="133" y="74"/>
                  <a:pt x="133" y="74"/>
                </a:cubicBezTo>
                <a:cubicBezTo>
                  <a:pt x="133" y="81"/>
                  <a:pt x="133" y="81"/>
                  <a:pt x="133" y="81"/>
                </a:cubicBezTo>
                <a:cubicBezTo>
                  <a:pt x="124" y="81"/>
                  <a:pt x="124" y="81"/>
                  <a:pt x="124" y="81"/>
                </a:cubicBezTo>
                <a:cubicBezTo>
                  <a:pt x="122" y="110"/>
                  <a:pt x="99" y="133"/>
                  <a:pt x="70" y="135"/>
                </a:cubicBezTo>
                <a:cubicBezTo>
                  <a:pt x="70" y="144"/>
                  <a:pt x="70" y="144"/>
                  <a:pt x="70" y="144"/>
                </a:cubicBezTo>
                <a:cubicBezTo>
                  <a:pt x="63" y="144"/>
                  <a:pt x="63" y="144"/>
                  <a:pt x="63" y="144"/>
                </a:cubicBezTo>
                <a:cubicBezTo>
                  <a:pt x="63" y="135"/>
                  <a:pt x="63" y="135"/>
                  <a:pt x="63" y="135"/>
                </a:cubicBezTo>
                <a:cubicBezTo>
                  <a:pt x="34" y="133"/>
                  <a:pt x="11" y="110"/>
                  <a:pt x="9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4"/>
                  <a:pt x="0" y="74"/>
                  <a:pt x="0" y="74"/>
                </a:cubicBezTo>
                <a:cubicBezTo>
                  <a:pt x="9" y="74"/>
                  <a:pt x="9" y="74"/>
                  <a:pt x="9" y="74"/>
                </a:cubicBezTo>
                <a:cubicBezTo>
                  <a:pt x="11" y="45"/>
                  <a:pt x="34" y="21"/>
                  <a:pt x="63" y="20"/>
                </a:cubicBezTo>
                <a:cubicBezTo>
                  <a:pt x="63" y="10"/>
                  <a:pt x="63" y="10"/>
                  <a:pt x="63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0" y="20"/>
                  <a:pt x="70" y="20"/>
                  <a:pt x="70" y="20"/>
                </a:cubicBezTo>
                <a:cubicBezTo>
                  <a:pt x="81" y="20"/>
                  <a:pt x="91" y="24"/>
                  <a:pt x="99" y="30"/>
                </a:cubicBezTo>
                <a:cubicBezTo>
                  <a:pt x="99" y="30"/>
                  <a:pt x="99" y="30"/>
                  <a:pt x="99" y="30"/>
                </a:cubicBezTo>
                <a:cubicBezTo>
                  <a:pt x="94" y="35"/>
                  <a:pt x="94" y="35"/>
                  <a:pt x="94" y="35"/>
                </a:cubicBezTo>
                <a:cubicBezTo>
                  <a:pt x="87" y="30"/>
                  <a:pt x="79" y="27"/>
                  <a:pt x="70" y="27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82" y="81"/>
                </a:moveTo>
                <a:cubicBezTo>
                  <a:pt x="81" y="87"/>
                  <a:pt x="76" y="92"/>
                  <a:pt x="70" y="93"/>
                </a:cubicBezTo>
                <a:cubicBezTo>
                  <a:pt x="70" y="107"/>
                  <a:pt x="70" y="107"/>
                  <a:pt x="70" y="107"/>
                </a:cubicBezTo>
                <a:cubicBezTo>
                  <a:pt x="84" y="105"/>
                  <a:pt x="95" y="94"/>
                  <a:pt x="96" y="81"/>
                </a:cubicBezTo>
                <a:cubicBezTo>
                  <a:pt x="82" y="81"/>
                  <a:pt x="82" y="81"/>
                  <a:pt x="82" y="81"/>
                </a:cubicBezTo>
                <a:close/>
                <a:moveTo>
                  <a:pt x="63" y="93"/>
                </a:moveTo>
                <a:cubicBezTo>
                  <a:pt x="57" y="92"/>
                  <a:pt x="52" y="87"/>
                  <a:pt x="51" y="81"/>
                </a:cubicBezTo>
                <a:cubicBezTo>
                  <a:pt x="37" y="81"/>
                  <a:pt x="37" y="81"/>
                  <a:pt x="37" y="81"/>
                </a:cubicBezTo>
                <a:cubicBezTo>
                  <a:pt x="38" y="94"/>
                  <a:pt x="49" y="105"/>
                  <a:pt x="63" y="107"/>
                </a:cubicBezTo>
                <a:cubicBezTo>
                  <a:pt x="63" y="93"/>
                  <a:pt x="63" y="93"/>
                  <a:pt x="63" y="93"/>
                </a:cubicBezTo>
                <a:close/>
                <a:moveTo>
                  <a:pt x="51" y="74"/>
                </a:moveTo>
                <a:cubicBezTo>
                  <a:pt x="52" y="68"/>
                  <a:pt x="57" y="63"/>
                  <a:pt x="63" y="61"/>
                </a:cubicBezTo>
                <a:cubicBezTo>
                  <a:pt x="63" y="47"/>
                  <a:pt x="63" y="47"/>
                  <a:pt x="63" y="47"/>
                </a:cubicBezTo>
                <a:cubicBezTo>
                  <a:pt x="49" y="49"/>
                  <a:pt x="38" y="60"/>
                  <a:pt x="37" y="74"/>
                </a:cubicBezTo>
                <a:cubicBezTo>
                  <a:pt x="51" y="74"/>
                  <a:pt x="51" y="74"/>
                  <a:pt x="51" y="74"/>
                </a:cubicBezTo>
                <a:close/>
                <a:moveTo>
                  <a:pt x="63" y="27"/>
                </a:moveTo>
                <a:cubicBezTo>
                  <a:pt x="38" y="28"/>
                  <a:pt x="18" y="49"/>
                  <a:pt x="16" y="74"/>
                </a:cubicBezTo>
                <a:cubicBezTo>
                  <a:pt x="30" y="74"/>
                  <a:pt x="30" y="74"/>
                  <a:pt x="30" y="74"/>
                </a:cubicBezTo>
                <a:cubicBezTo>
                  <a:pt x="31" y="56"/>
                  <a:pt x="45" y="42"/>
                  <a:pt x="63" y="40"/>
                </a:cubicBezTo>
                <a:cubicBezTo>
                  <a:pt x="63" y="27"/>
                  <a:pt x="63" y="27"/>
                  <a:pt x="63" y="27"/>
                </a:cubicBezTo>
                <a:close/>
                <a:moveTo>
                  <a:pt x="63" y="128"/>
                </a:moveTo>
                <a:cubicBezTo>
                  <a:pt x="63" y="114"/>
                  <a:pt x="63" y="114"/>
                  <a:pt x="63" y="114"/>
                </a:cubicBezTo>
                <a:cubicBezTo>
                  <a:pt x="45" y="112"/>
                  <a:pt x="31" y="98"/>
                  <a:pt x="30" y="81"/>
                </a:cubicBezTo>
                <a:cubicBezTo>
                  <a:pt x="16" y="81"/>
                  <a:pt x="16" y="81"/>
                  <a:pt x="16" y="81"/>
                </a:cubicBezTo>
                <a:cubicBezTo>
                  <a:pt x="18" y="106"/>
                  <a:pt x="38" y="126"/>
                  <a:pt x="63" y="128"/>
                </a:cubicBezTo>
                <a:close/>
                <a:moveTo>
                  <a:pt x="70" y="114"/>
                </a:moveTo>
                <a:cubicBezTo>
                  <a:pt x="70" y="128"/>
                  <a:pt x="70" y="128"/>
                  <a:pt x="70" y="128"/>
                </a:cubicBezTo>
                <a:cubicBezTo>
                  <a:pt x="95" y="126"/>
                  <a:pt x="115" y="106"/>
                  <a:pt x="117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2" y="98"/>
                  <a:pt x="88" y="112"/>
                  <a:pt x="70" y="1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2" name="Freeform 15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4235450" y="206692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Freeform 16"/>
          <p:cNvSpPr>
            <a:spLocks noEditPoints="1"/>
          </p:cNvSpPr>
          <p:nvPr>
            <p:custDataLst>
              <p:tags r:id="rId17"/>
            </p:custDataLst>
          </p:nvPr>
        </p:nvSpPr>
        <p:spPr bwMode="auto">
          <a:xfrm>
            <a:off x="4143375" y="202501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4367530" y="2270760"/>
            <a:ext cx="5952490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学生常把5+4=9也当成方程，忘了必须含有未知数，这是最常见的理解偏差。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9"/>
            </p:custDataLst>
          </p:nvPr>
        </p:nvSpPr>
        <p:spPr>
          <a:xfrm>
            <a:off x="4406900" y="194373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错误类型1：混淆等式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4633595" y="3684905"/>
            <a:ext cx="595249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看到‘一共120分钟’就写120=120，没设未知数，等于没解题，缺少关键变量。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21"/>
            </p:custDataLst>
          </p:nvPr>
        </p:nvSpPr>
        <p:spPr>
          <a:xfrm>
            <a:off x="4693285" y="3350260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错误类型2：忽略未知数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5" name="矩形 34"/>
          <p:cNvSpPr/>
          <p:nvPr>
            <p:custDataLst>
              <p:tags r:id="rId22"/>
            </p:custDataLst>
          </p:nvPr>
        </p:nvSpPr>
        <p:spPr>
          <a:xfrm>
            <a:off x="4363085" y="5094605"/>
            <a:ext cx="595249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随便用字母，比如同一题用x和y表示同一个量，造成混乱，应该统一用一个字母。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>
            <p:custDataLst>
              <p:tags r:id="rId23"/>
            </p:custDataLst>
          </p:nvPr>
        </p:nvSpPr>
        <p:spPr>
          <a:xfrm>
            <a:off x="4406900" y="4756785"/>
            <a:ext cx="542988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错误类型3：乱设字母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66" name="Freeform 15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4498975" y="347408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Freeform 16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4406900" y="343217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Freeform 15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4196080" y="488950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Freeform 16"/>
          <p:cNvSpPr>
            <a:spLocks noEditPoints="1"/>
          </p:cNvSpPr>
          <p:nvPr>
            <p:custDataLst>
              <p:tags r:id="rId27"/>
            </p:custDataLst>
          </p:nvPr>
        </p:nvSpPr>
        <p:spPr bwMode="auto">
          <a:xfrm>
            <a:off x="4104005" y="484759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普遍错误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1603900" y="1991011"/>
            <a:ext cx="2375266" cy="402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/>
        </p:nvSpPr>
        <p:spPr bwMode="auto">
          <a:xfrm>
            <a:off x="2807781" y="3562064"/>
            <a:ext cx="714854" cy="1049536"/>
          </a:xfrm>
          <a:custGeom>
            <a:avLst/>
            <a:gdLst>
              <a:gd name="T0" fmla="*/ 292 w 433"/>
              <a:gd name="T1" fmla="*/ 95 h 635"/>
              <a:gd name="T2" fmla="*/ 333 w 433"/>
              <a:gd name="T3" fmla="*/ 80 h 635"/>
              <a:gd name="T4" fmla="*/ 401 w 433"/>
              <a:gd name="T5" fmla="*/ 118 h 635"/>
              <a:gd name="T6" fmla="*/ 433 w 433"/>
              <a:gd name="T7" fmla="*/ 118 h 635"/>
              <a:gd name="T8" fmla="*/ 433 w 433"/>
              <a:gd name="T9" fmla="*/ 0 h 635"/>
              <a:gd name="T10" fmla="*/ 0 w 433"/>
              <a:gd name="T11" fmla="*/ 0 h 635"/>
              <a:gd name="T12" fmla="*/ 0 w 433"/>
              <a:gd name="T13" fmla="*/ 463 h 635"/>
              <a:gd name="T14" fmla="*/ 158 w 433"/>
              <a:gd name="T15" fmla="*/ 463 h 635"/>
              <a:gd name="T16" fmla="*/ 169 w 433"/>
              <a:gd name="T17" fmla="*/ 474 h 635"/>
              <a:gd name="T18" fmla="*/ 169 w 433"/>
              <a:gd name="T19" fmla="*/ 529 h 635"/>
              <a:gd name="T20" fmla="*/ 165 w 433"/>
              <a:gd name="T21" fmla="*/ 537 h 635"/>
              <a:gd name="T22" fmla="*/ 129 w 433"/>
              <a:gd name="T23" fmla="*/ 587 h 635"/>
              <a:gd name="T24" fmla="*/ 141 w 433"/>
              <a:gd name="T25" fmla="*/ 620 h 635"/>
              <a:gd name="T26" fmla="*/ 183 w 433"/>
              <a:gd name="T27" fmla="*/ 635 h 635"/>
              <a:gd name="T28" fmla="*/ 250 w 433"/>
              <a:gd name="T29" fmla="*/ 595 h 635"/>
              <a:gd name="T30" fmla="*/ 209 w 433"/>
              <a:gd name="T31" fmla="*/ 533 h 635"/>
              <a:gd name="T32" fmla="*/ 204 w 433"/>
              <a:gd name="T33" fmla="*/ 524 h 635"/>
              <a:gd name="T34" fmla="*/ 204 w 433"/>
              <a:gd name="T35" fmla="*/ 471 h 635"/>
              <a:gd name="T36" fmla="*/ 215 w 433"/>
              <a:gd name="T37" fmla="*/ 460 h 635"/>
              <a:gd name="T38" fmla="*/ 433 w 433"/>
              <a:gd name="T39" fmla="*/ 460 h 635"/>
              <a:gd name="T40" fmla="*/ 433 w 433"/>
              <a:gd name="T41" fmla="*/ 199 h 635"/>
              <a:gd name="T42" fmla="*/ 409 w 433"/>
              <a:gd name="T43" fmla="*/ 199 h 635"/>
              <a:gd name="T44" fmla="*/ 338 w 433"/>
              <a:gd name="T45" fmla="*/ 244 h 635"/>
              <a:gd name="T46" fmla="*/ 269 w 433"/>
              <a:gd name="T47" fmla="*/ 161 h 635"/>
              <a:gd name="T48" fmla="*/ 292 w 433"/>
              <a:gd name="T49" fmla="*/ 9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33" h="635">
                <a:moveTo>
                  <a:pt x="292" y="95"/>
                </a:moveTo>
                <a:cubicBezTo>
                  <a:pt x="303" y="84"/>
                  <a:pt x="318" y="79"/>
                  <a:pt x="333" y="80"/>
                </a:cubicBezTo>
                <a:cubicBezTo>
                  <a:pt x="360" y="81"/>
                  <a:pt x="390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9"/>
                  <a:pt x="169" y="529"/>
                  <a:pt x="169" y="529"/>
                </a:cubicBezTo>
                <a:cubicBezTo>
                  <a:pt x="169" y="532"/>
                  <a:pt x="167" y="535"/>
                  <a:pt x="165" y="537"/>
                </a:cubicBezTo>
                <a:cubicBezTo>
                  <a:pt x="156" y="544"/>
                  <a:pt x="130" y="569"/>
                  <a:pt x="129" y="587"/>
                </a:cubicBezTo>
                <a:cubicBezTo>
                  <a:pt x="128" y="599"/>
                  <a:pt x="133" y="611"/>
                  <a:pt x="141" y="620"/>
                </a:cubicBezTo>
                <a:cubicBezTo>
                  <a:pt x="151" y="630"/>
                  <a:pt x="165" y="635"/>
                  <a:pt x="183" y="635"/>
                </a:cubicBezTo>
                <a:cubicBezTo>
                  <a:pt x="207" y="635"/>
                  <a:pt x="247" y="630"/>
                  <a:pt x="250" y="595"/>
                </a:cubicBezTo>
                <a:cubicBezTo>
                  <a:pt x="253" y="561"/>
                  <a:pt x="210" y="534"/>
                  <a:pt x="209" y="533"/>
                </a:cubicBezTo>
                <a:cubicBezTo>
                  <a:pt x="206" y="531"/>
                  <a:pt x="204" y="528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09" y="199"/>
                  <a:pt x="409" y="199"/>
                  <a:pt x="409" y="199"/>
                </a:cubicBezTo>
                <a:cubicBezTo>
                  <a:pt x="399" y="211"/>
                  <a:pt x="367" y="244"/>
                  <a:pt x="338" y="244"/>
                </a:cubicBezTo>
                <a:cubicBezTo>
                  <a:pt x="304" y="244"/>
                  <a:pt x="269" y="222"/>
                  <a:pt x="269" y="161"/>
                </a:cubicBezTo>
                <a:cubicBezTo>
                  <a:pt x="269" y="124"/>
                  <a:pt x="282" y="104"/>
                  <a:pt x="292" y="95"/>
                </a:cubicBezTo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/>
        </p:nvSpPr>
        <p:spPr bwMode="auto">
          <a:xfrm>
            <a:off x="2052310" y="3562064"/>
            <a:ext cx="718104" cy="765218"/>
          </a:xfrm>
          <a:custGeom>
            <a:avLst/>
            <a:gdLst>
              <a:gd name="T0" fmla="*/ 435 w 435"/>
              <a:gd name="T1" fmla="*/ 0 h 463"/>
              <a:gd name="T2" fmla="*/ 2 w 435"/>
              <a:gd name="T3" fmla="*/ 0 h 463"/>
              <a:gd name="T4" fmla="*/ 2 w 435"/>
              <a:gd name="T5" fmla="*/ 113 h 463"/>
              <a:gd name="T6" fmla="*/ 31 w 435"/>
              <a:gd name="T7" fmla="*/ 113 h 463"/>
              <a:gd name="T8" fmla="*/ 104 w 435"/>
              <a:gd name="T9" fmla="*/ 70 h 463"/>
              <a:gd name="T10" fmla="*/ 166 w 435"/>
              <a:gd name="T11" fmla="*/ 155 h 463"/>
              <a:gd name="T12" fmla="*/ 145 w 435"/>
              <a:gd name="T13" fmla="*/ 219 h 463"/>
              <a:gd name="T14" fmla="*/ 100 w 435"/>
              <a:gd name="T15" fmla="*/ 234 h 463"/>
              <a:gd name="T16" fmla="*/ 34 w 435"/>
              <a:gd name="T17" fmla="*/ 193 h 463"/>
              <a:gd name="T18" fmla="*/ 0 w 435"/>
              <a:gd name="T19" fmla="*/ 193 h 463"/>
              <a:gd name="T20" fmla="*/ 0 w 435"/>
              <a:gd name="T21" fmla="*/ 442 h 463"/>
              <a:gd name="T22" fmla="*/ 9 w 435"/>
              <a:gd name="T23" fmla="*/ 463 h 463"/>
              <a:gd name="T24" fmla="*/ 435 w 435"/>
              <a:gd name="T25" fmla="*/ 463 h 463"/>
              <a:gd name="T26" fmla="*/ 435 w 435"/>
              <a:gd name="T27" fmla="*/ 0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1" y="113"/>
                  <a:pt x="31" y="113"/>
                  <a:pt x="31" y="113"/>
                </a:cubicBezTo>
                <a:cubicBezTo>
                  <a:pt x="39" y="99"/>
                  <a:pt x="61" y="69"/>
                  <a:pt x="104" y="70"/>
                </a:cubicBezTo>
                <a:cubicBezTo>
                  <a:pt x="166" y="72"/>
                  <a:pt x="166" y="134"/>
                  <a:pt x="166" y="155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5"/>
                  <a:pt x="100" y="234"/>
                </a:cubicBezTo>
                <a:cubicBezTo>
                  <a:pt x="62" y="233"/>
                  <a:pt x="42" y="210"/>
                  <a:pt x="34" y="193"/>
                </a:cubicBezTo>
                <a:cubicBezTo>
                  <a:pt x="0" y="193"/>
                  <a:pt x="0" y="193"/>
                  <a:pt x="0" y="193"/>
                </a:cubicBezTo>
                <a:cubicBezTo>
                  <a:pt x="0" y="442"/>
                  <a:pt x="0" y="442"/>
                  <a:pt x="0" y="442"/>
                </a:cubicBezTo>
                <a:cubicBezTo>
                  <a:pt x="3" y="449"/>
                  <a:pt x="6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 bwMode="auto">
          <a:xfrm>
            <a:off x="2055559" y="1986137"/>
            <a:ext cx="1839125" cy="1018667"/>
          </a:xfrm>
          <a:custGeom>
            <a:avLst/>
            <a:gdLst>
              <a:gd name="T0" fmla="*/ 0 w 1113"/>
              <a:gd name="T1" fmla="*/ 445 h 617"/>
              <a:gd name="T2" fmla="*/ 186 w 1113"/>
              <a:gd name="T3" fmla="*/ 445 h 617"/>
              <a:gd name="T4" fmla="*/ 197 w 1113"/>
              <a:gd name="T5" fmla="*/ 456 h 617"/>
              <a:gd name="T6" fmla="*/ 197 w 1113"/>
              <a:gd name="T7" fmla="*/ 512 h 617"/>
              <a:gd name="T8" fmla="*/ 192 w 1113"/>
              <a:gd name="T9" fmla="*/ 521 h 617"/>
              <a:gd name="T10" fmla="*/ 160 w 1113"/>
              <a:gd name="T11" fmla="*/ 566 h 617"/>
              <a:gd name="T12" fmla="*/ 213 w 1113"/>
              <a:gd name="T13" fmla="*/ 617 h 617"/>
              <a:gd name="T14" fmla="*/ 278 w 1113"/>
              <a:gd name="T15" fmla="*/ 572 h 617"/>
              <a:gd name="T16" fmla="*/ 240 w 1113"/>
              <a:gd name="T17" fmla="*/ 519 h 617"/>
              <a:gd name="T18" fmla="*/ 232 w 1113"/>
              <a:gd name="T19" fmla="*/ 508 h 617"/>
              <a:gd name="T20" fmla="*/ 234 w 1113"/>
              <a:gd name="T21" fmla="*/ 459 h 617"/>
              <a:gd name="T22" fmla="*/ 245 w 1113"/>
              <a:gd name="T23" fmla="*/ 448 h 617"/>
              <a:gd name="T24" fmla="*/ 646 w 1113"/>
              <a:gd name="T25" fmla="*/ 448 h 617"/>
              <a:gd name="T26" fmla="*/ 646 w 1113"/>
              <a:gd name="T27" fmla="*/ 413 h 617"/>
              <a:gd name="T28" fmla="*/ 605 w 1113"/>
              <a:gd name="T29" fmla="*/ 340 h 617"/>
              <a:gd name="T30" fmla="*/ 683 w 1113"/>
              <a:gd name="T31" fmla="*/ 279 h 617"/>
              <a:gd name="T32" fmla="*/ 767 w 1113"/>
              <a:gd name="T33" fmla="*/ 338 h 617"/>
              <a:gd name="T34" fmla="*/ 727 w 1113"/>
              <a:gd name="T35" fmla="*/ 414 h 617"/>
              <a:gd name="T36" fmla="*/ 727 w 1113"/>
              <a:gd name="T37" fmla="*/ 446 h 617"/>
              <a:gd name="T38" fmla="*/ 1113 w 1113"/>
              <a:gd name="T39" fmla="*/ 446 h 617"/>
              <a:gd name="T40" fmla="*/ 952 w 1113"/>
              <a:gd name="T41" fmla="*/ 204 h 617"/>
              <a:gd name="T42" fmla="*/ 460 w 1113"/>
              <a:gd name="T43" fmla="*/ 2 h 617"/>
              <a:gd name="T44" fmla="*/ 0 w 1113"/>
              <a:gd name="T45" fmla="*/ 148 h 617"/>
              <a:gd name="T46" fmla="*/ 0 w 1113"/>
              <a:gd name="T47" fmla="*/ 445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13" h="617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50"/>
                  <a:pt x="197" y="456"/>
                </a:cubicBezTo>
                <a:cubicBezTo>
                  <a:pt x="197" y="512"/>
                  <a:pt x="197" y="512"/>
                  <a:pt x="197" y="512"/>
                </a:cubicBezTo>
                <a:cubicBezTo>
                  <a:pt x="197" y="515"/>
                  <a:pt x="195" y="519"/>
                  <a:pt x="192" y="521"/>
                </a:cubicBezTo>
                <a:cubicBezTo>
                  <a:pt x="183" y="527"/>
                  <a:pt x="160" y="546"/>
                  <a:pt x="160" y="566"/>
                </a:cubicBezTo>
                <a:cubicBezTo>
                  <a:pt x="160" y="591"/>
                  <a:pt x="179" y="617"/>
                  <a:pt x="213" y="617"/>
                </a:cubicBezTo>
                <a:cubicBezTo>
                  <a:pt x="249" y="617"/>
                  <a:pt x="278" y="597"/>
                  <a:pt x="278" y="572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2" y="508"/>
                </a:cubicBezTo>
                <a:cubicBezTo>
                  <a:pt x="234" y="459"/>
                  <a:pt x="234" y="459"/>
                  <a:pt x="234" y="459"/>
                </a:cubicBezTo>
                <a:cubicBezTo>
                  <a:pt x="234" y="453"/>
                  <a:pt x="239" y="448"/>
                  <a:pt x="245" y="448"/>
                </a:cubicBezTo>
                <a:cubicBezTo>
                  <a:pt x="646" y="448"/>
                  <a:pt x="646" y="448"/>
                  <a:pt x="646" y="448"/>
                </a:cubicBezTo>
                <a:cubicBezTo>
                  <a:pt x="646" y="413"/>
                  <a:pt x="646" y="413"/>
                  <a:pt x="646" y="413"/>
                </a:cubicBezTo>
                <a:cubicBezTo>
                  <a:pt x="633" y="404"/>
                  <a:pt x="605" y="380"/>
                  <a:pt x="605" y="340"/>
                </a:cubicBezTo>
                <a:cubicBezTo>
                  <a:pt x="605" y="298"/>
                  <a:pt x="645" y="279"/>
                  <a:pt x="683" y="279"/>
                </a:cubicBezTo>
                <a:cubicBezTo>
                  <a:pt x="722" y="279"/>
                  <a:pt x="767" y="295"/>
                  <a:pt x="767" y="338"/>
                </a:cubicBezTo>
                <a:cubicBezTo>
                  <a:pt x="767" y="378"/>
                  <a:pt x="739" y="404"/>
                  <a:pt x="727" y="414"/>
                </a:cubicBezTo>
                <a:cubicBezTo>
                  <a:pt x="727" y="446"/>
                  <a:pt x="727" y="446"/>
                  <a:pt x="727" y="446"/>
                </a:cubicBezTo>
                <a:cubicBezTo>
                  <a:pt x="1113" y="446"/>
                  <a:pt x="1113" y="446"/>
                  <a:pt x="1113" y="446"/>
                </a:cubicBezTo>
                <a:cubicBezTo>
                  <a:pt x="1078" y="356"/>
                  <a:pt x="1024" y="266"/>
                  <a:pt x="952" y="204"/>
                </a:cubicBezTo>
                <a:cubicBezTo>
                  <a:pt x="808" y="83"/>
                  <a:pt x="676" y="5"/>
                  <a:pt x="460" y="2"/>
                </a:cubicBezTo>
                <a:cubicBezTo>
                  <a:pt x="326" y="0"/>
                  <a:pt x="148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/>
        </p:nvSpPr>
        <p:spPr bwMode="auto">
          <a:xfrm>
            <a:off x="2807781" y="2483285"/>
            <a:ext cx="986175" cy="1043037"/>
          </a:xfrm>
          <a:custGeom>
            <a:avLst/>
            <a:gdLst>
              <a:gd name="T0" fmla="*/ 433 w 597"/>
              <a:gd name="T1" fmla="*/ 422 h 631"/>
              <a:gd name="T2" fmla="*/ 444 w 597"/>
              <a:gd name="T3" fmla="*/ 411 h 631"/>
              <a:gd name="T4" fmla="*/ 492 w 597"/>
              <a:gd name="T5" fmla="*/ 411 h 631"/>
              <a:gd name="T6" fmla="*/ 501 w 597"/>
              <a:gd name="T7" fmla="*/ 416 h 631"/>
              <a:gd name="T8" fmla="*/ 556 w 597"/>
              <a:gd name="T9" fmla="*/ 451 h 631"/>
              <a:gd name="T10" fmla="*/ 597 w 597"/>
              <a:gd name="T11" fmla="*/ 389 h 631"/>
              <a:gd name="T12" fmla="*/ 557 w 597"/>
              <a:gd name="T13" fmla="*/ 335 h 631"/>
              <a:gd name="T14" fmla="*/ 499 w 597"/>
              <a:gd name="T15" fmla="*/ 374 h 631"/>
              <a:gd name="T16" fmla="*/ 490 w 597"/>
              <a:gd name="T17" fmla="*/ 378 h 631"/>
              <a:gd name="T18" fmla="*/ 441 w 597"/>
              <a:gd name="T19" fmla="*/ 378 h 631"/>
              <a:gd name="T20" fmla="*/ 430 w 597"/>
              <a:gd name="T21" fmla="*/ 367 h 631"/>
              <a:gd name="T22" fmla="*/ 430 w 597"/>
              <a:gd name="T23" fmla="*/ 167 h 631"/>
              <a:gd name="T24" fmla="*/ 261 w 597"/>
              <a:gd name="T25" fmla="*/ 167 h 631"/>
              <a:gd name="T26" fmla="*/ 250 w 597"/>
              <a:gd name="T27" fmla="*/ 156 h 631"/>
              <a:gd name="T28" fmla="*/ 250 w 597"/>
              <a:gd name="T29" fmla="*/ 107 h 631"/>
              <a:gd name="T30" fmla="*/ 255 w 597"/>
              <a:gd name="T31" fmla="*/ 98 h 631"/>
              <a:gd name="T32" fmla="*/ 290 w 597"/>
              <a:gd name="T33" fmla="*/ 37 h 631"/>
              <a:gd name="T34" fmla="*/ 228 w 597"/>
              <a:gd name="T35" fmla="*/ 0 h 631"/>
              <a:gd name="T36" fmla="*/ 172 w 597"/>
              <a:gd name="T37" fmla="*/ 39 h 631"/>
              <a:gd name="T38" fmla="*/ 207 w 597"/>
              <a:gd name="T39" fmla="*/ 96 h 631"/>
              <a:gd name="T40" fmla="*/ 213 w 597"/>
              <a:gd name="T41" fmla="*/ 105 h 631"/>
              <a:gd name="T42" fmla="*/ 213 w 597"/>
              <a:gd name="T43" fmla="*/ 158 h 631"/>
              <a:gd name="T44" fmla="*/ 202 w 597"/>
              <a:gd name="T45" fmla="*/ 169 h 631"/>
              <a:gd name="T46" fmla="*/ 0 w 597"/>
              <a:gd name="T47" fmla="*/ 169 h 631"/>
              <a:gd name="T48" fmla="*/ 0 w 597"/>
              <a:gd name="T49" fmla="*/ 631 h 631"/>
              <a:gd name="T50" fmla="*/ 433 w 597"/>
              <a:gd name="T51" fmla="*/ 631 h 631"/>
              <a:gd name="T52" fmla="*/ 433 w 597"/>
              <a:gd name="T53" fmla="*/ 422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4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5" y="411"/>
                  <a:pt x="499" y="413"/>
                  <a:pt x="501" y="416"/>
                </a:cubicBezTo>
                <a:cubicBezTo>
                  <a:pt x="508" y="425"/>
                  <a:pt x="533" y="451"/>
                  <a:pt x="556" y="451"/>
                </a:cubicBezTo>
                <a:cubicBezTo>
                  <a:pt x="586" y="451"/>
                  <a:pt x="597" y="419"/>
                  <a:pt x="597" y="389"/>
                </a:cubicBezTo>
                <a:cubicBezTo>
                  <a:pt x="597" y="356"/>
                  <a:pt x="582" y="336"/>
                  <a:pt x="557" y="335"/>
                </a:cubicBezTo>
                <a:cubicBezTo>
                  <a:pt x="540" y="334"/>
                  <a:pt x="512" y="358"/>
                  <a:pt x="499" y="374"/>
                </a:cubicBezTo>
                <a:cubicBezTo>
                  <a:pt x="497" y="376"/>
                  <a:pt x="494" y="378"/>
                  <a:pt x="490" y="378"/>
                </a:cubicBezTo>
                <a:cubicBezTo>
                  <a:pt x="441" y="378"/>
                  <a:pt x="441" y="378"/>
                  <a:pt x="441" y="378"/>
                </a:cubicBezTo>
                <a:cubicBezTo>
                  <a:pt x="435" y="378"/>
                  <a:pt x="430" y="373"/>
                  <a:pt x="430" y="367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3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5" y="98"/>
                </a:cubicBezTo>
                <a:cubicBezTo>
                  <a:pt x="255" y="98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9"/>
                </a:cubicBezTo>
                <a:cubicBezTo>
                  <a:pt x="172" y="76"/>
                  <a:pt x="206" y="95"/>
                  <a:pt x="207" y="96"/>
                </a:cubicBezTo>
                <a:cubicBezTo>
                  <a:pt x="211" y="98"/>
                  <a:pt x="213" y="101"/>
                  <a:pt x="213" y="105"/>
                </a:cubicBezTo>
                <a:cubicBezTo>
                  <a:pt x="213" y="158"/>
                  <a:pt x="213" y="158"/>
                  <a:pt x="213" y="158"/>
                </a:cubicBezTo>
                <a:cubicBezTo>
                  <a:pt x="213" y="164"/>
                  <a:pt x="208" y="169"/>
                  <a:pt x="202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3288683" y="2762727"/>
            <a:ext cx="692109" cy="1496319"/>
          </a:xfrm>
          <a:custGeom>
            <a:avLst/>
            <a:gdLst>
              <a:gd name="T0" fmla="*/ 161 w 419"/>
              <a:gd name="T1" fmla="*/ 0 h 906"/>
              <a:gd name="T2" fmla="*/ 161 w 419"/>
              <a:gd name="T3" fmla="*/ 187 h 906"/>
              <a:gd name="T4" fmla="*/ 194 w 419"/>
              <a:gd name="T5" fmla="*/ 187 h 906"/>
              <a:gd name="T6" fmla="*/ 267 w 419"/>
              <a:gd name="T7" fmla="*/ 144 h 906"/>
              <a:gd name="T8" fmla="*/ 328 w 419"/>
              <a:gd name="T9" fmla="*/ 220 h 906"/>
              <a:gd name="T10" fmla="*/ 265 w 419"/>
              <a:gd name="T11" fmla="*/ 304 h 906"/>
              <a:gd name="T12" fmla="*/ 196 w 419"/>
              <a:gd name="T13" fmla="*/ 264 h 906"/>
              <a:gd name="T14" fmla="*/ 164 w 419"/>
              <a:gd name="T15" fmla="*/ 264 h 906"/>
              <a:gd name="T16" fmla="*/ 164 w 419"/>
              <a:gd name="T17" fmla="*/ 613 h 906"/>
              <a:gd name="T18" fmla="*/ 153 w 419"/>
              <a:gd name="T19" fmla="*/ 624 h 906"/>
              <a:gd name="T20" fmla="*/ 105 w 419"/>
              <a:gd name="T21" fmla="*/ 624 h 906"/>
              <a:gd name="T22" fmla="*/ 98 w 419"/>
              <a:gd name="T23" fmla="*/ 621 h 906"/>
              <a:gd name="T24" fmla="*/ 41 w 419"/>
              <a:gd name="T25" fmla="*/ 586 h 906"/>
              <a:gd name="T26" fmla="*/ 16 w 419"/>
              <a:gd name="T27" fmla="*/ 595 h 906"/>
              <a:gd name="T28" fmla="*/ 0 w 419"/>
              <a:gd name="T29" fmla="*/ 645 h 906"/>
              <a:gd name="T30" fmla="*/ 47 w 419"/>
              <a:gd name="T31" fmla="*/ 705 h 906"/>
              <a:gd name="T32" fmla="*/ 105 w 419"/>
              <a:gd name="T33" fmla="*/ 665 h 906"/>
              <a:gd name="T34" fmla="*/ 113 w 419"/>
              <a:gd name="T35" fmla="*/ 661 h 906"/>
              <a:gd name="T36" fmla="*/ 153 w 419"/>
              <a:gd name="T37" fmla="*/ 661 h 906"/>
              <a:gd name="T38" fmla="*/ 164 w 419"/>
              <a:gd name="T39" fmla="*/ 672 h 906"/>
              <a:gd name="T40" fmla="*/ 164 w 419"/>
              <a:gd name="T41" fmla="*/ 906 h 906"/>
              <a:gd name="T42" fmla="*/ 319 w 419"/>
              <a:gd name="T43" fmla="*/ 573 h 906"/>
              <a:gd name="T44" fmla="*/ 419 w 419"/>
              <a:gd name="T45" fmla="*/ 210 h 906"/>
              <a:gd name="T46" fmla="*/ 376 w 419"/>
              <a:gd name="T47" fmla="*/ 0 h 906"/>
              <a:gd name="T48" fmla="*/ 161 w 419"/>
              <a:gd name="T49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9" h="906">
                <a:moveTo>
                  <a:pt x="161" y="0"/>
                </a:moveTo>
                <a:cubicBezTo>
                  <a:pt x="161" y="187"/>
                  <a:pt x="161" y="187"/>
                  <a:pt x="161" y="187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205" y="175"/>
                  <a:pt x="238" y="142"/>
                  <a:pt x="267" y="144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5" y="304"/>
                </a:cubicBezTo>
                <a:cubicBezTo>
                  <a:pt x="233" y="304"/>
                  <a:pt x="205" y="276"/>
                  <a:pt x="196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100" y="623"/>
                  <a:pt x="98" y="621"/>
                </a:cubicBezTo>
                <a:cubicBezTo>
                  <a:pt x="88" y="611"/>
                  <a:pt x="60" y="587"/>
                  <a:pt x="41" y="586"/>
                </a:cubicBezTo>
                <a:cubicBezTo>
                  <a:pt x="32" y="585"/>
                  <a:pt x="23" y="588"/>
                  <a:pt x="16" y="595"/>
                </a:cubicBezTo>
                <a:cubicBezTo>
                  <a:pt x="6" y="605"/>
                  <a:pt x="0" y="622"/>
                  <a:pt x="0" y="645"/>
                </a:cubicBezTo>
                <a:cubicBezTo>
                  <a:pt x="0" y="683"/>
                  <a:pt x="17" y="705"/>
                  <a:pt x="47" y="705"/>
                </a:cubicBezTo>
                <a:cubicBezTo>
                  <a:pt x="67" y="705"/>
                  <a:pt x="96" y="675"/>
                  <a:pt x="105" y="665"/>
                </a:cubicBezTo>
                <a:cubicBezTo>
                  <a:pt x="107" y="662"/>
                  <a:pt x="110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8" y="809"/>
                  <a:pt x="271" y="670"/>
                  <a:pt x="319" y="573"/>
                </a:cubicBezTo>
                <a:cubicBezTo>
                  <a:pt x="394" y="422"/>
                  <a:pt x="419" y="330"/>
                  <a:pt x="419" y="210"/>
                </a:cubicBezTo>
                <a:cubicBezTo>
                  <a:pt x="419" y="157"/>
                  <a:pt x="405" y="80"/>
                  <a:pt x="376" y="0"/>
                </a:cubicBezTo>
                <a:lnTo>
                  <a:pt x="161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/>
          <p:nvPr/>
        </p:nvSpPr>
        <p:spPr bwMode="auto">
          <a:xfrm>
            <a:off x="2081554" y="4358152"/>
            <a:ext cx="1432958" cy="593003"/>
          </a:xfrm>
          <a:custGeom>
            <a:avLst/>
            <a:gdLst>
              <a:gd name="T0" fmla="*/ 665 w 867"/>
              <a:gd name="T1" fmla="*/ 0 h 359"/>
              <a:gd name="T2" fmla="*/ 665 w 867"/>
              <a:gd name="T3" fmla="*/ 36 h 359"/>
              <a:gd name="T4" fmla="*/ 711 w 867"/>
              <a:gd name="T5" fmla="*/ 114 h 359"/>
              <a:gd name="T6" fmla="*/ 622 w 867"/>
              <a:gd name="T7" fmla="*/ 175 h 359"/>
              <a:gd name="T8" fmla="*/ 564 w 867"/>
              <a:gd name="T9" fmla="*/ 153 h 359"/>
              <a:gd name="T10" fmla="*/ 546 w 867"/>
              <a:gd name="T11" fmla="*/ 103 h 359"/>
              <a:gd name="T12" fmla="*/ 586 w 867"/>
              <a:gd name="T13" fmla="*/ 41 h 359"/>
              <a:gd name="T14" fmla="*/ 586 w 867"/>
              <a:gd name="T15" fmla="*/ 4 h 359"/>
              <a:gd name="T16" fmla="*/ 0 w 867"/>
              <a:gd name="T17" fmla="*/ 4 h 359"/>
              <a:gd name="T18" fmla="*/ 25 w 867"/>
              <a:gd name="T19" fmla="*/ 104 h 359"/>
              <a:gd name="T20" fmla="*/ 167 w 867"/>
              <a:gd name="T21" fmla="*/ 359 h 359"/>
              <a:gd name="T22" fmla="*/ 700 w 867"/>
              <a:gd name="T23" fmla="*/ 359 h 359"/>
              <a:gd name="T24" fmla="*/ 821 w 867"/>
              <a:gd name="T25" fmla="*/ 241 h 359"/>
              <a:gd name="T26" fmla="*/ 845 w 867"/>
              <a:gd name="T27" fmla="*/ 51 h 359"/>
              <a:gd name="T28" fmla="*/ 867 w 867"/>
              <a:gd name="T29" fmla="*/ 0 h 359"/>
              <a:gd name="T30" fmla="*/ 665 w 867"/>
              <a:gd name="T31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67" h="359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4" y="75"/>
                  <a:pt x="711" y="114"/>
                </a:cubicBezTo>
                <a:cubicBezTo>
                  <a:pt x="708" y="153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1" y="140"/>
                  <a:pt x="545" y="121"/>
                  <a:pt x="546" y="103"/>
                </a:cubicBezTo>
                <a:cubicBezTo>
                  <a:pt x="547" y="77"/>
                  <a:pt x="575" y="51"/>
                  <a:pt x="586" y="41"/>
                </a:cubicBezTo>
                <a:cubicBezTo>
                  <a:pt x="586" y="4"/>
                  <a:pt x="586" y="4"/>
                  <a:pt x="586" y="4"/>
                </a:cubicBezTo>
                <a:cubicBezTo>
                  <a:pt x="0" y="4"/>
                  <a:pt x="0" y="4"/>
                  <a:pt x="0" y="4"/>
                </a:cubicBezTo>
                <a:cubicBezTo>
                  <a:pt x="16" y="45"/>
                  <a:pt x="26" y="81"/>
                  <a:pt x="25" y="104"/>
                </a:cubicBezTo>
                <a:cubicBezTo>
                  <a:pt x="17" y="303"/>
                  <a:pt x="125" y="359"/>
                  <a:pt x="167" y="359"/>
                </a:cubicBezTo>
                <a:cubicBezTo>
                  <a:pt x="700" y="359"/>
                  <a:pt x="700" y="359"/>
                  <a:pt x="700" y="359"/>
                </a:cubicBezTo>
                <a:cubicBezTo>
                  <a:pt x="749" y="359"/>
                  <a:pt x="799" y="291"/>
                  <a:pt x="821" y="241"/>
                </a:cubicBezTo>
                <a:cubicBezTo>
                  <a:pt x="843" y="190"/>
                  <a:pt x="829" y="88"/>
                  <a:pt x="845" y="51"/>
                </a:cubicBezTo>
                <a:cubicBezTo>
                  <a:pt x="848" y="43"/>
                  <a:pt x="856" y="25"/>
                  <a:pt x="867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1"/>
          <p:cNvSpPr/>
          <p:nvPr/>
        </p:nvSpPr>
        <p:spPr bwMode="auto">
          <a:xfrm>
            <a:off x="1464179" y="2260706"/>
            <a:ext cx="825332" cy="1951226"/>
          </a:xfrm>
          <a:custGeom>
            <a:avLst/>
            <a:gdLst>
              <a:gd name="T0" fmla="*/ 334 w 500"/>
              <a:gd name="T1" fmla="*/ 970 h 1181"/>
              <a:gd name="T2" fmla="*/ 345 w 500"/>
              <a:gd name="T3" fmla="*/ 959 h 1181"/>
              <a:gd name="T4" fmla="*/ 398 w 500"/>
              <a:gd name="T5" fmla="*/ 959 h 1181"/>
              <a:gd name="T6" fmla="*/ 408 w 500"/>
              <a:gd name="T7" fmla="*/ 967 h 1181"/>
              <a:gd name="T8" fmla="*/ 457 w 500"/>
              <a:gd name="T9" fmla="*/ 1000 h 1181"/>
              <a:gd name="T10" fmla="*/ 486 w 500"/>
              <a:gd name="T11" fmla="*/ 991 h 1181"/>
              <a:gd name="T12" fmla="*/ 500 w 500"/>
              <a:gd name="T13" fmla="*/ 943 h 1181"/>
              <a:gd name="T14" fmla="*/ 459 w 500"/>
              <a:gd name="T15" fmla="*/ 880 h 1181"/>
              <a:gd name="T16" fmla="*/ 405 w 500"/>
              <a:gd name="T17" fmla="*/ 916 h 1181"/>
              <a:gd name="T18" fmla="*/ 394 w 500"/>
              <a:gd name="T19" fmla="*/ 923 h 1181"/>
              <a:gd name="T20" fmla="*/ 347 w 500"/>
              <a:gd name="T21" fmla="*/ 923 h 1181"/>
              <a:gd name="T22" fmla="*/ 336 w 500"/>
              <a:gd name="T23" fmla="*/ 912 h 1181"/>
              <a:gd name="T24" fmla="*/ 336 w 500"/>
              <a:gd name="T25" fmla="*/ 783 h 1181"/>
              <a:gd name="T26" fmla="*/ 334 w 500"/>
              <a:gd name="T27" fmla="*/ 777 h 1181"/>
              <a:gd name="T28" fmla="*/ 336 w 500"/>
              <a:gd name="T29" fmla="*/ 771 h 1181"/>
              <a:gd name="T30" fmla="*/ 336 w 500"/>
              <a:gd name="T31" fmla="*/ 0 h 1181"/>
              <a:gd name="T32" fmla="*/ 133 w 500"/>
              <a:gd name="T33" fmla="*/ 280 h 1181"/>
              <a:gd name="T34" fmla="*/ 221 w 500"/>
              <a:gd name="T35" fmla="*/ 958 h 1181"/>
              <a:gd name="T36" fmla="*/ 334 w 500"/>
              <a:gd name="T37" fmla="*/ 1181 h 1181"/>
              <a:gd name="T38" fmla="*/ 334 w 500"/>
              <a:gd name="T39" fmla="*/ 97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00" h="1181">
                <a:moveTo>
                  <a:pt x="334" y="970"/>
                </a:moveTo>
                <a:cubicBezTo>
                  <a:pt x="334" y="963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2"/>
                  <a:pt x="408" y="967"/>
                </a:cubicBezTo>
                <a:cubicBezTo>
                  <a:pt x="409" y="968"/>
                  <a:pt x="418" y="999"/>
                  <a:pt x="457" y="1000"/>
                </a:cubicBezTo>
                <a:cubicBezTo>
                  <a:pt x="470" y="1000"/>
                  <a:pt x="479" y="997"/>
                  <a:pt x="486" y="991"/>
                </a:cubicBezTo>
                <a:cubicBezTo>
                  <a:pt x="495" y="982"/>
                  <a:pt x="500" y="966"/>
                  <a:pt x="500" y="943"/>
                </a:cubicBezTo>
                <a:cubicBezTo>
                  <a:pt x="500" y="906"/>
                  <a:pt x="493" y="881"/>
                  <a:pt x="459" y="880"/>
                </a:cubicBezTo>
                <a:cubicBezTo>
                  <a:pt x="420" y="879"/>
                  <a:pt x="405" y="915"/>
                  <a:pt x="405" y="916"/>
                </a:cubicBezTo>
                <a:cubicBezTo>
                  <a:pt x="403" y="921"/>
                  <a:pt x="399" y="923"/>
                  <a:pt x="394" y="923"/>
                </a:cubicBezTo>
                <a:cubicBezTo>
                  <a:pt x="347" y="923"/>
                  <a:pt x="347" y="923"/>
                  <a:pt x="347" y="923"/>
                </a:cubicBezTo>
                <a:cubicBezTo>
                  <a:pt x="341" y="923"/>
                  <a:pt x="336" y="918"/>
                  <a:pt x="336" y="912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1"/>
                  <a:pt x="334" y="779"/>
                  <a:pt x="334" y="777"/>
                </a:cubicBezTo>
                <a:cubicBezTo>
                  <a:pt x="334" y="775"/>
                  <a:pt x="335" y="773"/>
                  <a:pt x="336" y="771"/>
                </a:cubicBezTo>
                <a:cubicBezTo>
                  <a:pt x="336" y="0"/>
                  <a:pt x="336" y="0"/>
                  <a:pt x="336" y="0"/>
                </a:cubicBezTo>
                <a:cubicBezTo>
                  <a:pt x="253" y="67"/>
                  <a:pt x="182" y="158"/>
                  <a:pt x="133" y="280"/>
                </a:cubicBezTo>
                <a:cubicBezTo>
                  <a:pt x="0" y="618"/>
                  <a:pt x="191" y="898"/>
                  <a:pt x="221" y="958"/>
                </a:cubicBezTo>
                <a:cubicBezTo>
                  <a:pt x="237" y="991"/>
                  <a:pt x="290" y="1087"/>
                  <a:pt x="334" y="1181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2"/>
          <p:cNvSpPr/>
          <p:nvPr/>
        </p:nvSpPr>
        <p:spPr bwMode="auto">
          <a:xfrm>
            <a:off x="2053934" y="2757854"/>
            <a:ext cx="714854" cy="768468"/>
          </a:xfrm>
          <a:custGeom>
            <a:avLst/>
            <a:gdLst>
              <a:gd name="T0" fmla="*/ 433 w 433"/>
              <a:gd name="T1" fmla="*/ 3 h 465"/>
              <a:gd name="T2" fmla="*/ 256 w 433"/>
              <a:gd name="T3" fmla="*/ 3 h 465"/>
              <a:gd name="T4" fmla="*/ 255 w 433"/>
              <a:gd name="T5" fmla="*/ 34 h 465"/>
              <a:gd name="T6" fmla="*/ 301 w 433"/>
              <a:gd name="T7" fmla="*/ 105 h 465"/>
              <a:gd name="T8" fmla="*/ 213 w 433"/>
              <a:gd name="T9" fmla="*/ 172 h 465"/>
              <a:gd name="T10" fmla="*/ 138 w 433"/>
              <a:gd name="T11" fmla="*/ 99 h 465"/>
              <a:gd name="T12" fmla="*/ 175 w 433"/>
              <a:gd name="T13" fmla="*/ 39 h 465"/>
              <a:gd name="T14" fmla="*/ 175 w 433"/>
              <a:gd name="T15" fmla="*/ 0 h 465"/>
              <a:gd name="T16" fmla="*/ 0 w 433"/>
              <a:gd name="T17" fmla="*/ 0 h 465"/>
              <a:gd name="T18" fmla="*/ 0 w 433"/>
              <a:gd name="T19" fmla="*/ 465 h 465"/>
              <a:gd name="T20" fmla="*/ 433 w 433"/>
              <a:gd name="T21" fmla="*/ 465 h 465"/>
              <a:gd name="T22" fmla="*/ 433 w 433"/>
              <a:gd name="T23" fmla="*/ 3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299" y="143"/>
                  <a:pt x="261" y="172"/>
                  <a:pt x="213" y="172"/>
                </a:cubicBezTo>
                <a:cubicBezTo>
                  <a:pt x="165" y="172"/>
                  <a:pt x="138" y="134"/>
                  <a:pt x="138" y="99"/>
                </a:cubicBezTo>
                <a:cubicBezTo>
                  <a:pt x="138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3"/>
          <p:cNvSpPr/>
          <p:nvPr/>
        </p:nvSpPr>
        <p:spPr bwMode="auto">
          <a:xfrm>
            <a:off x="2260267" y="4951157"/>
            <a:ext cx="1059285" cy="973176"/>
          </a:xfrm>
          <a:custGeom>
            <a:avLst/>
            <a:gdLst>
              <a:gd name="T0" fmla="*/ 6 w 641"/>
              <a:gd name="T1" fmla="*/ 0 h 589"/>
              <a:gd name="T2" fmla="*/ 627 w 641"/>
              <a:gd name="T3" fmla="*/ 0 h 589"/>
              <a:gd name="T4" fmla="*/ 627 w 641"/>
              <a:gd name="T5" fmla="*/ 51 h 589"/>
              <a:gd name="T6" fmla="*/ 641 w 641"/>
              <a:gd name="T7" fmla="*/ 81 h 589"/>
              <a:gd name="T8" fmla="*/ 611 w 641"/>
              <a:gd name="T9" fmla="*/ 129 h 589"/>
              <a:gd name="T10" fmla="*/ 637 w 641"/>
              <a:gd name="T11" fmla="*/ 170 h 589"/>
              <a:gd name="T12" fmla="*/ 611 w 641"/>
              <a:gd name="T13" fmla="*/ 224 h 589"/>
              <a:gd name="T14" fmla="*/ 635 w 641"/>
              <a:gd name="T15" fmla="*/ 261 h 589"/>
              <a:gd name="T16" fmla="*/ 611 w 641"/>
              <a:gd name="T17" fmla="*/ 305 h 589"/>
              <a:gd name="T18" fmla="*/ 635 w 641"/>
              <a:gd name="T19" fmla="*/ 347 h 589"/>
              <a:gd name="T20" fmla="*/ 610 w 641"/>
              <a:gd name="T21" fmla="*/ 393 h 589"/>
              <a:gd name="T22" fmla="*/ 626 w 641"/>
              <a:gd name="T23" fmla="*/ 423 h 589"/>
              <a:gd name="T24" fmla="*/ 575 w 641"/>
              <a:gd name="T25" fmla="*/ 495 h 589"/>
              <a:gd name="T26" fmla="*/ 466 w 641"/>
              <a:gd name="T27" fmla="*/ 589 h 589"/>
              <a:gd name="T28" fmla="*/ 173 w 641"/>
              <a:gd name="T29" fmla="*/ 589 h 589"/>
              <a:gd name="T30" fmla="*/ 38 w 641"/>
              <a:gd name="T31" fmla="*/ 475 h 589"/>
              <a:gd name="T32" fmla="*/ 32 w 641"/>
              <a:gd name="T33" fmla="*/ 428 h 589"/>
              <a:gd name="T34" fmla="*/ 2 w 641"/>
              <a:gd name="T35" fmla="*/ 388 h 589"/>
              <a:gd name="T36" fmla="*/ 25 w 641"/>
              <a:gd name="T37" fmla="*/ 355 h 589"/>
              <a:gd name="T38" fmla="*/ 2 w 641"/>
              <a:gd name="T39" fmla="*/ 294 h 589"/>
              <a:gd name="T40" fmla="*/ 22 w 641"/>
              <a:gd name="T41" fmla="*/ 257 h 589"/>
              <a:gd name="T42" fmla="*/ 5 w 641"/>
              <a:gd name="T43" fmla="*/ 213 h 589"/>
              <a:gd name="T44" fmla="*/ 24 w 641"/>
              <a:gd name="T45" fmla="*/ 167 h 589"/>
              <a:gd name="T46" fmla="*/ 2 w 641"/>
              <a:gd name="T47" fmla="*/ 119 h 589"/>
              <a:gd name="T48" fmla="*/ 6 w 641"/>
              <a:gd name="T49" fmla="*/ 0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41" h="589">
                <a:moveTo>
                  <a:pt x="6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1" y="62"/>
                  <a:pt x="641" y="81"/>
                </a:cubicBezTo>
                <a:cubicBezTo>
                  <a:pt x="641" y="100"/>
                  <a:pt x="611" y="114"/>
                  <a:pt x="611" y="129"/>
                </a:cubicBezTo>
                <a:cubicBezTo>
                  <a:pt x="611" y="143"/>
                  <a:pt x="637" y="151"/>
                  <a:pt x="637" y="170"/>
                </a:cubicBezTo>
                <a:cubicBezTo>
                  <a:pt x="637" y="189"/>
                  <a:pt x="610" y="205"/>
                  <a:pt x="611" y="224"/>
                </a:cubicBezTo>
                <a:cubicBezTo>
                  <a:pt x="613" y="243"/>
                  <a:pt x="637" y="245"/>
                  <a:pt x="635" y="261"/>
                </a:cubicBezTo>
                <a:cubicBezTo>
                  <a:pt x="633" y="277"/>
                  <a:pt x="611" y="291"/>
                  <a:pt x="611" y="305"/>
                </a:cubicBezTo>
                <a:cubicBezTo>
                  <a:pt x="611" y="320"/>
                  <a:pt x="635" y="331"/>
                  <a:pt x="635" y="347"/>
                </a:cubicBezTo>
                <a:cubicBezTo>
                  <a:pt x="635" y="363"/>
                  <a:pt x="611" y="377"/>
                  <a:pt x="610" y="393"/>
                </a:cubicBezTo>
                <a:cubicBezTo>
                  <a:pt x="608" y="409"/>
                  <a:pt x="626" y="412"/>
                  <a:pt x="626" y="423"/>
                </a:cubicBezTo>
                <a:cubicBezTo>
                  <a:pt x="626" y="434"/>
                  <a:pt x="618" y="458"/>
                  <a:pt x="575" y="495"/>
                </a:cubicBezTo>
                <a:cubicBezTo>
                  <a:pt x="532" y="531"/>
                  <a:pt x="466" y="589"/>
                  <a:pt x="466" y="589"/>
                </a:cubicBezTo>
                <a:cubicBezTo>
                  <a:pt x="173" y="589"/>
                  <a:pt x="173" y="589"/>
                  <a:pt x="173" y="589"/>
                </a:cubicBezTo>
                <a:cubicBezTo>
                  <a:pt x="38" y="475"/>
                  <a:pt x="38" y="475"/>
                  <a:pt x="38" y="475"/>
                </a:cubicBezTo>
                <a:cubicBezTo>
                  <a:pt x="35" y="461"/>
                  <a:pt x="35" y="437"/>
                  <a:pt x="32" y="428"/>
                </a:cubicBezTo>
                <a:cubicBezTo>
                  <a:pt x="29" y="418"/>
                  <a:pt x="2" y="404"/>
                  <a:pt x="2" y="388"/>
                </a:cubicBezTo>
                <a:cubicBezTo>
                  <a:pt x="2" y="372"/>
                  <a:pt x="25" y="366"/>
                  <a:pt x="25" y="355"/>
                </a:cubicBezTo>
                <a:cubicBezTo>
                  <a:pt x="25" y="343"/>
                  <a:pt x="0" y="315"/>
                  <a:pt x="2" y="294"/>
                </a:cubicBezTo>
                <a:cubicBezTo>
                  <a:pt x="3" y="273"/>
                  <a:pt x="21" y="269"/>
                  <a:pt x="22" y="257"/>
                </a:cubicBezTo>
                <a:cubicBezTo>
                  <a:pt x="24" y="246"/>
                  <a:pt x="5" y="229"/>
                  <a:pt x="5" y="213"/>
                </a:cubicBezTo>
                <a:cubicBezTo>
                  <a:pt x="5" y="197"/>
                  <a:pt x="24" y="181"/>
                  <a:pt x="24" y="167"/>
                </a:cubicBezTo>
                <a:cubicBezTo>
                  <a:pt x="24" y="152"/>
                  <a:pt x="3" y="143"/>
                  <a:pt x="2" y="119"/>
                </a:cubicBezTo>
                <a:cubicBezTo>
                  <a:pt x="0" y="95"/>
                  <a:pt x="6" y="0"/>
                  <a:pt x="6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4"/>
          <p:cNvSpPr/>
          <p:nvPr/>
        </p:nvSpPr>
        <p:spPr bwMode="auto">
          <a:xfrm>
            <a:off x="2557582" y="5951953"/>
            <a:ext cx="440286" cy="61738"/>
          </a:xfrm>
          <a:custGeom>
            <a:avLst/>
            <a:gdLst>
              <a:gd name="T0" fmla="*/ 0 w 266"/>
              <a:gd name="T1" fmla="*/ 0 h 37"/>
              <a:gd name="T2" fmla="*/ 266 w 266"/>
              <a:gd name="T3" fmla="*/ 0 h 37"/>
              <a:gd name="T4" fmla="*/ 223 w 266"/>
              <a:gd name="T5" fmla="*/ 37 h 37"/>
              <a:gd name="T6" fmla="*/ 49 w 266"/>
              <a:gd name="T7" fmla="*/ 37 h 37"/>
              <a:gd name="T8" fmla="*/ 0 w 266"/>
              <a:gd name="T9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6" h="37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7"/>
                  <a:pt x="223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36" y="37"/>
                  <a:pt x="0" y="0"/>
                  <a:pt x="0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8"/>
          <p:cNvSpPr>
            <a:spLocks noChangeAspect="1"/>
          </p:cNvSpPr>
          <p:nvPr/>
        </p:nvSpPr>
        <p:spPr bwMode="auto">
          <a:xfrm>
            <a:off x="2379139" y="4640886"/>
            <a:ext cx="310477" cy="172247"/>
          </a:xfrm>
          <a:custGeom>
            <a:avLst/>
            <a:gdLst>
              <a:gd name="T0" fmla="*/ 28 w 119"/>
              <a:gd name="T1" fmla="*/ 17 h 66"/>
              <a:gd name="T2" fmla="*/ 35 w 119"/>
              <a:gd name="T3" fmla="*/ 18 h 66"/>
              <a:gd name="T4" fmla="*/ 54 w 119"/>
              <a:gd name="T5" fmla="*/ 0 h 66"/>
              <a:gd name="T6" fmla="*/ 54 w 119"/>
              <a:gd name="T7" fmla="*/ 36 h 66"/>
              <a:gd name="T8" fmla="*/ 46 w 119"/>
              <a:gd name="T9" fmla="*/ 28 h 66"/>
              <a:gd name="T10" fmla="*/ 37 w 119"/>
              <a:gd name="T11" fmla="*/ 28 h 66"/>
              <a:gd name="T12" fmla="*/ 37 w 119"/>
              <a:gd name="T13" fmla="*/ 28 h 66"/>
              <a:gd name="T14" fmla="*/ 37 w 119"/>
              <a:gd name="T15" fmla="*/ 36 h 66"/>
              <a:gd name="T16" fmla="*/ 55 w 119"/>
              <a:gd name="T17" fmla="*/ 54 h 66"/>
              <a:gd name="T18" fmla="*/ 59 w 119"/>
              <a:gd name="T19" fmla="*/ 56 h 66"/>
              <a:gd name="T20" fmla="*/ 59 w 119"/>
              <a:gd name="T21" fmla="*/ 56 h 66"/>
              <a:gd name="T22" fmla="*/ 60 w 119"/>
              <a:gd name="T23" fmla="*/ 56 h 66"/>
              <a:gd name="T24" fmla="*/ 64 w 119"/>
              <a:gd name="T25" fmla="*/ 54 h 66"/>
              <a:gd name="T26" fmla="*/ 82 w 119"/>
              <a:gd name="T27" fmla="*/ 36 h 66"/>
              <a:gd name="T28" fmla="*/ 82 w 119"/>
              <a:gd name="T29" fmla="*/ 28 h 66"/>
              <a:gd name="T30" fmla="*/ 82 w 119"/>
              <a:gd name="T31" fmla="*/ 28 h 66"/>
              <a:gd name="T32" fmla="*/ 73 w 119"/>
              <a:gd name="T33" fmla="*/ 28 h 66"/>
              <a:gd name="T34" fmla="*/ 65 w 119"/>
              <a:gd name="T35" fmla="*/ 36 h 66"/>
              <a:gd name="T36" fmla="*/ 65 w 119"/>
              <a:gd name="T37" fmla="*/ 0 h 66"/>
              <a:gd name="T38" fmla="*/ 84 w 119"/>
              <a:gd name="T39" fmla="*/ 18 h 66"/>
              <a:gd name="T40" fmla="*/ 91 w 119"/>
              <a:gd name="T41" fmla="*/ 17 h 66"/>
              <a:gd name="T42" fmla="*/ 112 w 119"/>
              <a:gd name="T43" fmla="*/ 38 h 66"/>
              <a:gd name="T44" fmla="*/ 112 w 119"/>
              <a:gd name="T45" fmla="*/ 42 h 66"/>
              <a:gd name="T46" fmla="*/ 119 w 119"/>
              <a:gd name="T47" fmla="*/ 53 h 66"/>
              <a:gd name="T48" fmla="*/ 107 w 119"/>
              <a:gd name="T49" fmla="*/ 66 h 66"/>
              <a:gd name="T50" fmla="*/ 12 w 119"/>
              <a:gd name="T51" fmla="*/ 66 h 66"/>
              <a:gd name="T52" fmla="*/ 0 w 119"/>
              <a:gd name="T53" fmla="*/ 53 h 66"/>
              <a:gd name="T54" fmla="*/ 7 w 119"/>
              <a:gd name="T55" fmla="*/ 42 h 66"/>
              <a:gd name="T56" fmla="*/ 7 w 119"/>
              <a:gd name="T57" fmla="*/ 38 h 66"/>
              <a:gd name="T58" fmla="*/ 28 w 119"/>
              <a:gd name="T59" fmla="*/ 17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9" h="66">
                <a:moveTo>
                  <a:pt x="28" y="17"/>
                </a:moveTo>
                <a:cubicBezTo>
                  <a:pt x="31" y="17"/>
                  <a:pt x="33" y="18"/>
                  <a:pt x="35" y="18"/>
                </a:cubicBezTo>
                <a:cubicBezTo>
                  <a:pt x="37" y="9"/>
                  <a:pt x="44" y="2"/>
                  <a:pt x="54" y="0"/>
                </a:cubicBezTo>
                <a:cubicBezTo>
                  <a:pt x="54" y="36"/>
                  <a:pt x="54" y="36"/>
                  <a:pt x="54" y="36"/>
                </a:cubicBezTo>
                <a:cubicBezTo>
                  <a:pt x="46" y="28"/>
                  <a:pt x="46" y="28"/>
                  <a:pt x="46" y="28"/>
                </a:cubicBezTo>
                <a:cubicBezTo>
                  <a:pt x="43" y="26"/>
                  <a:pt x="40" y="26"/>
                  <a:pt x="37" y="28"/>
                </a:cubicBezTo>
                <a:cubicBezTo>
                  <a:pt x="37" y="28"/>
                  <a:pt x="37" y="28"/>
                  <a:pt x="37" y="28"/>
                </a:cubicBezTo>
                <a:cubicBezTo>
                  <a:pt x="35" y="30"/>
                  <a:pt x="35" y="34"/>
                  <a:pt x="37" y="36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5"/>
                  <a:pt x="58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61" y="56"/>
                  <a:pt x="63" y="55"/>
                  <a:pt x="64" y="54"/>
                </a:cubicBezTo>
                <a:cubicBezTo>
                  <a:pt x="82" y="36"/>
                  <a:pt x="82" y="36"/>
                  <a:pt x="82" y="36"/>
                </a:cubicBezTo>
                <a:cubicBezTo>
                  <a:pt x="84" y="34"/>
                  <a:pt x="84" y="30"/>
                  <a:pt x="82" y="28"/>
                </a:cubicBezTo>
                <a:cubicBezTo>
                  <a:pt x="82" y="28"/>
                  <a:pt x="82" y="28"/>
                  <a:pt x="82" y="28"/>
                </a:cubicBezTo>
                <a:cubicBezTo>
                  <a:pt x="79" y="26"/>
                  <a:pt x="76" y="26"/>
                  <a:pt x="73" y="28"/>
                </a:cubicBezTo>
                <a:cubicBezTo>
                  <a:pt x="65" y="36"/>
                  <a:pt x="65" y="36"/>
                  <a:pt x="65" y="36"/>
                </a:cubicBezTo>
                <a:cubicBezTo>
                  <a:pt x="65" y="0"/>
                  <a:pt x="65" y="0"/>
                  <a:pt x="65" y="0"/>
                </a:cubicBezTo>
                <a:cubicBezTo>
                  <a:pt x="75" y="2"/>
                  <a:pt x="82" y="9"/>
                  <a:pt x="84" y="18"/>
                </a:cubicBezTo>
                <a:cubicBezTo>
                  <a:pt x="86" y="18"/>
                  <a:pt x="88" y="17"/>
                  <a:pt x="91" y="17"/>
                </a:cubicBezTo>
                <a:cubicBezTo>
                  <a:pt x="102" y="17"/>
                  <a:pt x="112" y="27"/>
                  <a:pt x="112" y="38"/>
                </a:cubicBezTo>
                <a:cubicBezTo>
                  <a:pt x="112" y="39"/>
                  <a:pt x="112" y="40"/>
                  <a:pt x="112" y="42"/>
                </a:cubicBezTo>
                <a:cubicBezTo>
                  <a:pt x="116" y="44"/>
                  <a:pt x="119" y="48"/>
                  <a:pt x="119" y="53"/>
                </a:cubicBezTo>
                <a:cubicBezTo>
                  <a:pt x="119" y="60"/>
                  <a:pt x="114" y="66"/>
                  <a:pt x="107" y="66"/>
                </a:cubicBezTo>
                <a:cubicBezTo>
                  <a:pt x="12" y="66"/>
                  <a:pt x="12" y="66"/>
                  <a:pt x="12" y="66"/>
                </a:cubicBezTo>
                <a:cubicBezTo>
                  <a:pt x="5" y="66"/>
                  <a:pt x="0" y="60"/>
                  <a:pt x="0" y="53"/>
                </a:cubicBezTo>
                <a:cubicBezTo>
                  <a:pt x="0" y="48"/>
                  <a:pt x="3" y="44"/>
                  <a:pt x="7" y="42"/>
                </a:cubicBezTo>
                <a:cubicBezTo>
                  <a:pt x="7" y="40"/>
                  <a:pt x="7" y="39"/>
                  <a:pt x="7" y="38"/>
                </a:cubicBezTo>
                <a:cubicBezTo>
                  <a:pt x="7" y="27"/>
                  <a:pt x="17" y="17"/>
                  <a:pt x="28" y="17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56"/>
          <p:cNvSpPr>
            <a:spLocks noChangeAspect="1"/>
          </p:cNvSpPr>
          <p:nvPr/>
        </p:nvSpPr>
        <p:spPr bwMode="auto">
          <a:xfrm>
            <a:off x="2257154" y="2263381"/>
            <a:ext cx="310477" cy="173525"/>
          </a:xfrm>
          <a:custGeom>
            <a:avLst/>
            <a:gdLst>
              <a:gd name="T0" fmla="*/ 29 w 120"/>
              <a:gd name="T1" fmla="*/ 18 h 67"/>
              <a:gd name="T2" fmla="*/ 36 w 120"/>
              <a:gd name="T3" fmla="*/ 19 h 67"/>
              <a:gd name="T4" fmla="*/ 60 w 120"/>
              <a:gd name="T5" fmla="*/ 0 h 67"/>
              <a:gd name="T6" fmla="*/ 85 w 120"/>
              <a:gd name="T7" fmla="*/ 19 h 67"/>
              <a:gd name="T8" fmla="*/ 92 w 120"/>
              <a:gd name="T9" fmla="*/ 18 h 67"/>
              <a:gd name="T10" fmla="*/ 113 w 120"/>
              <a:gd name="T11" fmla="*/ 39 h 67"/>
              <a:gd name="T12" fmla="*/ 113 w 120"/>
              <a:gd name="T13" fmla="*/ 43 h 67"/>
              <a:gd name="T14" fmla="*/ 120 w 120"/>
              <a:gd name="T15" fmla="*/ 54 h 67"/>
              <a:gd name="T16" fmla="*/ 108 w 120"/>
              <a:gd name="T17" fmla="*/ 67 h 67"/>
              <a:gd name="T18" fmla="*/ 66 w 120"/>
              <a:gd name="T19" fmla="*/ 67 h 67"/>
              <a:gd name="T20" fmla="*/ 66 w 120"/>
              <a:gd name="T21" fmla="*/ 38 h 67"/>
              <a:gd name="T22" fmla="*/ 74 w 120"/>
              <a:gd name="T23" fmla="*/ 45 h 67"/>
              <a:gd name="T24" fmla="*/ 83 w 120"/>
              <a:gd name="T25" fmla="*/ 45 h 67"/>
              <a:gd name="T26" fmla="*/ 83 w 120"/>
              <a:gd name="T27" fmla="*/ 45 h 67"/>
              <a:gd name="T28" fmla="*/ 83 w 120"/>
              <a:gd name="T29" fmla="*/ 37 h 67"/>
              <a:gd name="T30" fmla="*/ 65 w 120"/>
              <a:gd name="T31" fmla="*/ 19 h 67"/>
              <a:gd name="T32" fmla="*/ 61 w 120"/>
              <a:gd name="T33" fmla="*/ 17 h 67"/>
              <a:gd name="T34" fmla="*/ 60 w 120"/>
              <a:gd name="T35" fmla="*/ 17 h 67"/>
              <a:gd name="T36" fmla="*/ 60 w 120"/>
              <a:gd name="T37" fmla="*/ 17 h 67"/>
              <a:gd name="T38" fmla="*/ 56 w 120"/>
              <a:gd name="T39" fmla="*/ 19 h 67"/>
              <a:gd name="T40" fmla="*/ 38 w 120"/>
              <a:gd name="T41" fmla="*/ 37 h 67"/>
              <a:gd name="T42" fmla="*/ 38 w 120"/>
              <a:gd name="T43" fmla="*/ 45 h 67"/>
              <a:gd name="T44" fmla="*/ 38 w 120"/>
              <a:gd name="T45" fmla="*/ 45 h 67"/>
              <a:gd name="T46" fmla="*/ 47 w 120"/>
              <a:gd name="T47" fmla="*/ 45 h 67"/>
              <a:gd name="T48" fmla="*/ 54 w 120"/>
              <a:gd name="T49" fmla="*/ 38 h 67"/>
              <a:gd name="T50" fmla="*/ 54 w 120"/>
              <a:gd name="T51" fmla="*/ 67 h 67"/>
              <a:gd name="T52" fmla="*/ 13 w 120"/>
              <a:gd name="T53" fmla="*/ 67 h 67"/>
              <a:gd name="T54" fmla="*/ 0 w 120"/>
              <a:gd name="T55" fmla="*/ 54 h 67"/>
              <a:gd name="T56" fmla="*/ 8 w 120"/>
              <a:gd name="T57" fmla="*/ 43 h 67"/>
              <a:gd name="T58" fmla="*/ 8 w 120"/>
              <a:gd name="T59" fmla="*/ 39 h 67"/>
              <a:gd name="T60" fmla="*/ 29 w 120"/>
              <a:gd name="T61" fmla="*/ 1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0" h="67">
                <a:moveTo>
                  <a:pt x="29" y="18"/>
                </a:moveTo>
                <a:cubicBezTo>
                  <a:pt x="31" y="18"/>
                  <a:pt x="34" y="19"/>
                  <a:pt x="36" y="19"/>
                </a:cubicBezTo>
                <a:cubicBezTo>
                  <a:pt x="38" y="8"/>
                  <a:pt x="48" y="0"/>
                  <a:pt x="60" y="0"/>
                </a:cubicBezTo>
                <a:cubicBezTo>
                  <a:pt x="72" y="0"/>
                  <a:pt x="82" y="8"/>
                  <a:pt x="85" y="19"/>
                </a:cubicBezTo>
                <a:cubicBezTo>
                  <a:pt x="87" y="19"/>
                  <a:pt x="89" y="18"/>
                  <a:pt x="92" y="18"/>
                </a:cubicBezTo>
                <a:cubicBezTo>
                  <a:pt x="103" y="18"/>
                  <a:pt x="113" y="28"/>
                  <a:pt x="113" y="39"/>
                </a:cubicBezTo>
                <a:cubicBezTo>
                  <a:pt x="113" y="40"/>
                  <a:pt x="113" y="41"/>
                  <a:pt x="113" y="43"/>
                </a:cubicBezTo>
                <a:cubicBezTo>
                  <a:pt x="117" y="45"/>
                  <a:pt x="120" y="49"/>
                  <a:pt x="120" y="54"/>
                </a:cubicBezTo>
                <a:cubicBezTo>
                  <a:pt x="120" y="61"/>
                  <a:pt x="115" y="67"/>
                  <a:pt x="108" y="67"/>
                </a:cubicBezTo>
                <a:cubicBezTo>
                  <a:pt x="66" y="67"/>
                  <a:pt x="66" y="67"/>
                  <a:pt x="66" y="67"/>
                </a:cubicBezTo>
                <a:cubicBezTo>
                  <a:pt x="66" y="38"/>
                  <a:pt x="66" y="38"/>
                  <a:pt x="66" y="38"/>
                </a:cubicBezTo>
                <a:cubicBezTo>
                  <a:pt x="74" y="45"/>
                  <a:pt x="74" y="45"/>
                  <a:pt x="74" y="45"/>
                </a:cubicBezTo>
                <a:cubicBezTo>
                  <a:pt x="76" y="48"/>
                  <a:pt x="80" y="48"/>
                  <a:pt x="83" y="45"/>
                </a:cubicBezTo>
                <a:cubicBezTo>
                  <a:pt x="83" y="45"/>
                  <a:pt x="83" y="45"/>
                  <a:pt x="83" y="45"/>
                </a:cubicBezTo>
                <a:cubicBezTo>
                  <a:pt x="85" y="43"/>
                  <a:pt x="85" y="39"/>
                  <a:pt x="83" y="37"/>
                </a:cubicBezTo>
                <a:cubicBezTo>
                  <a:pt x="65" y="19"/>
                  <a:pt x="65" y="19"/>
                  <a:pt x="65" y="19"/>
                </a:cubicBezTo>
                <a:cubicBezTo>
                  <a:pt x="64" y="18"/>
                  <a:pt x="62" y="17"/>
                  <a:pt x="61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59" y="17"/>
                  <a:pt x="57" y="18"/>
                  <a:pt x="56" y="19"/>
                </a:cubicBezTo>
                <a:cubicBezTo>
                  <a:pt x="38" y="37"/>
                  <a:pt x="38" y="37"/>
                  <a:pt x="38" y="37"/>
                </a:cubicBezTo>
                <a:cubicBezTo>
                  <a:pt x="36" y="39"/>
                  <a:pt x="36" y="43"/>
                  <a:pt x="38" y="45"/>
                </a:cubicBezTo>
                <a:cubicBezTo>
                  <a:pt x="38" y="45"/>
                  <a:pt x="38" y="45"/>
                  <a:pt x="38" y="45"/>
                </a:cubicBezTo>
                <a:cubicBezTo>
                  <a:pt x="40" y="48"/>
                  <a:pt x="44" y="48"/>
                  <a:pt x="47" y="45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67"/>
                  <a:pt x="54" y="67"/>
                  <a:pt x="54" y="67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0" y="61"/>
                  <a:pt x="0" y="54"/>
                </a:cubicBezTo>
                <a:cubicBezTo>
                  <a:pt x="0" y="49"/>
                  <a:pt x="4" y="45"/>
                  <a:pt x="8" y="43"/>
                </a:cubicBezTo>
                <a:cubicBezTo>
                  <a:pt x="8" y="41"/>
                  <a:pt x="8" y="40"/>
                  <a:pt x="8" y="39"/>
                </a:cubicBezTo>
                <a:cubicBezTo>
                  <a:pt x="8" y="28"/>
                  <a:pt x="17" y="18"/>
                  <a:pt x="29" y="18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052310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01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06155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02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806155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03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050684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04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4532630" y="1851660"/>
            <a:ext cx="5666105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4454525" y="2230120"/>
            <a:ext cx="5952490" cy="5334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判断是不是方程，先看有没有字母表示未知数，没有就不是方程，如6+3=9只是等式。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4493895" y="186626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解析要点1：必须含未知数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532630" y="3246120"/>
            <a:ext cx="56654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532630" y="4627880"/>
            <a:ext cx="5665470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457065" y="3636010"/>
            <a:ext cx="595249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未知数要参与加减乘除，比如x+12=31，x在算式里，才能通过运算求出它的值。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516755" y="3264535"/>
            <a:ext cx="56813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解析要点2：必须参与运算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89450" y="5041900"/>
            <a:ext cx="5952490" cy="4972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同一个量用同一个字母，比如弟弟身高始终用y表示，避免混淆，保持逻辑清晰。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533265" y="4638675"/>
            <a:ext cx="566547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解析要点3：统一字母表示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错题解析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三、下一节准备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4465955" y="1628140"/>
            <a:ext cx="7024370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387850" y="2006600"/>
            <a:ext cx="7102475" cy="534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x+3=9，x到底等于几？下节课我们变身数学侦探，揭开未知数的秘密面纱！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4427220" y="164274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学习目标：学会解方程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4465955" y="3022600"/>
            <a:ext cx="70243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465955" y="4404360"/>
            <a:ext cx="7023735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" name="Freeform 3"/>
          <p:cNvSpPr/>
          <p:nvPr/>
        </p:nvSpPr>
        <p:spPr>
          <a:xfrm rot="20791272">
            <a:off x="1753235" y="2571750"/>
            <a:ext cx="1734185" cy="389890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 rot="20791272">
            <a:off x="1012825" y="4195445"/>
            <a:ext cx="988060" cy="222123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 rot="20791272">
            <a:off x="3302635" y="3725545"/>
            <a:ext cx="1240155" cy="278765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下一节准备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390390" y="3412490"/>
            <a:ext cx="7099935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提前看看课本68页，想想怎么让天平两边保持平衡，动手画一画，带着问题来上课！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450080" y="3041015"/>
            <a:ext cx="70402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预习重点：等式性质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22775" y="4818380"/>
            <a:ext cx="706691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/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466590" y="4415155"/>
            <a:ext cx="702373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/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890482" flipH="1">
            <a:off x="9304552" y="4557292"/>
            <a:ext cx="3990224" cy="283209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7138284" y="6027489"/>
            <a:ext cx="501104" cy="501104"/>
          </a:xfrm>
          <a:prstGeom prst="ellipse">
            <a:avLst/>
          </a:prstGeom>
          <a:noFill/>
          <a:ln w="762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3741384"/>
            <a:ext cx="5807410" cy="3439775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 rot="0">
            <a:off x="2134870" y="2052955"/>
            <a:ext cx="1479550" cy="1459865"/>
            <a:chOff x="2200671" y="1560900"/>
            <a:chExt cx="1237727" cy="1221211"/>
          </a:xfrm>
        </p:grpSpPr>
        <p:sp>
          <p:nvSpPr>
            <p:cNvPr id="16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7" name="圆角矩形 16"/>
            <p:cNvSpPr/>
            <p:nvPr>
              <p:custDataLst>
                <p:tags r:id="rId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24282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5D9FAD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下</a:t>
            </a:r>
            <a:endParaRPr lang="zh-CN" altLang="en-US" sz="8000" dirty="0">
              <a:solidFill>
                <a:srgbClr val="5D9FAD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8"/>
            </p:custDataLst>
          </p:nvPr>
        </p:nvGrpSpPr>
        <p:grpSpPr>
          <a:xfrm rot="0">
            <a:off x="4291965" y="2052955"/>
            <a:ext cx="1479550" cy="1459865"/>
            <a:chOff x="2200671" y="1560900"/>
            <a:chExt cx="1237727" cy="1221211"/>
          </a:xfrm>
        </p:grpSpPr>
        <p:sp>
          <p:nvSpPr>
            <p:cNvPr id="43" name="圆角矩形 42"/>
            <p:cNvSpPr/>
            <p:nvPr>
              <p:custDataLst>
                <p:tags r:id="rId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4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5" name="圆角矩形 44"/>
            <p:cNvSpPr/>
            <p:nvPr>
              <p:custDataLst>
                <p:tags r:id="rId1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439928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E39336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节</a:t>
            </a:r>
            <a:endParaRPr lang="zh-CN" altLang="en-US" sz="8000" dirty="0">
              <a:solidFill>
                <a:srgbClr val="E39336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 rot="0">
            <a:off x="6448425" y="2052955"/>
            <a:ext cx="1479550" cy="1459865"/>
            <a:chOff x="2200671" y="1560900"/>
            <a:chExt cx="1237727" cy="1221211"/>
          </a:xfrm>
        </p:grpSpPr>
        <p:sp>
          <p:nvSpPr>
            <p:cNvPr id="49" name="圆角矩形 48"/>
            <p:cNvSpPr/>
            <p:nvPr>
              <p:custDataLst>
                <p:tags r:id="rId1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1" name="圆角矩形 50"/>
            <p:cNvSpPr/>
            <p:nvPr>
              <p:custDataLst>
                <p:tags r:id="rId1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8" name="文本框 47"/>
          <p:cNvSpPr txBox="1"/>
          <p:nvPr>
            <p:custDataLst>
              <p:tags r:id="rId17"/>
            </p:custDataLst>
          </p:nvPr>
        </p:nvSpPr>
        <p:spPr>
          <a:xfrm>
            <a:off x="6556375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再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8"/>
            </p:custDataLst>
          </p:nvPr>
        </p:nvGrpSpPr>
        <p:grpSpPr>
          <a:xfrm rot="0">
            <a:off x="8605520" y="2052955"/>
            <a:ext cx="1479550" cy="1459865"/>
            <a:chOff x="2200671" y="1560900"/>
            <a:chExt cx="1237727" cy="1221211"/>
          </a:xfrm>
        </p:grpSpPr>
        <p:sp>
          <p:nvSpPr>
            <p:cNvPr id="55" name="圆角矩形 54"/>
            <p:cNvSpPr/>
            <p:nvPr>
              <p:custDataLst>
                <p:tags r:id="rId1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2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7" name="圆角矩形 56"/>
            <p:cNvSpPr/>
            <p:nvPr>
              <p:custDataLst>
                <p:tags r:id="rId2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54" name="文本框 53"/>
          <p:cNvSpPr txBox="1"/>
          <p:nvPr>
            <p:custDataLst>
              <p:tags r:id="rId22"/>
            </p:custDataLst>
          </p:nvPr>
        </p:nvSpPr>
        <p:spPr>
          <a:xfrm>
            <a:off x="8712835" y="2160905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见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</p:spTree>
  </p:cSld>
  <p:clrMapOvr>
    <a:masterClrMapping/>
  </p:clrMapOvr>
</p:sld>
</file>

<file path=ppt/tags/tag139.xml><?xml version="1.0" encoding="utf-8"?>
<p:tagLst xmlns:p="http://schemas.openxmlformats.org/presentationml/2006/main">
  <p:tag name="KSO_WPP_MARK_KEY" val="f8f1bf77-74fa-48dc-b95b-88fca359b4ee"/>
  <p:tag name="COMMONDATA" val="eyJoZGlkIjoiYjNkNDYxMmIwNmM5NTY2OTdkODYxNGM2OGY2YmI2OGYifQ==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WPS 演示</Application>
  <PresentationFormat>宽屏</PresentationFormat>
  <Paragraphs>121</Paragraphs>
  <Slides>10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Aa楷体</vt:lpstr>
      <vt:lpstr>等线</vt:lpstr>
      <vt:lpstr>Helvetica</vt:lpstr>
      <vt:lpstr>Arial</vt:lpstr>
      <vt:lpstr>Roboto Condensed</vt:lpstr>
      <vt:lpstr>楷体</vt:lpstr>
      <vt:lpstr>Calibri</vt:lpstr>
      <vt:lpstr>Arial Unicode MS</vt:lpstr>
      <vt:lpstr>Verdana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</dc:creator>
  <cp:lastModifiedBy>swing</cp:lastModifiedBy>
  <cp:revision>42</cp:revision>
  <dcterms:created xsi:type="dcterms:W3CDTF">2022-02-12T08:43:00Z</dcterms:created>
  <dcterms:modified xsi:type="dcterms:W3CDTF">2025-10-09T04:41:54Z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C0244C1AC125404CA3ABF213E1046172</vt:lpwstr>
  </property>
  <property fmtid="{D5CDD505-2E9C-101B-9397-08002B2CF9AE}" pid="3" name="KSOProductBuildVer">
    <vt:lpwstr>2052-12.1.0.20784</vt:lpwstr>
  </property>
</Properties>
</file>