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639" r:id="rId3"/>
    <p:sldId id="636" r:id="rId5"/>
    <p:sldId id="617" r:id="rId6"/>
    <p:sldId id="583" r:id="rId7"/>
    <p:sldId id="640" r:id="rId8"/>
    <p:sldId id="611" r:id="rId9"/>
    <p:sldId id="641" r:id="rId10"/>
    <p:sldId id="642" r:id="rId11"/>
    <p:sldId id="643" r:id="rId12"/>
    <p:sldId id="644" r:id="rId13"/>
  </p:sldIdLst>
  <p:sldSz cx="12192000" cy="6858000"/>
  <p:notesSz cx="6858000" cy="9144000"/>
  <p:embeddedFontLst>
    <p:embeddedFont>
      <p:font typeface="Rockwell" panose="02060603020205020403" pitchFamily="18" charset="0"/>
      <p:regular r:id="rId18"/>
      <p:bold r:id="rId19"/>
      <p:italic r:id="rId20"/>
      <p:boldItalic r:id="rId21"/>
    </p:embeddedFont>
    <p:embeddedFont>
      <p:font typeface="仿宋" panose="02010609060101010101" charset="-122"/>
      <p:regular r:id="rId22"/>
    </p:embeddedFont>
    <p:embeddedFont>
      <p:font typeface="Arial Unicode MS" panose="020B0604020202020204" pitchFamily="34" charset="-122"/>
      <p:regular r:id="rId23"/>
    </p:embeddedFont>
    <p:embeddedFont>
      <p:font typeface="微软雅黑" panose="020B0503020204020204" charset="-122"/>
      <p:regular r:id="rId24"/>
    </p:embeddedFont>
  </p:embeddedFontLst>
  <p:custDataLst>
    <p:tags r:id="rId2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宋体" panose="02010600030101010101" pitchFamily="2" charset="-122"/>
        <a:cs typeface="+mn-cs"/>
      </a:defRPr>
    </a:lvl1pPr>
    <a:lvl2pPr marL="54419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宋体" panose="02010600030101010101" pitchFamily="2" charset="-122"/>
        <a:cs typeface="+mn-cs"/>
      </a:defRPr>
    </a:lvl2pPr>
    <a:lvl3pPr marL="10890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宋体" panose="02010600030101010101" pitchFamily="2" charset="-122"/>
        <a:cs typeface="+mn-cs"/>
      </a:defRPr>
    </a:lvl3pPr>
    <a:lvl4pPr marL="163322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宋体" panose="02010600030101010101" pitchFamily="2" charset="-122"/>
        <a:cs typeface="+mn-cs"/>
      </a:defRPr>
    </a:lvl4pPr>
    <a:lvl5pPr marL="217741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宋体" panose="02010600030101010101" pitchFamily="2" charset="-122"/>
        <a:cs typeface="+mn-cs"/>
      </a:defRPr>
    </a:lvl5pPr>
    <a:lvl6pPr marL="2721610" algn="l" defTabSz="1089025" rtl="0" eaLnBrk="1" latinLnBrk="0" hangingPunct="1">
      <a:defRPr kern="1200">
        <a:solidFill>
          <a:schemeClr val="tx1"/>
        </a:solidFill>
        <a:latin typeface="Rockwell" panose="02060603020205020403" pitchFamily="18" charset="0"/>
        <a:ea typeface="宋体" panose="02010600030101010101" pitchFamily="2" charset="-122"/>
        <a:cs typeface="+mn-cs"/>
      </a:defRPr>
    </a:lvl6pPr>
    <a:lvl7pPr marL="3266440" algn="l" defTabSz="1089025" rtl="0" eaLnBrk="1" latinLnBrk="0" hangingPunct="1">
      <a:defRPr kern="1200">
        <a:solidFill>
          <a:schemeClr val="tx1"/>
        </a:solidFill>
        <a:latin typeface="Rockwell" panose="02060603020205020403" pitchFamily="18" charset="0"/>
        <a:ea typeface="宋体" panose="02010600030101010101" pitchFamily="2" charset="-122"/>
        <a:cs typeface="+mn-cs"/>
      </a:defRPr>
    </a:lvl7pPr>
    <a:lvl8pPr marL="3810635" algn="l" defTabSz="1089025" rtl="0" eaLnBrk="1" latinLnBrk="0" hangingPunct="1">
      <a:defRPr kern="1200">
        <a:solidFill>
          <a:schemeClr val="tx1"/>
        </a:solidFill>
        <a:latin typeface="Rockwell" panose="02060603020205020403" pitchFamily="18" charset="0"/>
        <a:ea typeface="宋体" panose="02010600030101010101" pitchFamily="2" charset="-122"/>
        <a:cs typeface="+mn-cs"/>
      </a:defRPr>
    </a:lvl8pPr>
    <a:lvl9pPr marL="4354830" algn="l" defTabSz="1089025" rtl="0" eaLnBrk="1" latinLnBrk="0" hangingPunct="1">
      <a:defRPr kern="1200">
        <a:solidFill>
          <a:schemeClr val="tx1"/>
        </a:solidFill>
        <a:latin typeface="Rockwell" panose="02060603020205020403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5" userDrawn="1">
          <p15:clr>
            <a:srgbClr val="A4A3A4"/>
          </p15:clr>
        </p15:guide>
        <p15:guide id="2" orient="horz" pos="364" userDrawn="1">
          <p15:clr>
            <a:srgbClr val="A4A3A4"/>
          </p15:clr>
        </p15:guide>
        <p15:guide id="3" orient="horz" pos="3983" userDrawn="1">
          <p15:clr>
            <a:srgbClr val="A4A3A4"/>
          </p15:clr>
        </p15:guide>
        <p15:guide id="4" pos="3839" userDrawn="1">
          <p15:clr>
            <a:srgbClr val="A4A3A4"/>
          </p15:clr>
        </p15:guide>
        <p15:guide id="5" pos="421" userDrawn="1">
          <p15:clr>
            <a:srgbClr val="A4A3A4"/>
          </p15:clr>
        </p15:guide>
        <p15:guide id="6" pos="73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15063"/>
    <a:srgbClr val="F67E7D"/>
    <a:srgbClr val="74546B"/>
    <a:srgbClr val="F3BCB7"/>
    <a:srgbClr val="999AB8"/>
    <a:srgbClr val="995586"/>
    <a:srgbClr val="CC2F36"/>
    <a:srgbClr val="D59148"/>
    <a:srgbClr val="7EA3F5"/>
    <a:srgbClr val="E1E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338" autoAdjust="0"/>
    <p:restoredTop sz="94660"/>
  </p:normalViewPr>
  <p:slideViewPr>
    <p:cSldViewPr>
      <p:cViewPr>
        <p:scale>
          <a:sx n="70" d="100"/>
          <a:sy n="70" d="100"/>
        </p:scale>
        <p:origin x="-654" y="-426"/>
      </p:cViewPr>
      <p:guideLst>
        <p:guide orient="horz" pos="2105"/>
        <p:guide orient="horz" pos="364"/>
        <p:guide orient="horz" pos="3983"/>
        <p:guide pos="3839"/>
        <p:guide pos="421"/>
        <p:guide pos="730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46" y="-120"/>
      </p:cViewPr>
      <p:guideLst>
        <p:guide orient="horz" pos="2807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68.xml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F79B9-B306-4393-BDEE-A582750E71C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E7E33-F89F-41F1-924F-2B2BBDA1E02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F9743CD7-97CD-4F57-B351-69A253B17F8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544195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089025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633220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177415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72161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44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635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483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9DB4961-5944-45E4-859B-0226209DDE1C}" type="slidenum">
              <a:rPr lang="en-US" altLang="zh-CN"/>
            </a:fld>
            <a:endParaRPr lang="en-US" altLang="zh-CN" dirty="0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>
            <a:spLocks noChangeAspect="1"/>
          </p:cNvSpPr>
          <p:nvPr userDrawn="1"/>
        </p:nvSpPr>
        <p:spPr>
          <a:xfrm>
            <a:off x="9581692" y="-1065809"/>
            <a:ext cx="3599063" cy="359933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" y="379518"/>
            <a:ext cx="8208863" cy="6478800"/>
          </a:xfrm>
          <a:prstGeom prst="rect">
            <a:avLst/>
          </a:prstGeom>
        </p:spPr>
      </p:pic>
      <p:sp>
        <p:nvSpPr>
          <p:cNvPr id="3" name="图文框 2"/>
          <p:cNvSpPr/>
          <p:nvPr userDrawn="1"/>
        </p:nvSpPr>
        <p:spPr>
          <a:xfrm>
            <a:off x="0" y="0"/>
            <a:ext cx="12192000" cy="6858318"/>
          </a:xfrm>
          <a:prstGeom prst="frame">
            <a:avLst>
              <a:gd name="adj1" fmla="val 17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文框 4"/>
          <p:cNvSpPr/>
          <p:nvPr userDrawn="1"/>
        </p:nvSpPr>
        <p:spPr>
          <a:xfrm>
            <a:off x="0" y="0"/>
            <a:ext cx="12192000" cy="6858318"/>
          </a:xfrm>
          <a:prstGeom prst="frame">
            <a:avLst>
              <a:gd name="adj1" fmla="val 17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>
            <a:spLocks noChangeAspect="1"/>
          </p:cNvSpPr>
          <p:nvPr userDrawn="1"/>
        </p:nvSpPr>
        <p:spPr>
          <a:xfrm>
            <a:off x="1" y="0"/>
            <a:ext cx="6400720" cy="6858318"/>
          </a:xfrm>
          <a:custGeom>
            <a:avLst/>
            <a:gdLst/>
            <a:ahLst/>
            <a:cxnLst/>
            <a:rect l="l" t="t" r="r" b="b"/>
            <a:pathLst>
              <a:path w="6402387" h="6859588">
                <a:moveTo>
                  <a:pt x="0" y="0"/>
                </a:moveTo>
                <a:lnTo>
                  <a:pt x="4581543" y="0"/>
                </a:lnTo>
                <a:cubicBezTo>
                  <a:pt x="5680326" y="744274"/>
                  <a:pt x="6402387" y="2002711"/>
                  <a:pt x="6402387" y="3429794"/>
                </a:cubicBezTo>
                <a:cubicBezTo>
                  <a:pt x="6402387" y="4856878"/>
                  <a:pt x="5680326" y="6115315"/>
                  <a:pt x="4581543" y="6859588"/>
                </a:cubicBezTo>
                <a:lnTo>
                  <a:pt x="0" y="6859588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>
            <a:spLocks noChangeAspect="1"/>
          </p:cNvSpPr>
          <p:nvPr userDrawn="1"/>
        </p:nvSpPr>
        <p:spPr>
          <a:xfrm>
            <a:off x="0" y="0"/>
            <a:ext cx="6047915" cy="6858318"/>
          </a:xfrm>
          <a:custGeom>
            <a:avLst/>
            <a:gdLst/>
            <a:ahLst/>
            <a:cxnLst/>
            <a:rect l="l" t="t" r="r" b="b"/>
            <a:pathLst>
              <a:path w="6049490" h="6859588">
                <a:moveTo>
                  <a:pt x="0" y="0"/>
                </a:moveTo>
                <a:lnTo>
                  <a:pt x="4228646" y="0"/>
                </a:lnTo>
                <a:cubicBezTo>
                  <a:pt x="5327429" y="744274"/>
                  <a:pt x="6049490" y="2002711"/>
                  <a:pt x="6049490" y="3429794"/>
                </a:cubicBezTo>
                <a:cubicBezTo>
                  <a:pt x="6049490" y="4856878"/>
                  <a:pt x="5327429" y="6115315"/>
                  <a:pt x="4228646" y="6859588"/>
                </a:cubicBezTo>
                <a:lnTo>
                  <a:pt x="0" y="68595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文框 2"/>
          <p:cNvSpPr/>
          <p:nvPr userDrawn="1"/>
        </p:nvSpPr>
        <p:spPr>
          <a:xfrm>
            <a:off x="0" y="0"/>
            <a:ext cx="12192000" cy="6858318"/>
          </a:xfrm>
          <a:prstGeom prst="frame">
            <a:avLst>
              <a:gd name="adj1" fmla="val 17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529" y="575893"/>
            <a:ext cx="5758500" cy="57589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6793406" y="906681"/>
            <a:ext cx="5398594" cy="0"/>
          </a:xfrm>
          <a:prstGeom prst="line">
            <a:avLst/>
          </a:prstGeom>
          <a:ln w="63500" cmpd="thickThin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图文框 3"/>
          <p:cNvSpPr/>
          <p:nvPr userDrawn="1"/>
        </p:nvSpPr>
        <p:spPr>
          <a:xfrm>
            <a:off x="0" y="0"/>
            <a:ext cx="12192000" cy="6858318"/>
          </a:xfrm>
          <a:prstGeom prst="frame">
            <a:avLst>
              <a:gd name="adj1" fmla="val 175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6"/>
          <p:cNvSpPr>
            <a:spLocks noChangeAspect="1"/>
          </p:cNvSpPr>
          <p:nvPr userDrawn="1"/>
        </p:nvSpPr>
        <p:spPr bwMode="auto">
          <a:xfrm>
            <a:off x="539859" y="719867"/>
            <a:ext cx="466246" cy="287947"/>
          </a:xfrm>
          <a:custGeom>
            <a:avLst/>
            <a:gdLst>
              <a:gd name="connsiteX0" fmla="*/ 228193 w 605169"/>
              <a:gd name="connsiteY0" fmla="*/ 345064 h 373715"/>
              <a:gd name="connsiteX1" fmla="*/ 228193 w 605169"/>
              <a:gd name="connsiteY1" fmla="*/ 354376 h 373715"/>
              <a:gd name="connsiteX2" fmla="*/ 369089 w 605169"/>
              <a:gd name="connsiteY2" fmla="*/ 354376 h 373715"/>
              <a:gd name="connsiteX3" fmla="*/ 369089 w 605169"/>
              <a:gd name="connsiteY3" fmla="*/ 345064 h 373715"/>
              <a:gd name="connsiteX4" fmla="*/ 67580 w 605169"/>
              <a:gd name="connsiteY4" fmla="*/ 323755 h 373715"/>
              <a:gd name="connsiteX5" fmla="*/ 295952 w 605169"/>
              <a:gd name="connsiteY5" fmla="*/ 323755 h 373715"/>
              <a:gd name="connsiteX6" fmla="*/ 309217 w 605169"/>
              <a:gd name="connsiteY6" fmla="*/ 323755 h 373715"/>
              <a:gd name="connsiteX7" fmla="*/ 537589 w 605169"/>
              <a:gd name="connsiteY7" fmla="*/ 323755 h 373715"/>
              <a:gd name="connsiteX8" fmla="*/ 605169 w 605169"/>
              <a:gd name="connsiteY8" fmla="*/ 327158 h 373715"/>
              <a:gd name="connsiteX9" fmla="*/ 605169 w 605169"/>
              <a:gd name="connsiteY9" fmla="*/ 373715 h 373715"/>
              <a:gd name="connsiteX10" fmla="*/ 0 w 605169"/>
              <a:gd name="connsiteY10" fmla="*/ 373715 h 373715"/>
              <a:gd name="connsiteX11" fmla="*/ 0 w 605169"/>
              <a:gd name="connsiteY11" fmla="*/ 327158 h 373715"/>
              <a:gd name="connsiteX12" fmla="*/ 102912 w 605169"/>
              <a:gd name="connsiteY12" fmla="*/ 35256 h 373715"/>
              <a:gd name="connsiteX13" fmla="*/ 102912 w 605169"/>
              <a:gd name="connsiteY13" fmla="*/ 274353 h 373715"/>
              <a:gd name="connsiteX14" fmla="*/ 502437 w 605169"/>
              <a:gd name="connsiteY14" fmla="*/ 274353 h 373715"/>
              <a:gd name="connsiteX15" fmla="*/ 502437 w 605169"/>
              <a:gd name="connsiteY15" fmla="*/ 35256 h 373715"/>
              <a:gd name="connsiteX16" fmla="*/ 67602 w 605169"/>
              <a:gd name="connsiteY16" fmla="*/ 0 h 373715"/>
              <a:gd name="connsiteX17" fmla="*/ 537568 w 605169"/>
              <a:gd name="connsiteY17" fmla="*/ 0 h 373715"/>
              <a:gd name="connsiteX18" fmla="*/ 537568 w 605169"/>
              <a:gd name="connsiteY18" fmla="*/ 309430 h 373715"/>
              <a:gd name="connsiteX19" fmla="*/ 67602 w 605169"/>
              <a:gd name="connsiteY19" fmla="*/ 309430 h 373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5169" h="373715">
                <a:moveTo>
                  <a:pt x="228193" y="345064"/>
                </a:moveTo>
                <a:lnTo>
                  <a:pt x="228193" y="354376"/>
                </a:lnTo>
                <a:lnTo>
                  <a:pt x="369089" y="354376"/>
                </a:lnTo>
                <a:lnTo>
                  <a:pt x="369089" y="345064"/>
                </a:lnTo>
                <a:close/>
                <a:moveTo>
                  <a:pt x="67580" y="323755"/>
                </a:moveTo>
                <a:lnTo>
                  <a:pt x="295952" y="323755"/>
                </a:lnTo>
                <a:lnTo>
                  <a:pt x="309217" y="323755"/>
                </a:lnTo>
                <a:lnTo>
                  <a:pt x="537589" y="323755"/>
                </a:lnTo>
                <a:lnTo>
                  <a:pt x="605169" y="327158"/>
                </a:lnTo>
                <a:lnTo>
                  <a:pt x="605169" y="373715"/>
                </a:lnTo>
                <a:lnTo>
                  <a:pt x="0" y="373715"/>
                </a:lnTo>
                <a:lnTo>
                  <a:pt x="0" y="327158"/>
                </a:lnTo>
                <a:close/>
                <a:moveTo>
                  <a:pt x="102912" y="35256"/>
                </a:moveTo>
                <a:lnTo>
                  <a:pt x="102912" y="274353"/>
                </a:lnTo>
                <a:lnTo>
                  <a:pt x="502437" y="274353"/>
                </a:lnTo>
                <a:lnTo>
                  <a:pt x="502437" y="35256"/>
                </a:lnTo>
                <a:close/>
                <a:moveTo>
                  <a:pt x="67602" y="0"/>
                </a:moveTo>
                <a:lnTo>
                  <a:pt x="537568" y="0"/>
                </a:lnTo>
                <a:lnTo>
                  <a:pt x="537568" y="309430"/>
                </a:lnTo>
                <a:lnTo>
                  <a:pt x="67602" y="30943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274652"/>
            <a:ext cx="10972800" cy="1143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8871" tIns="54436" rIns="108871" bIns="54436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600275"/>
            <a:ext cx="10972800" cy="4526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8871" tIns="54436" rIns="108871" bIns="54436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599" y="6245514"/>
            <a:ext cx="2844800" cy="476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8871" tIns="54436" rIns="108871" bIns="54436" numCol="1" anchor="t" anchorCtr="0" compatLnSpc="1"/>
          <a:lstStyle>
            <a:lvl1pPr>
              <a:defRPr sz="1600">
                <a:latin typeface="仿宋" panose="02010609060101010101" charset="-122"/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514"/>
            <a:ext cx="3860801" cy="476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8871" tIns="54436" rIns="108871" bIns="54436" numCol="1" anchor="t" anchorCtr="0" compatLnSpc="1"/>
          <a:lstStyle>
            <a:lvl1pPr algn="ctr">
              <a:defRPr sz="1600">
                <a:latin typeface="仿宋" panose="02010609060101010101" charset="-122"/>
              </a:defRPr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1" y="6245514"/>
            <a:ext cx="2844800" cy="476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8871" tIns="54436" rIns="108871" bIns="54436" numCol="1" anchor="t" anchorCtr="0" compatLnSpc="1"/>
          <a:lstStyle>
            <a:lvl1pPr algn="r">
              <a:defRPr sz="1600">
                <a:latin typeface="仿宋" panose="02010609060101010101" charset="-122"/>
              </a:defRPr>
            </a:lvl1pPr>
          </a:lstStyle>
          <a:p>
            <a:fld id="{D0A27C80-5FD3-4361-BB31-75FBA1966619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5300">
          <a:solidFill>
            <a:schemeClr val="tx2"/>
          </a:solidFill>
          <a:latin typeface="仿宋" panose="02010609060101010101" charset="-122"/>
          <a:ea typeface="仿宋" panose="02010609060101010101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5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5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5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544195" algn="ctr" rtl="0" fontAlgn="base">
        <a:spcBef>
          <a:spcPct val="0"/>
        </a:spcBef>
        <a:spcAft>
          <a:spcPct val="0"/>
        </a:spcAft>
        <a:defRPr sz="5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1089025" algn="ctr" rtl="0" fontAlgn="base">
        <a:spcBef>
          <a:spcPct val="0"/>
        </a:spcBef>
        <a:spcAft>
          <a:spcPct val="0"/>
        </a:spcAft>
        <a:defRPr sz="5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633220" algn="ctr" rtl="0" fontAlgn="base">
        <a:spcBef>
          <a:spcPct val="0"/>
        </a:spcBef>
        <a:spcAft>
          <a:spcPct val="0"/>
        </a:spcAft>
        <a:defRPr sz="5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2177415" algn="ctr" rtl="0" fontAlgn="base">
        <a:spcBef>
          <a:spcPct val="0"/>
        </a:spcBef>
        <a:spcAft>
          <a:spcPct val="0"/>
        </a:spcAft>
        <a:defRPr sz="5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408305" indent="-408305" algn="l" rtl="0" fontAlgn="base">
        <a:spcBef>
          <a:spcPct val="20000"/>
        </a:spcBef>
        <a:spcAft>
          <a:spcPct val="0"/>
        </a:spcAft>
        <a:buChar char="•"/>
        <a:defRPr sz="3800">
          <a:solidFill>
            <a:schemeClr val="tx1"/>
          </a:solidFill>
          <a:latin typeface="仿宋" panose="02010609060101010101" charset="-122"/>
          <a:ea typeface="仿宋" panose="02010609060101010101" charset="-122"/>
          <a:cs typeface="+mn-cs"/>
        </a:defRPr>
      </a:lvl1pPr>
      <a:lvl2pPr marL="884555" indent="-340360" algn="l" rtl="0" fontAlgn="base">
        <a:spcBef>
          <a:spcPct val="20000"/>
        </a:spcBef>
        <a:spcAft>
          <a:spcPct val="0"/>
        </a:spcAft>
        <a:buChar char="–"/>
        <a:defRPr sz="3400">
          <a:solidFill>
            <a:schemeClr val="tx1"/>
          </a:solidFill>
          <a:latin typeface="仿宋" panose="02010609060101010101" charset="-122"/>
          <a:ea typeface="仿宋" panose="02010609060101010101" charset="-122"/>
        </a:defRPr>
      </a:lvl2pPr>
      <a:lvl3pPr marL="1360805" indent="-272415" algn="l" rtl="0" fontAlgn="base">
        <a:spcBef>
          <a:spcPct val="20000"/>
        </a:spcBef>
        <a:spcAft>
          <a:spcPct val="0"/>
        </a:spcAft>
        <a:buChar char="•"/>
        <a:defRPr sz="2900">
          <a:solidFill>
            <a:schemeClr val="tx1"/>
          </a:solidFill>
          <a:latin typeface="仿宋" panose="02010609060101010101" charset="-122"/>
          <a:ea typeface="仿宋" panose="02010609060101010101" charset="-122"/>
        </a:defRPr>
      </a:lvl3pPr>
      <a:lvl4pPr marL="1904365" indent="-272415" algn="l" rtl="0" fontAlgn="base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仿宋" panose="02010609060101010101" charset="-122"/>
          <a:ea typeface="仿宋" panose="02010609060101010101" charset="-122"/>
        </a:defRPr>
      </a:lvl4pPr>
      <a:lvl5pPr marL="2449195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仿宋" panose="02010609060101010101" charset="-122"/>
          <a:ea typeface="仿宋" panose="02010609060101010101" charset="-122"/>
        </a:defRPr>
      </a:lvl5pPr>
      <a:lvl6pPr marL="2993390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537585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4081780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626610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902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22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16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4.xml"/><Relationship Id="rId16" Type="http://schemas.openxmlformats.org/officeDocument/2006/relationships/image" Target="../media/image7.png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4.xml"/><Relationship Id="rId10" Type="http://schemas.openxmlformats.org/officeDocument/2006/relationships/image" Target="../media/image8.jpeg"/><Relationship Id="rId1" Type="http://schemas.openxmlformats.org/officeDocument/2006/relationships/tags" Target="../tags/tag3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4.xml"/><Relationship Id="rId10" Type="http://schemas.openxmlformats.org/officeDocument/2006/relationships/image" Target="../media/image9.jpeg"/><Relationship Id="rId1" Type="http://schemas.openxmlformats.org/officeDocument/2006/relationships/tags" Target="../tags/tag4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image" Target="../media/image11.jpe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4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4.xml"/><Relationship Id="rId10" Type="http://schemas.openxmlformats.org/officeDocument/2006/relationships/image" Target="../media/image12.png"/><Relationship Id="rId1" Type="http://schemas.openxmlformats.org/officeDocument/2006/relationships/tags" Target="../tags/tag5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0"/>
          <p:cNvSpPr txBox="1"/>
          <p:nvPr/>
        </p:nvSpPr>
        <p:spPr>
          <a:xfrm>
            <a:off x="9573895" y="762635"/>
            <a:ext cx="1144270" cy="51746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algn="l">
              <a:lnSpc>
                <a:spcPts val="7500"/>
              </a:lnSpc>
            </a:pPr>
            <a:r>
              <a:rPr lang="en-US" sz="4800" b="1" spc="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lt"/>
                <a:cs typeface="微软雅黑" panose="020B0503020204020204" charset="-122"/>
                <a:sym typeface="+mn-lt"/>
              </a:rPr>
              <a:t>{topic}</a:t>
            </a:r>
            <a:endParaRPr lang="en-US" sz="4800" b="1" spc="400" dirty="0">
              <a:ln w="28575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lt"/>
              <a:ea typeface="+mj-lt"/>
              <a:cs typeface="微软雅黑" panose="020B0503020204020204" charset="-122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p:transition spd="slow" advTm="2000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>
            <a:spLocks noChangeAspect="1"/>
          </p:cNvSpPr>
          <p:nvPr/>
        </p:nvSpPr>
        <p:spPr>
          <a:xfrm flipH="1">
            <a:off x="6137910" y="4613910"/>
            <a:ext cx="720090" cy="7200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6407150" y="1997710"/>
            <a:ext cx="4599305" cy="3060065"/>
          </a:xfrm>
          <a:prstGeom prst="rect">
            <a:avLst/>
          </a:prstGeom>
        </p:spPr>
      </p:pic>
      <p:sp>
        <p:nvSpPr>
          <p:cNvPr id="28" name="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flipH="1">
            <a:off x="1143000" y="1870710"/>
            <a:ext cx="2910205" cy="767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7" tIns="0" rIns="0" bIns="0" anchor="ctr" anchorCtr="0">
            <a:no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800" b="1" spc="600" dirty="0" smtClean="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{title_1}</a:t>
            </a:r>
            <a:endParaRPr lang="en-US" altLang="zh-CN" sz="2800" b="1" spc="600" dirty="0" smtClean="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9" name="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flipH="1">
            <a:off x="1143000" y="3190240"/>
            <a:ext cx="3006725" cy="767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7" tIns="0" rIns="0" bIns="0" anchor="ctr" anchorCtr="0">
            <a:no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800" b="1" spc="600" dirty="0" smtClean="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{title_2}</a:t>
            </a:r>
            <a:endParaRPr lang="en-US" altLang="zh-CN" sz="2800" b="1" spc="600" dirty="0" smtClean="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0" name="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flipH="1">
            <a:off x="1130300" y="4491990"/>
            <a:ext cx="3185795" cy="767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7" tIns="0" rIns="0" bIns="0" anchor="ctr" anchorCtr="0">
            <a:no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800" b="1" spc="600" dirty="0" smtClean="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{title_3}</a:t>
            </a:r>
            <a:endParaRPr lang="en-US" altLang="zh-CN" sz="2800" b="1" spc="600" dirty="0" smtClean="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2" name="1"/>
          <p:cNvSpPr>
            <a:spLocks noChangeAspect="1"/>
          </p:cNvSpPr>
          <p:nvPr>
            <p:custDataLst>
              <p:tags r:id="rId5"/>
            </p:custDataLst>
          </p:nvPr>
        </p:nvSpPr>
        <p:spPr>
          <a:xfrm flipH="1">
            <a:off x="4240530" y="1969135"/>
            <a:ext cx="720090" cy="720090"/>
          </a:xfrm>
          <a:prstGeom prst="diamond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58" tIns="45729" rIns="91458" bIns="45729" rtlCol="0" anchor="ctr">
            <a:no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+mn-ea"/>
                <a:cs typeface="Arial Unicode MS" panose="020B0604020202020204" pitchFamily="34" charset="-122"/>
              </a:rPr>
              <a:t>1</a:t>
            </a:r>
            <a:endParaRPr lang="zh-CN" altLang="en-US" sz="2400" dirty="0">
              <a:solidFill>
                <a:schemeClr val="bg1"/>
              </a:solidFill>
              <a:latin typeface="+mn-ea"/>
              <a:cs typeface="Arial Unicode MS" panose="020B0604020202020204" pitchFamily="34" charset="-122"/>
            </a:endParaRPr>
          </a:p>
        </p:txBody>
      </p:sp>
      <p:sp>
        <p:nvSpPr>
          <p:cNvPr id="33" name="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 flipH="1">
            <a:off x="4240530" y="3219450"/>
            <a:ext cx="720090" cy="720090"/>
          </a:xfrm>
          <a:prstGeom prst="diamond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58" tIns="45729" rIns="91458" bIns="45729" rtlCol="0" anchor="ctr">
            <a:no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+mn-ea"/>
                <a:cs typeface="Arial Unicode MS" panose="020B0604020202020204" pitchFamily="34" charset="-122"/>
              </a:rPr>
              <a:t>2</a:t>
            </a:r>
            <a:endParaRPr lang="zh-CN" altLang="en-US" sz="2400" dirty="0">
              <a:solidFill>
                <a:schemeClr val="bg1"/>
              </a:solidFill>
              <a:latin typeface="+mn-ea"/>
              <a:cs typeface="Arial Unicode MS" panose="020B0604020202020204" pitchFamily="34" charset="-122"/>
            </a:endParaRPr>
          </a:p>
        </p:txBody>
      </p:sp>
      <p:sp>
        <p:nvSpPr>
          <p:cNvPr id="34" name="3"/>
          <p:cNvSpPr>
            <a:spLocks noChangeAspect="1"/>
          </p:cNvSpPr>
          <p:nvPr>
            <p:custDataLst>
              <p:tags r:id="rId7"/>
            </p:custDataLst>
          </p:nvPr>
        </p:nvSpPr>
        <p:spPr>
          <a:xfrm flipH="1">
            <a:off x="4240530" y="4504690"/>
            <a:ext cx="720090" cy="720090"/>
          </a:xfrm>
          <a:prstGeom prst="diamond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58" tIns="45729" rIns="91458" bIns="45729" rtlCol="0" anchor="ctr">
            <a:no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+mn-ea"/>
                <a:cs typeface="Arial Unicode MS" panose="020B0604020202020204" pitchFamily="34" charset="-122"/>
              </a:rPr>
              <a:t>3</a:t>
            </a:r>
            <a:endParaRPr lang="zh-CN" altLang="en-US" sz="2400" dirty="0">
              <a:solidFill>
                <a:schemeClr val="bg1"/>
              </a:solidFill>
              <a:latin typeface="+mn-ea"/>
              <a:cs typeface="Arial Unicode MS" panose="020B0604020202020204" pitchFamily="34" charset="-122"/>
            </a:endParaRPr>
          </a:p>
        </p:txBody>
      </p:sp>
      <p:sp>
        <p:nvSpPr>
          <p:cNvPr id="40" name="文本框 13"/>
          <p:cNvSpPr txBox="1"/>
          <p:nvPr/>
        </p:nvSpPr>
        <p:spPr>
          <a:xfrm rot="16200000">
            <a:off x="8667750" y="3168015"/>
            <a:ext cx="3060065" cy="720090"/>
          </a:xfrm>
          <a:prstGeom prst="rect">
            <a:avLst/>
          </a:prstGeom>
          <a:solidFill>
            <a:schemeClr val="accent6"/>
          </a:solidFill>
        </p:spPr>
        <p:txBody>
          <a:bodyPr wrap="square" lIns="91450" tIns="45725" rIns="91450" bIns="45725" rtlCol="0" anchor="ctr" anchorCtr="1">
            <a:noAutofit/>
          </a:bodyPr>
          <a:lstStyle/>
          <a:p>
            <a:pPr algn="ctr"/>
            <a:r>
              <a:rPr lang="zh-CN" altLang="en-US" sz="3600" dirty="0" smtClean="0">
                <a:solidFill>
                  <a:schemeClr val="bg1"/>
                </a:solidFill>
                <a:latin typeface="+mn-ea"/>
                <a:ea typeface="+mn-ea"/>
              </a:rPr>
              <a:t>目   录</a:t>
            </a:r>
            <a:endParaRPr lang="zh-CN" altLang="en-US" sz="3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69300" y="1157605"/>
            <a:ext cx="28244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4000" spc="600" dirty="0" smtClean="0">
                <a:solidFill>
                  <a:schemeClr val="bg1"/>
                </a:solidFill>
                <a:latin typeface="+mn-ea"/>
                <a:ea typeface="+mn-ea"/>
              </a:rPr>
              <a:t>CONTENTS</a:t>
            </a:r>
            <a:endParaRPr lang="zh-CN" altLang="en-US" sz="4000" spc="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00">
        <p14:flip dir="r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32"/>
          <p:cNvSpPr txBox="1"/>
          <p:nvPr/>
        </p:nvSpPr>
        <p:spPr>
          <a:xfrm>
            <a:off x="610235" y="3352800"/>
            <a:ext cx="5747385" cy="826135"/>
          </a:xfrm>
          <a:prstGeom prst="rect">
            <a:avLst/>
          </a:prstGeom>
          <a:noFill/>
        </p:spPr>
        <p:txBody>
          <a:bodyPr wrap="square" lIns="87764" tIns="43882" rIns="87764" bIns="43882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bg1"/>
                </a:solidFill>
                <a:latin typeface="Agency FB" panose="020B0503020202020204" pitchFamily="34" charset="0"/>
              </a:defRPr>
            </a:lvl1pPr>
          </a:lstStyle>
          <a:p>
            <a:r>
              <a:rPr lang="en-US" altLang="zh-CN" sz="4800" b="1" spc="1200" dirty="0" smtClean="0">
                <a:solidFill>
                  <a:schemeClr val="tx2"/>
                </a:solidFill>
                <a:latin typeface="仿宋" panose="02010609060101010101" charset="-122"/>
                <a:ea typeface="仿宋" panose="02010609060101010101" charset="-122"/>
              </a:rPr>
              <a:t>{title}</a:t>
            </a:r>
            <a:endParaRPr lang="en-US" altLang="zh-CN" sz="4800" b="1" spc="1200" dirty="0" smtClean="0">
              <a:solidFill>
                <a:schemeClr val="tx2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98600" y="125365"/>
            <a:ext cx="1080000" cy="29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180000" rtlCol="0" anchor="b" anchorCtr="1"/>
          <a:lstStyle/>
          <a:p>
            <a:pPr algn="r"/>
            <a:r>
              <a:rPr lang="en-US" altLang="zh-CN" sz="4000" b="1" dirty="0" smtClean="0">
                <a:solidFill>
                  <a:schemeClr val="bg1"/>
                </a:solidFill>
                <a:latin typeface="+mj-ea"/>
                <a:ea typeface="+mj-ea"/>
              </a:rPr>
              <a:t>PART</a:t>
            </a:r>
            <a:endParaRPr lang="en-US" altLang="zh-CN" sz="40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00">
        <p14:flip dir="r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28825"/>
            <a:ext cx="4430395" cy="4319905"/>
          </a:xfrm>
          <a:custGeom>
            <a:avLst/>
            <a:gdLst>
              <a:gd name="connsiteX0" fmla="*/ 0 w 4491746"/>
              <a:gd name="connsiteY0" fmla="*/ 0 h 2987040"/>
              <a:gd name="connsiteX1" fmla="*/ 4491746 w 4491746"/>
              <a:gd name="connsiteY1" fmla="*/ 0 h 2987040"/>
              <a:gd name="connsiteX2" fmla="*/ 4491746 w 4491746"/>
              <a:gd name="connsiteY2" fmla="*/ 2987040 h 2987040"/>
              <a:gd name="connsiteX3" fmla="*/ 0 w 4491746"/>
              <a:gd name="connsiteY3" fmla="*/ 2987040 h 2987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1746" h="2987040">
                <a:moveTo>
                  <a:pt x="0" y="0"/>
                </a:moveTo>
                <a:lnTo>
                  <a:pt x="4491746" y="0"/>
                </a:lnTo>
                <a:lnTo>
                  <a:pt x="4491746" y="2987040"/>
                </a:lnTo>
                <a:lnTo>
                  <a:pt x="0" y="2987040"/>
                </a:lnTo>
                <a:close/>
              </a:path>
            </a:pathLst>
          </a:custGeom>
        </p:spPr>
      </p:pic>
      <p:sp>
        <p:nvSpPr>
          <p:cNvPr id="19" name="文本框 2"/>
          <p:cNvSpPr txBox="1"/>
          <p:nvPr/>
        </p:nvSpPr>
        <p:spPr>
          <a:xfrm>
            <a:off x="1219200" y="631825"/>
            <a:ext cx="3701415" cy="487680"/>
          </a:xfrm>
          <a:prstGeom prst="rect">
            <a:avLst/>
          </a:prstGeom>
          <a:noFill/>
        </p:spPr>
        <p:txBody>
          <a:bodyPr wrap="square" lIns="87764" tIns="43882" rIns="87764" bIns="43882" rtlCol="0">
            <a:spAutoFit/>
          </a:bodyPr>
          <a:lstStyle>
            <a:defPPr>
              <a:defRPr lang="zh-CN"/>
            </a:defPPr>
            <a:lvl1pPr algn="ctr">
              <a:defRPr sz="2400" spc="30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algn="l"/>
            <a:r>
              <a:rPr lang="en-US" altLang="zh-C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{sub_title}</a:t>
            </a:r>
            <a:endParaRPr lang="en-US" altLang="zh-CN" sz="2600" dirty="0">
              <a:solidFill>
                <a:schemeClr val="tx1">
                  <a:lumMod val="65000"/>
                  <a:lumOff val="3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4419600" y="1952625"/>
            <a:ext cx="7316470" cy="408940"/>
          </a:xfrm>
          <a:prstGeom prst="rect">
            <a:avLst/>
          </a:prstGeom>
          <a:solidFill>
            <a:srgbClr val="999A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4341495" y="2331085"/>
            <a:ext cx="7332980" cy="53403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+mn-lt"/>
                <a:ea typeface="+mn-lt"/>
                <a:cs typeface="+mn-ea"/>
                <a:sym typeface="+mn-lt"/>
              </a:rPr>
              <a:t>{content_1}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lt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lt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4380865" y="1967230"/>
            <a:ext cx="71323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+mj-lt"/>
                <a:ea typeface="+mj-lt"/>
                <a:sym typeface="+mn-lt"/>
              </a:rPr>
              <a:t>{desc_1}</a:t>
            </a:r>
            <a:endParaRPr lang="zh-CN" sz="2200" b="1" dirty="0">
              <a:solidFill>
                <a:schemeClr val="bg1"/>
              </a:solidFill>
              <a:latin typeface="+mj-lt"/>
              <a:ea typeface="+mj-lt"/>
              <a:sym typeface="+mn-lt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4419600" y="3347085"/>
            <a:ext cx="7317105" cy="4089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4419600" y="4728845"/>
            <a:ext cx="7317105" cy="408940"/>
          </a:xfrm>
          <a:prstGeom prst="rect">
            <a:avLst/>
          </a:prstGeom>
          <a:solidFill>
            <a:srgbClr val="999A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4344035" y="3736975"/>
            <a:ext cx="7296150" cy="5149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+mn-ea"/>
                <a:ea typeface="+mn-ea"/>
                <a:cs typeface="+mn-ea"/>
                <a:sym typeface="+mn-lt"/>
              </a:rPr>
              <a:t>{content_2}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4403725" y="3365500"/>
            <a:ext cx="723646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+mj-lt"/>
                <a:ea typeface="+mj-lt"/>
                <a:sym typeface="+mn-lt"/>
              </a:rPr>
              <a:t>{desc_2}</a:t>
            </a:r>
            <a:endParaRPr lang="en-US" sz="2200" b="1" dirty="0">
              <a:solidFill>
                <a:schemeClr val="bg1"/>
              </a:solidFill>
              <a:latin typeface="+mj-lt"/>
              <a:ea typeface="+mj-lt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4376420" y="5142865"/>
            <a:ext cx="7310755" cy="50546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+mn-ea"/>
                <a:ea typeface="+mn-ea"/>
                <a:cs typeface="+mn-ea"/>
                <a:sym typeface="+mn-lt"/>
              </a:rPr>
              <a:t>{content_3}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4420235" y="4739640"/>
            <a:ext cx="716534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+mj-lt"/>
                <a:ea typeface="+mj-lt"/>
                <a:sym typeface="+mn-lt"/>
              </a:rPr>
              <a:t>{desc_3}</a:t>
            </a:r>
            <a:endParaRPr lang="en-US" sz="2200" b="1" dirty="0">
              <a:solidFill>
                <a:schemeClr val="bg1"/>
              </a:solidFill>
              <a:latin typeface="+mj-lt"/>
              <a:ea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" grpId="0"/>
      <p:bldP spid="5" grpId="0"/>
      <p:bldP spid="6" grpId="0" bldLvl="0" animBg="1"/>
      <p:bldP spid="7" grpId="0" bldLvl="0" animBg="1"/>
      <p:bldP spid="8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1826895" y="2265680"/>
            <a:ext cx="7332980" cy="53403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+mn-lt"/>
                <a:ea typeface="+mn-lt"/>
                <a:cs typeface="+mn-ea"/>
                <a:sym typeface="+mn-lt"/>
              </a:rPr>
              <a:t>{content_1}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lt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lt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1866265" y="1901825"/>
            <a:ext cx="71323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+mj-lt"/>
                <a:ea typeface="+mj-lt"/>
                <a:sym typeface="+mn-lt"/>
              </a:rPr>
              <a:t>{desc_1}</a:t>
            </a:r>
            <a:endParaRPr lang="en-US" sz="2200" b="1" dirty="0">
              <a:solidFill>
                <a:srgbClr val="415063"/>
              </a:solidFill>
              <a:latin typeface="+mj-lt"/>
              <a:ea typeface="+mj-lt"/>
              <a:sym typeface="+mn-lt"/>
            </a:endParaRP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1829435" y="3671570"/>
            <a:ext cx="7296150" cy="5149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+mn-ea"/>
                <a:ea typeface="+mn-ea"/>
                <a:cs typeface="+mn-ea"/>
                <a:sym typeface="+mn-lt"/>
              </a:rPr>
              <a:t>{content_2}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1889125" y="3300095"/>
            <a:ext cx="723646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+mj-lt"/>
                <a:ea typeface="+mj-lt"/>
                <a:sym typeface="+mn-lt"/>
              </a:rPr>
              <a:t>{desc_2}</a:t>
            </a:r>
            <a:endParaRPr lang="en-US" sz="2200" b="1" dirty="0">
              <a:solidFill>
                <a:srgbClr val="415063"/>
              </a:solidFill>
              <a:latin typeface="+mj-lt"/>
              <a:ea typeface="+mj-lt"/>
              <a:sym typeface="+mn-lt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861820" y="5077460"/>
            <a:ext cx="7310755" cy="50546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+mn-ea"/>
                <a:ea typeface="+mn-ea"/>
                <a:cs typeface="+mn-ea"/>
                <a:sym typeface="+mn-lt"/>
              </a:rPr>
              <a:t>{content_3}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1905635" y="4674235"/>
            <a:ext cx="716534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+mj-lt"/>
                <a:ea typeface="+mj-lt"/>
                <a:sym typeface="+mn-lt"/>
              </a:rPr>
              <a:t>{desc_3}</a:t>
            </a:r>
            <a:endParaRPr lang="en-US" sz="2200" b="1" dirty="0">
              <a:solidFill>
                <a:srgbClr val="415063"/>
              </a:solidFill>
              <a:latin typeface="+mj-lt"/>
              <a:ea typeface="+mj-lt"/>
              <a:sym typeface="+mn-lt"/>
            </a:endParaRPr>
          </a:p>
        </p:txBody>
      </p:sp>
      <p:sp>
        <p:nvSpPr>
          <p:cNvPr id="19" name="Oval 4"/>
          <p:cNvSpPr/>
          <p:nvPr>
            <p:custDataLst>
              <p:tags r:id="rId7"/>
            </p:custDataLst>
          </p:nvPr>
        </p:nvSpPr>
        <p:spPr>
          <a:xfrm>
            <a:off x="837985" y="1798266"/>
            <a:ext cx="946128" cy="95228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127047" tIns="63523" rIns="127047" bIns="63523" rtlCol="0" anchor="ctr"/>
          <a:p>
            <a:pPr algn="ctr"/>
            <a:endParaRPr lang="en-US" sz="1220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Freeform 32"/>
          <p:cNvSpPr>
            <a:spLocks noChangeAspect="1" noEditPoints="1"/>
          </p:cNvSpPr>
          <p:nvPr>
            <p:custDataLst>
              <p:tags r:id="rId8"/>
            </p:custDataLst>
          </p:nvPr>
        </p:nvSpPr>
        <p:spPr bwMode="auto">
          <a:xfrm>
            <a:off x="1091079" y="2124066"/>
            <a:ext cx="439935" cy="360000"/>
          </a:xfrm>
          <a:custGeom>
            <a:avLst/>
            <a:gdLst/>
            <a:ahLst/>
            <a:cxnLst>
              <a:cxn ang="0">
                <a:pos x="254" y="0"/>
              </a:cxn>
              <a:cxn ang="0">
                <a:pos x="239" y="2"/>
              </a:cxn>
              <a:cxn ang="0">
                <a:pos x="210" y="15"/>
              </a:cxn>
              <a:cxn ang="0">
                <a:pos x="74" y="149"/>
              </a:cxn>
              <a:cxn ang="0">
                <a:pos x="69" y="154"/>
              </a:cxn>
              <a:cxn ang="0">
                <a:pos x="65" y="165"/>
              </a:cxn>
              <a:cxn ang="0">
                <a:pos x="65" y="178"/>
              </a:cxn>
              <a:cxn ang="0">
                <a:pos x="69" y="189"/>
              </a:cxn>
              <a:cxn ang="0">
                <a:pos x="167" y="288"/>
              </a:cxn>
              <a:cxn ang="0">
                <a:pos x="172" y="292"/>
              </a:cxn>
              <a:cxn ang="0">
                <a:pos x="183" y="297"/>
              </a:cxn>
              <a:cxn ang="0">
                <a:pos x="196" y="297"/>
              </a:cxn>
              <a:cxn ang="0">
                <a:pos x="208" y="292"/>
              </a:cxn>
              <a:cxn ang="0">
                <a:pos x="339" y="162"/>
              </a:cxn>
              <a:cxn ang="0">
                <a:pos x="348" y="151"/>
              </a:cxn>
              <a:cxn ang="0">
                <a:pos x="359" y="122"/>
              </a:cxn>
              <a:cxn ang="0">
                <a:pos x="361" y="33"/>
              </a:cxn>
              <a:cxn ang="0">
                <a:pos x="361" y="26"/>
              </a:cxn>
              <a:cxn ang="0">
                <a:pos x="355" y="15"/>
              </a:cxn>
              <a:cxn ang="0">
                <a:pos x="346" y="6"/>
              </a:cxn>
              <a:cxn ang="0">
                <a:pos x="335" y="2"/>
              </a:cxn>
              <a:cxn ang="0">
                <a:pos x="330" y="0"/>
              </a:cxn>
              <a:cxn ang="0">
                <a:pos x="286" y="107"/>
              </a:cxn>
              <a:cxn ang="0">
                <a:pos x="274" y="105"/>
              </a:cxn>
              <a:cxn ang="0">
                <a:pos x="263" y="98"/>
              </a:cxn>
              <a:cxn ang="0">
                <a:pos x="257" y="87"/>
              </a:cxn>
              <a:cxn ang="0">
                <a:pos x="254" y="74"/>
              </a:cxn>
              <a:cxn ang="0">
                <a:pos x="256" y="69"/>
              </a:cxn>
              <a:cxn ang="0">
                <a:pos x="259" y="58"/>
              </a:cxn>
              <a:cxn ang="0">
                <a:pos x="268" y="49"/>
              </a:cxn>
              <a:cxn ang="0">
                <a:pos x="279" y="44"/>
              </a:cxn>
              <a:cxn ang="0">
                <a:pos x="286" y="44"/>
              </a:cxn>
              <a:cxn ang="0">
                <a:pos x="299" y="45"/>
              </a:cxn>
              <a:cxn ang="0">
                <a:pos x="308" y="53"/>
              </a:cxn>
              <a:cxn ang="0">
                <a:pos x="315" y="64"/>
              </a:cxn>
              <a:cxn ang="0">
                <a:pos x="319" y="74"/>
              </a:cxn>
              <a:cxn ang="0">
                <a:pos x="317" y="82"/>
              </a:cxn>
              <a:cxn ang="0">
                <a:pos x="314" y="93"/>
              </a:cxn>
              <a:cxn ang="0">
                <a:pos x="304" y="102"/>
              </a:cxn>
              <a:cxn ang="0">
                <a:pos x="292" y="107"/>
              </a:cxn>
              <a:cxn ang="0">
                <a:pos x="286" y="107"/>
              </a:cxn>
              <a:cxn ang="0">
                <a:pos x="141" y="294"/>
              </a:cxn>
              <a:cxn ang="0">
                <a:pos x="130" y="297"/>
              </a:cxn>
              <a:cxn ang="0">
                <a:pos x="112" y="294"/>
              </a:cxn>
              <a:cxn ang="0">
                <a:pos x="9" y="194"/>
              </a:cxn>
              <a:cxn ang="0">
                <a:pos x="5" y="189"/>
              </a:cxn>
              <a:cxn ang="0">
                <a:pos x="0" y="178"/>
              </a:cxn>
              <a:cxn ang="0">
                <a:pos x="0" y="165"/>
              </a:cxn>
              <a:cxn ang="0">
                <a:pos x="5" y="154"/>
              </a:cxn>
              <a:cxn ang="0">
                <a:pos x="136" y="24"/>
              </a:cxn>
              <a:cxn ang="0">
                <a:pos x="147" y="15"/>
              </a:cxn>
              <a:cxn ang="0">
                <a:pos x="176" y="2"/>
              </a:cxn>
              <a:cxn ang="0">
                <a:pos x="27" y="163"/>
              </a:cxn>
              <a:cxn ang="0">
                <a:pos x="23" y="167"/>
              </a:cxn>
              <a:cxn ang="0">
                <a:pos x="23" y="176"/>
              </a:cxn>
              <a:cxn ang="0">
                <a:pos x="27" y="180"/>
              </a:cxn>
            </a:cxnLst>
            <a:rect l="0" t="0" r="r" b="b"/>
            <a:pathLst>
              <a:path w="361" h="297">
                <a:moveTo>
                  <a:pt x="330" y="0"/>
                </a:moveTo>
                <a:lnTo>
                  <a:pt x="254" y="0"/>
                </a:lnTo>
                <a:lnTo>
                  <a:pt x="254" y="0"/>
                </a:lnTo>
                <a:lnTo>
                  <a:pt x="239" y="2"/>
                </a:lnTo>
                <a:lnTo>
                  <a:pt x="225" y="7"/>
                </a:lnTo>
                <a:lnTo>
                  <a:pt x="210" y="15"/>
                </a:lnTo>
                <a:lnTo>
                  <a:pt x="199" y="24"/>
                </a:lnTo>
                <a:lnTo>
                  <a:pt x="74" y="149"/>
                </a:lnTo>
                <a:lnTo>
                  <a:pt x="74" y="149"/>
                </a:lnTo>
                <a:lnTo>
                  <a:pt x="69" y="154"/>
                </a:lnTo>
                <a:lnTo>
                  <a:pt x="67" y="160"/>
                </a:lnTo>
                <a:lnTo>
                  <a:pt x="65" y="165"/>
                </a:lnTo>
                <a:lnTo>
                  <a:pt x="63" y="172"/>
                </a:lnTo>
                <a:lnTo>
                  <a:pt x="65" y="178"/>
                </a:lnTo>
                <a:lnTo>
                  <a:pt x="67" y="183"/>
                </a:lnTo>
                <a:lnTo>
                  <a:pt x="69" y="189"/>
                </a:lnTo>
                <a:lnTo>
                  <a:pt x="74" y="194"/>
                </a:lnTo>
                <a:lnTo>
                  <a:pt x="167" y="288"/>
                </a:lnTo>
                <a:lnTo>
                  <a:pt x="167" y="288"/>
                </a:lnTo>
                <a:lnTo>
                  <a:pt x="172" y="292"/>
                </a:lnTo>
                <a:lnTo>
                  <a:pt x="178" y="296"/>
                </a:lnTo>
                <a:lnTo>
                  <a:pt x="183" y="297"/>
                </a:lnTo>
                <a:lnTo>
                  <a:pt x="190" y="297"/>
                </a:lnTo>
                <a:lnTo>
                  <a:pt x="196" y="297"/>
                </a:lnTo>
                <a:lnTo>
                  <a:pt x="201" y="296"/>
                </a:lnTo>
                <a:lnTo>
                  <a:pt x="208" y="292"/>
                </a:lnTo>
                <a:lnTo>
                  <a:pt x="212" y="288"/>
                </a:lnTo>
                <a:lnTo>
                  <a:pt x="339" y="162"/>
                </a:lnTo>
                <a:lnTo>
                  <a:pt x="339" y="162"/>
                </a:lnTo>
                <a:lnTo>
                  <a:pt x="348" y="151"/>
                </a:lnTo>
                <a:lnTo>
                  <a:pt x="355" y="136"/>
                </a:lnTo>
                <a:lnTo>
                  <a:pt x="359" y="122"/>
                </a:lnTo>
                <a:lnTo>
                  <a:pt x="361" y="107"/>
                </a:lnTo>
                <a:lnTo>
                  <a:pt x="361" y="33"/>
                </a:lnTo>
                <a:lnTo>
                  <a:pt x="361" y="33"/>
                </a:lnTo>
                <a:lnTo>
                  <a:pt x="361" y="26"/>
                </a:lnTo>
                <a:lnTo>
                  <a:pt x="359" y="20"/>
                </a:lnTo>
                <a:lnTo>
                  <a:pt x="355" y="15"/>
                </a:lnTo>
                <a:lnTo>
                  <a:pt x="352" y="9"/>
                </a:lnTo>
                <a:lnTo>
                  <a:pt x="346" y="6"/>
                </a:lnTo>
                <a:lnTo>
                  <a:pt x="341" y="4"/>
                </a:lnTo>
                <a:lnTo>
                  <a:pt x="335" y="2"/>
                </a:lnTo>
                <a:lnTo>
                  <a:pt x="330" y="0"/>
                </a:lnTo>
                <a:lnTo>
                  <a:pt x="330" y="0"/>
                </a:lnTo>
                <a:close/>
                <a:moveTo>
                  <a:pt x="286" y="107"/>
                </a:moveTo>
                <a:lnTo>
                  <a:pt x="286" y="107"/>
                </a:lnTo>
                <a:lnTo>
                  <a:pt x="279" y="107"/>
                </a:lnTo>
                <a:lnTo>
                  <a:pt x="274" y="105"/>
                </a:lnTo>
                <a:lnTo>
                  <a:pt x="268" y="102"/>
                </a:lnTo>
                <a:lnTo>
                  <a:pt x="263" y="98"/>
                </a:lnTo>
                <a:lnTo>
                  <a:pt x="259" y="93"/>
                </a:lnTo>
                <a:lnTo>
                  <a:pt x="257" y="87"/>
                </a:lnTo>
                <a:lnTo>
                  <a:pt x="256" y="82"/>
                </a:lnTo>
                <a:lnTo>
                  <a:pt x="254" y="74"/>
                </a:lnTo>
                <a:lnTo>
                  <a:pt x="254" y="74"/>
                </a:lnTo>
                <a:lnTo>
                  <a:pt x="256" y="69"/>
                </a:lnTo>
                <a:lnTo>
                  <a:pt x="257" y="64"/>
                </a:lnTo>
                <a:lnTo>
                  <a:pt x="259" y="58"/>
                </a:lnTo>
                <a:lnTo>
                  <a:pt x="263" y="53"/>
                </a:lnTo>
                <a:lnTo>
                  <a:pt x="268" y="49"/>
                </a:lnTo>
                <a:lnTo>
                  <a:pt x="274" y="45"/>
                </a:lnTo>
                <a:lnTo>
                  <a:pt x="279" y="44"/>
                </a:lnTo>
                <a:lnTo>
                  <a:pt x="286" y="44"/>
                </a:lnTo>
                <a:lnTo>
                  <a:pt x="286" y="44"/>
                </a:lnTo>
                <a:lnTo>
                  <a:pt x="292" y="44"/>
                </a:lnTo>
                <a:lnTo>
                  <a:pt x="299" y="45"/>
                </a:lnTo>
                <a:lnTo>
                  <a:pt x="304" y="49"/>
                </a:lnTo>
                <a:lnTo>
                  <a:pt x="308" y="53"/>
                </a:lnTo>
                <a:lnTo>
                  <a:pt x="314" y="58"/>
                </a:lnTo>
                <a:lnTo>
                  <a:pt x="315" y="64"/>
                </a:lnTo>
                <a:lnTo>
                  <a:pt x="317" y="69"/>
                </a:lnTo>
                <a:lnTo>
                  <a:pt x="319" y="74"/>
                </a:lnTo>
                <a:lnTo>
                  <a:pt x="319" y="74"/>
                </a:lnTo>
                <a:lnTo>
                  <a:pt x="317" y="82"/>
                </a:lnTo>
                <a:lnTo>
                  <a:pt x="315" y="87"/>
                </a:lnTo>
                <a:lnTo>
                  <a:pt x="314" y="93"/>
                </a:lnTo>
                <a:lnTo>
                  <a:pt x="308" y="98"/>
                </a:lnTo>
                <a:lnTo>
                  <a:pt x="304" y="102"/>
                </a:lnTo>
                <a:lnTo>
                  <a:pt x="299" y="105"/>
                </a:lnTo>
                <a:lnTo>
                  <a:pt x="292" y="107"/>
                </a:lnTo>
                <a:lnTo>
                  <a:pt x="286" y="107"/>
                </a:lnTo>
                <a:lnTo>
                  <a:pt x="286" y="107"/>
                </a:lnTo>
                <a:close/>
                <a:moveTo>
                  <a:pt x="27" y="180"/>
                </a:moveTo>
                <a:lnTo>
                  <a:pt x="141" y="294"/>
                </a:lnTo>
                <a:lnTo>
                  <a:pt x="141" y="294"/>
                </a:lnTo>
                <a:lnTo>
                  <a:pt x="130" y="297"/>
                </a:lnTo>
                <a:lnTo>
                  <a:pt x="121" y="297"/>
                </a:lnTo>
                <a:lnTo>
                  <a:pt x="112" y="294"/>
                </a:lnTo>
                <a:lnTo>
                  <a:pt x="103" y="288"/>
                </a:lnTo>
                <a:lnTo>
                  <a:pt x="9" y="194"/>
                </a:lnTo>
                <a:lnTo>
                  <a:pt x="9" y="194"/>
                </a:lnTo>
                <a:lnTo>
                  <a:pt x="5" y="189"/>
                </a:lnTo>
                <a:lnTo>
                  <a:pt x="2" y="183"/>
                </a:lnTo>
                <a:lnTo>
                  <a:pt x="0" y="178"/>
                </a:lnTo>
                <a:lnTo>
                  <a:pt x="0" y="172"/>
                </a:lnTo>
                <a:lnTo>
                  <a:pt x="0" y="165"/>
                </a:lnTo>
                <a:lnTo>
                  <a:pt x="2" y="160"/>
                </a:lnTo>
                <a:lnTo>
                  <a:pt x="5" y="154"/>
                </a:lnTo>
                <a:lnTo>
                  <a:pt x="9" y="149"/>
                </a:lnTo>
                <a:lnTo>
                  <a:pt x="136" y="24"/>
                </a:lnTo>
                <a:lnTo>
                  <a:pt x="136" y="24"/>
                </a:lnTo>
                <a:lnTo>
                  <a:pt x="147" y="15"/>
                </a:lnTo>
                <a:lnTo>
                  <a:pt x="161" y="7"/>
                </a:lnTo>
                <a:lnTo>
                  <a:pt x="176" y="2"/>
                </a:lnTo>
                <a:lnTo>
                  <a:pt x="190" y="0"/>
                </a:lnTo>
                <a:lnTo>
                  <a:pt x="27" y="163"/>
                </a:lnTo>
                <a:lnTo>
                  <a:pt x="27" y="163"/>
                </a:lnTo>
                <a:lnTo>
                  <a:pt x="23" y="167"/>
                </a:lnTo>
                <a:lnTo>
                  <a:pt x="23" y="172"/>
                </a:lnTo>
                <a:lnTo>
                  <a:pt x="23" y="176"/>
                </a:lnTo>
                <a:lnTo>
                  <a:pt x="27" y="180"/>
                </a:lnTo>
                <a:lnTo>
                  <a:pt x="27" y="18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p>
            <a:pPr>
              <a:defRPr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" name="Oval 4"/>
          <p:cNvSpPr/>
          <p:nvPr>
            <p:custDataLst>
              <p:tags r:id="rId9"/>
            </p:custDataLst>
          </p:nvPr>
        </p:nvSpPr>
        <p:spPr>
          <a:xfrm>
            <a:off x="837985" y="3234001"/>
            <a:ext cx="946128" cy="95228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127047" tIns="63523" rIns="127047" bIns="63523" rtlCol="0" anchor="ctr"/>
          <a:lstStyle/>
          <a:p>
            <a:pPr algn="ctr"/>
            <a:endParaRPr lang="en-US" sz="1220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" name="Freeform 32"/>
          <p:cNvSpPr>
            <a:spLocks noChangeAspect="1" noEditPoints="1"/>
          </p:cNvSpPr>
          <p:nvPr>
            <p:custDataLst>
              <p:tags r:id="rId10"/>
            </p:custDataLst>
          </p:nvPr>
        </p:nvSpPr>
        <p:spPr bwMode="auto">
          <a:xfrm>
            <a:off x="1091079" y="3559801"/>
            <a:ext cx="439935" cy="360000"/>
          </a:xfrm>
          <a:custGeom>
            <a:avLst/>
            <a:gdLst/>
            <a:ahLst/>
            <a:cxnLst>
              <a:cxn ang="0">
                <a:pos x="254" y="0"/>
              </a:cxn>
              <a:cxn ang="0">
                <a:pos x="239" y="2"/>
              </a:cxn>
              <a:cxn ang="0">
                <a:pos x="210" y="15"/>
              </a:cxn>
              <a:cxn ang="0">
                <a:pos x="74" y="149"/>
              </a:cxn>
              <a:cxn ang="0">
                <a:pos x="69" y="154"/>
              </a:cxn>
              <a:cxn ang="0">
                <a:pos x="65" y="165"/>
              </a:cxn>
              <a:cxn ang="0">
                <a:pos x="65" y="178"/>
              </a:cxn>
              <a:cxn ang="0">
                <a:pos x="69" y="189"/>
              </a:cxn>
              <a:cxn ang="0">
                <a:pos x="167" y="288"/>
              </a:cxn>
              <a:cxn ang="0">
                <a:pos x="172" y="292"/>
              </a:cxn>
              <a:cxn ang="0">
                <a:pos x="183" y="297"/>
              </a:cxn>
              <a:cxn ang="0">
                <a:pos x="196" y="297"/>
              </a:cxn>
              <a:cxn ang="0">
                <a:pos x="208" y="292"/>
              </a:cxn>
              <a:cxn ang="0">
                <a:pos x="339" y="162"/>
              </a:cxn>
              <a:cxn ang="0">
                <a:pos x="348" y="151"/>
              </a:cxn>
              <a:cxn ang="0">
                <a:pos x="359" y="122"/>
              </a:cxn>
              <a:cxn ang="0">
                <a:pos x="361" y="33"/>
              </a:cxn>
              <a:cxn ang="0">
                <a:pos x="361" y="26"/>
              </a:cxn>
              <a:cxn ang="0">
                <a:pos x="355" y="15"/>
              </a:cxn>
              <a:cxn ang="0">
                <a:pos x="346" y="6"/>
              </a:cxn>
              <a:cxn ang="0">
                <a:pos x="335" y="2"/>
              </a:cxn>
              <a:cxn ang="0">
                <a:pos x="330" y="0"/>
              </a:cxn>
              <a:cxn ang="0">
                <a:pos x="286" y="107"/>
              </a:cxn>
              <a:cxn ang="0">
                <a:pos x="274" y="105"/>
              </a:cxn>
              <a:cxn ang="0">
                <a:pos x="263" y="98"/>
              </a:cxn>
              <a:cxn ang="0">
                <a:pos x="257" y="87"/>
              </a:cxn>
              <a:cxn ang="0">
                <a:pos x="254" y="74"/>
              </a:cxn>
              <a:cxn ang="0">
                <a:pos x="256" y="69"/>
              </a:cxn>
              <a:cxn ang="0">
                <a:pos x="259" y="58"/>
              </a:cxn>
              <a:cxn ang="0">
                <a:pos x="268" y="49"/>
              </a:cxn>
              <a:cxn ang="0">
                <a:pos x="279" y="44"/>
              </a:cxn>
              <a:cxn ang="0">
                <a:pos x="286" y="44"/>
              </a:cxn>
              <a:cxn ang="0">
                <a:pos x="299" y="45"/>
              </a:cxn>
              <a:cxn ang="0">
                <a:pos x="308" y="53"/>
              </a:cxn>
              <a:cxn ang="0">
                <a:pos x="315" y="64"/>
              </a:cxn>
              <a:cxn ang="0">
                <a:pos x="319" y="74"/>
              </a:cxn>
              <a:cxn ang="0">
                <a:pos x="317" y="82"/>
              </a:cxn>
              <a:cxn ang="0">
                <a:pos x="314" y="93"/>
              </a:cxn>
              <a:cxn ang="0">
                <a:pos x="304" y="102"/>
              </a:cxn>
              <a:cxn ang="0">
                <a:pos x="292" y="107"/>
              </a:cxn>
              <a:cxn ang="0">
                <a:pos x="286" y="107"/>
              </a:cxn>
              <a:cxn ang="0">
                <a:pos x="141" y="294"/>
              </a:cxn>
              <a:cxn ang="0">
                <a:pos x="130" y="297"/>
              </a:cxn>
              <a:cxn ang="0">
                <a:pos x="112" y="294"/>
              </a:cxn>
              <a:cxn ang="0">
                <a:pos x="9" y="194"/>
              </a:cxn>
              <a:cxn ang="0">
                <a:pos x="5" y="189"/>
              </a:cxn>
              <a:cxn ang="0">
                <a:pos x="0" y="178"/>
              </a:cxn>
              <a:cxn ang="0">
                <a:pos x="0" y="165"/>
              </a:cxn>
              <a:cxn ang="0">
                <a:pos x="5" y="154"/>
              </a:cxn>
              <a:cxn ang="0">
                <a:pos x="136" y="24"/>
              </a:cxn>
              <a:cxn ang="0">
                <a:pos x="147" y="15"/>
              </a:cxn>
              <a:cxn ang="0">
                <a:pos x="176" y="2"/>
              </a:cxn>
              <a:cxn ang="0">
                <a:pos x="27" y="163"/>
              </a:cxn>
              <a:cxn ang="0">
                <a:pos x="23" y="167"/>
              </a:cxn>
              <a:cxn ang="0">
                <a:pos x="23" y="176"/>
              </a:cxn>
              <a:cxn ang="0">
                <a:pos x="27" y="180"/>
              </a:cxn>
            </a:cxnLst>
            <a:rect l="0" t="0" r="r" b="b"/>
            <a:pathLst>
              <a:path w="361" h="297">
                <a:moveTo>
                  <a:pt x="330" y="0"/>
                </a:moveTo>
                <a:lnTo>
                  <a:pt x="254" y="0"/>
                </a:lnTo>
                <a:lnTo>
                  <a:pt x="254" y="0"/>
                </a:lnTo>
                <a:lnTo>
                  <a:pt x="239" y="2"/>
                </a:lnTo>
                <a:lnTo>
                  <a:pt x="225" y="7"/>
                </a:lnTo>
                <a:lnTo>
                  <a:pt x="210" y="15"/>
                </a:lnTo>
                <a:lnTo>
                  <a:pt x="199" y="24"/>
                </a:lnTo>
                <a:lnTo>
                  <a:pt x="74" y="149"/>
                </a:lnTo>
                <a:lnTo>
                  <a:pt x="74" y="149"/>
                </a:lnTo>
                <a:lnTo>
                  <a:pt x="69" y="154"/>
                </a:lnTo>
                <a:lnTo>
                  <a:pt x="67" y="160"/>
                </a:lnTo>
                <a:lnTo>
                  <a:pt x="65" y="165"/>
                </a:lnTo>
                <a:lnTo>
                  <a:pt x="63" y="172"/>
                </a:lnTo>
                <a:lnTo>
                  <a:pt x="65" y="178"/>
                </a:lnTo>
                <a:lnTo>
                  <a:pt x="67" y="183"/>
                </a:lnTo>
                <a:lnTo>
                  <a:pt x="69" y="189"/>
                </a:lnTo>
                <a:lnTo>
                  <a:pt x="74" y="194"/>
                </a:lnTo>
                <a:lnTo>
                  <a:pt x="167" y="288"/>
                </a:lnTo>
                <a:lnTo>
                  <a:pt x="167" y="288"/>
                </a:lnTo>
                <a:lnTo>
                  <a:pt x="172" y="292"/>
                </a:lnTo>
                <a:lnTo>
                  <a:pt x="178" y="296"/>
                </a:lnTo>
                <a:lnTo>
                  <a:pt x="183" y="297"/>
                </a:lnTo>
                <a:lnTo>
                  <a:pt x="190" y="297"/>
                </a:lnTo>
                <a:lnTo>
                  <a:pt x="196" y="297"/>
                </a:lnTo>
                <a:lnTo>
                  <a:pt x="201" y="296"/>
                </a:lnTo>
                <a:lnTo>
                  <a:pt x="208" y="292"/>
                </a:lnTo>
                <a:lnTo>
                  <a:pt x="212" y="288"/>
                </a:lnTo>
                <a:lnTo>
                  <a:pt x="339" y="162"/>
                </a:lnTo>
                <a:lnTo>
                  <a:pt x="339" y="162"/>
                </a:lnTo>
                <a:lnTo>
                  <a:pt x="348" y="151"/>
                </a:lnTo>
                <a:lnTo>
                  <a:pt x="355" y="136"/>
                </a:lnTo>
                <a:lnTo>
                  <a:pt x="359" y="122"/>
                </a:lnTo>
                <a:lnTo>
                  <a:pt x="361" y="107"/>
                </a:lnTo>
                <a:lnTo>
                  <a:pt x="361" y="33"/>
                </a:lnTo>
                <a:lnTo>
                  <a:pt x="361" y="33"/>
                </a:lnTo>
                <a:lnTo>
                  <a:pt x="361" y="26"/>
                </a:lnTo>
                <a:lnTo>
                  <a:pt x="359" y="20"/>
                </a:lnTo>
                <a:lnTo>
                  <a:pt x="355" y="15"/>
                </a:lnTo>
                <a:lnTo>
                  <a:pt x="352" y="9"/>
                </a:lnTo>
                <a:lnTo>
                  <a:pt x="346" y="6"/>
                </a:lnTo>
                <a:lnTo>
                  <a:pt x="341" y="4"/>
                </a:lnTo>
                <a:lnTo>
                  <a:pt x="335" y="2"/>
                </a:lnTo>
                <a:lnTo>
                  <a:pt x="330" y="0"/>
                </a:lnTo>
                <a:lnTo>
                  <a:pt x="330" y="0"/>
                </a:lnTo>
                <a:close/>
                <a:moveTo>
                  <a:pt x="286" y="107"/>
                </a:moveTo>
                <a:lnTo>
                  <a:pt x="286" y="107"/>
                </a:lnTo>
                <a:lnTo>
                  <a:pt x="279" y="107"/>
                </a:lnTo>
                <a:lnTo>
                  <a:pt x="274" y="105"/>
                </a:lnTo>
                <a:lnTo>
                  <a:pt x="268" y="102"/>
                </a:lnTo>
                <a:lnTo>
                  <a:pt x="263" y="98"/>
                </a:lnTo>
                <a:lnTo>
                  <a:pt x="259" y="93"/>
                </a:lnTo>
                <a:lnTo>
                  <a:pt x="257" y="87"/>
                </a:lnTo>
                <a:lnTo>
                  <a:pt x="256" y="82"/>
                </a:lnTo>
                <a:lnTo>
                  <a:pt x="254" y="74"/>
                </a:lnTo>
                <a:lnTo>
                  <a:pt x="254" y="74"/>
                </a:lnTo>
                <a:lnTo>
                  <a:pt x="256" y="69"/>
                </a:lnTo>
                <a:lnTo>
                  <a:pt x="257" y="64"/>
                </a:lnTo>
                <a:lnTo>
                  <a:pt x="259" y="58"/>
                </a:lnTo>
                <a:lnTo>
                  <a:pt x="263" y="53"/>
                </a:lnTo>
                <a:lnTo>
                  <a:pt x="268" y="49"/>
                </a:lnTo>
                <a:lnTo>
                  <a:pt x="274" y="45"/>
                </a:lnTo>
                <a:lnTo>
                  <a:pt x="279" y="44"/>
                </a:lnTo>
                <a:lnTo>
                  <a:pt x="286" y="44"/>
                </a:lnTo>
                <a:lnTo>
                  <a:pt x="286" y="44"/>
                </a:lnTo>
                <a:lnTo>
                  <a:pt x="292" y="44"/>
                </a:lnTo>
                <a:lnTo>
                  <a:pt x="299" y="45"/>
                </a:lnTo>
                <a:lnTo>
                  <a:pt x="304" y="49"/>
                </a:lnTo>
                <a:lnTo>
                  <a:pt x="308" y="53"/>
                </a:lnTo>
                <a:lnTo>
                  <a:pt x="314" y="58"/>
                </a:lnTo>
                <a:lnTo>
                  <a:pt x="315" y="64"/>
                </a:lnTo>
                <a:lnTo>
                  <a:pt x="317" y="69"/>
                </a:lnTo>
                <a:lnTo>
                  <a:pt x="319" y="74"/>
                </a:lnTo>
                <a:lnTo>
                  <a:pt x="319" y="74"/>
                </a:lnTo>
                <a:lnTo>
                  <a:pt x="317" y="82"/>
                </a:lnTo>
                <a:lnTo>
                  <a:pt x="315" y="87"/>
                </a:lnTo>
                <a:lnTo>
                  <a:pt x="314" y="93"/>
                </a:lnTo>
                <a:lnTo>
                  <a:pt x="308" y="98"/>
                </a:lnTo>
                <a:lnTo>
                  <a:pt x="304" y="102"/>
                </a:lnTo>
                <a:lnTo>
                  <a:pt x="299" y="105"/>
                </a:lnTo>
                <a:lnTo>
                  <a:pt x="292" y="107"/>
                </a:lnTo>
                <a:lnTo>
                  <a:pt x="286" y="107"/>
                </a:lnTo>
                <a:lnTo>
                  <a:pt x="286" y="107"/>
                </a:lnTo>
                <a:close/>
                <a:moveTo>
                  <a:pt x="27" y="180"/>
                </a:moveTo>
                <a:lnTo>
                  <a:pt x="141" y="294"/>
                </a:lnTo>
                <a:lnTo>
                  <a:pt x="141" y="294"/>
                </a:lnTo>
                <a:lnTo>
                  <a:pt x="130" y="297"/>
                </a:lnTo>
                <a:lnTo>
                  <a:pt x="121" y="297"/>
                </a:lnTo>
                <a:lnTo>
                  <a:pt x="112" y="294"/>
                </a:lnTo>
                <a:lnTo>
                  <a:pt x="103" y="288"/>
                </a:lnTo>
                <a:lnTo>
                  <a:pt x="9" y="194"/>
                </a:lnTo>
                <a:lnTo>
                  <a:pt x="9" y="194"/>
                </a:lnTo>
                <a:lnTo>
                  <a:pt x="5" y="189"/>
                </a:lnTo>
                <a:lnTo>
                  <a:pt x="2" y="183"/>
                </a:lnTo>
                <a:lnTo>
                  <a:pt x="0" y="178"/>
                </a:lnTo>
                <a:lnTo>
                  <a:pt x="0" y="172"/>
                </a:lnTo>
                <a:lnTo>
                  <a:pt x="0" y="165"/>
                </a:lnTo>
                <a:lnTo>
                  <a:pt x="2" y="160"/>
                </a:lnTo>
                <a:lnTo>
                  <a:pt x="5" y="154"/>
                </a:lnTo>
                <a:lnTo>
                  <a:pt x="9" y="149"/>
                </a:lnTo>
                <a:lnTo>
                  <a:pt x="136" y="24"/>
                </a:lnTo>
                <a:lnTo>
                  <a:pt x="136" y="24"/>
                </a:lnTo>
                <a:lnTo>
                  <a:pt x="147" y="15"/>
                </a:lnTo>
                <a:lnTo>
                  <a:pt x="161" y="7"/>
                </a:lnTo>
                <a:lnTo>
                  <a:pt x="176" y="2"/>
                </a:lnTo>
                <a:lnTo>
                  <a:pt x="190" y="0"/>
                </a:lnTo>
                <a:lnTo>
                  <a:pt x="27" y="163"/>
                </a:lnTo>
                <a:lnTo>
                  <a:pt x="27" y="163"/>
                </a:lnTo>
                <a:lnTo>
                  <a:pt x="23" y="167"/>
                </a:lnTo>
                <a:lnTo>
                  <a:pt x="23" y="172"/>
                </a:lnTo>
                <a:lnTo>
                  <a:pt x="23" y="176"/>
                </a:lnTo>
                <a:lnTo>
                  <a:pt x="27" y="180"/>
                </a:lnTo>
                <a:lnTo>
                  <a:pt x="27" y="18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Oval 4"/>
          <p:cNvSpPr/>
          <p:nvPr>
            <p:custDataLst>
              <p:tags r:id="rId11"/>
            </p:custDataLst>
          </p:nvPr>
        </p:nvSpPr>
        <p:spPr>
          <a:xfrm>
            <a:off x="837985" y="4630366"/>
            <a:ext cx="946128" cy="95228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127047" tIns="63523" rIns="127047" bIns="63523" rtlCol="0" anchor="ctr"/>
          <a:lstStyle/>
          <a:p>
            <a:pPr algn="ctr"/>
            <a:endParaRPr lang="en-US" sz="1220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" name="Freeform 32"/>
          <p:cNvSpPr>
            <a:spLocks noChangeAspect="1" noEditPoints="1"/>
          </p:cNvSpPr>
          <p:nvPr>
            <p:custDataLst>
              <p:tags r:id="rId12"/>
            </p:custDataLst>
          </p:nvPr>
        </p:nvSpPr>
        <p:spPr bwMode="auto">
          <a:xfrm>
            <a:off x="1091079" y="4956166"/>
            <a:ext cx="439935" cy="360000"/>
          </a:xfrm>
          <a:custGeom>
            <a:avLst/>
            <a:gdLst/>
            <a:ahLst/>
            <a:cxnLst>
              <a:cxn ang="0">
                <a:pos x="254" y="0"/>
              </a:cxn>
              <a:cxn ang="0">
                <a:pos x="239" y="2"/>
              </a:cxn>
              <a:cxn ang="0">
                <a:pos x="210" y="15"/>
              </a:cxn>
              <a:cxn ang="0">
                <a:pos x="74" y="149"/>
              </a:cxn>
              <a:cxn ang="0">
                <a:pos x="69" y="154"/>
              </a:cxn>
              <a:cxn ang="0">
                <a:pos x="65" y="165"/>
              </a:cxn>
              <a:cxn ang="0">
                <a:pos x="65" y="178"/>
              </a:cxn>
              <a:cxn ang="0">
                <a:pos x="69" y="189"/>
              </a:cxn>
              <a:cxn ang="0">
                <a:pos x="167" y="288"/>
              </a:cxn>
              <a:cxn ang="0">
                <a:pos x="172" y="292"/>
              </a:cxn>
              <a:cxn ang="0">
                <a:pos x="183" y="297"/>
              </a:cxn>
              <a:cxn ang="0">
                <a:pos x="196" y="297"/>
              </a:cxn>
              <a:cxn ang="0">
                <a:pos x="208" y="292"/>
              </a:cxn>
              <a:cxn ang="0">
                <a:pos x="339" y="162"/>
              </a:cxn>
              <a:cxn ang="0">
                <a:pos x="348" y="151"/>
              </a:cxn>
              <a:cxn ang="0">
                <a:pos x="359" y="122"/>
              </a:cxn>
              <a:cxn ang="0">
                <a:pos x="361" y="33"/>
              </a:cxn>
              <a:cxn ang="0">
                <a:pos x="361" y="26"/>
              </a:cxn>
              <a:cxn ang="0">
                <a:pos x="355" y="15"/>
              </a:cxn>
              <a:cxn ang="0">
                <a:pos x="346" y="6"/>
              </a:cxn>
              <a:cxn ang="0">
                <a:pos x="335" y="2"/>
              </a:cxn>
              <a:cxn ang="0">
                <a:pos x="330" y="0"/>
              </a:cxn>
              <a:cxn ang="0">
                <a:pos x="286" y="107"/>
              </a:cxn>
              <a:cxn ang="0">
                <a:pos x="274" y="105"/>
              </a:cxn>
              <a:cxn ang="0">
                <a:pos x="263" y="98"/>
              </a:cxn>
              <a:cxn ang="0">
                <a:pos x="257" y="87"/>
              </a:cxn>
              <a:cxn ang="0">
                <a:pos x="254" y="74"/>
              </a:cxn>
              <a:cxn ang="0">
                <a:pos x="256" y="69"/>
              </a:cxn>
              <a:cxn ang="0">
                <a:pos x="259" y="58"/>
              </a:cxn>
              <a:cxn ang="0">
                <a:pos x="268" y="49"/>
              </a:cxn>
              <a:cxn ang="0">
                <a:pos x="279" y="44"/>
              </a:cxn>
              <a:cxn ang="0">
                <a:pos x="286" y="44"/>
              </a:cxn>
              <a:cxn ang="0">
                <a:pos x="299" y="45"/>
              </a:cxn>
              <a:cxn ang="0">
                <a:pos x="308" y="53"/>
              </a:cxn>
              <a:cxn ang="0">
                <a:pos x="315" y="64"/>
              </a:cxn>
              <a:cxn ang="0">
                <a:pos x="319" y="74"/>
              </a:cxn>
              <a:cxn ang="0">
                <a:pos x="317" y="82"/>
              </a:cxn>
              <a:cxn ang="0">
                <a:pos x="314" y="93"/>
              </a:cxn>
              <a:cxn ang="0">
                <a:pos x="304" y="102"/>
              </a:cxn>
              <a:cxn ang="0">
                <a:pos x="292" y="107"/>
              </a:cxn>
              <a:cxn ang="0">
                <a:pos x="286" y="107"/>
              </a:cxn>
              <a:cxn ang="0">
                <a:pos x="141" y="294"/>
              </a:cxn>
              <a:cxn ang="0">
                <a:pos x="130" y="297"/>
              </a:cxn>
              <a:cxn ang="0">
                <a:pos x="112" y="294"/>
              </a:cxn>
              <a:cxn ang="0">
                <a:pos x="9" y="194"/>
              </a:cxn>
              <a:cxn ang="0">
                <a:pos x="5" y="189"/>
              </a:cxn>
              <a:cxn ang="0">
                <a:pos x="0" y="178"/>
              </a:cxn>
              <a:cxn ang="0">
                <a:pos x="0" y="165"/>
              </a:cxn>
              <a:cxn ang="0">
                <a:pos x="5" y="154"/>
              </a:cxn>
              <a:cxn ang="0">
                <a:pos x="136" y="24"/>
              </a:cxn>
              <a:cxn ang="0">
                <a:pos x="147" y="15"/>
              </a:cxn>
              <a:cxn ang="0">
                <a:pos x="176" y="2"/>
              </a:cxn>
              <a:cxn ang="0">
                <a:pos x="27" y="163"/>
              </a:cxn>
              <a:cxn ang="0">
                <a:pos x="23" y="167"/>
              </a:cxn>
              <a:cxn ang="0">
                <a:pos x="23" y="176"/>
              </a:cxn>
              <a:cxn ang="0">
                <a:pos x="27" y="180"/>
              </a:cxn>
            </a:cxnLst>
            <a:rect l="0" t="0" r="r" b="b"/>
            <a:pathLst>
              <a:path w="361" h="297">
                <a:moveTo>
                  <a:pt x="330" y="0"/>
                </a:moveTo>
                <a:lnTo>
                  <a:pt x="254" y="0"/>
                </a:lnTo>
                <a:lnTo>
                  <a:pt x="254" y="0"/>
                </a:lnTo>
                <a:lnTo>
                  <a:pt x="239" y="2"/>
                </a:lnTo>
                <a:lnTo>
                  <a:pt x="225" y="7"/>
                </a:lnTo>
                <a:lnTo>
                  <a:pt x="210" y="15"/>
                </a:lnTo>
                <a:lnTo>
                  <a:pt x="199" y="24"/>
                </a:lnTo>
                <a:lnTo>
                  <a:pt x="74" y="149"/>
                </a:lnTo>
                <a:lnTo>
                  <a:pt x="74" y="149"/>
                </a:lnTo>
                <a:lnTo>
                  <a:pt x="69" y="154"/>
                </a:lnTo>
                <a:lnTo>
                  <a:pt x="67" y="160"/>
                </a:lnTo>
                <a:lnTo>
                  <a:pt x="65" y="165"/>
                </a:lnTo>
                <a:lnTo>
                  <a:pt x="63" y="172"/>
                </a:lnTo>
                <a:lnTo>
                  <a:pt x="65" y="178"/>
                </a:lnTo>
                <a:lnTo>
                  <a:pt x="67" y="183"/>
                </a:lnTo>
                <a:lnTo>
                  <a:pt x="69" y="189"/>
                </a:lnTo>
                <a:lnTo>
                  <a:pt x="74" y="194"/>
                </a:lnTo>
                <a:lnTo>
                  <a:pt x="167" y="288"/>
                </a:lnTo>
                <a:lnTo>
                  <a:pt x="167" y="288"/>
                </a:lnTo>
                <a:lnTo>
                  <a:pt x="172" y="292"/>
                </a:lnTo>
                <a:lnTo>
                  <a:pt x="178" y="296"/>
                </a:lnTo>
                <a:lnTo>
                  <a:pt x="183" y="297"/>
                </a:lnTo>
                <a:lnTo>
                  <a:pt x="190" y="297"/>
                </a:lnTo>
                <a:lnTo>
                  <a:pt x="196" y="297"/>
                </a:lnTo>
                <a:lnTo>
                  <a:pt x="201" y="296"/>
                </a:lnTo>
                <a:lnTo>
                  <a:pt x="208" y="292"/>
                </a:lnTo>
                <a:lnTo>
                  <a:pt x="212" y="288"/>
                </a:lnTo>
                <a:lnTo>
                  <a:pt x="339" y="162"/>
                </a:lnTo>
                <a:lnTo>
                  <a:pt x="339" y="162"/>
                </a:lnTo>
                <a:lnTo>
                  <a:pt x="348" y="151"/>
                </a:lnTo>
                <a:lnTo>
                  <a:pt x="355" y="136"/>
                </a:lnTo>
                <a:lnTo>
                  <a:pt x="359" y="122"/>
                </a:lnTo>
                <a:lnTo>
                  <a:pt x="361" y="107"/>
                </a:lnTo>
                <a:lnTo>
                  <a:pt x="361" y="33"/>
                </a:lnTo>
                <a:lnTo>
                  <a:pt x="361" y="33"/>
                </a:lnTo>
                <a:lnTo>
                  <a:pt x="361" y="26"/>
                </a:lnTo>
                <a:lnTo>
                  <a:pt x="359" y="20"/>
                </a:lnTo>
                <a:lnTo>
                  <a:pt x="355" y="15"/>
                </a:lnTo>
                <a:lnTo>
                  <a:pt x="352" y="9"/>
                </a:lnTo>
                <a:lnTo>
                  <a:pt x="346" y="6"/>
                </a:lnTo>
                <a:lnTo>
                  <a:pt x="341" y="4"/>
                </a:lnTo>
                <a:lnTo>
                  <a:pt x="335" y="2"/>
                </a:lnTo>
                <a:lnTo>
                  <a:pt x="330" y="0"/>
                </a:lnTo>
                <a:lnTo>
                  <a:pt x="330" y="0"/>
                </a:lnTo>
                <a:close/>
                <a:moveTo>
                  <a:pt x="286" y="107"/>
                </a:moveTo>
                <a:lnTo>
                  <a:pt x="286" y="107"/>
                </a:lnTo>
                <a:lnTo>
                  <a:pt x="279" y="107"/>
                </a:lnTo>
                <a:lnTo>
                  <a:pt x="274" y="105"/>
                </a:lnTo>
                <a:lnTo>
                  <a:pt x="268" y="102"/>
                </a:lnTo>
                <a:lnTo>
                  <a:pt x="263" y="98"/>
                </a:lnTo>
                <a:lnTo>
                  <a:pt x="259" y="93"/>
                </a:lnTo>
                <a:lnTo>
                  <a:pt x="257" y="87"/>
                </a:lnTo>
                <a:lnTo>
                  <a:pt x="256" y="82"/>
                </a:lnTo>
                <a:lnTo>
                  <a:pt x="254" y="74"/>
                </a:lnTo>
                <a:lnTo>
                  <a:pt x="254" y="74"/>
                </a:lnTo>
                <a:lnTo>
                  <a:pt x="256" y="69"/>
                </a:lnTo>
                <a:lnTo>
                  <a:pt x="257" y="64"/>
                </a:lnTo>
                <a:lnTo>
                  <a:pt x="259" y="58"/>
                </a:lnTo>
                <a:lnTo>
                  <a:pt x="263" y="53"/>
                </a:lnTo>
                <a:lnTo>
                  <a:pt x="268" y="49"/>
                </a:lnTo>
                <a:lnTo>
                  <a:pt x="274" y="45"/>
                </a:lnTo>
                <a:lnTo>
                  <a:pt x="279" y="44"/>
                </a:lnTo>
                <a:lnTo>
                  <a:pt x="286" y="44"/>
                </a:lnTo>
                <a:lnTo>
                  <a:pt x="286" y="44"/>
                </a:lnTo>
                <a:lnTo>
                  <a:pt x="292" y="44"/>
                </a:lnTo>
                <a:lnTo>
                  <a:pt x="299" y="45"/>
                </a:lnTo>
                <a:lnTo>
                  <a:pt x="304" y="49"/>
                </a:lnTo>
                <a:lnTo>
                  <a:pt x="308" y="53"/>
                </a:lnTo>
                <a:lnTo>
                  <a:pt x="314" y="58"/>
                </a:lnTo>
                <a:lnTo>
                  <a:pt x="315" y="64"/>
                </a:lnTo>
                <a:lnTo>
                  <a:pt x="317" y="69"/>
                </a:lnTo>
                <a:lnTo>
                  <a:pt x="319" y="74"/>
                </a:lnTo>
                <a:lnTo>
                  <a:pt x="319" y="74"/>
                </a:lnTo>
                <a:lnTo>
                  <a:pt x="317" y="82"/>
                </a:lnTo>
                <a:lnTo>
                  <a:pt x="315" y="87"/>
                </a:lnTo>
                <a:lnTo>
                  <a:pt x="314" y="93"/>
                </a:lnTo>
                <a:lnTo>
                  <a:pt x="308" y="98"/>
                </a:lnTo>
                <a:lnTo>
                  <a:pt x="304" y="102"/>
                </a:lnTo>
                <a:lnTo>
                  <a:pt x="299" y="105"/>
                </a:lnTo>
                <a:lnTo>
                  <a:pt x="292" y="107"/>
                </a:lnTo>
                <a:lnTo>
                  <a:pt x="286" y="107"/>
                </a:lnTo>
                <a:lnTo>
                  <a:pt x="286" y="107"/>
                </a:lnTo>
                <a:close/>
                <a:moveTo>
                  <a:pt x="27" y="180"/>
                </a:moveTo>
                <a:lnTo>
                  <a:pt x="141" y="294"/>
                </a:lnTo>
                <a:lnTo>
                  <a:pt x="141" y="294"/>
                </a:lnTo>
                <a:lnTo>
                  <a:pt x="130" y="297"/>
                </a:lnTo>
                <a:lnTo>
                  <a:pt x="121" y="297"/>
                </a:lnTo>
                <a:lnTo>
                  <a:pt x="112" y="294"/>
                </a:lnTo>
                <a:lnTo>
                  <a:pt x="103" y="288"/>
                </a:lnTo>
                <a:lnTo>
                  <a:pt x="9" y="194"/>
                </a:lnTo>
                <a:lnTo>
                  <a:pt x="9" y="194"/>
                </a:lnTo>
                <a:lnTo>
                  <a:pt x="5" y="189"/>
                </a:lnTo>
                <a:lnTo>
                  <a:pt x="2" y="183"/>
                </a:lnTo>
                <a:lnTo>
                  <a:pt x="0" y="178"/>
                </a:lnTo>
                <a:lnTo>
                  <a:pt x="0" y="172"/>
                </a:lnTo>
                <a:lnTo>
                  <a:pt x="0" y="165"/>
                </a:lnTo>
                <a:lnTo>
                  <a:pt x="2" y="160"/>
                </a:lnTo>
                <a:lnTo>
                  <a:pt x="5" y="154"/>
                </a:lnTo>
                <a:lnTo>
                  <a:pt x="9" y="149"/>
                </a:lnTo>
                <a:lnTo>
                  <a:pt x="136" y="24"/>
                </a:lnTo>
                <a:lnTo>
                  <a:pt x="136" y="24"/>
                </a:lnTo>
                <a:lnTo>
                  <a:pt x="147" y="15"/>
                </a:lnTo>
                <a:lnTo>
                  <a:pt x="161" y="7"/>
                </a:lnTo>
                <a:lnTo>
                  <a:pt x="176" y="2"/>
                </a:lnTo>
                <a:lnTo>
                  <a:pt x="190" y="0"/>
                </a:lnTo>
                <a:lnTo>
                  <a:pt x="27" y="163"/>
                </a:lnTo>
                <a:lnTo>
                  <a:pt x="27" y="163"/>
                </a:lnTo>
                <a:lnTo>
                  <a:pt x="23" y="167"/>
                </a:lnTo>
                <a:lnTo>
                  <a:pt x="23" y="172"/>
                </a:lnTo>
                <a:lnTo>
                  <a:pt x="23" y="176"/>
                </a:lnTo>
                <a:lnTo>
                  <a:pt x="27" y="180"/>
                </a:lnTo>
                <a:lnTo>
                  <a:pt x="27" y="18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文本框 2"/>
          <p:cNvSpPr txBox="1"/>
          <p:nvPr/>
        </p:nvSpPr>
        <p:spPr>
          <a:xfrm>
            <a:off x="1219200" y="631825"/>
            <a:ext cx="3701415" cy="487680"/>
          </a:xfrm>
          <a:prstGeom prst="rect">
            <a:avLst/>
          </a:prstGeom>
          <a:noFill/>
        </p:spPr>
        <p:txBody>
          <a:bodyPr wrap="square" lIns="87764" tIns="43882" rIns="87764" bIns="43882" rtlCol="0">
            <a:spAutoFit/>
          </a:bodyPr>
          <a:lstStyle>
            <a:defPPr>
              <a:defRPr lang="zh-CN"/>
            </a:defPPr>
            <a:lvl1pPr algn="ctr">
              <a:defRPr sz="2400" spc="30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algn="l"/>
            <a:r>
              <a:rPr lang="en-US" altLang="zh-C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{sub_title}</a:t>
            </a:r>
            <a:endParaRPr lang="en-US" altLang="zh-CN" sz="2600" dirty="0">
              <a:solidFill>
                <a:schemeClr val="tx1">
                  <a:lumMod val="65000"/>
                  <a:lumOff val="3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4" name="Oval 30"/>
          <p:cNvSpPr/>
          <p:nvPr>
            <p:custDataLst>
              <p:tags r:id="rId13"/>
            </p:custDataLst>
          </p:nvPr>
        </p:nvSpPr>
        <p:spPr>
          <a:xfrm>
            <a:off x="11125200" y="1119505"/>
            <a:ext cx="715645" cy="715645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0" name="Oval 30"/>
          <p:cNvSpPr/>
          <p:nvPr>
            <p:custDataLst>
              <p:tags r:id="rId14"/>
            </p:custDataLst>
          </p:nvPr>
        </p:nvSpPr>
        <p:spPr>
          <a:xfrm>
            <a:off x="10820400" y="2057400"/>
            <a:ext cx="480060" cy="480060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1" name="Oval 30"/>
          <p:cNvSpPr/>
          <p:nvPr>
            <p:custDataLst>
              <p:tags r:id="rId15"/>
            </p:custDataLst>
          </p:nvPr>
        </p:nvSpPr>
        <p:spPr>
          <a:xfrm>
            <a:off x="11300460" y="3200400"/>
            <a:ext cx="316865" cy="316865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pic>
        <p:nvPicPr>
          <p:cNvPr id="22" name="图片 21" descr="图片333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15400" y="4199255"/>
            <a:ext cx="3279775" cy="2548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" grpId="0"/>
      <p:bldP spid="3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5"/>
          <p:cNvSpPr/>
          <p:nvPr/>
        </p:nvSpPr>
        <p:spPr>
          <a:xfrm>
            <a:off x="7756525" y="988695"/>
            <a:ext cx="4319905" cy="57524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457200" y="2057400"/>
            <a:ext cx="7316470" cy="408940"/>
          </a:xfrm>
          <a:prstGeom prst="rect">
            <a:avLst/>
          </a:prstGeom>
          <a:solidFill>
            <a:srgbClr val="999A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379095" y="2435860"/>
            <a:ext cx="7332980" cy="53403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+mn-lt"/>
                <a:ea typeface="+mn-lt"/>
                <a:cs typeface="+mn-ea"/>
                <a:sym typeface="+mn-lt"/>
              </a:rPr>
              <a:t>{content_1}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lt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lt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418465" y="2072005"/>
            <a:ext cx="71323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+mj-lt"/>
                <a:ea typeface="+mj-lt"/>
                <a:sym typeface="+mn-lt"/>
              </a:rPr>
              <a:t>{desc_1}</a:t>
            </a:r>
            <a:endParaRPr lang="zh-CN" sz="2200" b="1" dirty="0">
              <a:solidFill>
                <a:schemeClr val="bg1"/>
              </a:solidFill>
              <a:latin typeface="+mj-lt"/>
              <a:ea typeface="+mj-lt"/>
              <a:sym typeface="+mn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457200" y="3451860"/>
            <a:ext cx="7317105" cy="4089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457200" y="4833620"/>
            <a:ext cx="7317105" cy="408940"/>
          </a:xfrm>
          <a:prstGeom prst="rect">
            <a:avLst/>
          </a:prstGeom>
          <a:solidFill>
            <a:srgbClr val="999A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381635" y="3841750"/>
            <a:ext cx="7296150" cy="5149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+mn-ea"/>
                <a:ea typeface="+mn-ea"/>
                <a:cs typeface="+mn-ea"/>
                <a:sym typeface="+mn-lt"/>
              </a:rPr>
              <a:t>{content_2}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441325" y="3470275"/>
            <a:ext cx="723646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+mj-lt"/>
                <a:ea typeface="+mj-lt"/>
                <a:sym typeface="+mn-lt"/>
              </a:rPr>
              <a:t>{desc_2}</a:t>
            </a:r>
            <a:endParaRPr lang="en-US" sz="2200" b="1" dirty="0">
              <a:solidFill>
                <a:schemeClr val="bg1"/>
              </a:solidFill>
              <a:latin typeface="+mj-lt"/>
              <a:ea typeface="+mj-lt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414020" y="5247640"/>
            <a:ext cx="7310755" cy="50546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+mn-ea"/>
                <a:ea typeface="+mn-ea"/>
                <a:cs typeface="+mn-ea"/>
                <a:sym typeface="+mn-lt"/>
              </a:rPr>
              <a:t>{content_3}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457835" y="4844415"/>
            <a:ext cx="716534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+mj-lt"/>
                <a:ea typeface="+mj-lt"/>
                <a:sym typeface="+mn-lt"/>
              </a:rPr>
              <a:t>{desc_3}</a:t>
            </a:r>
            <a:endParaRPr lang="en-US" sz="2200" b="1" dirty="0">
              <a:solidFill>
                <a:schemeClr val="bg1"/>
              </a:solidFill>
              <a:latin typeface="+mj-lt"/>
              <a:ea typeface="+mj-lt"/>
            </a:endParaRPr>
          </a:p>
        </p:txBody>
      </p:sp>
      <p:pic>
        <p:nvPicPr>
          <p:cNvPr id="12" name="图片 11" descr="tt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3670" y="990600"/>
            <a:ext cx="4287520" cy="5712460"/>
          </a:xfrm>
          <a:prstGeom prst="rect">
            <a:avLst/>
          </a:prstGeom>
        </p:spPr>
      </p:pic>
      <p:sp>
        <p:nvSpPr>
          <p:cNvPr id="18" name="文本框 2"/>
          <p:cNvSpPr txBox="1"/>
          <p:nvPr/>
        </p:nvSpPr>
        <p:spPr>
          <a:xfrm>
            <a:off x="1219200" y="631825"/>
            <a:ext cx="3701415" cy="487680"/>
          </a:xfrm>
          <a:prstGeom prst="rect">
            <a:avLst/>
          </a:prstGeom>
          <a:noFill/>
        </p:spPr>
        <p:txBody>
          <a:bodyPr wrap="square" lIns="87764" tIns="43882" rIns="87764" bIns="43882" rtlCol="0">
            <a:spAutoFit/>
          </a:bodyPr>
          <a:lstStyle>
            <a:defPPr>
              <a:defRPr lang="zh-CN"/>
            </a:defPPr>
            <a:lvl1pPr algn="ctr">
              <a:defRPr sz="2400" spc="30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algn="l"/>
            <a:r>
              <a:rPr lang="en-US" altLang="zh-C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{sub_title}</a:t>
            </a:r>
            <a:endParaRPr lang="en-US" altLang="zh-CN" sz="2600" dirty="0">
              <a:solidFill>
                <a:schemeClr val="tx1">
                  <a:lumMod val="65000"/>
                  <a:lumOff val="3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3" grpId="0" bldLvl="0" animBg="1"/>
      <p:bldP spid="4" grpId="0"/>
      <p:bldP spid="5" grpId="0"/>
      <p:bldP spid="6" grpId="0" bldLvl="0" animBg="1"/>
      <p:bldP spid="7" grpId="0" bldLvl="0" animBg="1"/>
      <p:bldP spid="8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5"/>
          <p:cNvSpPr/>
          <p:nvPr/>
        </p:nvSpPr>
        <p:spPr>
          <a:xfrm>
            <a:off x="7756525" y="988695"/>
            <a:ext cx="4319905" cy="57524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457200" y="2057400"/>
            <a:ext cx="7316470" cy="408940"/>
          </a:xfrm>
          <a:prstGeom prst="rect">
            <a:avLst/>
          </a:prstGeom>
          <a:solidFill>
            <a:srgbClr val="F67E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379095" y="2435860"/>
            <a:ext cx="7332980" cy="53403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+mn-lt"/>
                <a:ea typeface="+mn-lt"/>
                <a:cs typeface="+mn-ea"/>
                <a:sym typeface="+mn-lt"/>
              </a:rPr>
              <a:t>{content_1}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lt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lt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418465" y="2072005"/>
            <a:ext cx="71323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+mj-lt"/>
                <a:ea typeface="+mj-lt"/>
                <a:sym typeface="+mn-lt"/>
              </a:rPr>
              <a:t>{desc_1}</a:t>
            </a:r>
            <a:endParaRPr lang="zh-CN" sz="2200" b="1" dirty="0">
              <a:solidFill>
                <a:schemeClr val="bg1"/>
              </a:solidFill>
              <a:latin typeface="+mj-lt"/>
              <a:ea typeface="+mj-lt"/>
              <a:sym typeface="+mn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457200" y="3451860"/>
            <a:ext cx="7317105" cy="408940"/>
          </a:xfrm>
          <a:prstGeom prst="rect">
            <a:avLst/>
          </a:prstGeom>
          <a:solidFill>
            <a:srgbClr val="7454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457200" y="4833620"/>
            <a:ext cx="7317105" cy="408940"/>
          </a:xfrm>
          <a:prstGeom prst="rect">
            <a:avLst/>
          </a:prstGeom>
          <a:solidFill>
            <a:srgbClr val="999A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381635" y="3841750"/>
            <a:ext cx="7296150" cy="5149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+mn-ea"/>
                <a:ea typeface="+mn-ea"/>
                <a:cs typeface="+mn-ea"/>
                <a:sym typeface="+mn-lt"/>
              </a:rPr>
              <a:t>{content_2}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441325" y="3470275"/>
            <a:ext cx="723646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+mj-lt"/>
                <a:ea typeface="+mj-lt"/>
                <a:sym typeface="+mn-lt"/>
              </a:rPr>
              <a:t>{desc_2}</a:t>
            </a:r>
            <a:endParaRPr lang="en-US" sz="2200" b="1" dirty="0">
              <a:solidFill>
                <a:schemeClr val="bg1"/>
              </a:solidFill>
              <a:latin typeface="+mj-lt"/>
              <a:ea typeface="+mj-lt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414020" y="5247640"/>
            <a:ext cx="7310755" cy="50546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+mn-ea"/>
                <a:ea typeface="+mn-ea"/>
                <a:cs typeface="+mn-ea"/>
                <a:sym typeface="+mn-lt"/>
              </a:rPr>
              <a:t>{content_3}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457835" y="4844415"/>
            <a:ext cx="716534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+mj-lt"/>
                <a:ea typeface="+mj-lt"/>
                <a:sym typeface="+mn-lt"/>
              </a:rPr>
              <a:t>{desc_3}</a:t>
            </a:r>
            <a:endParaRPr lang="en-US" sz="2200" b="1" dirty="0">
              <a:solidFill>
                <a:schemeClr val="bg1"/>
              </a:solidFill>
              <a:latin typeface="+mj-lt"/>
              <a:ea typeface="+mj-lt"/>
            </a:endParaRPr>
          </a:p>
        </p:txBody>
      </p:sp>
      <p:sp>
        <p:nvSpPr>
          <p:cNvPr id="18" name="文本框 2"/>
          <p:cNvSpPr txBox="1"/>
          <p:nvPr/>
        </p:nvSpPr>
        <p:spPr>
          <a:xfrm>
            <a:off x="1219200" y="631825"/>
            <a:ext cx="3701415" cy="487680"/>
          </a:xfrm>
          <a:prstGeom prst="rect">
            <a:avLst/>
          </a:prstGeom>
          <a:noFill/>
        </p:spPr>
        <p:txBody>
          <a:bodyPr wrap="square" lIns="87764" tIns="43882" rIns="87764" bIns="43882" rtlCol="0">
            <a:spAutoFit/>
          </a:bodyPr>
          <a:lstStyle>
            <a:defPPr>
              <a:defRPr lang="zh-CN"/>
            </a:defPPr>
            <a:lvl1pPr algn="ctr">
              <a:defRPr sz="2400" spc="30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algn="l"/>
            <a:r>
              <a:rPr lang="en-US" altLang="zh-C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{sub_title}</a:t>
            </a:r>
            <a:endParaRPr lang="en-US" altLang="zh-CN" sz="2600" dirty="0">
              <a:solidFill>
                <a:schemeClr val="tx1">
                  <a:lumMod val="65000"/>
                  <a:lumOff val="3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2" name="图片 1" descr="ttt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4305" y="977900"/>
            <a:ext cx="4302760" cy="55905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3" grpId="0" bldLvl="0" animBg="1"/>
      <p:bldP spid="4" grpId="0"/>
      <p:bldP spid="5" grpId="0"/>
      <p:bldP spid="6" grpId="0" bldLvl="0" animBg="1"/>
      <p:bldP spid="7" grpId="0" bldLvl="0" animBg="1"/>
      <p:bldP spid="8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片占位符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2087245"/>
            <a:ext cx="3302635" cy="3780155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</p:pic>
      <p:sp>
        <p:nvSpPr>
          <p:cNvPr id="50" name="Freeform 32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3942080" y="2158365"/>
            <a:ext cx="556260" cy="455295"/>
          </a:xfrm>
          <a:custGeom>
            <a:avLst/>
            <a:gdLst/>
            <a:ahLst/>
            <a:cxnLst>
              <a:cxn ang="0">
                <a:pos x="254" y="0"/>
              </a:cxn>
              <a:cxn ang="0">
                <a:pos x="239" y="2"/>
              </a:cxn>
              <a:cxn ang="0">
                <a:pos x="210" y="15"/>
              </a:cxn>
              <a:cxn ang="0">
                <a:pos x="74" y="149"/>
              </a:cxn>
              <a:cxn ang="0">
                <a:pos x="69" y="154"/>
              </a:cxn>
              <a:cxn ang="0">
                <a:pos x="65" y="165"/>
              </a:cxn>
              <a:cxn ang="0">
                <a:pos x="65" y="178"/>
              </a:cxn>
              <a:cxn ang="0">
                <a:pos x="69" y="189"/>
              </a:cxn>
              <a:cxn ang="0">
                <a:pos x="167" y="288"/>
              </a:cxn>
              <a:cxn ang="0">
                <a:pos x="172" y="292"/>
              </a:cxn>
              <a:cxn ang="0">
                <a:pos x="183" y="297"/>
              </a:cxn>
              <a:cxn ang="0">
                <a:pos x="196" y="297"/>
              </a:cxn>
              <a:cxn ang="0">
                <a:pos x="208" y="292"/>
              </a:cxn>
              <a:cxn ang="0">
                <a:pos x="339" y="162"/>
              </a:cxn>
              <a:cxn ang="0">
                <a:pos x="348" y="151"/>
              </a:cxn>
              <a:cxn ang="0">
                <a:pos x="359" y="122"/>
              </a:cxn>
              <a:cxn ang="0">
                <a:pos x="361" y="33"/>
              </a:cxn>
              <a:cxn ang="0">
                <a:pos x="361" y="26"/>
              </a:cxn>
              <a:cxn ang="0">
                <a:pos x="355" y="15"/>
              </a:cxn>
              <a:cxn ang="0">
                <a:pos x="346" y="6"/>
              </a:cxn>
              <a:cxn ang="0">
                <a:pos x="335" y="2"/>
              </a:cxn>
              <a:cxn ang="0">
                <a:pos x="330" y="0"/>
              </a:cxn>
              <a:cxn ang="0">
                <a:pos x="286" y="107"/>
              </a:cxn>
              <a:cxn ang="0">
                <a:pos x="274" y="105"/>
              </a:cxn>
              <a:cxn ang="0">
                <a:pos x="263" y="98"/>
              </a:cxn>
              <a:cxn ang="0">
                <a:pos x="257" y="87"/>
              </a:cxn>
              <a:cxn ang="0">
                <a:pos x="254" y="74"/>
              </a:cxn>
              <a:cxn ang="0">
                <a:pos x="256" y="69"/>
              </a:cxn>
              <a:cxn ang="0">
                <a:pos x="259" y="58"/>
              </a:cxn>
              <a:cxn ang="0">
                <a:pos x="268" y="49"/>
              </a:cxn>
              <a:cxn ang="0">
                <a:pos x="279" y="44"/>
              </a:cxn>
              <a:cxn ang="0">
                <a:pos x="286" y="44"/>
              </a:cxn>
              <a:cxn ang="0">
                <a:pos x="299" y="45"/>
              </a:cxn>
              <a:cxn ang="0">
                <a:pos x="308" y="53"/>
              </a:cxn>
              <a:cxn ang="0">
                <a:pos x="315" y="64"/>
              </a:cxn>
              <a:cxn ang="0">
                <a:pos x="319" y="74"/>
              </a:cxn>
              <a:cxn ang="0">
                <a:pos x="317" y="82"/>
              </a:cxn>
              <a:cxn ang="0">
                <a:pos x="314" y="93"/>
              </a:cxn>
              <a:cxn ang="0">
                <a:pos x="304" y="102"/>
              </a:cxn>
              <a:cxn ang="0">
                <a:pos x="292" y="107"/>
              </a:cxn>
              <a:cxn ang="0">
                <a:pos x="286" y="107"/>
              </a:cxn>
              <a:cxn ang="0">
                <a:pos x="141" y="294"/>
              </a:cxn>
              <a:cxn ang="0">
                <a:pos x="130" y="297"/>
              </a:cxn>
              <a:cxn ang="0">
                <a:pos x="112" y="294"/>
              </a:cxn>
              <a:cxn ang="0">
                <a:pos x="9" y="194"/>
              </a:cxn>
              <a:cxn ang="0">
                <a:pos x="5" y="189"/>
              </a:cxn>
              <a:cxn ang="0">
                <a:pos x="0" y="178"/>
              </a:cxn>
              <a:cxn ang="0">
                <a:pos x="0" y="165"/>
              </a:cxn>
              <a:cxn ang="0">
                <a:pos x="5" y="154"/>
              </a:cxn>
              <a:cxn ang="0">
                <a:pos x="136" y="24"/>
              </a:cxn>
              <a:cxn ang="0">
                <a:pos x="147" y="15"/>
              </a:cxn>
              <a:cxn ang="0">
                <a:pos x="176" y="2"/>
              </a:cxn>
              <a:cxn ang="0">
                <a:pos x="27" y="163"/>
              </a:cxn>
              <a:cxn ang="0">
                <a:pos x="23" y="167"/>
              </a:cxn>
              <a:cxn ang="0">
                <a:pos x="23" y="176"/>
              </a:cxn>
              <a:cxn ang="0">
                <a:pos x="27" y="180"/>
              </a:cxn>
            </a:cxnLst>
            <a:rect l="0" t="0" r="r" b="b"/>
            <a:pathLst>
              <a:path w="361" h="297">
                <a:moveTo>
                  <a:pt x="330" y="0"/>
                </a:moveTo>
                <a:lnTo>
                  <a:pt x="254" y="0"/>
                </a:lnTo>
                <a:lnTo>
                  <a:pt x="254" y="0"/>
                </a:lnTo>
                <a:lnTo>
                  <a:pt x="239" y="2"/>
                </a:lnTo>
                <a:lnTo>
                  <a:pt x="225" y="7"/>
                </a:lnTo>
                <a:lnTo>
                  <a:pt x="210" y="15"/>
                </a:lnTo>
                <a:lnTo>
                  <a:pt x="199" y="24"/>
                </a:lnTo>
                <a:lnTo>
                  <a:pt x="74" y="149"/>
                </a:lnTo>
                <a:lnTo>
                  <a:pt x="74" y="149"/>
                </a:lnTo>
                <a:lnTo>
                  <a:pt x="69" y="154"/>
                </a:lnTo>
                <a:lnTo>
                  <a:pt x="67" y="160"/>
                </a:lnTo>
                <a:lnTo>
                  <a:pt x="65" y="165"/>
                </a:lnTo>
                <a:lnTo>
                  <a:pt x="63" y="172"/>
                </a:lnTo>
                <a:lnTo>
                  <a:pt x="65" y="178"/>
                </a:lnTo>
                <a:lnTo>
                  <a:pt x="67" y="183"/>
                </a:lnTo>
                <a:lnTo>
                  <a:pt x="69" y="189"/>
                </a:lnTo>
                <a:lnTo>
                  <a:pt x="74" y="194"/>
                </a:lnTo>
                <a:lnTo>
                  <a:pt x="167" y="288"/>
                </a:lnTo>
                <a:lnTo>
                  <a:pt x="167" y="288"/>
                </a:lnTo>
                <a:lnTo>
                  <a:pt x="172" y="292"/>
                </a:lnTo>
                <a:lnTo>
                  <a:pt x="178" y="296"/>
                </a:lnTo>
                <a:lnTo>
                  <a:pt x="183" y="297"/>
                </a:lnTo>
                <a:lnTo>
                  <a:pt x="190" y="297"/>
                </a:lnTo>
                <a:lnTo>
                  <a:pt x="196" y="297"/>
                </a:lnTo>
                <a:lnTo>
                  <a:pt x="201" y="296"/>
                </a:lnTo>
                <a:lnTo>
                  <a:pt x="208" y="292"/>
                </a:lnTo>
                <a:lnTo>
                  <a:pt x="212" y="288"/>
                </a:lnTo>
                <a:lnTo>
                  <a:pt x="339" y="162"/>
                </a:lnTo>
                <a:lnTo>
                  <a:pt x="339" y="162"/>
                </a:lnTo>
                <a:lnTo>
                  <a:pt x="348" y="151"/>
                </a:lnTo>
                <a:lnTo>
                  <a:pt x="355" y="136"/>
                </a:lnTo>
                <a:lnTo>
                  <a:pt x="359" y="122"/>
                </a:lnTo>
                <a:lnTo>
                  <a:pt x="361" y="107"/>
                </a:lnTo>
                <a:lnTo>
                  <a:pt x="361" y="33"/>
                </a:lnTo>
                <a:lnTo>
                  <a:pt x="361" y="33"/>
                </a:lnTo>
                <a:lnTo>
                  <a:pt x="361" y="26"/>
                </a:lnTo>
                <a:lnTo>
                  <a:pt x="359" y="20"/>
                </a:lnTo>
                <a:lnTo>
                  <a:pt x="355" y="15"/>
                </a:lnTo>
                <a:lnTo>
                  <a:pt x="352" y="9"/>
                </a:lnTo>
                <a:lnTo>
                  <a:pt x="346" y="6"/>
                </a:lnTo>
                <a:lnTo>
                  <a:pt x="341" y="4"/>
                </a:lnTo>
                <a:lnTo>
                  <a:pt x="335" y="2"/>
                </a:lnTo>
                <a:lnTo>
                  <a:pt x="330" y="0"/>
                </a:lnTo>
                <a:lnTo>
                  <a:pt x="330" y="0"/>
                </a:lnTo>
                <a:close/>
                <a:moveTo>
                  <a:pt x="286" y="107"/>
                </a:moveTo>
                <a:lnTo>
                  <a:pt x="286" y="107"/>
                </a:lnTo>
                <a:lnTo>
                  <a:pt x="279" y="107"/>
                </a:lnTo>
                <a:lnTo>
                  <a:pt x="274" y="105"/>
                </a:lnTo>
                <a:lnTo>
                  <a:pt x="268" y="102"/>
                </a:lnTo>
                <a:lnTo>
                  <a:pt x="263" y="98"/>
                </a:lnTo>
                <a:lnTo>
                  <a:pt x="259" y="93"/>
                </a:lnTo>
                <a:lnTo>
                  <a:pt x="257" y="87"/>
                </a:lnTo>
                <a:lnTo>
                  <a:pt x="256" y="82"/>
                </a:lnTo>
                <a:lnTo>
                  <a:pt x="254" y="74"/>
                </a:lnTo>
                <a:lnTo>
                  <a:pt x="254" y="74"/>
                </a:lnTo>
                <a:lnTo>
                  <a:pt x="256" y="69"/>
                </a:lnTo>
                <a:lnTo>
                  <a:pt x="257" y="64"/>
                </a:lnTo>
                <a:lnTo>
                  <a:pt x="259" y="58"/>
                </a:lnTo>
                <a:lnTo>
                  <a:pt x="263" y="53"/>
                </a:lnTo>
                <a:lnTo>
                  <a:pt x="268" y="49"/>
                </a:lnTo>
                <a:lnTo>
                  <a:pt x="274" y="45"/>
                </a:lnTo>
                <a:lnTo>
                  <a:pt x="279" y="44"/>
                </a:lnTo>
                <a:lnTo>
                  <a:pt x="286" y="44"/>
                </a:lnTo>
                <a:lnTo>
                  <a:pt x="286" y="44"/>
                </a:lnTo>
                <a:lnTo>
                  <a:pt x="292" y="44"/>
                </a:lnTo>
                <a:lnTo>
                  <a:pt x="299" y="45"/>
                </a:lnTo>
                <a:lnTo>
                  <a:pt x="304" y="49"/>
                </a:lnTo>
                <a:lnTo>
                  <a:pt x="308" y="53"/>
                </a:lnTo>
                <a:lnTo>
                  <a:pt x="314" y="58"/>
                </a:lnTo>
                <a:lnTo>
                  <a:pt x="315" y="64"/>
                </a:lnTo>
                <a:lnTo>
                  <a:pt x="317" y="69"/>
                </a:lnTo>
                <a:lnTo>
                  <a:pt x="319" y="74"/>
                </a:lnTo>
                <a:lnTo>
                  <a:pt x="319" y="74"/>
                </a:lnTo>
                <a:lnTo>
                  <a:pt x="317" y="82"/>
                </a:lnTo>
                <a:lnTo>
                  <a:pt x="315" y="87"/>
                </a:lnTo>
                <a:lnTo>
                  <a:pt x="314" y="93"/>
                </a:lnTo>
                <a:lnTo>
                  <a:pt x="308" y="98"/>
                </a:lnTo>
                <a:lnTo>
                  <a:pt x="304" y="102"/>
                </a:lnTo>
                <a:lnTo>
                  <a:pt x="299" y="105"/>
                </a:lnTo>
                <a:lnTo>
                  <a:pt x="292" y="107"/>
                </a:lnTo>
                <a:lnTo>
                  <a:pt x="286" y="107"/>
                </a:lnTo>
                <a:lnTo>
                  <a:pt x="286" y="107"/>
                </a:lnTo>
                <a:close/>
                <a:moveTo>
                  <a:pt x="27" y="180"/>
                </a:moveTo>
                <a:lnTo>
                  <a:pt x="141" y="294"/>
                </a:lnTo>
                <a:lnTo>
                  <a:pt x="141" y="294"/>
                </a:lnTo>
                <a:lnTo>
                  <a:pt x="130" y="297"/>
                </a:lnTo>
                <a:lnTo>
                  <a:pt x="121" y="297"/>
                </a:lnTo>
                <a:lnTo>
                  <a:pt x="112" y="294"/>
                </a:lnTo>
                <a:lnTo>
                  <a:pt x="103" y="288"/>
                </a:lnTo>
                <a:lnTo>
                  <a:pt x="9" y="194"/>
                </a:lnTo>
                <a:lnTo>
                  <a:pt x="9" y="194"/>
                </a:lnTo>
                <a:lnTo>
                  <a:pt x="5" y="189"/>
                </a:lnTo>
                <a:lnTo>
                  <a:pt x="2" y="183"/>
                </a:lnTo>
                <a:lnTo>
                  <a:pt x="0" y="178"/>
                </a:lnTo>
                <a:lnTo>
                  <a:pt x="0" y="172"/>
                </a:lnTo>
                <a:lnTo>
                  <a:pt x="0" y="165"/>
                </a:lnTo>
                <a:lnTo>
                  <a:pt x="2" y="160"/>
                </a:lnTo>
                <a:lnTo>
                  <a:pt x="5" y="154"/>
                </a:lnTo>
                <a:lnTo>
                  <a:pt x="9" y="149"/>
                </a:lnTo>
                <a:lnTo>
                  <a:pt x="136" y="24"/>
                </a:lnTo>
                <a:lnTo>
                  <a:pt x="136" y="24"/>
                </a:lnTo>
                <a:lnTo>
                  <a:pt x="147" y="15"/>
                </a:lnTo>
                <a:lnTo>
                  <a:pt x="161" y="7"/>
                </a:lnTo>
                <a:lnTo>
                  <a:pt x="176" y="2"/>
                </a:lnTo>
                <a:lnTo>
                  <a:pt x="190" y="0"/>
                </a:lnTo>
                <a:lnTo>
                  <a:pt x="27" y="163"/>
                </a:lnTo>
                <a:lnTo>
                  <a:pt x="27" y="163"/>
                </a:lnTo>
                <a:lnTo>
                  <a:pt x="23" y="167"/>
                </a:lnTo>
                <a:lnTo>
                  <a:pt x="23" y="172"/>
                </a:lnTo>
                <a:lnTo>
                  <a:pt x="23" y="176"/>
                </a:lnTo>
                <a:lnTo>
                  <a:pt x="27" y="180"/>
                </a:lnTo>
                <a:lnTo>
                  <a:pt x="27" y="180"/>
                </a:lnTo>
                <a:close/>
              </a:path>
            </a:pathLst>
          </a:custGeom>
          <a:solidFill>
            <a:schemeClr val="accent6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1" name="Freeform 32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3925570" y="3606165"/>
            <a:ext cx="556260" cy="455295"/>
          </a:xfrm>
          <a:custGeom>
            <a:avLst/>
            <a:gdLst/>
            <a:ahLst/>
            <a:cxnLst>
              <a:cxn ang="0">
                <a:pos x="254" y="0"/>
              </a:cxn>
              <a:cxn ang="0">
                <a:pos x="239" y="2"/>
              </a:cxn>
              <a:cxn ang="0">
                <a:pos x="210" y="15"/>
              </a:cxn>
              <a:cxn ang="0">
                <a:pos x="74" y="149"/>
              </a:cxn>
              <a:cxn ang="0">
                <a:pos x="69" y="154"/>
              </a:cxn>
              <a:cxn ang="0">
                <a:pos x="65" y="165"/>
              </a:cxn>
              <a:cxn ang="0">
                <a:pos x="65" y="178"/>
              </a:cxn>
              <a:cxn ang="0">
                <a:pos x="69" y="189"/>
              </a:cxn>
              <a:cxn ang="0">
                <a:pos x="167" y="288"/>
              </a:cxn>
              <a:cxn ang="0">
                <a:pos x="172" y="292"/>
              </a:cxn>
              <a:cxn ang="0">
                <a:pos x="183" y="297"/>
              </a:cxn>
              <a:cxn ang="0">
                <a:pos x="196" y="297"/>
              </a:cxn>
              <a:cxn ang="0">
                <a:pos x="208" y="292"/>
              </a:cxn>
              <a:cxn ang="0">
                <a:pos x="339" y="162"/>
              </a:cxn>
              <a:cxn ang="0">
                <a:pos x="348" y="151"/>
              </a:cxn>
              <a:cxn ang="0">
                <a:pos x="359" y="122"/>
              </a:cxn>
              <a:cxn ang="0">
                <a:pos x="361" y="33"/>
              </a:cxn>
              <a:cxn ang="0">
                <a:pos x="361" y="26"/>
              </a:cxn>
              <a:cxn ang="0">
                <a:pos x="355" y="15"/>
              </a:cxn>
              <a:cxn ang="0">
                <a:pos x="346" y="6"/>
              </a:cxn>
              <a:cxn ang="0">
                <a:pos x="335" y="2"/>
              </a:cxn>
              <a:cxn ang="0">
                <a:pos x="330" y="0"/>
              </a:cxn>
              <a:cxn ang="0">
                <a:pos x="286" y="107"/>
              </a:cxn>
              <a:cxn ang="0">
                <a:pos x="274" y="105"/>
              </a:cxn>
              <a:cxn ang="0">
                <a:pos x="263" y="98"/>
              </a:cxn>
              <a:cxn ang="0">
                <a:pos x="257" y="87"/>
              </a:cxn>
              <a:cxn ang="0">
                <a:pos x="254" y="74"/>
              </a:cxn>
              <a:cxn ang="0">
                <a:pos x="256" y="69"/>
              </a:cxn>
              <a:cxn ang="0">
                <a:pos x="259" y="58"/>
              </a:cxn>
              <a:cxn ang="0">
                <a:pos x="268" y="49"/>
              </a:cxn>
              <a:cxn ang="0">
                <a:pos x="279" y="44"/>
              </a:cxn>
              <a:cxn ang="0">
                <a:pos x="286" y="44"/>
              </a:cxn>
              <a:cxn ang="0">
                <a:pos x="299" y="45"/>
              </a:cxn>
              <a:cxn ang="0">
                <a:pos x="308" y="53"/>
              </a:cxn>
              <a:cxn ang="0">
                <a:pos x="315" y="64"/>
              </a:cxn>
              <a:cxn ang="0">
                <a:pos x="319" y="74"/>
              </a:cxn>
              <a:cxn ang="0">
                <a:pos x="317" y="82"/>
              </a:cxn>
              <a:cxn ang="0">
                <a:pos x="314" y="93"/>
              </a:cxn>
              <a:cxn ang="0">
                <a:pos x="304" y="102"/>
              </a:cxn>
              <a:cxn ang="0">
                <a:pos x="292" y="107"/>
              </a:cxn>
              <a:cxn ang="0">
                <a:pos x="286" y="107"/>
              </a:cxn>
              <a:cxn ang="0">
                <a:pos x="141" y="294"/>
              </a:cxn>
              <a:cxn ang="0">
                <a:pos x="130" y="297"/>
              </a:cxn>
              <a:cxn ang="0">
                <a:pos x="112" y="294"/>
              </a:cxn>
              <a:cxn ang="0">
                <a:pos x="9" y="194"/>
              </a:cxn>
              <a:cxn ang="0">
                <a:pos x="5" y="189"/>
              </a:cxn>
              <a:cxn ang="0">
                <a:pos x="0" y="178"/>
              </a:cxn>
              <a:cxn ang="0">
                <a:pos x="0" y="165"/>
              </a:cxn>
              <a:cxn ang="0">
                <a:pos x="5" y="154"/>
              </a:cxn>
              <a:cxn ang="0">
                <a:pos x="136" y="24"/>
              </a:cxn>
              <a:cxn ang="0">
                <a:pos x="147" y="15"/>
              </a:cxn>
              <a:cxn ang="0">
                <a:pos x="176" y="2"/>
              </a:cxn>
              <a:cxn ang="0">
                <a:pos x="27" y="163"/>
              </a:cxn>
              <a:cxn ang="0">
                <a:pos x="23" y="167"/>
              </a:cxn>
              <a:cxn ang="0">
                <a:pos x="23" y="176"/>
              </a:cxn>
              <a:cxn ang="0">
                <a:pos x="27" y="180"/>
              </a:cxn>
            </a:cxnLst>
            <a:rect l="0" t="0" r="r" b="b"/>
            <a:pathLst>
              <a:path w="361" h="297">
                <a:moveTo>
                  <a:pt x="330" y="0"/>
                </a:moveTo>
                <a:lnTo>
                  <a:pt x="254" y="0"/>
                </a:lnTo>
                <a:lnTo>
                  <a:pt x="254" y="0"/>
                </a:lnTo>
                <a:lnTo>
                  <a:pt x="239" y="2"/>
                </a:lnTo>
                <a:lnTo>
                  <a:pt x="225" y="7"/>
                </a:lnTo>
                <a:lnTo>
                  <a:pt x="210" y="15"/>
                </a:lnTo>
                <a:lnTo>
                  <a:pt x="199" y="24"/>
                </a:lnTo>
                <a:lnTo>
                  <a:pt x="74" y="149"/>
                </a:lnTo>
                <a:lnTo>
                  <a:pt x="74" y="149"/>
                </a:lnTo>
                <a:lnTo>
                  <a:pt x="69" y="154"/>
                </a:lnTo>
                <a:lnTo>
                  <a:pt x="67" y="160"/>
                </a:lnTo>
                <a:lnTo>
                  <a:pt x="65" y="165"/>
                </a:lnTo>
                <a:lnTo>
                  <a:pt x="63" y="172"/>
                </a:lnTo>
                <a:lnTo>
                  <a:pt x="65" y="178"/>
                </a:lnTo>
                <a:lnTo>
                  <a:pt x="67" y="183"/>
                </a:lnTo>
                <a:lnTo>
                  <a:pt x="69" y="189"/>
                </a:lnTo>
                <a:lnTo>
                  <a:pt x="74" y="194"/>
                </a:lnTo>
                <a:lnTo>
                  <a:pt x="167" y="288"/>
                </a:lnTo>
                <a:lnTo>
                  <a:pt x="167" y="288"/>
                </a:lnTo>
                <a:lnTo>
                  <a:pt x="172" y="292"/>
                </a:lnTo>
                <a:lnTo>
                  <a:pt x="178" y="296"/>
                </a:lnTo>
                <a:lnTo>
                  <a:pt x="183" y="297"/>
                </a:lnTo>
                <a:lnTo>
                  <a:pt x="190" y="297"/>
                </a:lnTo>
                <a:lnTo>
                  <a:pt x="196" y="297"/>
                </a:lnTo>
                <a:lnTo>
                  <a:pt x="201" y="296"/>
                </a:lnTo>
                <a:lnTo>
                  <a:pt x="208" y="292"/>
                </a:lnTo>
                <a:lnTo>
                  <a:pt x="212" y="288"/>
                </a:lnTo>
                <a:lnTo>
                  <a:pt x="339" y="162"/>
                </a:lnTo>
                <a:lnTo>
                  <a:pt x="339" y="162"/>
                </a:lnTo>
                <a:lnTo>
                  <a:pt x="348" y="151"/>
                </a:lnTo>
                <a:lnTo>
                  <a:pt x="355" y="136"/>
                </a:lnTo>
                <a:lnTo>
                  <a:pt x="359" y="122"/>
                </a:lnTo>
                <a:lnTo>
                  <a:pt x="361" y="107"/>
                </a:lnTo>
                <a:lnTo>
                  <a:pt x="361" y="33"/>
                </a:lnTo>
                <a:lnTo>
                  <a:pt x="361" y="33"/>
                </a:lnTo>
                <a:lnTo>
                  <a:pt x="361" y="26"/>
                </a:lnTo>
                <a:lnTo>
                  <a:pt x="359" y="20"/>
                </a:lnTo>
                <a:lnTo>
                  <a:pt x="355" y="15"/>
                </a:lnTo>
                <a:lnTo>
                  <a:pt x="352" y="9"/>
                </a:lnTo>
                <a:lnTo>
                  <a:pt x="346" y="6"/>
                </a:lnTo>
                <a:lnTo>
                  <a:pt x="341" y="4"/>
                </a:lnTo>
                <a:lnTo>
                  <a:pt x="335" y="2"/>
                </a:lnTo>
                <a:lnTo>
                  <a:pt x="330" y="0"/>
                </a:lnTo>
                <a:lnTo>
                  <a:pt x="330" y="0"/>
                </a:lnTo>
                <a:close/>
                <a:moveTo>
                  <a:pt x="286" y="107"/>
                </a:moveTo>
                <a:lnTo>
                  <a:pt x="286" y="107"/>
                </a:lnTo>
                <a:lnTo>
                  <a:pt x="279" y="107"/>
                </a:lnTo>
                <a:lnTo>
                  <a:pt x="274" y="105"/>
                </a:lnTo>
                <a:lnTo>
                  <a:pt x="268" y="102"/>
                </a:lnTo>
                <a:lnTo>
                  <a:pt x="263" y="98"/>
                </a:lnTo>
                <a:lnTo>
                  <a:pt x="259" y="93"/>
                </a:lnTo>
                <a:lnTo>
                  <a:pt x="257" y="87"/>
                </a:lnTo>
                <a:lnTo>
                  <a:pt x="256" y="82"/>
                </a:lnTo>
                <a:lnTo>
                  <a:pt x="254" y="74"/>
                </a:lnTo>
                <a:lnTo>
                  <a:pt x="254" y="74"/>
                </a:lnTo>
                <a:lnTo>
                  <a:pt x="256" y="69"/>
                </a:lnTo>
                <a:lnTo>
                  <a:pt x="257" y="64"/>
                </a:lnTo>
                <a:lnTo>
                  <a:pt x="259" y="58"/>
                </a:lnTo>
                <a:lnTo>
                  <a:pt x="263" y="53"/>
                </a:lnTo>
                <a:lnTo>
                  <a:pt x="268" y="49"/>
                </a:lnTo>
                <a:lnTo>
                  <a:pt x="274" y="45"/>
                </a:lnTo>
                <a:lnTo>
                  <a:pt x="279" y="44"/>
                </a:lnTo>
                <a:lnTo>
                  <a:pt x="286" y="44"/>
                </a:lnTo>
                <a:lnTo>
                  <a:pt x="286" y="44"/>
                </a:lnTo>
                <a:lnTo>
                  <a:pt x="292" y="44"/>
                </a:lnTo>
                <a:lnTo>
                  <a:pt x="299" y="45"/>
                </a:lnTo>
                <a:lnTo>
                  <a:pt x="304" y="49"/>
                </a:lnTo>
                <a:lnTo>
                  <a:pt x="308" y="53"/>
                </a:lnTo>
                <a:lnTo>
                  <a:pt x="314" y="58"/>
                </a:lnTo>
                <a:lnTo>
                  <a:pt x="315" y="64"/>
                </a:lnTo>
                <a:lnTo>
                  <a:pt x="317" y="69"/>
                </a:lnTo>
                <a:lnTo>
                  <a:pt x="319" y="74"/>
                </a:lnTo>
                <a:lnTo>
                  <a:pt x="319" y="74"/>
                </a:lnTo>
                <a:lnTo>
                  <a:pt x="317" y="82"/>
                </a:lnTo>
                <a:lnTo>
                  <a:pt x="315" y="87"/>
                </a:lnTo>
                <a:lnTo>
                  <a:pt x="314" y="93"/>
                </a:lnTo>
                <a:lnTo>
                  <a:pt x="308" y="98"/>
                </a:lnTo>
                <a:lnTo>
                  <a:pt x="304" y="102"/>
                </a:lnTo>
                <a:lnTo>
                  <a:pt x="299" y="105"/>
                </a:lnTo>
                <a:lnTo>
                  <a:pt x="292" y="107"/>
                </a:lnTo>
                <a:lnTo>
                  <a:pt x="286" y="107"/>
                </a:lnTo>
                <a:lnTo>
                  <a:pt x="286" y="107"/>
                </a:lnTo>
                <a:close/>
                <a:moveTo>
                  <a:pt x="27" y="180"/>
                </a:moveTo>
                <a:lnTo>
                  <a:pt x="141" y="294"/>
                </a:lnTo>
                <a:lnTo>
                  <a:pt x="141" y="294"/>
                </a:lnTo>
                <a:lnTo>
                  <a:pt x="130" y="297"/>
                </a:lnTo>
                <a:lnTo>
                  <a:pt x="121" y="297"/>
                </a:lnTo>
                <a:lnTo>
                  <a:pt x="112" y="294"/>
                </a:lnTo>
                <a:lnTo>
                  <a:pt x="103" y="288"/>
                </a:lnTo>
                <a:lnTo>
                  <a:pt x="9" y="194"/>
                </a:lnTo>
                <a:lnTo>
                  <a:pt x="9" y="194"/>
                </a:lnTo>
                <a:lnTo>
                  <a:pt x="5" y="189"/>
                </a:lnTo>
                <a:lnTo>
                  <a:pt x="2" y="183"/>
                </a:lnTo>
                <a:lnTo>
                  <a:pt x="0" y="178"/>
                </a:lnTo>
                <a:lnTo>
                  <a:pt x="0" y="172"/>
                </a:lnTo>
                <a:lnTo>
                  <a:pt x="0" y="165"/>
                </a:lnTo>
                <a:lnTo>
                  <a:pt x="2" y="160"/>
                </a:lnTo>
                <a:lnTo>
                  <a:pt x="5" y="154"/>
                </a:lnTo>
                <a:lnTo>
                  <a:pt x="9" y="149"/>
                </a:lnTo>
                <a:lnTo>
                  <a:pt x="136" y="24"/>
                </a:lnTo>
                <a:lnTo>
                  <a:pt x="136" y="24"/>
                </a:lnTo>
                <a:lnTo>
                  <a:pt x="147" y="15"/>
                </a:lnTo>
                <a:lnTo>
                  <a:pt x="161" y="7"/>
                </a:lnTo>
                <a:lnTo>
                  <a:pt x="176" y="2"/>
                </a:lnTo>
                <a:lnTo>
                  <a:pt x="190" y="0"/>
                </a:lnTo>
                <a:lnTo>
                  <a:pt x="27" y="163"/>
                </a:lnTo>
                <a:lnTo>
                  <a:pt x="27" y="163"/>
                </a:lnTo>
                <a:lnTo>
                  <a:pt x="23" y="167"/>
                </a:lnTo>
                <a:lnTo>
                  <a:pt x="23" y="172"/>
                </a:lnTo>
                <a:lnTo>
                  <a:pt x="23" y="176"/>
                </a:lnTo>
                <a:lnTo>
                  <a:pt x="27" y="180"/>
                </a:lnTo>
                <a:lnTo>
                  <a:pt x="27" y="180"/>
                </a:lnTo>
                <a:close/>
              </a:path>
            </a:pathLst>
          </a:custGeom>
          <a:solidFill>
            <a:schemeClr val="accent6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2" name="Freeform 32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3925570" y="4994275"/>
            <a:ext cx="556260" cy="455295"/>
          </a:xfrm>
          <a:custGeom>
            <a:avLst/>
            <a:gdLst/>
            <a:ahLst/>
            <a:cxnLst>
              <a:cxn ang="0">
                <a:pos x="254" y="0"/>
              </a:cxn>
              <a:cxn ang="0">
                <a:pos x="239" y="2"/>
              </a:cxn>
              <a:cxn ang="0">
                <a:pos x="210" y="15"/>
              </a:cxn>
              <a:cxn ang="0">
                <a:pos x="74" y="149"/>
              </a:cxn>
              <a:cxn ang="0">
                <a:pos x="69" y="154"/>
              </a:cxn>
              <a:cxn ang="0">
                <a:pos x="65" y="165"/>
              </a:cxn>
              <a:cxn ang="0">
                <a:pos x="65" y="178"/>
              </a:cxn>
              <a:cxn ang="0">
                <a:pos x="69" y="189"/>
              </a:cxn>
              <a:cxn ang="0">
                <a:pos x="167" y="288"/>
              </a:cxn>
              <a:cxn ang="0">
                <a:pos x="172" y="292"/>
              </a:cxn>
              <a:cxn ang="0">
                <a:pos x="183" y="297"/>
              </a:cxn>
              <a:cxn ang="0">
                <a:pos x="196" y="297"/>
              </a:cxn>
              <a:cxn ang="0">
                <a:pos x="208" y="292"/>
              </a:cxn>
              <a:cxn ang="0">
                <a:pos x="339" y="162"/>
              </a:cxn>
              <a:cxn ang="0">
                <a:pos x="348" y="151"/>
              </a:cxn>
              <a:cxn ang="0">
                <a:pos x="359" y="122"/>
              </a:cxn>
              <a:cxn ang="0">
                <a:pos x="361" y="33"/>
              </a:cxn>
              <a:cxn ang="0">
                <a:pos x="361" y="26"/>
              </a:cxn>
              <a:cxn ang="0">
                <a:pos x="355" y="15"/>
              </a:cxn>
              <a:cxn ang="0">
                <a:pos x="346" y="6"/>
              </a:cxn>
              <a:cxn ang="0">
                <a:pos x="335" y="2"/>
              </a:cxn>
              <a:cxn ang="0">
                <a:pos x="330" y="0"/>
              </a:cxn>
              <a:cxn ang="0">
                <a:pos x="286" y="107"/>
              </a:cxn>
              <a:cxn ang="0">
                <a:pos x="274" y="105"/>
              </a:cxn>
              <a:cxn ang="0">
                <a:pos x="263" y="98"/>
              </a:cxn>
              <a:cxn ang="0">
                <a:pos x="257" y="87"/>
              </a:cxn>
              <a:cxn ang="0">
                <a:pos x="254" y="74"/>
              </a:cxn>
              <a:cxn ang="0">
                <a:pos x="256" y="69"/>
              </a:cxn>
              <a:cxn ang="0">
                <a:pos x="259" y="58"/>
              </a:cxn>
              <a:cxn ang="0">
                <a:pos x="268" y="49"/>
              </a:cxn>
              <a:cxn ang="0">
                <a:pos x="279" y="44"/>
              </a:cxn>
              <a:cxn ang="0">
                <a:pos x="286" y="44"/>
              </a:cxn>
              <a:cxn ang="0">
                <a:pos x="299" y="45"/>
              </a:cxn>
              <a:cxn ang="0">
                <a:pos x="308" y="53"/>
              </a:cxn>
              <a:cxn ang="0">
                <a:pos x="315" y="64"/>
              </a:cxn>
              <a:cxn ang="0">
                <a:pos x="319" y="74"/>
              </a:cxn>
              <a:cxn ang="0">
                <a:pos x="317" y="82"/>
              </a:cxn>
              <a:cxn ang="0">
                <a:pos x="314" y="93"/>
              </a:cxn>
              <a:cxn ang="0">
                <a:pos x="304" y="102"/>
              </a:cxn>
              <a:cxn ang="0">
                <a:pos x="292" y="107"/>
              </a:cxn>
              <a:cxn ang="0">
                <a:pos x="286" y="107"/>
              </a:cxn>
              <a:cxn ang="0">
                <a:pos x="141" y="294"/>
              </a:cxn>
              <a:cxn ang="0">
                <a:pos x="130" y="297"/>
              </a:cxn>
              <a:cxn ang="0">
                <a:pos x="112" y="294"/>
              </a:cxn>
              <a:cxn ang="0">
                <a:pos x="9" y="194"/>
              </a:cxn>
              <a:cxn ang="0">
                <a:pos x="5" y="189"/>
              </a:cxn>
              <a:cxn ang="0">
                <a:pos x="0" y="178"/>
              </a:cxn>
              <a:cxn ang="0">
                <a:pos x="0" y="165"/>
              </a:cxn>
              <a:cxn ang="0">
                <a:pos x="5" y="154"/>
              </a:cxn>
              <a:cxn ang="0">
                <a:pos x="136" y="24"/>
              </a:cxn>
              <a:cxn ang="0">
                <a:pos x="147" y="15"/>
              </a:cxn>
              <a:cxn ang="0">
                <a:pos x="176" y="2"/>
              </a:cxn>
              <a:cxn ang="0">
                <a:pos x="27" y="163"/>
              </a:cxn>
              <a:cxn ang="0">
                <a:pos x="23" y="167"/>
              </a:cxn>
              <a:cxn ang="0">
                <a:pos x="23" y="176"/>
              </a:cxn>
              <a:cxn ang="0">
                <a:pos x="27" y="180"/>
              </a:cxn>
            </a:cxnLst>
            <a:rect l="0" t="0" r="r" b="b"/>
            <a:pathLst>
              <a:path w="361" h="297">
                <a:moveTo>
                  <a:pt x="330" y="0"/>
                </a:moveTo>
                <a:lnTo>
                  <a:pt x="254" y="0"/>
                </a:lnTo>
                <a:lnTo>
                  <a:pt x="254" y="0"/>
                </a:lnTo>
                <a:lnTo>
                  <a:pt x="239" y="2"/>
                </a:lnTo>
                <a:lnTo>
                  <a:pt x="225" y="7"/>
                </a:lnTo>
                <a:lnTo>
                  <a:pt x="210" y="15"/>
                </a:lnTo>
                <a:lnTo>
                  <a:pt x="199" y="24"/>
                </a:lnTo>
                <a:lnTo>
                  <a:pt x="74" y="149"/>
                </a:lnTo>
                <a:lnTo>
                  <a:pt x="74" y="149"/>
                </a:lnTo>
                <a:lnTo>
                  <a:pt x="69" y="154"/>
                </a:lnTo>
                <a:lnTo>
                  <a:pt x="67" y="160"/>
                </a:lnTo>
                <a:lnTo>
                  <a:pt x="65" y="165"/>
                </a:lnTo>
                <a:lnTo>
                  <a:pt x="63" y="172"/>
                </a:lnTo>
                <a:lnTo>
                  <a:pt x="65" y="178"/>
                </a:lnTo>
                <a:lnTo>
                  <a:pt x="67" y="183"/>
                </a:lnTo>
                <a:lnTo>
                  <a:pt x="69" y="189"/>
                </a:lnTo>
                <a:lnTo>
                  <a:pt x="74" y="194"/>
                </a:lnTo>
                <a:lnTo>
                  <a:pt x="167" y="288"/>
                </a:lnTo>
                <a:lnTo>
                  <a:pt x="167" y="288"/>
                </a:lnTo>
                <a:lnTo>
                  <a:pt x="172" y="292"/>
                </a:lnTo>
                <a:lnTo>
                  <a:pt x="178" y="296"/>
                </a:lnTo>
                <a:lnTo>
                  <a:pt x="183" y="297"/>
                </a:lnTo>
                <a:lnTo>
                  <a:pt x="190" y="297"/>
                </a:lnTo>
                <a:lnTo>
                  <a:pt x="196" y="297"/>
                </a:lnTo>
                <a:lnTo>
                  <a:pt x="201" y="296"/>
                </a:lnTo>
                <a:lnTo>
                  <a:pt x="208" y="292"/>
                </a:lnTo>
                <a:lnTo>
                  <a:pt x="212" y="288"/>
                </a:lnTo>
                <a:lnTo>
                  <a:pt x="339" y="162"/>
                </a:lnTo>
                <a:lnTo>
                  <a:pt x="339" y="162"/>
                </a:lnTo>
                <a:lnTo>
                  <a:pt x="348" y="151"/>
                </a:lnTo>
                <a:lnTo>
                  <a:pt x="355" y="136"/>
                </a:lnTo>
                <a:lnTo>
                  <a:pt x="359" y="122"/>
                </a:lnTo>
                <a:lnTo>
                  <a:pt x="361" y="107"/>
                </a:lnTo>
                <a:lnTo>
                  <a:pt x="361" y="33"/>
                </a:lnTo>
                <a:lnTo>
                  <a:pt x="361" y="33"/>
                </a:lnTo>
                <a:lnTo>
                  <a:pt x="361" y="26"/>
                </a:lnTo>
                <a:lnTo>
                  <a:pt x="359" y="20"/>
                </a:lnTo>
                <a:lnTo>
                  <a:pt x="355" y="15"/>
                </a:lnTo>
                <a:lnTo>
                  <a:pt x="352" y="9"/>
                </a:lnTo>
                <a:lnTo>
                  <a:pt x="346" y="6"/>
                </a:lnTo>
                <a:lnTo>
                  <a:pt x="341" y="4"/>
                </a:lnTo>
                <a:lnTo>
                  <a:pt x="335" y="2"/>
                </a:lnTo>
                <a:lnTo>
                  <a:pt x="330" y="0"/>
                </a:lnTo>
                <a:lnTo>
                  <a:pt x="330" y="0"/>
                </a:lnTo>
                <a:close/>
                <a:moveTo>
                  <a:pt x="286" y="107"/>
                </a:moveTo>
                <a:lnTo>
                  <a:pt x="286" y="107"/>
                </a:lnTo>
                <a:lnTo>
                  <a:pt x="279" y="107"/>
                </a:lnTo>
                <a:lnTo>
                  <a:pt x="274" y="105"/>
                </a:lnTo>
                <a:lnTo>
                  <a:pt x="268" y="102"/>
                </a:lnTo>
                <a:lnTo>
                  <a:pt x="263" y="98"/>
                </a:lnTo>
                <a:lnTo>
                  <a:pt x="259" y="93"/>
                </a:lnTo>
                <a:lnTo>
                  <a:pt x="257" y="87"/>
                </a:lnTo>
                <a:lnTo>
                  <a:pt x="256" y="82"/>
                </a:lnTo>
                <a:lnTo>
                  <a:pt x="254" y="74"/>
                </a:lnTo>
                <a:lnTo>
                  <a:pt x="254" y="74"/>
                </a:lnTo>
                <a:lnTo>
                  <a:pt x="256" y="69"/>
                </a:lnTo>
                <a:lnTo>
                  <a:pt x="257" y="64"/>
                </a:lnTo>
                <a:lnTo>
                  <a:pt x="259" y="58"/>
                </a:lnTo>
                <a:lnTo>
                  <a:pt x="263" y="53"/>
                </a:lnTo>
                <a:lnTo>
                  <a:pt x="268" y="49"/>
                </a:lnTo>
                <a:lnTo>
                  <a:pt x="274" y="45"/>
                </a:lnTo>
                <a:lnTo>
                  <a:pt x="279" y="44"/>
                </a:lnTo>
                <a:lnTo>
                  <a:pt x="286" y="44"/>
                </a:lnTo>
                <a:lnTo>
                  <a:pt x="286" y="44"/>
                </a:lnTo>
                <a:lnTo>
                  <a:pt x="292" y="44"/>
                </a:lnTo>
                <a:lnTo>
                  <a:pt x="299" y="45"/>
                </a:lnTo>
                <a:lnTo>
                  <a:pt x="304" y="49"/>
                </a:lnTo>
                <a:lnTo>
                  <a:pt x="308" y="53"/>
                </a:lnTo>
                <a:lnTo>
                  <a:pt x="314" y="58"/>
                </a:lnTo>
                <a:lnTo>
                  <a:pt x="315" y="64"/>
                </a:lnTo>
                <a:lnTo>
                  <a:pt x="317" y="69"/>
                </a:lnTo>
                <a:lnTo>
                  <a:pt x="319" y="74"/>
                </a:lnTo>
                <a:lnTo>
                  <a:pt x="319" y="74"/>
                </a:lnTo>
                <a:lnTo>
                  <a:pt x="317" y="82"/>
                </a:lnTo>
                <a:lnTo>
                  <a:pt x="315" y="87"/>
                </a:lnTo>
                <a:lnTo>
                  <a:pt x="314" y="93"/>
                </a:lnTo>
                <a:lnTo>
                  <a:pt x="308" y="98"/>
                </a:lnTo>
                <a:lnTo>
                  <a:pt x="304" y="102"/>
                </a:lnTo>
                <a:lnTo>
                  <a:pt x="299" y="105"/>
                </a:lnTo>
                <a:lnTo>
                  <a:pt x="292" y="107"/>
                </a:lnTo>
                <a:lnTo>
                  <a:pt x="286" y="107"/>
                </a:lnTo>
                <a:lnTo>
                  <a:pt x="286" y="107"/>
                </a:lnTo>
                <a:close/>
                <a:moveTo>
                  <a:pt x="27" y="180"/>
                </a:moveTo>
                <a:lnTo>
                  <a:pt x="141" y="294"/>
                </a:lnTo>
                <a:lnTo>
                  <a:pt x="141" y="294"/>
                </a:lnTo>
                <a:lnTo>
                  <a:pt x="130" y="297"/>
                </a:lnTo>
                <a:lnTo>
                  <a:pt x="121" y="297"/>
                </a:lnTo>
                <a:lnTo>
                  <a:pt x="112" y="294"/>
                </a:lnTo>
                <a:lnTo>
                  <a:pt x="103" y="288"/>
                </a:lnTo>
                <a:lnTo>
                  <a:pt x="9" y="194"/>
                </a:lnTo>
                <a:lnTo>
                  <a:pt x="9" y="194"/>
                </a:lnTo>
                <a:lnTo>
                  <a:pt x="5" y="189"/>
                </a:lnTo>
                <a:lnTo>
                  <a:pt x="2" y="183"/>
                </a:lnTo>
                <a:lnTo>
                  <a:pt x="0" y="178"/>
                </a:lnTo>
                <a:lnTo>
                  <a:pt x="0" y="172"/>
                </a:lnTo>
                <a:lnTo>
                  <a:pt x="0" y="165"/>
                </a:lnTo>
                <a:lnTo>
                  <a:pt x="2" y="160"/>
                </a:lnTo>
                <a:lnTo>
                  <a:pt x="5" y="154"/>
                </a:lnTo>
                <a:lnTo>
                  <a:pt x="9" y="149"/>
                </a:lnTo>
                <a:lnTo>
                  <a:pt x="136" y="24"/>
                </a:lnTo>
                <a:lnTo>
                  <a:pt x="136" y="24"/>
                </a:lnTo>
                <a:lnTo>
                  <a:pt x="147" y="15"/>
                </a:lnTo>
                <a:lnTo>
                  <a:pt x="161" y="7"/>
                </a:lnTo>
                <a:lnTo>
                  <a:pt x="176" y="2"/>
                </a:lnTo>
                <a:lnTo>
                  <a:pt x="190" y="0"/>
                </a:lnTo>
                <a:lnTo>
                  <a:pt x="27" y="163"/>
                </a:lnTo>
                <a:lnTo>
                  <a:pt x="27" y="163"/>
                </a:lnTo>
                <a:lnTo>
                  <a:pt x="23" y="167"/>
                </a:lnTo>
                <a:lnTo>
                  <a:pt x="23" y="172"/>
                </a:lnTo>
                <a:lnTo>
                  <a:pt x="23" y="176"/>
                </a:lnTo>
                <a:lnTo>
                  <a:pt x="27" y="180"/>
                </a:lnTo>
                <a:lnTo>
                  <a:pt x="27" y="180"/>
                </a:lnTo>
                <a:close/>
              </a:path>
            </a:pathLst>
          </a:custGeom>
          <a:solidFill>
            <a:schemeClr val="accent6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" name="矩形 3"/>
          <p:cNvSpPr/>
          <p:nvPr>
            <p:custDataLst>
              <p:tags r:id="rId6"/>
            </p:custDataLst>
          </p:nvPr>
        </p:nvSpPr>
        <p:spPr>
          <a:xfrm>
            <a:off x="4419600" y="2345055"/>
            <a:ext cx="7332980" cy="53403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+mn-lt"/>
                <a:ea typeface="+mn-lt"/>
                <a:cs typeface="+mn-ea"/>
                <a:sym typeface="+mn-lt"/>
              </a:rPr>
              <a:t>{content_1}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lt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lt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4458970" y="1981200"/>
            <a:ext cx="71323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+mj-lt"/>
                <a:ea typeface="+mj-lt"/>
                <a:sym typeface="+mn-lt"/>
              </a:rPr>
              <a:t>{desc_1}</a:t>
            </a:r>
            <a:endParaRPr lang="en-US" sz="2200" b="1" dirty="0">
              <a:solidFill>
                <a:srgbClr val="415063"/>
              </a:solidFill>
              <a:latin typeface="+mj-lt"/>
              <a:ea typeface="+mj-lt"/>
              <a:sym typeface="+mn-lt"/>
            </a:endParaRPr>
          </a:p>
        </p:txBody>
      </p:sp>
      <p:sp>
        <p:nvSpPr>
          <p:cNvPr id="2" name="矩形 1"/>
          <p:cNvSpPr/>
          <p:nvPr>
            <p:custDataLst>
              <p:tags r:id="rId8"/>
            </p:custDataLst>
          </p:nvPr>
        </p:nvSpPr>
        <p:spPr>
          <a:xfrm>
            <a:off x="4422140" y="3750945"/>
            <a:ext cx="7296150" cy="5149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+mn-ea"/>
                <a:ea typeface="+mn-ea"/>
                <a:cs typeface="+mn-ea"/>
                <a:sym typeface="+mn-lt"/>
              </a:rPr>
              <a:t>{content_2}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>
            <p:custDataLst>
              <p:tags r:id="rId9"/>
            </p:custDataLst>
          </p:nvPr>
        </p:nvSpPr>
        <p:spPr>
          <a:xfrm>
            <a:off x="4481830" y="3379470"/>
            <a:ext cx="723646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+mj-lt"/>
                <a:ea typeface="+mj-lt"/>
                <a:sym typeface="+mn-lt"/>
              </a:rPr>
              <a:t>{desc_2}</a:t>
            </a:r>
            <a:endParaRPr lang="en-US" sz="2200" b="1" dirty="0">
              <a:solidFill>
                <a:srgbClr val="415063"/>
              </a:solidFill>
              <a:latin typeface="+mj-lt"/>
              <a:ea typeface="+mj-lt"/>
              <a:sym typeface="+mn-lt"/>
            </a:endParaRPr>
          </a:p>
        </p:txBody>
      </p:sp>
      <p:sp>
        <p:nvSpPr>
          <p:cNvPr id="10" name="矩形 9"/>
          <p:cNvSpPr/>
          <p:nvPr>
            <p:custDataLst>
              <p:tags r:id="rId10"/>
            </p:custDataLst>
          </p:nvPr>
        </p:nvSpPr>
        <p:spPr>
          <a:xfrm>
            <a:off x="4454525" y="5118735"/>
            <a:ext cx="7310755" cy="50546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+mn-ea"/>
                <a:ea typeface="+mn-ea"/>
                <a:cs typeface="+mn-ea"/>
                <a:sym typeface="+mn-lt"/>
              </a:rPr>
              <a:t>{content_3}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11"/>
            </p:custDataLst>
          </p:nvPr>
        </p:nvSpPr>
        <p:spPr>
          <a:xfrm>
            <a:off x="4498340" y="4753610"/>
            <a:ext cx="716534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+mj-lt"/>
                <a:ea typeface="+mj-lt"/>
                <a:sym typeface="+mn-lt"/>
              </a:rPr>
              <a:t>{desc_3}</a:t>
            </a:r>
            <a:endParaRPr lang="en-US" sz="2200" b="1" dirty="0">
              <a:solidFill>
                <a:srgbClr val="415063"/>
              </a:solidFill>
              <a:latin typeface="+mj-lt"/>
              <a:ea typeface="+mj-lt"/>
              <a:sym typeface="+mn-lt"/>
            </a:endParaRPr>
          </a:p>
        </p:txBody>
      </p:sp>
      <p:sp>
        <p:nvSpPr>
          <p:cNvPr id="18" name="文本框 2"/>
          <p:cNvSpPr txBox="1"/>
          <p:nvPr/>
        </p:nvSpPr>
        <p:spPr>
          <a:xfrm>
            <a:off x="1219200" y="631825"/>
            <a:ext cx="3701415" cy="487680"/>
          </a:xfrm>
          <a:prstGeom prst="rect">
            <a:avLst/>
          </a:prstGeom>
          <a:noFill/>
        </p:spPr>
        <p:txBody>
          <a:bodyPr wrap="square" lIns="87764" tIns="43882" rIns="87764" bIns="43882" rtlCol="0">
            <a:spAutoFit/>
          </a:bodyPr>
          <a:lstStyle>
            <a:defPPr>
              <a:defRPr lang="zh-CN"/>
            </a:defPPr>
            <a:lvl1pPr algn="ctr">
              <a:defRPr sz="2400" spc="30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algn="l"/>
            <a:r>
              <a:rPr lang="en-US" altLang="zh-C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{sub_title}</a:t>
            </a:r>
            <a:endParaRPr lang="en-US" altLang="zh-CN" sz="2600" dirty="0">
              <a:solidFill>
                <a:schemeClr val="tx1">
                  <a:lumMod val="65000"/>
                  <a:lumOff val="3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" grpId="0"/>
      <p:bldP spid="3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 32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473710" y="2082165"/>
            <a:ext cx="556260" cy="455295"/>
          </a:xfrm>
          <a:custGeom>
            <a:avLst/>
            <a:gdLst/>
            <a:ahLst/>
            <a:cxnLst>
              <a:cxn ang="0">
                <a:pos x="254" y="0"/>
              </a:cxn>
              <a:cxn ang="0">
                <a:pos x="239" y="2"/>
              </a:cxn>
              <a:cxn ang="0">
                <a:pos x="210" y="15"/>
              </a:cxn>
              <a:cxn ang="0">
                <a:pos x="74" y="149"/>
              </a:cxn>
              <a:cxn ang="0">
                <a:pos x="69" y="154"/>
              </a:cxn>
              <a:cxn ang="0">
                <a:pos x="65" y="165"/>
              </a:cxn>
              <a:cxn ang="0">
                <a:pos x="65" y="178"/>
              </a:cxn>
              <a:cxn ang="0">
                <a:pos x="69" y="189"/>
              </a:cxn>
              <a:cxn ang="0">
                <a:pos x="167" y="288"/>
              </a:cxn>
              <a:cxn ang="0">
                <a:pos x="172" y="292"/>
              </a:cxn>
              <a:cxn ang="0">
                <a:pos x="183" y="297"/>
              </a:cxn>
              <a:cxn ang="0">
                <a:pos x="196" y="297"/>
              </a:cxn>
              <a:cxn ang="0">
                <a:pos x="208" y="292"/>
              </a:cxn>
              <a:cxn ang="0">
                <a:pos x="339" y="162"/>
              </a:cxn>
              <a:cxn ang="0">
                <a:pos x="348" y="151"/>
              </a:cxn>
              <a:cxn ang="0">
                <a:pos x="359" y="122"/>
              </a:cxn>
              <a:cxn ang="0">
                <a:pos x="361" y="33"/>
              </a:cxn>
              <a:cxn ang="0">
                <a:pos x="361" y="26"/>
              </a:cxn>
              <a:cxn ang="0">
                <a:pos x="355" y="15"/>
              </a:cxn>
              <a:cxn ang="0">
                <a:pos x="346" y="6"/>
              </a:cxn>
              <a:cxn ang="0">
                <a:pos x="335" y="2"/>
              </a:cxn>
              <a:cxn ang="0">
                <a:pos x="330" y="0"/>
              </a:cxn>
              <a:cxn ang="0">
                <a:pos x="286" y="107"/>
              </a:cxn>
              <a:cxn ang="0">
                <a:pos x="274" y="105"/>
              </a:cxn>
              <a:cxn ang="0">
                <a:pos x="263" y="98"/>
              </a:cxn>
              <a:cxn ang="0">
                <a:pos x="257" y="87"/>
              </a:cxn>
              <a:cxn ang="0">
                <a:pos x="254" y="74"/>
              </a:cxn>
              <a:cxn ang="0">
                <a:pos x="256" y="69"/>
              </a:cxn>
              <a:cxn ang="0">
                <a:pos x="259" y="58"/>
              </a:cxn>
              <a:cxn ang="0">
                <a:pos x="268" y="49"/>
              </a:cxn>
              <a:cxn ang="0">
                <a:pos x="279" y="44"/>
              </a:cxn>
              <a:cxn ang="0">
                <a:pos x="286" y="44"/>
              </a:cxn>
              <a:cxn ang="0">
                <a:pos x="299" y="45"/>
              </a:cxn>
              <a:cxn ang="0">
                <a:pos x="308" y="53"/>
              </a:cxn>
              <a:cxn ang="0">
                <a:pos x="315" y="64"/>
              </a:cxn>
              <a:cxn ang="0">
                <a:pos x="319" y="74"/>
              </a:cxn>
              <a:cxn ang="0">
                <a:pos x="317" y="82"/>
              </a:cxn>
              <a:cxn ang="0">
                <a:pos x="314" y="93"/>
              </a:cxn>
              <a:cxn ang="0">
                <a:pos x="304" y="102"/>
              </a:cxn>
              <a:cxn ang="0">
                <a:pos x="292" y="107"/>
              </a:cxn>
              <a:cxn ang="0">
                <a:pos x="286" y="107"/>
              </a:cxn>
              <a:cxn ang="0">
                <a:pos x="141" y="294"/>
              </a:cxn>
              <a:cxn ang="0">
                <a:pos x="130" y="297"/>
              </a:cxn>
              <a:cxn ang="0">
                <a:pos x="112" y="294"/>
              </a:cxn>
              <a:cxn ang="0">
                <a:pos x="9" y="194"/>
              </a:cxn>
              <a:cxn ang="0">
                <a:pos x="5" y="189"/>
              </a:cxn>
              <a:cxn ang="0">
                <a:pos x="0" y="178"/>
              </a:cxn>
              <a:cxn ang="0">
                <a:pos x="0" y="165"/>
              </a:cxn>
              <a:cxn ang="0">
                <a:pos x="5" y="154"/>
              </a:cxn>
              <a:cxn ang="0">
                <a:pos x="136" y="24"/>
              </a:cxn>
              <a:cxn ang="0">
                <a:pos x="147" y="15"/>
              </a:cxn>
              <a:cxn ang="0">
                <a:pos x="176" y="2"/>
              </a:cxn>
              <a:cxn ang="0">
                <a:pos x="27" y="163"/>
              </a:cxn>
              <a:cxn ang="0">
                <a:pos x="23" y="167"/>
              </a:cxn>
              <a:cxn ang="0">
                <a:pos x="23" y="176"/>
              </a:cxn>
              <a:cxn ang="0">
                <a:pos x="27" y="180"/>
              </a:cxn>
            </a:cxnLst>
            <a:rect l="0" t="0" r="r" b="b"/>
            <a:pathLst>
              <a:path w="361" h="297">
                <a:moveTo>
                  <a:pt x="330" y="0"/>
                </a:moveTo>
                <a:lnTo>
                  <a:pt x="254" y="0"/>
                </a:lnTo>
                <a:lnTo>
                  <a:pt x="254" y="0"/>
                </a:lnTo>
                <a:lnTo>
                  <a:pt x="239" y="2"/>
                </a:lnTo>
                <a:lnTo>
                  <a:pt x="225" y="7"/>
                </a:lnTo>
                <a:lnTo>
                  <a:pt x="210" y="15"/>
                </a:lnTo>
                <a:lnTo>
                  <a:pt x="199" y="24"/>
                </a:lnTo>
                <a:lnTo>
                  <a:pt x="74" y="149"/>
                </a:lnTo>
                <a:lnTo>
                  <a:pt x="74" y="149"/>
                </a:lnTo>
                <a:lnTo>
                  <a:pt x="69" y="154"/>
                </a:lnTo>
                <a:lnTo>
                  <a:pt x="67" y="160"/>
                </a:lnTo>
                <a:lnTo>
                  <a:pt x="65" y="165"/>
                </a:lnTo>
                <a:lnTo>
                  <a:pt x="63" y="172"/>
                </a:lnTo>
                <a:lnTo>
                  <a:pt x="65" y="178"/>
                </a:lnTo>
                <a:lnTo>
                  <a:pt x="67" y="183"/>
                </a:lnTo>
                <a:lnTo>
                  <a:pt x="69" y="189"/>
                </a:lnTo>
                <a:lnTo>
                  <a:pt x="74" y="194"/>
                </a:lnTo>
                <a:lnTo>
                  <a:pt x="167" y="288"/>
                </a:lnTo>
                <a:lnTo>
                  <a:pt x="167" y="288"/>
                </a:lnTo>
                <a:lnTo>
                  <a:pt x="172" y="292"/>
                </a:lnTo>
                <a:lnTo>
                  <a:pt x="178" y="296"/>
                </a:lnTo>
                <a:lnTo>
                  <a:pt x="183" y="297"/>
                </a:lnTo>
                <a:lnTo>
                  <a:pt x="190" y="297"/>
                </a:lnTo>
                <a:lnTo>
                  <a:pt x="196" y="297"/>
                </a:lnTo>
                <a:lnTo>
                  <a:pt x="201" y="296"/>
                </a:lnTo>
                <a:lnTo>
                  <a:pt x="208" y="292"/>
                </a:lnTo>
                <a:lnTo>
                  <a:pt x="212" y="288"/>
                </a:lnTo>
                <a:lnTo>
                  <a:pt x="339" y="162"/>
                </a:lnTo>
                <a:lnTo>
                  <a:pt x="339" y="162"/>
                </a:lnTo>
                <a:lnTo>
                  <a:pt x="348" y="151"/>
                </a:lnTo>
                <a:lnTo>
                  <a:pt x="355" y="136"/>
                </a:lnTo>
                <a:lnTo>
                  <a:pt x="359" y="122"/>
                </a:lnTo>
                <a:lnTo>
                  <a:pt x="361" y="107"/>
                </a:lnTo>
                <a:lnTo>
                  <a:pt x="361" y="33"/>
                </a:lnTo>
                <a:lnTo>
                  <a:pt x="361" y="33"/>
                </a:lnTo>
                <a:lnTo>
                  <a:pt x="361" y="26"/>
                </a:lnTo>
                <a:lnTo>
                  <a:pt x="359" y="20"/>
                </a:lnTo>
                <a:lnTo>
                  <a:pt x="355" y="15"/>
                </a:lnTo>
                <a:lnTo>
                  <a:pt x="352" y="9"/>
                </a:lnTo>
                <a:lnTo>
                  <a:pt x="346" y="6"/>
                </a:lnTo>
                <a:lnTo>
                  <a:pt x="341" y="4"/>
                </a:lnTo>
                <a:lnTo>
                  <a:pt x="335" y="2"/>
                </a:lnTo>
                <a:lnTo>
                  <a:pt x="330" y="0"/>
                </a:lnTo>
                <a:lnTo>
                  <a:pt x="330" y="0"/>
                </a:lnTo>
                <a:close/>
                <a:moveTo>
                  <a:pt x="286" y="107"/>
                </a:moveTo>
                <a:lnTo>
                  <a:pt x="286" y="107"/>
                </a:lnTo>
                <a:lnTo>
                  <a:pt x="279" y="107"/>
                </a:lnTo>
                <a:lnTo>
                  <a:pt x="274" y="105"/>
                </a:lnTo>
                <a:lnTo>
                  <a:pt x="268" y="102"/>
                </a:lnTo>
                <a:lnTo>
                  <a:pt x="263" y="98"/>
                </a:lnTo>
                <a:lnTo>
                  <a:pt x="259" y="93"/>
                </a:lnTo>
                <a:lnTo>
                  <a:pt x="257" y="87"/>
                </a:lnTo>
                <a:lnTo>
                  <a:pt x="256" y="82"/>
                </a:lnTo>
                <a:lnTo>
                  <a:pt x="254" y="74"/>
                </a:lnTo>
                <a:lnTo>
                  <a:pt x="254" y="74"/>
                </a:lnTo>
                <a:lnTo>
                  <a:pt x="256" y="69"/>
                </a:lnTo>
                <a:lnTo>
                  <a:pt x="257" y="64"/>
                </a:lnTo>
                <a:lnTo>
                  <a:pt x="259" y="58"/>
                </a:lnTo>
                <a:lnTo>
                  <a:pt x="263" y="53"/>
                </a:lnTo>
                <a:lnTo>
                  <a:pt x="268" y="49"/>
                </a:lnTo>
                <a:lnTo>
                  <a:pt x="274" y="45"/>
                </a:lnTo>
                <a:lnTo>
                  <a:pt x="279" y="44"/>
                </a:lnTo>
                <a:lnTo>
                  <a:pt x="286" y="44"/>
                </a:lnTo>
                <a:lnTo>
                  <a:pt x="286" y="44"/>
                </a:lnTo>
                <a:lnTo>
                  <a:pt x="292" y="44"/>
                </a:lnTo>
                <a:lnTo>
                  <a:pt x="299" y="45"/>
                </a:lnTo>
                <a:lnTo>
                  <a:pt x="304" y="49"/>
                </a:lnTo>
                <a:lnTo>
                  <a:pt x="308" y="53"/>
                </a:lnTo>
                <a:lnTo>
                  <a:pt x="314" y="58"/>
                </a:lnTo>
                <a:lnTo>
                  <a:pt x="315" y="64"/>
                </a:lnTo>
                <a:lnTo>
                  <a:pt x="317" y="69"/>
                </a:lnTo>
                <a:lnTo>
                  <a:pt x="319" y="74"/>
                </a:lnTo>
                <a:lnTo>
                  <a:pt x="319" y="74"/>
                </a:lnTo>
                <a:lnTo>
                  <a:pt x="317" y="82"/>
                </a:lnTo>
                <a:lnTo>
                  <a:pt x="315" y="87"/>
                </a:lnTo>
                <a:lnTo>
                  <a:pt x="314" y="93"/>
                </a:lnTo>
                <a:lnTo>
                  <a:pt x="308" y="98"/>
                </a:lnTo>
                <a:lnTo>
                  <a:pt x="304" y="102"/>
                </a:lnTo>
                <a:lnTo>
                  <a:pt x="299" y="105"/>
                </a:lnTo>
                <a:lnTo>
                  <a:pt x="292" y="107"/>
                </a:lnTo>
                <a:lnTo>
                  <a:pt x="286" y="107"/>
                </a:lnTo>
                <a:lnTo>
                  <a:pt x="286" y="107"/>
                </a:lnTo>
                <a:close/>
                <a:moveTo>
                  <a:pt x="27" y="180"/>
                </a:moveTo>
                <a:lnTo>
                  <a:pt x="141" y="294"/>
                </a:lnTo>
                <a:lnTo>
                  <a:pt x="141" y="294"/>
                </a:lnTo>
                <a:lnTo>
                  <a:pt x="130" y="297"/>
                </a:lnTo>
                <a:lnTo>
                  <a:pt x="121" y="297"/>
                </a:lnTo>
                <a:lnTo>
                  <a:pt x="112" y="294"/>
                </a:lnTo>
                <a:lnTo>
                  <a:pt x="103" y="288"/>
                </a:lnTo>
                <a:lnTo>
                  <a:pt x="9" y="194"/>
                </a:lnTo>
                <a:lnTo>
                  <a:pt x="9" y="194"/>
                </a:lnTo>
                <a:lnTo>
                  <a:pt x="5" y="189"/>
                </a:lnTo>
                <a:lnTo>
                  <a:pt x="2" y="183"/>
                </a:lnTo>
                <a:lnTo>
                  <a:pt x="0" y="178"/>
                </a:lnTo>
                <a:lnTo>
                  <a:pt x="0" y="172"/>
                </a:lnTo>
                <a:lnTo>
                  <a:pt x="0" y="165"/>
                </a:lnTo>
                <a:lnTo>
                  <a:pt x="2" y="160"/>
                </a:lnTo>
                <a:lnTo>
                  <a:pt x="5" y="154"/>
                </a:lnTo>
                <a:lnTo>
                  <a:pt x="9" y="149"/>
                </a:lnTo>
                <a:lnTo>
                  <a:pt x="136" y="24"/>
                </a:lnTo>
                <a:lnTo>
                  <a:pt x="136" y="24"/>
                </a:lnTo>
                <a:lnTo>
                  <a:pt x="147" y="15"/>
                </a:lnTo>
                <a:lnTo>
                  <a:pt x="161" y="7"/>
                </a:lnTo>
                <a:lnTo>
                  <a:pt x="176" y="2"/>
                </a:lnTo>
                <a:lnTo>
                  <a:pt x="190" y="0"/>
                </a:lnTo>
                <a:lnTo>
                  <a:pt x="27" y="163"/>
                </a:lnTo>
                <a:lnTo>
                  <a:pt x="27" y="163"/>
                </a:lnTo>
                <a:lnTo>
                  <a:pt x="23" y="167"/>
                </a:lnTo>
                <a:lnTo>
                  <a:pt x="23" y="172"/>
                </a:lnTo>
                <a:lnTo>
                  <a:pt x="23" y="176"/>
                </a:lnTo>
                <a:lnTo>
                  <a:pt x="27" y="180"/>
                </a:lnTo>
                <a:lnTo>
                  <a:pt x="27" y="180"/>
                </a:lnTo>
                <a:close/>
              </a:path>
            </a:pathLst>
          </a:custGeom>
          <a:solidFill>
            <a:schemeClr val="accent6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p>
            <a:pPr>
              <a:defRPr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1" name="Freeform 32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457200" y="3529965"/>
            <a:ext cx="556260" cy="455295"/>
          </a:xfrm>
          <a:custGeom>
            <a:avLst/>
            <a:gdLst/>
            <a:ahLst/>
            <a:cxnLst>
              <a:cxn ang="0">
                <a:pos x="254" y="0"/>
              </a:cxn>
              <a:cxn ang="0">
                <a:pos x="239" y="2"/>
              </a:cxn>
              <a:cxn ang="0">
                <a:pos x="210" y="15"/>
              </a:cxn>
              <a:cxn ang="0">
                <a:pos x="74" y="149"/>
              </a:cxn>
              <a:cxn ang="0">
                <a:pos x="69" y="154"/>
              </a:cxn>
              <a:cxn ang="0">
                <a:pos x="65" y="165"/>
              </a:cxn>
              <a:cxn ang="0">
                <a:pos x="65" y="178"/>
              </a:cxn>
              <a:cxn ang="0">
                <a:pos x="69" y="189"/>
              </a:cxn>
              <a:cxn ang="0">
                <a:pos x="167" y="288"/>
              </a:cxn>
              <a:cxn ang="0">
                <a:pos x="172" y="292"/>
              </a:cxn>
              <a:cxn ang="0">
                <a:pos x="183" y="297"/>
              </a:cxn>
              <a:cxn ang="0">
                <a:pos x="196" y="297"/>
              </a:cxn>
              <a:cxn ang="0">
                <a:pos x="208" y="292"/>
              </a:cxn>
              <a:cxn ang="0">
                <a:pos x="339" y="162"/>
              </a:cxn>
              <a:cxn ang="0">
                <a:pos x="348" y="151"/>
              </a:cxn>
              <a:cxn ang="0">
                <a:pos x="359" y="122"/>
              </a:cxn>
              <a:cxn ang="0">
                <a:pos x="361" y="33"/>
              </a:cxn>
              <a:cxn ang="0">
                <a:pos x="361" y="26"/>
              </a:cxn>
              <a:cxn ang="0">
                <a:pos x="355" y="15"/>
              </a:cxn>
              <a:cxn ang="0">
                <a:pos x="346" y="6"/>
              </a:cxn>
              <a:cxn ang="0">
                <a:pos x="335" y="2"/>
              </a:cxn>
              <a:cxn ang="0">
                <a:pos x="330" y="0"/>
              </a:cxn>
              <a:cxn ang="0">
                <a:pos x="286" y="107"/>
              </a:cxn>
              <a:cxn ang="0">
                <a:pos x="274" y="105"/>
              </a:cxn>
              <a:cxn ang="0">
                <a:pos x="263" y="98"/>
              </a:cxn>
              <a:cxn ang="0">
                <a:pos x="257" y="87"/>
              </a:cxn>
              <a:cxn ang="0">
                <a:pos x="254" y="74"/>
              </a:cxn>
              <a:cxn ang="0">
                <a:pos x="256" y="69"/>
              </a:cxn>
              <a:cxn ang="0">
                <a:pos x="259" y="58"/>
              </a:cxn>
              <a:cxn ang="0">
                <a:pos x="268" y="49"/>
              </a:cxn>
              <a:cxn ang="0">
                <a:pos x="279" y="44"/>
              </a:cxn>
              <a:cxn ang="0">
                <a:pos x="286" y="44"/>
              </a:cxn>
              <a:cxn ang="0">
                <a:pos x="299" y="45"/>
              </a:cxn>
              <a:cxn ang="0">
                <a:pos x="308" y="53"/>
              </a:cxn>
              <a:cxn ang="0">
                <a:pos x="315" y="64"/>
              </a:cxn>
              <a:cxn ang="0">
                <a:pos x="319" y="74"/>
              </a:cxn>
              <a:cxn ang="0">
                <a:pos x="317" y="82"/>
              </a:cxn>
              <a:cxn ang="0">
                <a:pos x="314" y="93"/>
              </a:cxn>
              <a:cxn ang="0">
                <a:pos x="304" y="102"/>
              </a:cxn>
              <a:cxn ang="0">
                <a:pos x="292" y="107"/>
              </a:cxn>
              <a:cxn ang="0">
                <a:pos x="286" y="107"/>
              </a:cxn>
              <a:cxn ang="0">
                <a:pos x="141" y="294"/>
              </a:cxn>
              <a:cxn ang="0">
                <a:pos x="130" y="297"/>
              </a:cxn>
              <a:cxn ang="0">
                <a:pos x="112" y="294"/>
              </a:cxn>
              <a:cxn ang="0">
                <a:pos x="9" y="194"/>
              </a:cxn>
              <a:cxn ang="0">
                <a:pos x="5" y="189"/>
              </a:cxn>
              <a:cxn ang="0">
                <a:pos x="0" y="178"/>
              </a:cxn>
              <a:cxn ang="0">
                <a:pos x="0" y="165"/>
              </a:cxn>
              <a:cxn ang="0">
                <a:pos x="5" y="154"/>
              </a:cxn>
              <a:cxn ang="0">
                <a:pos x="136" y="24"/>
              </a:cxn>
              <a:cxn ang="0">
                <a:pos x="147" y="15"/>
              </a:cxn>
              <a:cxn ang="0">
                <a:pos x="176" y="2"/>
              </a:cxn>
              <a:cxn ang="0">
                <a:pos x="27" y="163"/>
              </a:cxn>
              <a:cxn ang="0">
                <a:pos x="23" y="167"/>
              </a:cxn>
              <a:cxn ang="0">
                <a:pos x="23" y="176"/>
              </a:cxn>
              <a:cxn ang="0">
                <a:pos x="27" y="180"/>
              </a:cxn>
            </a:cxnLst>
            <a:rect l="0" t="0" r="r" b="b"/>
            <a:pathLst>
              <a:path w="361" h="297">
                <a:moveTo>
                  <a:pt x="330" y="0"/>
                </a:moveTo>
                <a:lnTo>
                  <a:pt x="254" y="0"/>
                </a:lnTo>
                <a:lnTo>
                  <a:pt x="254" y="0"/>
                </a:lnTo>
                <a:lnTo>
                  <a:pt x="239" y="2"/>
                </a:lnTo>
                <a:lnTo>
                  <a:pt x="225" y="7"/>
                </a:lnTo>
                <a:lnTo>
                  <a:pt x="210" y="15"/>
                </a:lnTo>
                <a:lnTo>
                  <a:pt x="199" y="24"/>
                </a:lnTo>
                <a:lnTo>
                  <a:pt x="74" y="149"/>
                </a:lnTo>
                <a:lnTo>
                  <a:pt x="74" y="149"/>
                </a:lnTo>
                <a:lnTo>
                  <a:pt x="69" y="154"/>
                </a:lnTo>
                <a:lnTo>
                  <a:pt x="67" y="160"/>
                </a:lnTo>
                <a:lnTo>
                  <a:pt x="65" y="165"/>
                </a:lnTo>
                <a:lnTo>
                  <a:pt x="63" y="172"/>
                </a:lnTo>
                <a:lnTo>
                  <a:pt x="65" y="178"/>
                </a:lnTo>
                <a:lnTo>
                  <a:pt x="67" y="183"/>
                </a:lnTo>
                <a:lnTo>
                  <a:pt x="69" y="189"/>
                </a:lnTo>
                <a:lnTo>
                  <a:pt x="74" y="194"/>
                </a:lnTo>
                <a:lnTo>
                  <a:pt x="167" y="288"/>
                </a:lnTo>
                <a:lnTo>
                  <a:pt x="167" y="288"/>
                </a:lnTo>
                <a:lnTo>
                  <a:pt x="172" y="292"/>
                </a:lnTo>
                <a:lnTo>
                  <a:pt x="178" y="296"/>
                </a:lnTo>
                <a:lnTo>
                  <a:pt x="183" y="297"/>
                </a:lnTo>
                <a:lnTo>
                  <a:pt x="190" y="297"/>
                </a:lnTo>
                <a:lnTo>
                  <a:pt x="196" y="297"/>
                </a:lnTo>
                <a:lnTo>
                  <a:pt x="201" y="296"/>
                </a:lnTo>
                <a:lnTo>
                  <a:pt x="208" y="292"/>
                </a:lnTo>
                <a:lnTo>
                  <a:pt x="212" y="288"/>
                </a:lnTo>
                <a:lnTo>
                  <a:pt x="339" y="162"/>
                </a:lnTo>
                <a:lnTo>
                  <a:pt x="339" y="162"/>
                </a:lnTo>
                <a:lnTo>
                  <a:pt x="348" y="151"/>
                </a:lnTo>
                <a:lnTo>
                  <a:pt x="355" y="136"/>
                </a:lnTo>
                <a:lnTo>
                  <a:pt x="359" y="122"/>
                </a:lnTo>
                <a:lnTo>
                  <a:pt x="361" y="107"/>
                </a:lnTo>
                <a:lnTo>
                  <a:pt x="361" y="33"/>
                </a:lnTo>
                <a:lnTo>
                  <a:pt x="361" y="33"/>
                </a:lnTo>
                <a:lnTo>
                  <a:pt x="361" y="26"/>
                </a:lnTo>
                <a:lnTo>
                  <a:pt x="359" y="20"/>
                </a:lnTo>
                <a:lnTo>
                  <a:pt x="355" y="15"/>
                </a:lnTo>
                <a:lnTo>
                  <a:pt x="352" y="9"/>
                </a:lnTo>
                <a:lnTo>
                  <a:pt x="346" y="6"/>
                </a:lnTo>
                <a:lnTo>
                  <a:pt x="341" y="4"/>
                </a:lnTo>
                <a:lnTo>
                  <a:pt x="335" y="2"/>
                </a:lnTo>
                <a:lnTo>
                  <a:pt x="330" y="0"/>
                </a:lnTo>
                <a:lnTo>
                  <a:pt x="330" y="0"/>
                </a:lnTo>
                <a:close/>
                <a:moveTo>
                  <a:pt x="286" y="107"/>
                </a:moveTo>
                <a:lnTo>
                  <a:pt x="286" y="107"/>
                </a:lnTo>
                <a:lnTo>
                  <a:pt x="279" y="107"/>
                </a:lnTo>
                <a:lnTo>
                  <a:pt x="274" y="105"/>
                </a:lnTo>
                <a:lnTo>
                  <a:pt x="268" y="102"/>
                </a:lnTo>
                <a:lnTo>
                  <a:pt x="263" y="98"/>
                </a:lnTo>
                <a:lnTo>
                  <a:pt x="259" y="93"/>
                </a:lnTo>
                <a:lnTo>
                  <a:pt x="257" y="87"/>
                </a:lnTo>
                <a:lnTo>
                  <a:pt x="256" y="82"/>
                </a:lnTo>
                <a:lnTo>
                  <a:pt x="254" y="74"/>
                </a:lnTo>
                <a:lnTo>
                  <a:pt x="254" y="74"/>
                </a:lnTo>
                <a:lnTo>
                  <a:pt x="256" y="69"/>
                </a:lnTo>
                <a:lnTo>
                  <a:pt x="257" y="64"/>
                </a:lnTo>
                <a:lnTo>
                  <a:pt x="259" y="58"/>
                </a:lnTo>
                <a:lnTo>
                  <a:pt x="263" y="53"/>
                </a:lnTo>
                <a:lnTo>
                  <a:pt x="268" y="49"/>
                </a:lnTo>
                <a:lnTo>
                  <a:pt x="274" y="45"/>
                </a:lnTo>
                <a:lnTo>
                  <a:pt x="279" y="44"/>
                </a:lnTo>
                <a:lnTo>
                  <a:pt x="286" y="44"/>
                </a:lnTo>
                <a:lnTo>
                  <a:pt x="286" y="44"/>
                </a:lnTo>
                <a:lnTo>
                  <a:pt x="292" y="44"/>
                </a:lnTo>
                <a:lnTo>
                  <a:pt x="299" y="45"/>
                </a:lnTo>
                <a:lnTo>
                  <a:pt x="304" y="49"/>
                </a:lnTo>
                <a:lnTo>
                  <a:pt x="308" y="53"/>
                </a:lnTo>
                <a:lnTo>
                  <a:pt x="314" y="58"/>
                </a:lnTo>
                <a:lnTo>
                  <a:pt x="315" y="64"/>
                </a:lnTo>
                <a:lnTo>
                  <a:pt x="317" y="69"/>
                </a:lnTo>
                <a:lnTo>
                  <a:pt x="319" y="74"/>
                </a:lnTo>
                <a:lnTo>
                  <a:pt x="319" y="74"/>
                </a:lnTo>
                <a:lnTo>
                  <a:pt x="317" y="82"/>
                </a:lnTo>
                <a:lnTo>
                  <a:pt x="315" y="87"/>
                </a:lnTo>
                <a:lnTo>
                  <a:pt x="314" y="93"/>
                </a:lnTo>
                <a:lnTo>
                  <a:pt x="308" y="98"/>
                </a:lnTo>
                <a:lnTo>
                  <a:pt x="304" y="102"/>
                </a:lnTo>
                <a:lnTo>
                  <a:pt x="299" y="105"/>
                </a:lnTo>
                <a:lnTo>
                  <a:pt x="292" y="107"/>
                </a:lnTo>
                <a:lnTo>
                  <a:pt x="286" y="107"/>
                </a:lnTo>
                <a:lnTo>
                  <a:pt x="286" y="107"/>
                </a:lnTo>
                <a:close/>
                <a:moveTo>
                  <a:pt x="27" y="180"/>
                </a:moveTo>
                <a:lnTo>
                  <a:pt x="141" y="294"/>
                </a:lnTo>
                <a:lnTo>
                  <a:pt x="141" y="294"/>
                </a:lnTo>
                <a:lnTo>
                  <a:pt x="130" y="297"/>
                </a:lnTo>
                <a:lnTo>
                  <a:pt x="121" y="297"/>
                </a:lnTo>
                <a:lnTo>
                  <a:pt x="112" y="294"/>
                </a:lnTo>
                <a:lnTo>
                  <a:pt x="103" y="288"/>
                </a:lnTo>
                <a:lnTo>
                  <a:pt x="9" y="194"/>
                </a:lnTo>
                <a:lnTo>
                  <a:pt x="9" y="194"/>
                </a:lnTo>
                <a:lnTo>
                  <a:pt x="5" y="189"/>
                </a:lnTo>
                <a:lnTo>
                  <a:pt x="2" y="183"/>
                </a:lnTo>
                <a:lnTo>
                  <a:pt x="0" y="178"/>
                </a:lnTo>
                <a:lnTo>
                  <a:pt x="0" y="172"/>
                </a:lnTo>
                <a:lnTo>
                  <a:pt x="0" y="165"/>
                </a:lnTo>
                <a:lnTo>
                  <a:pt x="2" y="160"/>
                </a:lnTo>
                <a:lnTo>
                  <a:pt x="5" y="154"/>
                </a:lnTo>
                <a:lnTo>
                  <a:pt x="9" y="149"/>
                </a:lnTo>
                <a:lnTo>
                  <a:pt x="136" y="24"/>
                </a:lnTo>
                <a:lnTo>
                  <a:pt x="136" y="24"/>
                </a:lnTo>
                <a:lnTo>
                  <a:pt x="147" y="15"/>
                </a:lnTo>
                <a:lnTo>
                  <a:pt x="161" y="7"/>
                </a:lnTo>
                <a:lnTo>
                  <a:pt x="176" y="2"/>
                </a:lnTo>
                <a:lnTo>
                  <a:pt x="190" y="0"/>
                </a:lnTo>
                <a:lnTo>
                  <a:pt x="27" y="163"/>
                </a:lnTo>
                <a:lnTo>
                  <a:pt x="27" y="163"/>
                </a:lnTo>
                <a:lnTo>
                  <a:pt x="23" y="167"/>
                </a:lnTo>
                <a:lnTo>
                  <a:pt x="23" y="172"/>
                </a:lnTo>
                <a:lnTo>
                  <a:pt x="23" y="176"/>
                </a:lnTo>
                <a:lnTo>
                  <a:pt x="27" y="180"/>
                </a:lnTo>
                <a:lnTo>
                  <a:pt x="27" y="180"/>
                </a:lnTo>
                <a:close/>
              </a:path>
            </a:pathLst>
          </a:custGeom>
          <a:solidFill>
            <a:schemeClr val="accent6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p>
            <a:pPr>
              <a:defRPr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2" name="Freeform 32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457200" y="4918075"/>
            <a:ext cx="556260" cy="455295"/>
          </a:xfrm>
          <a:custGeom>
            <a:avLst/>
            <a:gdLst/>
            <a:ahLst/>
            <a:cxnLst>
              <a:cxn ang="0">
                <a:pos x="254" y="0"/>
              </a:cxn>
              <a:cxn ang="0">
                <a:pos x="239" y="2"/>
              </a:cxn>
              <a:cxn ang="0">
                <a:pos x="210" y="15"/>
              </a:cxn>
              <a:cxn ang="0">
                <a:pos x="74" y="149"/>
              </a:cxn>
              <a:cxn ang="0">
                <a:pos x="69" y="154"/>
              </a:cxn>
              <a:cxn ang="0">
                <a:pos x="65" y="165"/>
              </a:cxn>
              <a:cxn ang="0">
                <a:pos x="65" y="178"/>
              </a:cxn>
              <a:cxn ang="0">
                <a:pos x="69" y="189"/>
              </a:cxn>
              <a:cxn ang="0">
                <a:pos x="167" y="288"/>
              </a:cxn>
              <a:cxn ang="0">
                <a:pos x="172" y="292"/>
              </a:cxn>
              <a:cxn ang="0">
                <a:pos x="183" y="297"/>
              </a:cxn>
              <a:cxn ang="0">
                <a:pos x="196" y="297"/>
              </a:cxn>
              <a:cxn ang="0">
                <a:pos x="208" y="292"/>
              </a:cxn>
              <a:cxn ang="0">
                <a:pos x="339" y="162"/>
              </a:cxn>
              <a:cxn ang="0">
                <a:pos x="348" y="151"/>
              </a:cxn>
              <a:cxn ang="0">
                <a:pos x="359" y="122"/>
              </a:cxn>
              <a:cxn ang="0">
                <a:pos x="361" y="33"/>
              </a:cxn>
              <a:cxn ang="0">
                <a:pos x="361" y="26"/>
              </a:cxn>
              <a:cxn ang="0">
                <a:pos x="355" y="15"/>
              </a:cxn>
              <a:cxn ang="0">
                <a:pos x="346" y="6"/>
              </a:cxn>
              <a:cxn ang="0">
                <a:pos x="335" y="2"/>
              </a:cxn>
              <a:cxn ang="0">
                <a:pos x="330" y="0"/>
              </a:cxn>
              <a:cxn ang="0">
                <a:pos x="286" y="107"/>
              </a:cxn>
              <a:cxn ang="0">
                <a:pos x="274" y="105"/>
              </a:cxn>
              <a:cxn ang="0">
                <a:pos x="263" y="98"/>
              </a:cxn>
              <a:cxn ang="0">
                <a:pos x="257" y="87"/>
              </a:cxn>
              <a:cxn ang="0">
                <a:pos x="254" y="74"/>
              </a:cxn>
              <a:cxn ang="0">
                <a:pos x="256" y="69"/>
              </a:cxn>
              <a:cxn ang="0">
                <a:pos x="259" y="58"/>
              </a:cxn>
              <a:cxn ang="0">
                <a:pos x="268" y="49"/>
              </a:cxn>
              <a:cxn ang="0">
                <a:pos x="279" y="44"/>
              </a:cxn>
              <a:cxn ang="0">
                <a:pos x="286" y="44"/>
              </a:cxn>
              <a:cxn ang="0">
                <a:pos x="299" y="45"/>
              </a:cxn>
              <a:cxn ang="0">
                <a:pos x="308" y="53"/>
              </a:cxn>
              <a:cxn ang="0">
                <a:pos x="315" y="64"/>
              </a:cxn>
              <a:cxn ang="0">
                <a:pos x="319" y="74"/>
              </a:cxn>
              <a:cxn ang="0">
                <a:pos x="317" y="82"/>
              </a:cxn>
              <a:cxn ang="0">
                <a:pos x="314" y="93"/>
              </a:cxn>
              <a:cxn ang="0">
                <a:pos x="304" y="102"/>
              </a:cxn>
              <a:cxn ang="0">
                <a:pos x="292" y="107"/>
              </a:cxn>
              <a:cxn ang="0">
                <a:pos x="286" y="107"/>
              </a:cxn>
              <a:cxn ang="0">
                <a:pos x="141" y="294"/>
              </a:cxn>
              <a:cxn ang="0">
                <a:pos x="130" y="297"/>
              </a:cxn>
              <a:cxn ang="0">
                <a:pos x="112" y="294"/>
              </a:cxn>
              <a:cxn ang="0">
                <a:pos x="9" y="194"/>
              </a:cxn>
              <a:cxn ang="0">
                <a:pos x="5" y="189"/>
              </a:cxn>
              <a:cxn ang="0">
                <a:pos x="0" y="178"/>
              </a:cxn>
              <a:cxn ang="0">
                <a:pos x="0" y="165"/>
              </a:cxn>
              <a:cxn ang="0">
                <a:pos x="5" y="154"/>
              </a:cxn>
              <a:cxn ang="0">
                <a:pos x="136" y="24"/>
              </a:cxn>
              <a:cxn ang="0">
                <a:pos x="147" y="15"/>
              </a:cxn>
              <a:cxn ang="0">
                <a:pos x="176" y="2"/>
              </a:cxn>
              <a:cxn ang="0">
                <a:pos x="27" y="163"/>
              </a:cxn>
              <a:cxn ang="0">
                <a:pos x="23" y="167"/>
              </a:cxn>
              <a:cxn ang="0">
                <a:pos x="23" y="176"/>
              </a:cxn>
              <a:cxn ang="0">
                <a:pos x="27" y="180"/>
              </a:cxn>
            </a:cxnLst>
            <a:rect l="0" t="0" r="r" b="b"/>
            <a:pathLst>
              <a:path w="361" h="297">
                <a:moveTo>
                  <a:pt x="330" y="0"/>
                </a:moveTo>
                <a:lnTo>
                  <a:pt x="254" y="0"/>
                </a:lnTo>
                <a:lnTo>
                  <a:pt x="254" y="0"/>
                </a:lnTo>
                <a:lnTo>
                  <a:pt x="239" y="2"/>
                </a:lnTo>
                <a:lnTo>
                  <a:pt x="225" y="7"/>
                </a:lnTo>
                <a:lnTo>
                  <a:pt x="210" y="15"/>
                </a:lnTo>
                <a:lnTo>
                  <a:pt x="199" y="24"/>
                </a:lnTo>
                <a:lnTo>
                  <a:pt x="74" y="149"/>
                </a:lnTo>
                <a:lnTo>
                  <a:pt x="74" y="149"/>
                </a:lnTo>
                <a:lnTo>
                  <a:pt x="69" y="154"/>
                </a:lnTo>
                <a:lnTo>
                  <a:pt x="67" y="160"/>
                </a:lnTo>
                <a:lnTo>
                  <a:pt x="65" y="165"/>
                </a:lnTo>
                <a:lnTo>
                  <a:pt x="63" y="172"/>
                </a:lnTo>
                <a:lnTo>
                  <a:pt x="65" y="178"/>
                </a:lnTo>
                <a:lnTo>
                  <a:pt x="67" y="183"/>
                </a:lnTo>
                <a:lnTo>
                  <a:pt x="69" y="189"/>
                </a:lnTo>
                <a:lnTo>
                  <a:pt x="74" y="194"/>
                </a:lnTo>
                <a:lnTo>
                  <a:pt x="167" y="288"/>
                </a:lnTo>
                <a:lnTo>
                  <a:pt x="167" y="288"/>
                </a:lnTo>
                <a:lnTo>
                  <a:pt x="172" y="292"/>
                </a:lnTo>
                <a:lnTo>
                  <a:pt x="178" y="296"/>
                </a:lnTo>
                <a:lnTo>
                  <a:pt x="183" y="297"/>
                </a:lnTo>
                <a:lnTo>
                  <a:pt x="190" y="297"/>
                </a:lnTo>
                <a:lnTo>
                  <a:pt x="196" y="297"/>
                </a:lnTo>
                <a:lnTo>
                  <a:pt x="201" y="296"/>
                </a:lnTo>
                <a:lnTo>
                  <a:pt x="208" y="292"/>
                </a:lnTo>
                <a:lnTo>
                  <a:pt x="212" y="288"/>
                </a:lnTo>
                <a:lnTo>
                  <a:pt x="339" y="162"/>
                </a:lnTo>
                <a:lnTo>
                  <a:pt x="339" y="162"/>
                </a:lnTo>
                <a:lnTo>
                  <a:pt x="348" y="151"/>
                </a:lnTo>
                <a:lnTo>
                  <a:pt x="355" y="136"/>
                </a:lnTo>
                <a:lnTo>
                  <a:pt x="359" y="122"/>
                </a:lnTo>
                <a:lnTo>
                  <a:pt x="361" y="107"/>
                </a:lnTo>
                <a:lnTo>
                  <a:pt x="361" y="33"/>
                </a:lnTo>
                <a:lnTo>
                  <a:pt x="361" y="33"/>
                </a:lnTo>
                <a:lnTo>
                  <a:pt x="361" y="26"/>
                </a:lnTo>
                <a:lnTo>
                  <a:pt x="359" y="20"/>
                </a:lnTo>
                <a:lnTo>
                  <a:pt x="355" y="15"/>
                </a:lnTo>
                <a:lnTo>
                  <a:pt x="352" y="9"/>
                </a:lnTo>
                <a:lnTo>
                  <a:pt x="346" y="6"/>
                </a:lnTo>
                <a:lnTo>
                  <a:pt x="341" y="4"/>
                </a:lnTo>
                <a:lnTo>
                  <a:pt x="335" y="2"/>
                </a:lnTo>
                <a:lnTo>
                  <a:pt x="330" y="0"/>
                </a:lnTo>
                <a:lnTo>
                  <a:pt x="330" y="0"/>
                </a:lnTo>
                <a:close/>
                <a:moveTo>
                  <a:pt x="286" y="107"/>
                </a:moveTo>
                <a:lnTo>
                  <a:pt x="286" y="107"/>
                </a:lnTo>
                <a:lnTo>
                  <a:pt x="279" y="107"/>
                </a:lnTo>
                <a:lnTo>
                  <a:pt x="274" y="105"/>
                </a:lnTo>
                <a:lnTo>
                  <a:pt x="268" y="102"/>
                </a:lnTo>
                <a:lnTo>
                  <a:pt x="263" y="98"/>
                </a:lnTo>
                <a:lnTo>
                  <a:pt x="259" y="93"/>
                </a:lnTo>
                <a:lnTo>
                  <a:pt x="257" y="87"/>
                </a:lnTo>
                <a:lnTo>
                  <a:pt x="256" y="82"/>
                </a:lnTo>
                <a:lnTo>
                  <a:pt x="254" y="74"/>
                </a:lnTo>
                <a:lnTo>
                  <a:pt x="254" y="74"/>
                </a:lnTo>
                <a:lnTo>
                  <a:pt x="256" y="69"/>
                </a:lnTo>
                <a:lnTo>
                  <a:pt x="257" y="64"/>
                </a:lnTo>
                <a:lnTo>
                  <a:pt x="259" y="58"/>
                </a:lnTo>
                <a:lnTo>
                  <a:pt x="263" y="53"/>
                </a:lnTo>
                <a:lnTo>
                  <a:pt x="268" y="49"/>
                </a:lnTo>
                <a:lnTo>
                  <a:pt x="274" y="45"/>
                </a:lnTo>
                <a:lnTo>
                  <a:pt x="279" y="44"/>
                </a:lnTo>
                <a:lnTo>
                  <a:pt x="286" y="44"/>
                </a:lnTo>
                <a:lnTo>
                  <a:pt x="286" y="44"/>
                </a:lnTo>
                <a:lnTo>
                  <a:pt x="292" y="44"/>
                </a:lnTo>
                <a:lnTo>
                  <a:pt x="299" y="45"/>
                </a:lnTo>
                <a:lnTo>
                  <a:pt x="304" y="49"/>
                </a:lnTo>
                <a:lnTo>
                  <a:pt x="308" y="53"/>
                </a:lnTo>
                <a:lnTo>
                  <a:pt x="314" y="58"/>
                </a:lnTo>
                <a:lnTo>
                  <a:pt x="315" y="64"/>
                </a:lnTo>
                <a:lnTo>
                  <a:pt x="317" y="69"/>
                </a:lnTo>
                <a:lnTo>
                  <a:pt x="319" y="74"/>
                </a:lnTo>
                <a:lnTo>
                  <a:pt x="319" y="74"/>
                </a:lnTo>
                <a:lnTo>
                  <a:pt x="317" y="82"/>
                </a:lnTo>
                <a:lnTo>
                  <a:pt x="315" y="87"/>
                </a:lnTo>
                <a:lnTo>
                  <a:pt x="314" y="93"/>
                </a:lnTo>
                <a:lnTo>
                  <a:pt x="308" y="98"/>
                </a:lnTo>
                <a:lnTo>
                  <a:pt x="304" y="102"/>
                </a:lnTo>
                <a:lnTo>
                  <a:pt x="299" y="105"/>
                </a:lnTo>
                <a:lnTo>
                  <a:pt x="292" y="107"/>
                </a:lnTo>
                <a:lnTo>
                  <a:pt x="286" y="107"/>
                </a:lnTo>
                <a:lnTo>
                  <a:pt x="286" y="107"/>
                </a:lnTo>
                <a:close/>
                <a:moveTo>
                  <a:pt x="27" y="180"/>
                </a:moveTo>
                <a:lnTo>
                  <a:pt x="141" y="294"/>
                </a:lnTo>
                <a:lnTo>
                  <a:pt x="141" y="294"/>
                </a:lnTo>
                <a:lnTo>
                  <a:pt x="130" y="297"/>
                </a:lnTo>
                <a:lnTo>
                  <a:pt x="121" y="297"/>
                </a:lnTo>
                <a:lnTo>
                  <a:pt x="112" y="294"/>
                </a:lnTo>
                <a:lnTo>
                  <a:pt x="103" y="288"/>
                </a:lnTo>
                <a:lnTo>
                  <a:pt x="9" y="194"/>
                </a:lnTo>
                <a:lnTo>
                  <a:pt x="9" y="194"/>
                </a:lnTo>
                <a:lnTo>
                  <a:pt x="5" y="189"/>
                </a:lnTo>
                <a:lnTo>
                  <a:pt x="2" y="183"/>
                </a:lnTo>
                <a:lnTo>
                  <a:pt x="0" y="178"/>
                </a:lnTo>
                <a:lnTo>
                  <a:pt x="0" y="172"/>
                </a:lnTo>
                <a:lnTo>
                  <a:pt x="0" y="165"/>
                </a:lnTo>
                <a:lnTo>
                  <a:pt x="2" y="160"/>
                </a:lnTo>
                <a:lnTo>
                  <a:pt x="5" y="154"/>
                </a:lnTo>
                <a:lnTo>
                  <a:pt x="9" y="149"/>
                </a:lnTo>
                <a:lnTo>
                  <a:pt x="136" y="24"/>
                </a:lnTo>
                <a:lnTo>
                  <a:pt x="136" y="24"/>
                </a:lnTo>
                <a:lnTo>
                  <a:pt x="147" y="15"/>
                </a:lnTo>
                <a:lnTo>
                  <a:pt x="161" y="7"/>
                </a:lnTo>
                <a:lnTo>
                  <a:pt x="176" y="2"/>
                </a:lnTo>
                <a:lnTo>
                  <a:pt x="190" y="0"/>
                </a:lnTo>
                <a:lnTo>
                  <a:pt x="27" y="163"/>
                </a:lnTo>
                <a:lnTo>
                  <a:pt x="27" y="163"/>
                </a:lnTo>
                <a:lnTo>
                  <a:pt x="23" y="167"/>
                </a:lnTo>
                <a:lnTo>
                  <a:pt x="23" y="172"/>
                </a:lnTo>
                <a:lnTo>
                  <a:pt x="23" y="176"/>
                </a:lnTo>
                <a:lnTo>
                  <a:pt x="27" y="180"/>
                </a:lnTo>
                <a:lnTo>
                  <a:pt x="27" y="180"/>
                </a:lnTo>
                <a:close/>
              </a:path>
            </a:pathLst>
          </a:custGeom>
          <a:solidFill>
            <a:schemeClr val="accent6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p>
            <a:pPr>
              <a:defRPr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951230" y="2268855"/>
            <a:ext cx="7332980" cy="53403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+mn-lt"/>
                <a:ea typeface="+mn-lt"/>
                <a:cs typeface="+mn-ea"/>
                <a:sym typeface="+mn-lt"/>
              </a:rPr>
              <a:t>{content_1}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lt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lt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990600" y="1905000"/>
            <a:ext cx="71323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+mj-lt"/>
                <a:ea typeface="+mj-lt"/>
                <a:sym typeface="+mn-lt"/>
              </a:rPr>
              <a:t>{desc_1}</a:t>
            </a:r>
            <a:endParaRPr lang="en-US" sz="2200" b="1" dirty="0">
              <a:solidFill>
                <a:srgbClr val="415063"/>
              </a:solidFill>
              <a:latin typeface="+mj-lt"/>
              <a:ea typeface="+mj-lt"/>
              <a:sym typeface="+mn-lt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953770" y="3674745"/>
            <a:ext cx="7296150" cy="5149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+mn-ea"/>
                <a:ea typeface="+mn-ea"/>
                <a:cs typeface="+mn-ea"/>
                <a:sym typeface="+mn-lt"/>
              </a:rPr>
              <a:t>{content_2}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1013460" y="3303270"/>
            <a:ext cx="723646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+mj-lt"/>
                <a:ea typeface="+mj-lt"/>
                <a:sym typeface="+mn-lt"/>
              </a:rPr>
              <a:t>{desc_2}</a:t>
            </a:r>
            <a:endParaRPr lang="en-US" sz="2200" b="1" dirty="0">
              <a:solidFill>
                <a:srgbClr val="415063"/>
              </a:solidFill>
              <a:latin typeface="+mj-lt"/>
              <a:ea typeface="+mj-lt"/>
              <a:sym typeface="+mn-lt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986155" y="5042535"/>
            <a:ext cx="7310755" cy="50546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+mn-ea"/>
                <a:ea typeface="+mn-ea"/>
                <a:cs typeface="+mn-ea"/>
                <a:sym typeface="+mn-lt"/>
              </a:rPr>
              <a:t>{content_3}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1029970" y="4677410"/>
            <a:ext cx="716534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rgbClr val="415063"/>
                </a:solidFill>
                <a:latin typeface="+mj-lt"/>
                <a:ea typeface="+mj-lt"/>
                <a:sym typeface="+mn-lt"/>
              </a:rPr>
              <a:t>{desc_3}</a:t>
            </a:r>
            <a:endParaRPr lang="en-US" sz="2200" b="1" dirty="0">
              <a:solidFill>
                <a:srgbClr val="415063"/>
              </a:solidFill>
              <a:latin typeface="+mj-lt"/>
              <a:ea typeface="+mj-lt"/>
              <a:sym typeface="+mn-lt"/>
            </a:endParaRPr>
          </a:p>
        </p:txBody>
      </p:sp>
      <p:sp>
        <p:nvSpPr>
          <p:cNvPr id="18" name="文本框 2"/>
          <p:cNvSpPr txBox="1"/>
          <p:nvPr/>
        </p:nvSpPr>
        <p:spPr>
          <a:xfrm>
            <a:off x="1219200" y="631825"/>
            <a:ext cx="3701415" cy="487680"/>
          </a:xfrm>
          <a:prstGeom prst="rect">
            <a:avLst/>
          </a:prstGeom>
          <a:noFill/>
        </p:spPr>
        <p:txBody>
          <a:bodyPr wrap="square" lIns="87764" tIns="43882" rIns="87764" bIns="43882" rtlCol="0">
            <a:spAutoFit/>
          </a:bodyPr>
          <a:lstStyle>
            <a:defPPr>
              <a:defRPr lang="zh-CN"/>
            </a:defPPr>
            <a:lvl1pPr algn="ctr">
              <a:defRPr sz="2400" spc="30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algn="l"/>
            <a:r>
              <a:rPr lang="en-US" altLang="zh-C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{sub_title}</a:t>
            </a:r>
            <a:endParaRPr lang="en-US" altLang="zh-CN" sz="2600" dirty="0">
              <a:solidFill>
                <a:schemeClr val="tx1">
                  <a:lumMod val="65000"/>
                  <a:lumOff val="3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8" name="图片 7" descr="图片22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5390" y="2949575"/>
            <a:ext cx="4529455" cy="3828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4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119380"/>
            <a:ext cx="11954510" cy="378587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90600" y="4575175"/>
            <a:ext cx="10079990" cy="948055"/>
          </a:xfrm>
          <a:prstGeom prst="rect">
            <a:avLst/>
          </a:prstGeom>
          <a:noFill/>
        </p:spPr>
        <p:txBody>
          <a:bodyPr wrap="square" lIns="172763" tIns="34552" rIns="172763" bIns="34552" rtlCol="0" anchor="t" anchorCtr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800" b="1" dirty="0">
                <a:solidFill>
                  <a:srgbClr val="415063"/>
                </a:solidFill>
                <a:latin typeface="+mn-ea"/>
                <a:ea typeface="+mn-ea"/>
                <a:cs typeface="Lato Light" panose="020F0502020204030203"/>
                <a:sym typeface="+mn-ea"/>
              </a:rPr>
              <a:t>你的努力会被看见的</a:t>
            </a:r>
            <a:r>
              <a:rPr lang="en-US" altLang="zh-CN" sz="4800" b="1" dirty="0">
                <a:solidFill>
                  <a:srgbClr val="415063"/>
                </a:solidFill>
                <a:latin typeface="+mn-ea"/>
                <a:ea typeface="+mn-ea"/>
                <a:cs typeface="Lato Light" panose="020F0502020204030203"/>
                <a:sym typeface="+mn-ea"/>
              </a:rPr>
              <a:t>!</a:t>
            </a:r>
            <a:endParaRPr lang="en-US" altLang="zh-CN" sz="4800" b="1" dirty="0">
              <a:solidFill>
                <a:srgbClr val="415063"/>
              </a:solidFill>
              <a:latin typeface="+mn-ea"/>
              <a:ea typeface="+mn-ea"/>
              <a:cs typeface="Lato Light" panose="020F0502020204030203"/>
              <a:sym typeface="+mn-ea"/>
            </a:endParaRPr>
          </a:p>
        </p:txBody>
      </p:sp>
      <p:sp>
        <p:nvSpPr>
          <p:cNvPr id="37" name="12"/>
          <p:cNvSpPr/>
          <p:nvPr/>
        </p:nvSpPr>
        <p:spPr>
          <a:xfrm>
            <a:off x="5187950" y="2889250"/>
            <a:ext cx="1836420" cy="1835785"/>
          </a:xfrm>
          <a:prstGeom prst="ellipse">
            <a:avLst/>
          </a:prstGeom>
          <a:solidFill>
            <a:schemeClr val="accent6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8" name="11"/>
          <p:cNvSpPr txBox="1"/>
          <p:nvPr/>
        </p:nvSpPr>
        <p:spPr>
          <a:xfrm>
            <a:off x="5245735" y="3933190"/>
            <a:ext cx="1720850" cy="594995"/>
          </a:xfrm>
          <a:prstGeom prst="rect">
            <a:avLst/>
          </a:prstGeom>
        </p:spPr>
        <p:txBody>
          <a:bodyPr vert="horz" wrap="none" lIns="91440" tIns="45720" rIns="91440" bIns="45720" anchor="ctr">
            <a:normAutofit/>
          </a:bodyPr>
          <a:lstStyle/>
          <a:p>
            <a:pPr algn="ctr"/>
            <a:endParaRPr lang="zh-CN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9" name="KSO_Shape"/>
          <p:cNvSpPr>
            <a:spLocks noChangeAspect="1"/>
          </p:cNvSpPr>
          <p:nvPr/>
        </p:nvSpPr>
        <p:spPr bwMode="auto">
          <a:xfrm>
            <a:off x="5826125" y="3608070"/>
            <a:ext cx="539750" cy="459740"/>
          </a:xfrm>
          <a:custGeom>
            <a:avLst/>
            <a:gdLst/>
            <a:ahLst/>
            <a:cxnLst/>
            <a:rect l="0" t="0" r="r" b="b"/>
            <a:pathLst>
              <a:path w="4999037" h="4260141">
                <a:moveTo>
                  <a:pt x="1900345" y="3557911"/>
                </a:moveTo>
                <a:lnTo>
                  <a:pt x="3097730" y="3557911"/>
                </a:lnTo>
                <a:lnTo>
                  <a:pt x="3102535" y="3590573"/>
                </a:lnTo>
                <a:lnTo>
                  <a:pt x="3107340" y="3623235"/>
                </a:lnTo>
                <a:lnTo>
                  <a:pt x="3113106" y="3656858"/>
                </a:lnTo>
                <a:lnTo>
                  <a:pt x="3119833" y="3691441"/>
                </a:lnTo>
                <a:lnTo>
                  <a:pt x="3126560" y="3717378"/>
                </a:lnTo>
                <a:lnTo>
                  <a:pt x="3134248" y="3744276"/>
                </a:lnTo>
                <a:lnTo>
                  <a:pt x="3140975" y="3769253"/>
                </a:lnTo>
                <a:lnTo>
                  <a:pt x="3148663" y="3795190"/>
                </a:lnTo>
                <a:lnTo>
                  <a:pt x="3158272" y="3821127"/>
                </a:lnTo>
                <a:lnTo>
                  <a:pt x="3166921" y="3846104"/>
                </a:lnTo>
                <a:lnTo>
                  <a:pt x="3177492" y="3871081"/>
                </a:lnTo>
                <a:lnTo>
                  <a:pt x="3189024" y="3895097"/>
                </a:lnTo>
                <a:lnTo>
                  <a:pt x="3200556" y="3919113"/>
                </a:lnTo>
                <a:lnTo>
                  <a:pt x="3213048" y="3941208"/>
                </a:lnTo>
                <a:lnTo>
                  <a:pt x="3226502" y="3964263"/>
                </a:lnTo>
                <a:lnTo>
                  <a:pt x="3240917" y="3984437"/>
                </a:lnTo>
                <a:lnTo>
                  <a:pt x="3256293" y="4004610"/>
                </a:lnTo>
                <a:lnTo>
                  <a:pt x="3271668" y="4024784"/>
                </a:lnTo>
                <a:lnTo>
                  <a:pt x="3288966" y="4042075"/>
                </a:lnTo>
                <a:lnTo>
                  <a:pt x="3306264" y="4058406"/>
                </a:lnTo>
                <a:lnTo>
                  <a:pt x="3318757" y="4069934"/>
                </a:lnTo>
                <a:lnTo>
                  <a:pt x="3331249" y="4079540"/>
                </a:lnTo>
                <a:lnTo>
                  <a:pt x="3344703" y="4089147"/>
                </a:lnTo>
                <a:lnTo>
                  <a:pt x="3358157" y="4097793"/>
                </a:lnTo>
                <a:lnTo>
                  <a:pt x="3372572" y="4106438"/>
                </a:lnTo>
                <a:lnTo>
                  <a:pt x="3386026" y="4114123"/>
                </a:lnTo>
                <a:lnTo>
                  <a:pt x="3402362" y="4121809"/>
                </a:lnTo>
                <a:lnTo>
                  <a:pt x="3417738" y="4127573"/>
                </a:lnTo>
                <a:lnTo>
                  <a:pt x="3433114" y="4133336"/>
                </a:lnTo>
                <a:lnTo>
                  <a:pt x="3450411" y="4138140"/>
                </a:lnTo>
                <a:lnTo>
                  <a:pt x="3467709" y="4142943"/>
                </a:lnTo>
                <a:lnTo>
                  <a:pt x="3485007" y="4145825"/>
                </a:lnTo>
                <a:lnTo>
                  <a:pt x="3504227" y="4148707"/>
                </a:lnTo>
                <a:lnTo>
                  <a:pt x="3523446" y="4151589"/>
                </a:lnTo>
                <a:lnTo>
                  <a:pt x="3543627" y="4152549"/>
                </a:lnTo>
                <a:lnTo>
                  <a:pt x="3564769" y="4152549"/>
                </a:lnTo>
                <a:lnTo>
                  <a:pt x="3564769" y="4260141"/>
                </a:lnTo>
                <a:lnTo>
                  <a:pt x="1434268" y="4260141"/>
                </a:lnTo>
                <a:lnTo>
                  <a:pt x="1434268" y="4152549"/>
                </a:lnTo>
                <a:lnTo>
                  <a:pt x="1455409" y="4152549"/>
                </a:lnTo>
                <a:lnTo>
                  <a:pt x="1474629" y="4151589"/>
                </a:lnTo>
                <a:lnTo>
                  <a:pt x="1493849" y="4148707"/>
                </a:lnTo>
                <a:lnTo>
                  <a:pt x="1513068" y="4145825"/>
                </a:lnTo>
                <a:lnTo>
                  <a:pt x="1530366" y="4142943"/>
                </a:lnTo>
                <a:lnTo>
                  <a:pt x="1547664" y="4138140"/>
                </a:lnTo>
                <a:lnTo>
                  <a:pt x="1564962" y="4133336"/>
                </a:lnTo>
                <a:lnTo>
                  <a:pt x="1581298" y="4127573"/>
                </a:lnTo>
                <a:lnTo>
                  <a:pt x="1596674" y="4121809"/>
                </a:lnTo>
                <a:lnTo>
                  <a:pt x="1612050" y="4114123"/>
                </a:lnTo>
                <a:lnTo>
                  <a:pt x="1626465" y="4106438"/>
                </a:lnTo>
                <a:lnTo>
                  <a:pt x="1639918" y="4097793"/>
                </a:lnTo>
                <a:lnTo>
                  <a:pt x="1653372" y="4089147"/>
                </a:lnTo>
                <a:lnTo>
                  <a:pt x="1666826" y="4079540"/>
                </a:lnTo>
                <a:lnTo>
                  <a:pt x="1679319" y="4069934"/>
                </a:lnTo>
                <a:lnTo>
                  <a:pt x="1691811" y="4058406"/>
                </a:lnTo>
                <a:lnTo>
                  <a:pt x="1703343" y="4047839"/>
                </a:lnTo>
                <a:lnTo>
                  <a:pt x="1715836" y="4036311"/>
                </a:lnTo>
                <a:lnTo>
                  <a:pt x="1726407" y="4024784"/>
                </a:lnTo>
                <a:lnTo>
                  <a:pt x="1736978" y="4012295"/>
                </a:lnTo>
                <a:lnTo>
                  <a:pt x="1757158" y="3985397"/>
                </a:lnTo>
                <a:lnTo>
                  <a:pt x="1776378" y="3956578"/>
                </a:lnTo>
                <a:lnTo>
                  <a:pt x="1793676" y="3926798"/>
                </a:lnTo>
                <a:lnTo>
                  <a:pt x="1809052" y="3895097"/>
                </a:lnTo>
                <a:lnTo>
                  <a:pt x="1824427" y="3863396"/>
                </a:lnTo>
                <a:lnTo>
                  <a:pt x="1837881" y="3829773"/>
                </a:lnTo>
                <a:lnTo>
                  <a:pt x="1849413" y="3795190"/>
                </a:lnTo>
                <a:lnTo>
                  <a:pt x="1859984" y="3761568"/>
                </a:lnTo>
                <a:lnTo>
                  <a:pt x="1868632" y="3726984"/>
                </a:lnTo>
                <a:lnTo>
                  <a:pt x="1878242" y="3692401"/>
                </a:lnTo>
                <a:lnTo>
                  <a:pt x="1884969" y="3657818"/>
                </a:lnTo>
                <a:lnTo>
                  <a:pt x="1890735" y="3623235"/>
                </a:lnTo>
                <a:lnTo>
                  <a:pt x="1896501" y="3590573"/>
                </a:lnTo>
                <a:lnTo>
                  <a:pt x="1900345" y="3557911"/>
                </a:lnTo>
                <a:close/>
                <a:moveTo>
                  <a:pt x="344993" y="345832"/>
                </a:moveTo>
                <a:lnTo>
                  <a:pt x="344993" y="3036592"/>
                </a:lnTo>
                <a:lnTo>
                  <a:pt x="4655005" y="3036592"/>
                </a:lnTo>
                <a:lnTo>
                  <a:pt x="4655005" y="345832"/>
                </a:lnTo>
                <a:lnTo>
                  <a:pt x="344993" y="345832"/>
                </a:lnTo>
                <a:close/>
                <a:moveTo>
                  <a:pt x="142226" y="0"/>
                </a:moveTo>
                <a:lnTo>
                  <a:pt x="4857773" y="0"/>
                </a:lnTo>
                <a:lnTo>
                  <a:pt x="4872187" y="961"/>
                </a:lnTo>
                <a:lnTo>
                  <a:pt x="4885641" y="2882"/>
                </a:lnTo>
                <a:lnTo>
                  <a:pt x="4899095" y="6725"/>
                </a:lnTo>
                <a:lnTo>
                  <a:pt x="4913510" y="10567"/>
                </a:lnTo>
                <a:lnTo>
                  <a:pt x="4925042" y="17292"/>
                </a:lnTo>
                <a:lnTo>
                  <a:pt x="4936573" y="24016"/>
                </a:lnTo>
                <a:lnTo>
                  <a:pt x="4947144" y="32662"/>
                </a:lnTo>
                <a:lnTo>
                  <a:pt x="4957715" y="42268"/>
                </a:lnTo>
                <a:lnTo>
                  <a:pt x="4967325" y="51875"/>
                </a:lnTo>
                <a:lnTo>
                  <a:pt x="4975974" y="62442"/>
                </a:lnTo>
                <a:lnTo>
                  <a:pt x="4982701" y="73970"/>
                </a:lnTo>
                <a:lnTo>
                  <a:pt x="4988466" y="87419"/>
                </a:lnTo>
                <a:lnTo>
                  <a:pt x="4993271" y="99907"/>
                </a:lnTo>
                <a:lnTo>
                  <a:pt x="4996154" y="113356"/>
                </a:lnTo>
                <a:lnTo>
                  <a:pt x="4999037" y="127766"/>
                </a:lnTo>
                <a:lnTo>
                  <a:pt x="4999037" y="142175"/>
                </a:lnTo>
                <a:lnTo>
                  <a:pt x="4999037" y="3238327"/>
                </a:lnTo>
                <a:lnTo>
                  <a:pt x="4999037" y="3253697"/>
                </a:lnTo>
                <a:lnTo>
                  <a:pt x="4996154" y="3268106"/>
                </a:lnTo>
                <a:lnTo>
                  <a:pt x="4993271" y="3281555"/>
                </a:lnTo>
                <a:lnTo>
                  <a:pt x="4988466" y="3295004"/>
                </a:lnTo>
                <a:lnTo>
                  <a:pt x="4982701" y="3307493"/>
                </a:lnTo>
                <a:lnTo>
                  <a:pt x="4975974" y="3319021"/>
                </a:lnTo>
                <a:lnTo>
                  <a:pt x="4967325" y="3329588"/>
                </a:lnTo>
                <a:lnTo>
                  <a:pt x="4957715" y="3339194"/>
                </a:lnTo>
                <a:lnTo>
                  <a:pt x="4947144" y="3349761"/>
                </a:lnTo>
                <a:lnTo>
                  <a:pt x="4936573" y="3357446"/>
                </a:lnTo>
                <a:lnTo>
                  <a:pt x="4925042" y="3364171"/>
                </a:lnTo>
                <a:lnTo>
                  <a:pt x="4913510" y="3369935"/>
                </a:lnTo>
                <a:lnTo>
                  <a:pt x="4899095" y="3374738"/>
                </a:lnTo>
                <a:lnTo>
                  <a:pt x="4885641" y="3378580"/>
                </a:lnTo>
                <a:lnTo>
                  <a:pt x="4872187" y="3380502"/>
                </a:lnTo>
                <a:lnTo>
                  <a:pt x="4857773" y="3381462"/>
                </a:lnTo>
                <a:lnTo>
                  <a:pt x="142226" y="3381462"/>
                </a:lnTo>
                <a:lnTo>
                  <a:pt x="127811" y="3380502"/>
                </a:lnTo>
                <a:lnTo>
                  <a:pt x="113396" y="3378580"/>
                </a:lnTo>
                <a:lnTo>
                  <a:pt x="99942" y="3374738"/>
                </a:lnTo>
                <a:lnTo>
                  <a:pt x="86489" y="3369935"/>
                </a:lnTo>
                <a:lnTo>
                  <a:pt x="73996" y="3364171"/>
                </a:lnTo>
                <a:lnTo>
                  <a:pt x="62464" y="3357446"/>
                </a:lnTo>
                <a:lnTo>
                  <a:pt x="51893" y="3349761"/>
                </a:lnTo>
                <a:lnTo>
                  <a:pt x="42283" y="3339194"/>
                </a:lnTo>
                <a:lnTo>
                  <a:pt x="31713" y="3329588"/>
                </a:lnTo>
                <a:lnTo>
                  <a:pt x="24025" y="3319021"/>
                </a:lnTo>
                <a:lnTo>
                  <a:pt x="17298" y="3307493"/>
                </a:lnTo>
                <a:lnTo>
                  <a:pt x="11532" y="3295004"/>
                </a:lnTo>
                <a:lnTo>
                  <a:pt x="6727" y="3281555"/>
                </a:lnTo>
                <a:lnTo>
                  <a:pt x="2883" y="3268106"/>
                </a:lnTo>
                <a:lnTo>
                  <a:pt x="961" y="3253697"/>
                </a:lnTo>
                <a:lnTo>
                  <a:pt x="0" y="3238327"/>
                </a:lnTo>
                <a:lnTo>
                  <a:pt x="0" y="142175"/>
                </a:lnTo>
                <a:lnTo>
                  <a:pt x="961" y="127766"/>
                </a:lnTo>
                <a:lnTo>
                  <a:pt x="2883" y="113356"/>
                </a:lnTo>
                <a:lnTo>
                  <a:pt x="6727" y="99907"/>
                </a:lnTo>
                <a:lnTo>
                  <a:pt x="11532" y="87419"/>
                </a:lnTo>
                <a:lnTo>
                  <a:pt x="17298" y="73970"/>
                </a:lnTo>
                <a:lnTo>
                  <a:pt x="24025" y="62442"/>
                </a:lnTo>
                <a:lnTo>
                  <a:pt x="31713" y="51875"/>
                </a:lnTo>
                <a:lnTo>
                  <a:pt x="42283" y="42268"/>
                </a:lnTo>
                <a:lnTo>
                  <a:pt x="51893" y="32662"/>
                </a:lnTo>
                <a:lnTo>
                  <a:pt x="62464" y="24016"/>
                </a:lnTo>
                <a:lnTo>
                  <a:pt x="73996" y="17292"/>
                </a:lnTo>
                <a:lnTo>
                  <a:pt x="86489" y="10567"/>
                </a:lnTo>
                <a:lnTo>
                  <a:pt x="99942" y="6725"/>
                </a:lnTo>
                <a:lnTo>
                  <a:pt x="113396" y="2882"/>
                </a:lnTo>
                <a:lnTo>
                  <a:pt x="127811" y="961"/>
                </a:lnTo>
                <a:lnTo>
                  <a:pt x="14222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bIns="396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tags/tag1.xml><?xml version="1.0" encoding="utf-8"?>
<p:tagLst xmlns:p="http://schemas.openxmlformats.org/presentationml/2006/main">
  <p:tag name="MH" val="20180926094856"/>
  <p:tag name="MH_LIBRARY" val="CONTENTS"/>
  <p:tag name="MH_AUTOCOLOR" val="TRUE"/>
  <p:tag name="MH_TYPE" val="CONTENTS"/>
  <p:tag name="ID" val="626777"/>
</p:tagLst>
</file>

<file path=ppt/tags/tag2.xml><?xml version="1.0" encoding="utf-8"?>
<p:tagLst xmlns:p="http://schemas.openxmlformats.org/presentationml/2006/main">
  <p:tag name="MH" val="20180804121219"/>
  <p:tag name="MH_LIBRARY" val="CONTENTS"/>
  <p:tag name="MH_TYPE" val="ENTRY"/>
  <p:tag name="ID" val="626777"/>
  <p:tag name="MH_ORDER" val="1"/>
  <p:tag name="KSO_WM_DIAGRAM_VIRTUALLY_FRAME" val="{&quot;height&quot;:345.66905511811024,&quot;left&quot;:26.50799212598422,&quot;top&quot;:97.13582677165356,&quot;width&quot;:854.8777952755906}"/>
</p:tagLst>
</file>

<file path=ppt/tags/tag3.xml><?xml version="1.0" encoding="utf-8"?>
<p:tagLst xmlns:p="http://schemas.openxmlformats.org/presentationml/2006/main">
  <p:tag name="MH" val="20180804121219"/>
  <p:tag name="MH_LIBRARY" val="CONTENTS"/>
  <p:tag name="MH_TYPE" val="ENTRY"/>
  <p:tag name="ID" val="626777"/>
  <p:tag name="MH_ORDER" val="2"/>
  <p:tag name="KSO_WM_DIAGRAM_VIRTUALLY_FRAME" val="{&quot;height&quot;:345.66905511811024,&quot;left&quot;:26.50799212598422,&quot;top&quot;:97.13582677165356,&quot;width&quot;:854.8777952755906}"/>
</p:tagLst>
</file>

<file path=ppt/tags/tag4.xml><?xml version="1.0" encoding="utf-8"?>
<p:tagLst xmlns:p="http://schemas.openxmlformats.org/presentationml/2006/main">
  <p:tag name="MH" val="20180804121219"/>
  <p:tag name="MH_LIBRARY" val="CONTENTS"/>
  <p:tag name="MH_TYPE" val="ENTRY"/>
  <p:tag name="ID" val="626777"/>
  <p:tag name="MH_ORDER" val="3"/>
  <p:tag name="KSO_WM_DIAGRAM_VIRTUALLY_FRAME" val="{&quot;height&quot;:345.66905511811024,&quot;left&quot;:26.50799212598422,&quot;top&quot;:97.13582677165356,&quot;width&quot;:854.8777952755906}"/>
</p:tagLst>
</file>

<file path=ppt/tags/tag5.xml><?xml version="1.0" encoding="utf-8"?>
<p:tagLst xmlns:p="http://schemas.openxmlformats.org/presentationml/2006/main">
  <p:tag name="MH" val="20180804121219"/>
  <p:tag name="MH_LIBRARY" val="CONTENTS"/>
  <p:tag name="MH_TYPE" val="NUMBER"/>
  <p:tag name="ID" val="626777"/>
  <p:tag name="MH_ORDER" val="1"/>
  <p:tag name="KSO_WM_DIAGRAM_VIRTUALLY_FRAME" val="{&quot;height&quot;:345.66905511811024,&quot;left&quot;:26.50799212598422,&quot;top&quot;:97.13582677165356,&quot;width&quot;:854.8777952755906}"/>
</p:tagLst>
</file>

<file path=ppt/tags/tag6.xml><?xml version="1.0" encoding="utf-8"?>
<p:tagLst xmlns:p="http://schemas.openxmlformats.org/presentationml/2006/main">
  <p:tag name="MH" val="20180804121219"/>
  <p:tag name="MH_LIBRARY" val="CONTENTS"/>
  <p:tag name="MH_TYPE" val="NUMBER"/>
  <p:tag name="ID" val="626777"/>
  <p:tag name="MH_ORDER" val="2"/>
  <p:tag name="KSO_WM_DIAGRAM_VIRTUALLY_FRAME" val="{&quot;height&quot;:345.66905511811024,&quot;left&quot;:26.50799212598422,&quot;top&quot;:97.13582677165356,&quot;width&quot;:854.8777952755906}"/>
</p:tagLst>
</file>

<file path=ppt/tags/tag7.xml><?xml version="1.0" encoding="utf-8"?>
<p:tagLst xmlns:p="http://schemas.openxmlformats.org/presentationml/2006/main">
  <p:tag name="MH" val="20180804121219"/>
  <p:tag name="MH_LIBRARY" val="CONTENTS"/>
  <p:tag name="MH_TYPE" val="NUMBER"/>
  <p:tag name="ID" val="626777"/>
  <p:tag name="MH_ORDER" val="3"/>
  <p:tag name="KSO_WM_DIAGRAM_VIRTUALLY_FRAME" val="{&quot;height&quot;:345.66905511811024,&quot;left&quot;:26.50799212598422,&quot;top&quot;:97.13582677165356,&quot;width&quot;:854.8777952755906}"/>
</p:tagLst>
</file>

<file path=ppt/tags/tag8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9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10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11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12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13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14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15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16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17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50.3937007874016}"/>
</p:tagLst>
</file>

<file path=ppt/tags/tag18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50.3937007874016}"/>
</p:tagLst>
</file>

<file path=ppt/tags/tag19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50.3937007874016}"/>
</p:tagLst>
</file>

<file path=ppt/tags/tag20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50.3937007874016}"/>
</p:tagLst>
</file>

<file path=ppt/tags/tag21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50.3937007874016}"/>
</p:tagLst>
</file>

<file path=ppt/tags/tag22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50.3937007874016}"/>
</p:tagLst>
</file>

<file path=ppt/tags/tag23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50.3937007874016}"/>
</p:tagLst>
</file>

<file path=ppt/tags/tag24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50.3937007874016}"/>
</p:tagLst>
</file>

<file path=ppt/tags/tag25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50.3937007874016}"/>
</p:tagLst>
</file>

<file path=ppt/tags/tag26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50.3937007874016}"/>
</p:tagLst>
</file>

<file path=ppt/tags/tag27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50.3937007874016}"/>
</p:tagLst>
</file>

<file path=ppt/tags/tag28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50.3937007874016}"/>
</p:tagLst>
</file>

<file path=ppt/tags/tag29.xml><?xml version="1.0" encoding="utf-8"?>
<p:tagLst xmlns:p="http://schemas.openxmlformats.org/presentationml/2006/main">
  <p:tag name="KSO_WM_DIAGRAM_VIRTUALLY_FRAME" val="{&quot;height&quot;:421.53783989952206,&quot;left&quot;:9.448779527559054,&quot;top&quot;:106.52582677165351,&quot;width&quot;:2287.3924933042335}"/>
</p:tagLst>
</file>

<file path=ppt/tags/tag30.xml><?xml version="1.0" encoding="utf-8"?>
<p:tagLst xmlns:p="http://schemas.openxmlformats.org/presentationml/2006/main">
  <p:tag name="KSO_WM_DIAGRAM_VIRTUALLY_FRAME" val="{&quot;height&quot;:421.53783989952206,&quot;left&quot;:9.448779527559054,&quot;top&quot;:106.52582677165351,&quot;width&quot;:2287.3924933042335}"/>
</p:tagLst>
</file>

<file path=ppt/tags/tag31.xml><?xml version="1.0" encoding="utf-8"?>
<p:tagLst xmlns:p="http://schemas.openxmlformats.org/presentationml/2006/main">
  <p:tag name="KSO_WM_DIAGRAM_VIRTUALLY_FRAME" val="{&quot;height&quot;:421.53783989952206,&quot;left&quot;:9.448779527559054,&quot;top&quot;:106.52582677165351,&quot;width&quot;:2287.3924933042335}"/>
</p:tagLst>
</file>

<file path=ppt/tags/tag32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33.xml><?xml version="1.0" encoding="utf-8"?>
<p:tagLst xmlns:p="http://schemas.openxmlformats.org/presentationml/2006/main">
  <p:tag name="KSO_WM_DIAGRAM_VIRTUALLY_FRAME" val="{&quot;height&quot;:324.8,&quot;left&quot;:29.85,&quot;top&quot;:128.2,&quot;width&quot;:887.8}"/>
</p:tagLst>
</file>

<file path=ppt/tags/tag34.xml><?xml version="1.0" encoding="utf-8"?>
<p:tagLst xmlns:p="http://schemas.openxmlformats.org/presentationml/2006/main">
  <p:tag name="KSO_WM_DIAGRAM_VIRTUALLY_FRAME" val="{&quot;height&quot;:324.8,&quot;left&quot;:29.85,&quot;top&quot;:128.2,&quot;width&quot;:887.8}"/>
</p:tagLst>
</file>

<file path=ppt/tags/tag35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36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37.xml><?xml version="1.0" encoding="utf-8"?>
<p:tagLst xmlns:p="http://schemas.openxmlformats.org/presentationml/2006/main">
  <p:tag name="KSO_WM_DIAGRAM_VIRTUALLY_FRAME" val="{&quot;height&quot;:324.8,&quot;left&quot;:29.85,&quot;top&quot;:128.2,&quot;width&quot;:887.8}"/>
</p:tagLst>
</file>

<file path=ppt/tags/tag38.xml><?xml version="1.0" encoding="utf-8"?>
<p:tagLst xmlns:p="http://schemas.openxmlformats.org/presentationml/2006/main">
  <p:tag name="KSO_WM_DIAGRAM_VIRTUALLY_FRAME" val="{&quot;height&quot;:324.8,&quot;left&quot;:29.85,&quot;top&quot;:128.2,&quot;width&quot;:887.8}"/>
</p:tagLst>
</file>

<file path=ppt/tags/tag39.xml><?xml version="1.0" encoding="utf-8"?>
<p:tagLst xmlns:p="http://schemas.openxmlformats.org/presentationml/2006/main">
  <p:tag name="KSO_WM_DIAGRAM_VIRTUALLY_FRAME" val="{&quot;height&quot;:324.8,&quot;left&quot;:29.85,&quot;top&quot;:128.2,&quot;width&quot;:887.8}"/>
</p:tagLst>
</file>

<file path=ppt/tags/tag40.xml><?xml version="1.0" encoding="utf-8"?>
<p:tagLst xmlns:p="http://schemas.openxmlformats.org/presentationml/2006/main">
  <p:tag name="KSO_WM_DIAGRAM_VIRTUALLY_FRAME" val="{&quot;height&quot;:324.8,&quot;left&quot;:29.85,&quot;top&quot;:128.2,&quot;width&quot;:887.8}"/>
</p:tagLst>
</file>

<file path=ppt/tags/tag41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42.xml><?xml version="1.0" encoding="utf-8"?>
<p:tagLst xmlns:p="http://schemas.openxmlformats.org/presentationml/2006/main">
  <p:tag name="KSO_WM_DIAGRAM_VIRTUALLY_FRAME" val="{&quot;height&quot;:324.8,&quot;left&quot;:29.85,&quot;top&quot;:128.2,&quot;width&quot;:887.8}"/>
</p:tagLst>
</file>

<file path=ppt/tags/tag43.xml><?xml version="1.0" encoding="utf-8"?>
<p:tagLst xmlns:p="http://schemas.openxmlformats.org/presentationml/2006/main">
  <p:tag name="KSO_WM_DIAGRAM_VIRTUALLY_FRAME" val="{&quot;height&quot;:324.8,&quot;left&quot;:29.85,&quot;top&quot;:128.2,&quot;width&quot;:887.8}"/>
</p:tagLst>
</file>

<file path=ppt/tags/tag44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45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46.xml><?xml version="1.0" encoding="utf-8"?>
<p:tagLst xmlns:p="http://schemas.openxmlformats.org/presentationml/2006/main">
  <p:tag name="KSO_WM_DIAGRAM_VIRTUALLY_FRAME" val="{&quot;height&quot;:324.8,&quot;left&quot;:29.85,&quot;top&quot;:128.2,&quot;width&quot;:887.8}"/>
</p:tagLst>
</file>

<file path=ppt/tags/tag47.xml><?xml version="1.0" encoding="utf-8"?>
<p:tagLst xmlns:p="http://schemas.openxmlformats.org/presentationml/2006/main">
  <p:tag name="KSO_WM_DIAGRAM_VIRTUALLY_FRAME" val="{&quot;height&quot;:324.8,&quot;left&quot;:29.85,&quot;top&quot;:128.2,&quot;width&quot;:887.8}"/>
</p:tagLst>
</file>

<file path=ppt/tags/tag48.xml><?xml version="1.0" encoding="utf-8"?>
<p:tagLst xmlns:p="http://schemas.openxmlformats.org/presentationml/2006/main">
  <p:tag name="KSO_WM_DIAGRAM_VIRTUALLY_FRAME" val="{&quot;height&quot;:324.8,&quot;left&quot;:29.85,&quot;top&quot;:128.2,&quot;width&quot;:887.8}"/>
</p:tagLst>
</file>

<file path=ppt/tags/tag49.xml><?xml version="1.0" encoding="utf-8"?>
<p:tagLst xmlns:p="http://schemas.openxmlformats.org/presentationml/2006/main">
  <p:tag name="KSO_WM_DIAGRAM_VIRTUALLY_FRAME" val="{&quot;height&quot;:324.8,&quot;left&quot;:29.85,&quot;top&quot;:128.2,&quot;width&quot;:887.8}"/>
</p:tagLst>
</file>

<file path=ppt/tags/tag50.xml><?xml version="1.0" encoding="utf-8"?>
<p:tagLst xmlns:p="http://schemas.openxmlformats.org/presentationml/2006/main">
  <p:tag name="KSO_WM_DIAGRAM_VIRTUALLY_FRAME" val="{&quot;height&quot;:365.2703149606299,&quot;left&quot;:50.34913385826771,&quot;top&quot;:162.01251968503936,&quot;width&quot;:859.301811023622}"/>
</p:tagLst>
</file>

<file path=ppt/tags/tag51.xml><?xml version="1.0" encoding="utf-8"?>
<p:tagLst xmlns:p="http://schemas.openxmlformats.org/presentationml/2006/main">
  <p:tag name="KSO_WM_DIAGRAM_VIRTUALLY_FRAME" val="{&quot;height&quot;:365.2703149606299,&quot;left&quot;:50.34913385826771,&quot;top&quot;:162.01251968503936,&quot;width&quot;:859.301811023622}"/>
</p:tagLst>
</file>

<file path=ppt/tags/tag52.xml><?xml version="1.0" encoding="utf-8"?>
<p:tagLst xmlns:p="http://schemas.openxmlformats.org/presentationml/2006/main">
  <p:tag name="KSO_WM_DIAGRAM_VIRTUALLY_FRAME" val="{&quot;height&quot;:365.2703149606299,&quot;left&quot;:50.34913385826771,&quot;top&quot;:162.01251968503936,&quot;width&quot;:859.301811023622}"/>
</p:tagLst>
</file>

<file path=ppt/tags/tag53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71.5968897637795}"/>
</p:tagLst>
</file>

<file path=ppt/tags/tag54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71.5968897637795}"/>
</p:tagLst>
</file>

<file path=ppt/tags/tag55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71.5968897637795}"/>
</p:tagLst>
</file>

<file path=ppt/tags/tag56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71.5968897637795}"/>
</p:tagLst>
</file>

<file path=ppt/tags/tag57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71.5968897637795}"/>
</p:tagLst>
</file>

<file path=ppt/tags/tag58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71.5968897637795}"/>
</p:tagLst>
</file>

<file path=ppt/tags/tag59.xml><?xml version="1.0" encoding="utf-8"?>
<p:tagLst xmlns:p="http://schemas.openxmlformats.org/presentationml/2006/main">
  <p:tag name="KSO_WM_DIAGRAM_VIRTUALLY_FRAME" val="{&quot;height&quot;:365.2703149606299,&quot;left&quot;:50.34913385826771,&quot;top&quot;:162.01251968503936,&quot;width&quot;:859.301811023622}"/>
</p:tagLst>
</file>

<file path=ppt/tags/tag60.xml><?xml version="1.0" encoding="utf-8"?>
<p:tagLst xmlns:p="http://schemas.openxmlformats.org/presentationml/2006/main">
  <p:tag name="KSO_WM_DIAGRAM_VIRTUALLY_FRAME" val="{&quot;height&quot;:365.2703149606299,&quot;left&quot;:50.34913385826771,&quot;top&quot;:162.01251968503936,&quot;width&quot;:859.301811023622}"/>
</p:tagLst>
</file>

<file path=ppt/tags/tag61.xml><?xml version="1.0" encoding="utf-8"?>
<p:tagLst xmlns:p="http://schemas.openxmlformats.org/presentationml/2006/main">
  <p:tag name="KSO_WM_DIAGRAM_VIRTUALLY_FRAME" val="{&quot;height&quot;:365.2703149606299,&quot;left&quot;:50.34913385826771,&quot;top&quot;:162.01251968503936,&quot;width&quot;:859.301811023622}"/>
</p:tagLst>
</file>

<file path=ppt/tags/tag62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71.5968897637795}"/>
</p:tagLst>
</file>

<file path=ppt/tags/tag63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71.5968897637795}"/>
</p:tagLst>
</file>

<file path=ppt/tags/tag64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71.5968897637795}"/>
</p:tagLst>
</file>

<file path=ppt/tags/tag65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71.5968897637795}"/>
</p:tagLst>
</file>

<file path=ppt/tags/tag66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71.5968897637795}"/>
</p:tagLst>
</file>

<file path=ppt/tags/tag67.xml><?xml version="1.0" encoding="utf-8"?>
<p:tagLst xmlns:p="http://schemas.openxmlformats.org/presentationml/2006/main">
  <p:tag name="KSO_WM_DIAGRAM_VIRTUALLY_FRAME" val="{&quot;height&quot;:346.9796850393701,&quot;left&quot;:54.80311023622047,&quot;top&quot;:138.94535433070865,&quot;width&quot;:871.5968897637795}"/>
</p:tagLst>
</file>

<file path=ppt/tags/tag68.xml><?xml version="1.0" encoding="utf-8"?>
<p:tagLst xmlns:p="http://schemas.openxmlformats.org/presentationml/2006/main">
  <p:tag name="MH_CONTENTSID" val="635"/>
</p:tagLst>
</file>

<file path=ppt/theme/theme1.xml><?xml version="1.0" encoding="utf-8"?>
<a:theme xmlns:a="http://schemas.openxmlformats.org/drawingml/2006/main" name="Office 主题">
  <a:themeElements>
    <a:clrScheme name="自定义 103">
      <a:dk1>
        <a:sysClr val="windowText" lastClr="000000"/>
      </a:dk1>
      <a:lt1>
        <a:sysClr val="window" lastClr="FFFFFF"/>
      </a:lt1>
      <a:dk2>
        <a:srgbClr val="999AB8"/>
      </a:dk2>
      <a:lt2>
        <a:srgbClr val="A5A5A5"/>
      </a:lt2>
      <a:accent1>
        <a:srgbClr val="646464"/>
      </a:accent1>
      <a:accent2>
        <a:srgbClr val="A5A5A5"/>
      </a:accent2>
      <a:accent3>
        <a:srgbClr val="CC2F36"/>
      </a:accent3>
      <a:accent4>
        <a:srgbClr val="A5A5A5"/>
      </a:accent4>
      <a:accent5>
        <a:srgbClr val="995586"/>
      </a:accent5>
      <a:accent6>
        <a:srgbClr val="999AB8"/>
      </a:accent6>
      <a:hlink>
        <a:srgbClr val="9454C3"/>
      </a:hlink>
      <a:folHlink>
        <a:srgbClr val="3EBBF0"/>
      </a:folHlink>
    </a:clrScheme>
    <a:fontScheme name="自定义 4">
      <a:majorFont>
        <a:latin typeface="仿宋"/>
        <a:ea typeface="仿宋"/>
        <a:cs typeface=""/>
      </a:majorFont>
      <a:minorFont>
        <a:latin typeface="仿宋"/>
        <a:ea typeface="仿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WPS 演示</Application>
  <PresentationFormat>自定义</PresentationFormat>
  <Paragraphs>114</Paragraphs>
  <Slides>10</Slides>
  <Notes>25</Notes>
  <HiddenSlides>0</HiddenSlides>
  <MMClips>1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1" baseType="lpstr">
      <vt:lpstr>Arial</vt:lpstr>
      <vt:lpstr>宋体</vt:lpstr>
      <vt:lpstr>Wingdings</vt:lpstr>
      <vt:lpstr>Rockwell</vt:lpstr>
      <vt:lpstr>仿宋</vt:lpstr>
      <vt:lpstr>Calibri Light</vt:lpstr>
      <vt:lpstr>方正宋刻本秀楷简体</vt:lpstr>
      <vt:lpstr>Calibri</vt:lpstr>
      <vt:lpstr>Arial Unicode MS</vt:lpstr>
      <vt:lpstr>Agency FB</vt:lpstr>
      <vt:lpstr>Trebuchet MS</vt:lpstr>
      <vt:lpstr>思源黑体 CN Bold</vt:lpstr>
      <vt:lpstr>微软雅黑</vt:lpstr>
      <vt:lpstr>Lato Light</vt:lpstr>
      <vt:lpstr>Lato Light</vt:lpstr>
      <vt:lpstr>MS PGothic</vt:lpstr>
      <vt:lpstr>Calibri</vt:lpstr>
      <vt:lpstr>等线</vt:lpstr>
      <vt:lpstr>Open Sans</vt:lpstr>
      <vt:lpstr>微软雅黑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swing</cp:lastModifiedBy>
  <cp:revision>38</cp:revision>
  <cp:lastPrinted>2113-01-01T00:00:00Z</cp:lastPrinted>
  <dcterms:created xsi:type="dcterms:W3CDTF">2022-04-18T13:12:00Z</dcterms:created>
  <dcterms:modified xsi:type="dcterms:W3CDTF">2025-05-15T08:50:35Z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B8A8DB6F3C764DC8B89622BEFBCABA47</vt:lpwstr>
  </property>
  <property fmtid="{D5CDD505-2E9C-101B-9397-08002B2CF9AE}" pid="4" name="KSOProductBuildVer">
    <vt:lpwstr>2052-12.1.0.20784</vt:lpwstr>
  </property>
</Properties>
</file>