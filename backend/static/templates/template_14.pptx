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59" r:id="rId3"/>
    <p:sldId id="402" r:id="rId5"/>
    <p:sldId id="322" r:id="rId6"/>
    <p:sldId id="433" r:id="rId7"/>
    <p:sldId id="434" r:id="rId8"/>
    <p:sldId id="419" r:id="rId9"/>
    <p:sldId id="435" r:id="rId10"/>
    <p:sldId id="436" r:id="rId11"/>
    <p:sldId id="437" r:id="rId12"/>
    <p:sldId id="438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7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8B9C"/>
    <a:srgbClr val="59ACB4"/>
    <a:srgbClr val="67B8CA"/>
    <a:srgbClr val="5A895C"/>
    <a:srgbClr val="427B45"/>
    <a:srgbClr val="115D8F"/>
    <a:srgbClr val="2A465C"/>
    <a:srgbClr val="9CCBBB"/>
    <a:srgbClr val="7EBA88"/>
    <a:srgbClr val="F4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35" autoAdjust="0"/>
    <p:restoredTop sz="94660" autoAdjust="0"/>
  </p:normalViewPr>
  <p:slideViewPr>
    <p:cSldViewPr>
      <p:cViewPr>
        <p:scale>
          <a:sx n="71" d="100"/>
          <a:sy n="71" d="100"/>
        </p:scale>
        <p:origin x="1932" y="1332"/>
      </p:cViewPr>
      <p:guideLst>
        <p:guide orient="horz" pos="2041"/>
        <p:guide pos="37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72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29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0" Type="http://schemas.openxmlformats.org/officeDocument/2006/relationships/slideLayout" Target="../slideLayouts/slideLayout1.xml"/><Relationship Id="rId4" Type="http://schemas.openxmlformats.org/officeDocument/2006/relationships/tags" Target="../tags/tag54.xml"/><Relationship Id="rId39" Type="http://schemas.openxmlformats.org/officeDocument/2006/relationships/tags" Target="../tags/tag89.xml"/><Relationship Id="rId38" Type="http://schemas.openxmlformats.org/officeDocument/2006/relationships/tags" Target="../tags/tag88.xml"/><Relationship Id="rId37" Type="http://schemas.openxmlformats.org/officeDocument/2006/relationships/tags" Target="../tags/tag87.xml"/><Relationship Id="rId36" Type="http://schemas.openxmlformats.org/officeDocument/2006/relationships/tags" Target="../tags/tag86.xml"/><Relationship Id="rId35" Type="http://schemas.openxmlformats.org/officeDocument/2006/relationships/tags" Target="../tags/tag85.xml"/><Relationship Id="rId34" Type="http://schemas.openxmlformats.org/officeDocument/2006/relationships/tags" Target="../tags/tag84.xml"/><Relationship Id="rId33" Type="http://schemas.openxmlformats.org/officeDocument/2006/relationships/tags" Target="../tags/tag83.xml"/><Relationship Id="rId32" Type="http://schemas.openxmlformats.org/officeDocument/2006/relationships/tags" Target="../tags/tag82.xml"/><Relationship Id="rId31" Type="http://schemas.openxmlformats.org/officeDocument/2006/relationships/tags" Target="../tags/tag81.xml"/><Relationship Id="rId30" Type="http://schemas.openxmlformats.org/officeDocument/2006/relationships/tags" Target="../tags/tag80.xml"/><Relationship Id="rId3" Type="http://schemas.openxmlformats.org/officeDocument/2006/relationships/tags" Target="../tags/tag53.xml"/><Relationship Id="rId29" Type="http://schemas.openxmlformats.org/officeDocument/2006/relationships/tags" Target="../tags/tag79.xml"/><Relationship Id="rId28" Type="http://schemas.openxmlformats.org/officeDocument/2006/relationships/tags" Target="../tags/tag78.xml"/><Relationship Id="rId27" Type="http://schemas.openxmlformats.org/officeDocument/2006/relationships/tags" Target="../tags/tag77.xml"/><Relationship Id="rId26" Type="http://schemas.openxmlformats.org/officeDocument/2006/relationships/tags" Target="../tags/tag76.xml"/><Relationship Id="rId25" Type="http://schemas.openxmlformats.org/officeDocument/2006/relationships/tags" Target="../tags/tag75.xml"/><Relationship Id="rId24" Type="http://schemas.openxmlformats.org/officeDocument/2006/relationships/tags" Target="../tags/tag74.xml"/><Relationship Id="rId23" Type="http://schemas.openxmlformats.org/officeDocument/2006/relationships/tags" Target="../tags/tag73.xml"/><Relationship Id="rId22" Type="http://schemas.openxmlformats.org/officeDocument/2006/relationships/tags" Target="../tags/tag7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tags" Target="../tags/tag5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848013" y="2661073"/>
            <a:ext cx="6826673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{topic}</a:t>
            </a:r>
            <a:endParaRPr lang="en-US" sz="48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5377" flipH="1" flipV="1">
            <a:off x="-1381592" y="-801447"/>
            <a:ext cx="6730501" cy="606108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85734" flipH="1" flipV="1">
            <a:off x="8213701" y="5448877"/>
            <a:ext cx="5365667" cy="4831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iamond 3"/>
          <p:cNvSpPr/>
          <p:nvPr/>
        </p:nvSpPr>
        <p:spPr bwMode="auto">
          <a:xfrm>
            <a:off x="1096010" y="1682115"/>
            <a:ext cx="3959225" cy="3873500"/>
          </a:xfrm>
          <a:prstGeom prst="diamond">
            <a:avLst/>
          </a:prstGeom>
          <a:solidFill>
            <a:schemeClr val="tx2">
              <a:lumMod val="20000"/>
              <a:lumOff val="80000"/>
              <a:alpha val="35000"/>
            </a:schemeClr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7" name="Diamond 4"/>
          <p:cNvSpPr/>
          <p:nvPr/>
        </p:nvSpPr>
        <p:spPr bwMode="auto">
          <a:xfrm>
            <a:off x="1532255" y="2051050"/>
            <a:ext cx="3189605" cy="3121025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2" name="Diamond 5"/>
          <p:cNvSpPr/>
          <p:nvPr/>
        </p:nvSpPr>
        <p:spPr bwMode="auto">
          <a:xfrm>
            <a:off x="1019175" y="2433320"/>
            <a:ext cx="2371725" cy="2371725"/>
          </a:xfrm>
          <a:prstGeom prst="diamond">
            <a:avLst/>
          </a:prstGeom>
          <a:solidFill>
            <a:schemeClr val="accent1"/>
          </a:solidFill>
          <a:ln w="50800">
            <a:noFill/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4" name="TextBox 7"/>
          <p:cNvSpPr txBox="1"/>
          <p:nvPr/>
        </p:nvSpPr>
        <p:spPr>
          <a:xfrm>
            <a:off x="1395095" y="3056255"/>
            <a:ext cx="1542415" cy="579755"/>
          </a:xfrm>
          <a:prstGeom prst="rect">
            <a:avLst/>
          </a:prstGeom>
          <a:noFill/>
        </p:spPr>
        <p:txBody>
          <a:bodyPr wrap="square" lIns="0" tIns="0" rIns="0" bIns="0">
            <a:normAutofit fontScale="67500" lnSpcReduction="20000"/>
          </a:bodyPr>
          <a:lstStyle/>
          <a:p>
            <a:pPr algn="ctr"/>
            <a:r>
              <a:rPr lang="zh-CN" altLang="en-US" sz="5865">
                <a:solidFill>
                  <a:schemeClr val="bg1"/>
                </a:solidFill>
              </a:rPr>
              <a:t>目录</a:t>
            </a:r>
            <a:endParaRPr lang="zh-CN" altLang="en-US" sz="5865">
              <a:solidFill>
                <a:schemeClr val="bg1"/>
              </a:solidFill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1395095" y="3721735"/>
            <a:ext cx="1542415" cy="184785"/>
          </a:xfrm>
          <a:prstGeom prst="rect">
            <a:avLst/>
          </a:prstGeom>
          <a:noFill/>
        </p:spPr>
        <p:txBody>
          <a:bodyPr wrap="square" lIns="0" tIns="0" rIns="0" bIns="0">
            <a:normAutofit fontScale="57500" lnSpcReduction="20000"/>
          </a:bodyPr>
          <a:lstStyle/>
          <a:p>
            <a:pPr algn="ctr"/>
            <a:r>
              <a:rPr lang="en-US" altLang="zh-CN" sz="1865">
                <a:solidFill>
                  <a:schemeClr val="bg1"/>
                </a:solidFill>
              </a:rPr>
              <a:t>CONTENTS</a:t>
            </a:r>
            <a:endParaRPr lang="en-US" altLang="zh-CN" sz="1865">
              <a:solidFill>
                <a:schemeClr val="bg1"/>
              </a:solidFill>
            </a:endParaRPr>
          </a:p>
        </p:txBody>
      </p:sp>
      <p:sp>
        <p:nvSpPr>
          <p:cNvPr id="6" name="Diamond 11"/>
          <p:cNvSpPr/>
          <p:nvPr/>
        </p:nvSpPr>
        <p:spPr bwMode="auto">
          <a:xfrm>
            <a:off x="2831532" y="1460953"/>
            <a:ext cx="986397" cy="986396"/>
          </a:xfrm>
          <a:prstGeom prst="diamond">
            <a:avLst/>
          </a:prstGeom>
          <a:solidFill>
            <a:schemeClr val="accent2"/>
          </a:solidFill>
          <a:ln w="19050">
            <a:noFill/>
            <a:round/>
          </a:ln>
        </p:spPr>
        <p:txBody>
          <a:bodyPr vert="horz" wrap="none" lIns="121920" tIns="60960" rIns="121920" bIns="60960" anchor="ctr" anchorCtr="1" compatLnSpc="1">
            <a:normAutofit fontScale="72500"/>
          </a:bodyPr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en-US" altLang="zh-CN" sz="3200" b="1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Diamond 12"/>
          <p:cNvSpPr/>
          <p:nvPr/>
        </p:nvSpPr>
        <p:spPr bwMode="auto">
          <a:xfrm>
            <a:off x="3695776" y="2891057"/>
            <a:ext cx="986397" cy="986396"/>
          </a:xfrm>
          <a:prstGeom prst="diamond">
            <a:avLst/>
          </a:prstGeom>
          <a:solidFill>
            <a:schemeClr val="accent3"/>
          </a:solidFill>
          <a:ln w="19050">
            <a:noFill/>
            <a:round/>
          </a:ln>
        </p:spPr>
        <p:txBody>
          <a:bodyPr vert="horz" wrap="none" lIns="121920" tIns="60960" rIns="121920" bIns="60960" anchor="ctr" anchorCtr="1" compatLnSpc="1">
            <a:normAutofit fontScale="72500"/>
          </a:bodyPr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en-US" altLang="zh-CN" sz="3200" b="1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Diamond 13"/>
          <p:cNvSpPr/>
          <p:nvPr/>
        </p:nvSpPr>
        <p:spPr bwMode="auto">
          <a:xfrm>
            <a:off x="3215716" y="4388953"/>
            <a:ext cx="986397" cy="986396"/>
          </a:xfrm>
          <a:prstGeom prst="diamond">
            <a:avLst/>
          </a:prstGeom>
          <a:solidFill>
            <a:schemeClr val="accent4"/>
          </a:solidFill>
          <a:ln w="19050">
            <a:noFill/>
            <a:round/>
          </a:ln>
        </p:spPr>
        <p:txBody>
          <a:bodyPr vert="horz" wrap="none" lIns="121920" tIns="60960" rIns="121920" bIns="60960" anchor="ctr" anchorCtr="1" compatLnSpc="1">
            <a:normAutofit fontScale="72500"/>
          </a:bodyPr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en-US" altLang="zh-CN" sz="3200" b="1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00027" y="1518073"/>
            <a:ext cx="3394287" cy="712047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lstStyle/>
          <a:p>
            <a:r>
              <a:rPr lang="en-US" altLang="zh-CN" sz="3735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{title_1}</a:t>
            </a:r>
            <a:endParaRPr lang="en-US" altLang="zh-CN" sz="3735" b="1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23"/>
          <p:cNvSpPr txBox="1"/>
          <p:nvPr/>
        </p:nvSpPr>
        <p:spPr>
          <a:xfrm>
            <a:off x="4395047" y="3015827"/>
            <a:ext cx="4258733" cy="690033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lstStyle/>
          <a:p>
            <a:r>
              <a:rPr lang="en-US" altLang="zh-CN" sz="3735" b="1">
                <a:solidFill>
                  <a:schemeClr val="accent2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{title_2}</a:t>
            </a:r>
            <a:endParaRPr lang="en-US" altLang="zh-CN" sz="3735" b="1">
              <a:solidFill>
                <a:schemeClr val="accent2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9"/>
          <p:cNvSpPr txBox="1"/>
          <p:nvPr/>
        </p:nvSpPr>
        <p:spPr>
          <a:xfrm>
            <a:off x="3889587" y="4494953"/>
            <a:ext cx="5468620" cy="712047"/>
          </a:xfrm>
          <a:prstGeom prst="rect">
            <a:avLst/>
          </a:prstGeom>
          <a:noFill/>
        </p:spPr>
        <p:txBody>
          <a:bodyPr wrap="none" lIns="480000" tIns="0" rIns="0" bIns="0" anchor="b" anchorCtr="0">
            <a:noAutofit/>
          </a:bodyPr>
          <a:p>
            <a:r>
              <a:rPr lang="en-US" altLang="zh-CN" sz="3735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{title_3}</a:t>
            </a:r>
            <a:endParaRPr lang="en-US" altLang="zh-CN" sz="3735" b="1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887520" y="2852875"/>
            <a:ext cx="5885156" cy="656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265" b="1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{title}</a:t>
            </a:r>
            <a:endParaRPr lang="zh-CN" altLang="zh-CN" sz="4265" b="1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84402" flipH="1" flipV="1">
            <a:off x="7065801" y="1684264"/>
            <a:ext cx="5333767" cy="4803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8"/>
          <p:cNvSpPr/>
          <p:nvPr>
            <p:custDataLst>
              <p:tags r:id="rId1"/>
            </p:custDataLst>
          </p:nvPr>
        </p:nvSpPr>
        <p:spPr bwMode="auto">
          <a:xfrm>
            <a:off x="10159365" y="5813425"/>
            <a:ext cx="612775" cy="712470"/>
          </a:xfrm>
          <a:custGeom>
            <a:avLst/>
            <a:gdLst>
              <a:gd name="T0" fmla="*/ 106 w 395"/>
              <a:gd name="T1" fmla="*/ 5 h 183"/>
              <a:gd name="T2" fmla="*/ 105 w 395"/>
              <a:gd name="T3" fmla="*/ 5 h 183"/>
              <a:gd name="T4" fmla="*/ 85 w 395"/>
              <a:gd name="T5" fmla="*/ 21 h 183"/>
              <a:gd name="T6" fmla="*/ 46 w 395"/>
              <a:gd name="T7" fmla="*/ 62 h 183"/>
              <a:gd name="T8" fmla="*/ 105 w 395"/>
              <a:gd name="T9" fmla="*/ 28 h 183"/>
              <a:gd name="T10" fmla="*/ 158 w 395"/>
              <a:gd name="T11" fmla="*/ 12 h 183"/>
              <a:gd name="T12" fmla="*/ 127 w 395"/>
              <a:gd name="T13" fmla="*/ 61 h 183"/>
              <a:gd name="T14" fmla="*/ 116 w 395"/>
              <a:gd name="T15" fmla="*/ 74 h 183"/>
              <a:gd name="T16" fmla="*/ 70 w 395"/>
              <a:gd name="T17" fmla="*/ 87 h 183"/>
              <a:gd name="T18" fmla="*/ 18 w 395"/>
              <a:gd name="T19" fmla="*/ 113 h 183"/>
              <a:gd name="T20" fmla="*/ 85 w 395"/>
              <a:gd name="T21" fmla="*/ 93 h 183"/>
              <a:gd name="T22" fmla="*/ 98 w 395"/>
              <a:gd name="T23" fmla="*/ 92 h 183"/>
              <a:gd name="T24" fmla="*/ 0 w 395"/>
              <a:gd name="T25" fmla="*/ 174 h 183"/>
              <a:gd name="T26" fmla="*/ 127 w 395"/>
              <a:gd name="T27" fmla="*/ 98 h 183"/>
              <a:gd name="T28" fmla="*/ 194 w 395"/>
              <a:gd name="T29" fmla="*/ 40 h 183"/>
              <a:gd name="T30" fmla="*/ 211 w 395"/>
              <a:gd name="T31" fmla="*/ 79 h 183"/>
              <a:gd name="T32" fmla="*/ 251 w 395"/>
              <a:gd name="T33" fmla="*/ 183 h 183"/>
              <a:gd name="T34" fmla="*/ 234 w 395"/>
              <a:gd name="T35" fmla="*/ 95 h 183"/>
              <a:gd name="T36" fmla="*/ 250 w 395"/>
              <a:gd name="T37" fmla="*/ 102 h 183"/>
              <a:gd name="T38" fmla="*/ 283 w 395"/>
              <a:gd name="T39" fmla="*/ 110 h 183"/>
              <a:gd name="T40" fmla="*/ 246 w 395"/>
              <a:gd name="T41" fmla="*/ 94 h 183"/>
              <a:gd name="T42" fmla="*/ 233 w 395"/>
              <a:gd name="T43" fmla="*/ 84 h 183"/>
              <a:gd name="T44" fmla="*/ 233 w 395"/>
              <a:gd name="T45" fmla="*/ 63 h 183"/>
              <a:gd name="T46" fmla="*/ 241 w 395"/>
              <a:gd name="T47" fmla="*/ 28 h 183"/>
              <a:gd name="T48" fmla="*/ 243 w 395"/>
              <a:gd name="T49" fmla="*/ 28 h 183"/>
              <a:gd name="T50" fmla="*/ 276 w 395"/>
              <a:gd name="T51" fmla="*/ 62 h 183"/>
              <a:gd name="T52" fmla="*/ 327 w 395"/>
              <a:gd name="T53" fmla="*/ 162 h 183"/>
              <a:gd name="T54" fmla="*/ 303 w 395"/>
              <a:gd name="T55" fmla="*/ 71 h 183"/>
              <a:gd name="T56" fmla="*/ 299 w 395"/>
              <a:gd name="T57" fmla="*/ 61 h 183"/>
              <a:gd name="T58" fmla="*/ 323 w 395"/>
              <a:gd name="T59" fmla="*/ 72 h 183"/>
              <a:gd name="T60" fmla="*/ 380 w 395"/>
              <a:gd name="T61" fmla="*/ 86 h 183"/>
              <a:gd name="T62" fmla="*/ 317 w 395"/>
              <a:gd name="T63" fmla="*/ 58 h 183"/>
              <a:gd name="T64" fmla="*/ 288 w 395"/>
              <a:gd name="T65" fmla="*/ 34 h 183"/>
              <a:gd name="T66" fmla="*/ 279 w 395"/>
              <a:gd name="T67" fmla="*/ 12 h 183"/>
              <a:gd name="T68" fmla="*/ 336 w 395"/>
              <a:gd name="T69" fmla="*/ 28 h 183"/>
              <a:gd name="T70" fmla="*/ 395 w 395"/>
              <a:gd name="T71" fmla="*/ 62 h 183"/>
              <a:gd name="T72" fmla="*/ 360 w 395"/>
              <a:gd name="T73" fmla="*/ 17 h 183"/>
              <a:gd name="T74" fmla="*/ 354 w 395"/>
              <a:gd name="T75" fmla="*/ 13 h 183"/>
              <a:gd name="T76" fmla="*/ 329 w 395"/>
              <a:gd name="T77" fmla="*/ 0 h 183"/>
              <a:gd name="T78" fmla="*/ 112 w 395"/>
              <a:gd name="T79" fmla="*/ 0 h 183"/>
              <a:gd name="T80" fmla="*/ 106 w 395"/>
              <a:gd name="T81" fmla="*/ 5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95" h="183">
                <a:moveTo>
                  <a:pt x="106" y="5"/>
                </a:moveTo>
                <a:cubicBezTo>
                  <a:pt x="105" y="5"/>
                  <a:pt x="105" y="5"/>
                  <a:pt x="105" y="5"/>
                </a:cubicBezTo>
                <a:cubicBezTo>
                  <a:pt x="99" y="10"/>
                  <a:pt x="92" y="15"/>
                  <a:pt x="85" y="21"/>
                </a:cubicBezTo>
                <a:cubicBezTo>
                  <a:pt x="64" y="35"/>
                  <a:pt x="46" y="62"/>
                  <a:pt x="46" y="62"/>
                </a:cubicBezTo>
                <a:cubicBezTo>
                  <a:pt x="46" y="62"/>
                  <a:pt x="86" y="37"/>
                  <a:pt x="105" y="28"/>
                </a:cubicBezTo>
                <a:cubicBezTo>
                  <a:pt x="115" y="24"/>
                  <a:pt x="138" y="17"/>
                  <a:pt x="158" y="12"/>
                </a:cubicBezTo>
                <a:cubicBezTo>
                  <a:pt x="149" y="29"/>
                  <a:pt x="139" y="46"/>
                  <a:pt x="127" y="61"/>
                </a:cubicBezTo>
                <a:cubicBezTo>
                  <a:pt x="124" y="65"/>
                  <a:pt x="120" y="69"/>
                  <a:pt x="116" y="74"/>
                </a:cubicBezTo>
                <a:cubicBezTo>
                  <a:pt x="102" y="77"/>
                  <a:pt x="81" y="83"/>
                  <a:pt x="70" y="87"/>
                </a:cubicBezTo>
                <a:cubicBezTo>
                  <a:pt x="52" y="93"/>
                  <a:pt x="18" y="113"/>
                  <a:pt x="18" y="113"/>
                </a:cubicBezTo>
                <a:cubicBezTo>
                  <a:pt x="18" y="113"/>
                  <a:pt x="62" y="97"/>
                  <a:pt x="85" y="93"/>
                </a:cubicBezTo>
                <a:cubicBezTo>
                  <a:pt x="89" y="93"/>
                  <a:pt x="94" y="92"/>
                  <a:pt x="98" y="92"/>
                </a:cubicBezTo>
                <a:cubicBezTo>
                  <a:pt x="56" y="131"/>
                  <a:pt x="0" y="174"/>
                  <a:pt x="0" y="174"/>
                </a:cubicBezTo>
                <a:cubicBezTo>
                  <a:pt x="0" y="174"/>
                  <a:pt x="91" y="128"/>
                  <a:pt x="127" y="98"/>
                </a:cubicBezTo>
                <a:cubicBezTo>
                  <a:pt x="145" y="84"/>
                  <a:pt x="171" y="61"/>
                  <a:pt x="194" y="40"/>
                </a:cubicBezTo>
                <a:cubicBezTo>
                  <a:pt x="202" y="52"/>
                  <a:pt x="209" y="66"/>
                  <a:pt x="211" y="79"/>
                </a:cubicBezTo>
                <a:cubicBezTo>
                  <a:pt x="218" y="112"/>
                  <a:pt x="251" y="183"/>
                  <a:pt x="251" y="183"/>
                </a:cubicBezTo>
                <a:cubicBezTo>
                  <a:pt x="251" y="183"/>
                  <a:pt x="239" y="135"/>
                  <a:pt x="234" y="95"/>
                </a:cubicBezTo>
                <a:cubicBezTo>
                  <a:pt x="240" y="98"/>
                  <a:pt x="246" y="100"/>
                  <a:pt x="250" y="102"/>
                </a:cubicBezTo>
                <a:cubicBezTo>
                  <a:pt x="260" y="106"/>
                  <a:pt x="283" y="110"/>
                  <a:pt x="283" y="110"/>
                </a:cubicBezTo>
                <a:cubicBezTo>
                  <a:pt x="283" y="110"/>
                  <a:pt x="257" y="101"/>
                  <a:pt x="246" y="94"/>
                </a:cubicBezTo>
                <a:cubicBezTo>
                  <a:pt x="241" y="91"/>
                  <a:pt x="237" y="87"/>
                  <a:pt x="233" y="84"/>
                </a:cubicBezTo>
                <a:cubicBezTo>
                  <a:pt x="233" y="76"/>
                  <a:pt x="232" y="69"/>
                  <a:pt x="233" y="63"/>
                </a:cubicBezTo>
                <a:cubicBezTo>
                  <a:pt x="234" y="50"/>
                  <a:pt x="237" y="38"/>
                  <a:pt x="241" y="28"/>
                </a:cubicBezTo>
                <a:cubicBezTo>
                  <a:pt x="242" y="28"/>
                  <a:pt x="243" y="28"/>
                  <a:pt x="243" y="28"/>
                </a:cubicBezTo>
                <a:cubicBezTo>
                  <a:pt x="253" y="37"/>
                  <a:pt x="265" y="49"/>
                  <a:pt x="276" y="62"/>
                </a:cubicBezTo>
                <a:cubicBezTo>
                  <a:pt x="298" y="92"/>
                  <a:pt x="327" y="162"/>
                  <a:pt x="327" y="162"/>
                </a:cubicBezTo>
                <a:cubicBezTo>
                  <a:pt x="327" y="162"/>
                  <a:pt x="315" y="99"/>
                  <a:pt x="303" y="71"/>
                </a:cubicBezTo>
                <a:cubicBezTo>
                  <a:pt x="302" y="68"/>
                  <a:pt x="300" y="65"/>
                  <a:pt x="299" y="61"/>
                </a:cubicBezTo>
                <a:cubicBezTo>
                  <a:pt x="308" y="65"/>
                  <a:pt x="317" y="69"/>
                  <a:pt x="323" y="72"/>
                </a:cubicBezTo>
                <a:cubicBezTo>
                  <a:pt x="341" y="79"/>
                  <a:pt x="380" y="86"/>
                  <a:pt x="380" y="86"/>
                </a:cubicBezTo>
                <a:cubicBezTo>
                  <a:pt x="380" y="86"/>
                  <a:pt x="336" y="70"/>
                  <a:pt x="317" y="58"/>
                </a:cubicBezTo>
                <a:cubicBezTo>
                  <a:pt x="304" y="49"/>
                  <a:pt x="293" y="40"/>
                  <a:pt x="288" y="34"/>
                </a:cubicBezTo>
                <a:cubicBezTo>
                  <a:pt x="285" y="27"/>
                  <a:pt x="282" y="20"/>
                  <a:pt x="279" y="12"/>
                </a:cubicBezTo>
                <a:cubicBezTo>
                  <a:pt x="298" y="17"/>
                  <a:pt x="321" y="24"/>
                  <a:pt x="336" y="28"/>
                </a:cubicBezTo>
                <a:cubicBezTo>
                  <a:pt x="367" y="38"/>
                  <a:pt x="395" y="62"/>
                  <a:pt x="395" y="62"/>
                </a:cubicBezTo>
                <a:cubicBezTo>
                  <a:pt x="395" y="62"/>
                  <a:pt x="381" y="31"/>
                  <a:pt x="360" y="17"/>
                </a:cubicBezTo>
                <a:cubicBezTo>
                  <a:pt x="358" y="15"/>
                  <a:pt x="356" y="14"/>
                  <a:pt x="354" y="13"/>
                </a:cubicBezTo>
                <a:cubicBezTo>
                  <a:pt x="347" y="8"/>
                  <a:pt x="338" y="4"/>
                  <a:pt x="329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110" y="1"/>
                  <a:pt x="108" y="3"/>
                  <a:pt x="106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1" name="Freeform: Shape 37"/>
          <p:cNvSpPr/>
          <p:nvPr>
            <p:custDataLst>
              <p:tags r:id="rId2"/>
            </p:custDataLst>
          </p:nvPr>
        </p:nvSpPr>
        <p:spPr bwMode="auto">
          <a:xfrm>
            <a:off x="10071100" y="1579245"/>
            <a:ext cx="721995" cy="590550"/>
          </a:xfrm>
          <a:custGeom>
            <a:avLst/>
            <a:gdLst>
              <a:gd name="T0" fmla="*/ 442 w 501"/>
              <a:gd name="T1" fmla="*/ 374 h 409"/>
              <a:gd name="T2" fmla="*/ 168 w 501"/>
              <a:gd name="T3" fmla="*/ 264 h 409"/>
              <a:gd name="T4" fmla="*/ 0 w 501"/>
              <a:gd name="T5" fmla="*/ 7 h 409"/>
              <a:gd name="T6" fmla="*/ 451 w 501"/>
              <a:gd name="T7" fmla="*/ 171 h 409"/>
              <a:gd name="T8" fmla="*/ 463 w 501"/>
              <a:gd name="T9" fmla="*/ 357 h 409"/>
              <a:gd name="T10" fmla="*/ 442 w 501"/>
              <a:gd name="T11" fmla="*/ 374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1" h="409">
                <a:moveTo>
                  <a:pt x="442" y="374"/>
                </a:moveTo>
                <a:cubicBezTo>
                  <a:pt x="324" y="409"/>
                  <a:pt x="212" y="382"/>
                  <a:pt x="168" y="264"/>
                </a:cubicBezTo>
                <a:cubicBezTo>
                  <a:pt x="122" y="144"/>
                  <a:pt x="81" y="59"/>
                  <a:pt x="0" y="7"/>
                </a:cubicBezTo>
                <a:cubicBezTo>
                  <a:pt x="181" y="0"/>
                  <a:pt x="347" y="28"/>
                  <a:pt x="451" y="171"/>
                </a:cubicBezTo>
                <a:cubicBezTo>
                  <a:pt x="501" y="243"/>
                  <a:pt x="495" y="305"/>
                  <a:pt x="463" y="357"/>
                </a:cubicBezTo>
                <a:lnTo>
                  <a:pt x="442" y="3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2" name="Freeform: Shape 38"/>
          <p:cNvSpPr/>
          <p:nvPr>
            <p:custDataLst>
              <p:tags r:id="rId3"/>
            </p:custDataLst>
          </p:nvPr>
        </p:nvSpPr>
        <p:spPr bwMode="auto">
          <a:xfrm>
            <a:off x="11044555" y="1739265"/>
            <a:ext cx="615315" cy="471170"/>
          </a:xfrm>
          <a:custGeom>
            <a:avLst/>
            <a:gdLst>
              <a:gd name="T0" fmla="*/ 36 w 427"/>
              <a:gd name="T1" fmla="*/ 265 h 327"/>
              <a:gd name="T2" fmla="*/ 268 w 427"/>
              <a:gd name="T3" fmla="*/ 221 h 327"/>
              <a:gd name="T4" fmla="*/ 427 w 427"/>
              <a:gd name="T5" fmla="*/ 29 h 327"/>
              <a:gd name="T6" fmla="*/ 99 w 427"/>
              <a:gd name="T7" fmla="*/ 80 h 327"/>
              <a:gd name="T8" fmla="*/ 25 w 427"/>
              <a:gd name="T9" fmla="*/ 246 h 327"/>
              <a:gd name="T10" fmla="*/ 36 w 427"/>
              <a:gd name="T11" fmla="*/ 265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7" h="327">
                <a:moveTo>
                  <a:pt x="36" y="265"/>
                </a:moveTo>
                <a:cubicBezTo>
                  <a:pt x="115" y="327"/>
                  <a:pt x="213" y="322"/>
                  <a:pt x="268" y="221"/>
                </a:cubicBezTo>
                <a:cubicBezTo>
                  <a:pt x="308" y="145"/>
                  <a:pt x="348" y="77"/>
                  <a:pt x="427" y="29"/>
                </a:cubicBezTo>
                <a:cubicBezTo>
                  <a:pt x="305" y="0"/>
                  <a:pt x="194" y="8"/>
                  <a:pt x="99" y="80"/>
                </a:cubicBezTo>
                <a:cubicBezTo>
                  <a:pt x="99" y="80"/>
                  <a:pt x="0" y="141"/>
                  <a:pt x="25" y="246"/>
                </a:cubicBezTo>
                <a:lnTo>
                  <a:pt x="36" y="2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3" name="Freeform: Shape 39"/>
          <p:cNvSpPr/>
          <p:nvPr>
            <p:custDataLst>
              <p:tags r:id="rId4"/>
            </p:custDataLst>
          </p:nvPr>
        </p:nvSpPr>
        <p:spPr bwMode="auto">
          <a:xfrm>
            <a:off x="9689465" y="2014855"/>
            <a:ext cx="2186305" cy="3075305"/>
          </a:xfrm>
          <a:custGeom>
            <a:avLst/>
            <a:gdLst>
              <a:gd name="T0" fmla="*/ 243 w 1517"/>
              <a:gd name="T1" fmla="*/ 1096 h 2133"/>
              <a:gd name="T2" fmla="*/ 54 w 1517"/>
              <a:gd name="T3" fmla="*/ 868 h 2133"/>
              <a:gd name="T4" fmla="*/ 345 w 1517"/>
              <a:gd name="T5" fmla="*/ 1058 h 2133"/>
              <a:gd name="T6" fmla="*/ 521 w 1517"/>
              <a:gd name="T7" fmla="*/ 1132 h 2133"/>
              <a:gd name="T8" fmla="*/ 487 w 1517"/>
              <a:gd name="T9" fmla="*/ 1052 h 2133"/>
              <a:gd name="T10" fmla="*/ 442 w 1517"/>
              <a:gd name="T11" fmla="*/ 915 h 2133"/>
              <a:gd name="T12" fmla="*/ 0 w 1517"/>
              <a:gd name="T13" fmla="*/ 527 h 2133"/>
              <a:gd name="T14" fmla="*/ 422 w 1517"/>
              <a:gd name="T15" fmla="*/ 767 h 2133"/>
              <a:gd name="T16" fmla="*/ 439 w 1517"/>
              <a:gd name="T17" fmla="*/ 583 h 2133"/>
              <a:gd name="T18" fmla="*/ 274 w 1517"/>
              <a:gd name="T19" fmla="*/ 268 h 2133"/>
              <a:gd name="T20" fmla="*/ 465 w 1517"/>
              <a:gd name="T21" fmla="*/ 494 h 2133"/>
              <a:gd name="T22" fmla="*/ 562 w 1517"/>
              <a:gd name="T23" fmla="*/ 312 h 2133"/>
              <a:gd name="T24" fmla="*/ 533 w 1517"/>
              <a:gd name="T25" fmla="*/ 944 h 2133"/>
              <a:gd name="T26" fmla="*/ 748 w 1517"/>
              <a:gd name="T27" fmla="*/ 513 h 2133"/>
              <a:gd name="T28" fmla="*/ 647 w 1517"/>
              <a:gd name="T29" fmla="*/ 1177 h 2133"/>
              <a:gd name="T30" fmla="*/ 723 w 1517"/>
              <a:gd name="T31" fmla="*/ 1368 h 2133"/>
              <a:gd name="T32" fmla="*/ 894 w 1517"/>
              <a:gd name="T33" fmla="*/ 949 h 2133"/>
              <a:gd name="T34" fmla="*/ 672 w 1517"/>
              <a:gd name="T35" fmla="*/ 0 h 2133"/>
              <a:gd name="T36" fmla="*/ 859 w 1517"/>
              <a:gd name="T37" fmla="*/ 284 h 2133"/>
              <a:gd name="T38" fmla="*/ 1014 w 1517"/>
              <a:gd name="T39" fmla="*/ 21 h 2133"/>
              <a:gd name="T40" fmla="*/ 908 w 1517"/>
              <a:gd name="T41" fmla="*/ 399 h 2133"/>
              <a:gd name="T42" fmla="*/ 986 w 1517"/>
              <a:gd name="T43" fmla="*/ 893 h 2133"/>
              <a:gd name="T44" fmla="*/ 947 w 1517"/>
              <a:gd name="T45" fmla="*/ 1139 h 2133"/>
              <a:gd name="T46" fmla="*/ 1123 w 1517"/>
              <a:gd name="T47" fmla="*/ 297 h 2133"/>
              <a:gd name="T48" fmla="*/ 1147 w 1517"/>
              <a:gd name="T49" fmla="*/ 676 h 2133"/>
              <a:gd name="T50" fmla="*/ 1517 w 1517"/>
              <a:gd name="T51" fmla="*/ 551 h 2133"/>
              <a:gd name="T52" fmla="*/ 1141 w 1517"/>
              <a:gd name="T53" fmla="*/ 760 h 2133"/>
              <a:gd name="T54" fmla="*/ 1053 w 1517"/>
              <a:gd name="T55" fmla="*/ 1131 h 2133"/>
              <a:gd name="T56" fmla="*/ 1236 w 1517"/>
              <a:gd name="T57" fmla="*/ 1105 h 2133"/>
              <a:gd name="T58" fmla="*/ 1448 w 1517"/>
              <a:gd name="T59" fmla="*/ 831 h 2133"/>
              <a:gd name="T60" fmla="*/ 1299 w 1517"/>
              <a:gd name="T61" fmla="*/ 1117 h 2133"/>
              <a:gd name="T62" fmla="*/ 1500 w 1517"/>
              <a:gd name="T63" fmla="*/ 1218 h 2133"/>
              <a:gd name="T64" fmla="*/ 996 w 1517"/>
              <a:gd name="T65" fmla="*/ 1251 h 2133"/>
              <a:gd name="T66" fmla="*/ 929 w 1517"/>
              <a:gd name="T67" fmla="*/ 1357 h 2133"/>
              <a:gd name="T68" fmla="*/ 655 w 1517"/>
              <a:gd name="T69" fmla="*/ 2132 h 2133"/>
              <a:gd name="T70" fmla="*/ 389 w 1517"/>
              <a:gd name="T71" fmla="*/ 2133 h 2133"/>
              <a:gd name="T72" fmla="*/ 566 w 1517"/>
              <a:gd name="T73" fmla="*/ 1551 h 2133"/>
              <a:gd name="T74" fmla="*/ 587 w 1517"/>
              <a:gd name="T75" fmla="*/ 1364 h 2133"/>
              <a:gd name="T76" fmla="*/ 326 w 1517"/>
              <a:gd name="T77" fmla="*/ 1121 h 2133"/>
              <a:gd name="T78" fmla="*/ 323 w 1517"/>
              <a:gd name="T79" fmla="*/ 1121 h 2133"/>
              <a:gd name="T80" fmla="*/ 32 w 1517"/>
              <a:gd name="T81" fmla="*/ 1300 h 2133"/>
              <a:gd name="T82" fmla="*/ 243 w 1517"/>
              <a:gd name="T83" fmla="*/ 1096 h 2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517" h="2133">
                <a:moveTo>
                  <a:pt x="243" y="1096"/>
                </a:moveTo>
                <a:cubicBezTo>
                  <a:pt x="146" y="1058"/>
                  <a:pt x="62" y="979"/>
                  <a:pt x="54" y="868"/>
                </a:cubicBezTo>
                <a:cubicBezTo>
                  <a:pt x="86" y="1046"/>
                  <a:pt x="244" y="1042"/>
                  <a:pt x="345" y="1058"/>
                </a:cubicBezTo>
                <a:cubicBezTo>
                  <a:pt x="427" y="1070"/>
                  <a:pt x="475" y="1090"/>
                  <a:pt x="521" y="1132"/>
                </a:cubicBezTo>
                <a:cubicBezTo>
                  <a:pt x="511" y="1107"/>
                  <a:pt x="500" y="1081"/>
                  <a:pt x="487" y="1052"/>
                </a:cubicBezTo>
                <a:cubicBezTo>
                  <a:pt x="468" y="1008"/>
                  <a:pt x="453" y="962"/>
                  <a:pt x="442" y="915"/>
                </a:cubicBezTo>
                <a:cubicBezTo>
                  <a:pt x="369" y="736"/>
                  <a:pt x="235" y="531"/>
                  <a:pt x="0" y="527"/>
                </a:cubicBezTo>
                <a:cubicBezTo>
                  <a:pt x="140" y="517"/>
                  <a:pt x="304" y="621"/>
                  <a:pt x="422" y="767"/>
                </a:cubicBezTo>
                <a:cubicBezTo>
                  <a:pt x="420" y="706"/>
                  <a:pt x="426" y="644"/>
                  <a:pt x="439" y="583"/>
                </a:cubicBezTo>
                <a:cubicBezTo>
                  <a:pt x="443" y="468"/>
                  <a:pt x="409" y="341"/>
                  <a:pt x="274" y="268"/>
                </a:cubicBezTo>
                <a:cubicBezTo>
                  <a:pt x="358" y="306"/>
                  <a:pt x="433" y="384"/>
                  <a:pt x="465" y="494"/>
                </a:cubicBezTo>
                <a:cubicBezTo>
                  <a:pt x="488" y="431"/>
                  <a:pt x="520" y="370"/>
                  <a:pt x="562" y="312"/>
                </a:cubicBezTo>
                <a:cubicBezTo>
                  <a:pt x="412" y="562"/>
                  <a:pt x="458" y="770"/>
                  <a:pt x="533" y="944"/>
                </a:cubicBezTo>
                <a:cubicBezTo>
                  <a:pt x="540" y="759"/>
                  <a:pt x="630" y="606"/>
                  <a:pt x="748" y="513"/>
                </a:cubicBezTo>
                <a:cubicBezTo>
                  <a:pt x="562" y="709"/>
                  <a:pt x="577" y="987"/>
                  <a:pt x="647" y="1177"/>
                </a:cubicBezTo>
                <a:cubicBezTo>
                  <a:pt x="687" y="1254"/>
                  <a:pt x="712" y="1307"/>
                  <a:pt x="723" y="1368"/>
                </a:cubicBezTo>
                <a:cubicBezTo>
                  <a:pt x="802" y="1219"/>
                  <a:pt x="871" y="1054"/>
                  <a:pt x="894" y="949"/>
                </a:cubicBezTo>
                <a:cubicBezTo>
                  <a:pt x="946" y="713"/>
                  <a:pt x="927" y="336"/>
                  <a:pt x="672" y="0"/>
                </a:cubicBezTo>
                <a:cubicBezTo>
                  <a:pt x="738" y="76"/>
                  <a:pt x="805" y="175"/>
                  <a:pt x="859" y="284"/>
                </a:cubicBezTo>
                <a:cubicBezTo>
                  <a:pt x="872" y="168"/>
                  <a:pt x="935" y="75"/>
                  <a:pt x="1014" y="21"/>
                </a:cubicBezTo>
                <a:cubicBezTo>
                  <a:pt x="879" y="127"/>
                  <a:pt x="877" y="278"/>
                  <a:pt x="908" y="399"/>
                </a:cubicBezTo>
                <a:cubicBezTo>
                  <a:pt x="968" y="553"/>
                  <a:pt x="1003" y="725"/>
                  <a:pt x="986" y="893"/>
                </a:cubicBezTo>
                <a:cubicBezTo>
                  <a:pt x="982" y="933"/>
                  <a:pt x="969" y="1057"/>
                  <a:pt x="947" y="1139"/>
                </a:cubicBezTo>
                <a:cubicBezTo>
                  <a:pt x="1083" y="947"/>
                  <a:pt x="1170" y="665"/>
                  <a:pt x="1123" y="297"/>
                </a:cubicBezTo>
                <a:cubicBezTo>
                  <a:pt x="1146" y="409"/>
                  <a:pt x="1154" y="538"/>
                  <a:pt x="1147" y="676"/>
                </a:cubicBezTo>
                <a:cubicBezTo>
                  <a:pt x="1253" y="558"/>
                  <a:pt x="1397" y="525"/>
                  <a:pt x="1517" y="551"/>
                </a:cubicBezTo>
                <a:cubicBezTo>
                  <a:pt x="1320" y="524"/>
                  <a:pt x="1198" y="640"/>
                  <a:pt x="1141" y="760"/>
                </a:cubicBezTo>
                <a:cubicBezTo>
                  <a:pt x="1125" y="887"/>
                  <a:pt x="1100" y="1011"/>
                  <a:pt x="1053" y="1131"/>
                </a:cubicBezTo>
                <a:cubicBezTo>
                  <a:pt x="1115" y="1108"/>
                  <a:pt x="1177" y="1101"/>
                  <a:pt x="1236" y="1105"/>
                </a:cubicBezTo>
                <a:cubicBezTo>
                  <a:pt x="1336" y="1065"/>
                  <a:pt x="1433" y="985"/>
                  <a:pt x="1448" y="831"/>
                </a:cubicBezTo>
                <a:cubicBezTo>
                  <a:pt x="1445" y="933"/>
                  <a:pt x="1395" y="1045"/>
                  <a:pt x="1299" y="1117"/>
                </a:cubicBezTo>
                <a:cubicBezTo>
                  <a:pt x="1371" y="1134"/>
                  <a:pt x="1442" y="1168"/>
                  <a:pt x="1500" y="1218"/>
                </a:cubicBezTo>
                <a:cubicBezTo>
                  <a:pt x="1270" y="1137"/>
                  <a:pt x="1113" y="1167"/>
                  <a:pt x="996" y="1251"/>
                </a:cubicBezTo>
                <a:cubicBezTo>
                  <a:pt x="976" y="1286"/>
                  <a:pt x="954" y="1325"/>
                  <a:pt x="929" y="1357"/>
                </a:cubicBezTo>
                <a:cubicBezTo>
                  <a:pt x="725" y="1640"/>
                  <a:pt x="611" y="1861"/>
                  <a:pt x="655" y="2132"/>
                </a:cubicBezTo>
                <a:cubicBezTo>
                  <a:pt x="389" y="2133"/>
                  <a:pt x="389" y="2133"/>
                  <a:pt x="389" y="2133"/>
                </a:cubicBezTo>
                <a:cubicBezTo>
                  <a:pt x="379" y="1934"/>
                  <a:pt x="437" y="1735"/>
                  <a:pt x="566" y="1551"/>
                </a:cubicBezTo>
                <a:cubicBezTo>
                  <a:pt x="585" y="1482"/>
                  <a:pt x="592" y="1424"/>
                  <a:pt x="587" y="1364"/>
                </a:cubicBezTo>
                <a:cubicBezTo>
                  <a:pt x="540" y="1242"/>
                  <a:pt x="476" y="1149"/>
                  <a:pt x="326" y="1121"/>
                </a:cubicBezTo>
                <a:cubicBezTo>
                  <a:pt x="323" y="1121"/>
                  <a:pt x="323" y="1121"/>
                  <a:pt x="323" y="1121"/>
                </a:cubicBezTo>
                <a:cubicBezTo>
                  <a:pt x="217" y="1123"/>
                  <a:pt x="99" y="1161"/>
                  <a:pt x="32" y="1300"/>
                </a:cubicBezTo>
                <a:cubicBezTo>
                  <a:pt x="67" y="1213"/>
                  <a:pt x="140" y="1133"/>
                  <a:pt x="243" y="109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4" name="Freeform: Shape 40"/>
          <p:cNvSpPr/>
          <p:nvPr>
            <p:custDataLst>
              <p:tags r:id="rId5"/>
            </p:custDataLst>
          </p:nvPr>
        </p:nvSpPr>
        <p:spPr bwMode="auto">
          <a:xfrm>
            <a:off x="11209020" y="2188210"/>
            <a:ext cx="195580" cy="337185"/>
          </a:xfrm>
          <a:custGeom>
            <a:avLst/>
            <a:gdLst>
              <a:gd name="T0" fmla="*/ 83 w 136"/>
              <a:gd name="T1" fmla="*/ 230 h 234"/>
              <a:gd name="T2" fmla="*/ 85 w 136"/>
              <a:gd name="T3" fmla="*/ 229 h 234"/>
              <a:gd name="T4" fmla="*/ 85 w 136"/>
              <a:gd name="T5" fmla="*/ 229 h 234"/>
              <a:gd name="T6" fmla="*/ 120 w 136"/>
              <a:gd name="T7" fmla="*/ 143 h 234"/>
              <a:gd name="T8" fmla="*/ 112 w 136"/>
              <a:gd name="T9" fmla="*/ 0 h 234"/>
              <a:gd name="T10" fmla="*/ 4 w 136"/>
              <a:gd name="T11" fmla="*/ 159 h 234"/>
              <a:gd name="T12" fmla="*/ 70 w 136"/>
              <a:gd name="T13" fmla="*/ 230 h 234"/>
              <a:gd name="T14" fmla="*/ 83 w 136"/>
              <a:gd name="T15" fmla="*/ 229 h 234"/>
              <a:gd name="T16" fmla="*/ 83 w 136"/>
              <a:gd name="T17" fmla="*/ 230 h 234"/>
              <a:gd name="T18" fmla="*/ 87 w 136"/>
              <a:gd name="T19" fmla="*/ 44 h 234"/>
              <a:gd name="T20" fmla="*/ 87 w 136"/>
              <a:gd name="T21" fmla="*/ 44 h 234"/>
              <a:gd name="T22" fmla="*/ 87 w 136"/>
              <a:gd name="T23" fmla="*/ 4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6" h="234">
                <a:moveTo>
                  <a:pt x="83" y="230"/>
                </a:moveTo>
                <a:cubicBezTo>
                  <a:pt x="84" y="230"/>
                  <a:pt x="84" y="229"/>
                  <a:pt x="85" y="229"/>
                </a:cubicBezTo>
                <a:cubicBezTo>
                  <a:pt x="85" y="229"/>
                  <a:pt x="85" y="229"/>
                  <a:pt x="85" y="229"/>
                </a:cubicBezTo>
                <a:cubicBezTo>
                  <a:pt x="122" y="209"/>
                  <a:pt x="136" y="174"/>
                  <a:pt x="120" y="143"/>
                </a:cubicBezTo>
                <a:cubicBezTo>
                  <a:pt x="101" y="98"/>
                  <a:pt x="100" y="49"/>
                  <a:pt x="112" y="0"/>
                </a:cubicBezTo>
                <a:cubicBezTo>
                  <a:pt x="64" y="39"/>
                  <a:pt x="10" y="86"/>
                  <a:pt x="4" y="159"/>
                </a:cubicBezTo>
                <a:cubicBezTo>
                  <a:pt x="0" y="208"/>
                  <a:pt x="19" y="234"/>
                  <a:pt x="70" y="230"/>
                </a:cubicBezTo>
                <a:cubicBezTo>
                  <a:pt x="83" y="229"/>
                  <a:pt x="83" y="229"/>
                  <a:pt x="83" y="229"/>
                </a:cubicBezTo>
                <a:lnTo>
                  <a:pt x="83" y="230"/>
                </a:lnTo>
                <a:close/>
                <a:moveTo>
                  <a:pt x="87" y="44"/>
                </a:moveTo>
                <a:cubicBezTo>
                  <a:pt x="87" y="44"/>
                  <a:pt x="87" y="44"/>
                  <a:pt x="87" y="44"/>
                </a:cubicBezTo>
                <a:cubicBezTo>
                  <a:pt x="87" y="44"/>
                  <a:pt x="87" y="44"/>
                  <a:pt x="87" y="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5" name="Freeform: Shape 41"/>
          <p:cNvSpPr/>
          <p:nvPr/>
        </p:nvSpPr>
        <p:spPr bwMode="auto">
          <a:xfrm>
            <a:off x="11767820" y="2654300"/>
            <a:ext cx="661670" cy="434975"/>
          </a:xfrm>
          <a:custGeom>
            <a:avLst/>
            <a:gdLst>
              <a:gd name="T0" fmla="*/ 0 w 459"/>
              <a:gd name="T1" fmla="*/ 113 h 302"/>
              <a:gd name="T2" fmla="*/ 197 w 459"/>
              <a:gd name="T3" fmla="*/ 278 h 302"/>
              <a:gd name="T4" fmla="*/ 459 w 459"/>
              <a:gd name="T5" fmla="*/ 277 h 302"/>
              <a:gd name="T6" fmla="*/ 189 w 459"/>
              <a:gd name="T7" fmla="*/ 36 h 302"/>
              <a:gd name="T8" fmla="*/ 12 w 459"/>
              <a:gd name="T9" fmla="*/ 85 h 302"/>
              <a:gd name="T10" fmla="*/ 12 w 459"/>
              <a:gd name="T11" fmla="*/ 85 h 302"/>
              <a:gd name="T12" fmla="*/ 12 w 459"/>
              <a:gd name="T13" fmla="*/ 85 h 302"/>
              <a:gd name="T14" fmla="*/ 7 w 459"/>
              <a:gd name="T15" fmla="*/ 91 h 302"/>
              <a:gd name="T16" fmla="*/ 9 w 459"/>
              <a:gd name="T17" fmla="*/ 91 h 302"/>
              <a:gd name="T18" fmla="*/ 0 w 459"/>
              <a:gd name="T19" fmla="*/ 113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59" h="302">
                <a:moveTo>
                  <a:pt x="0" y="113"/>
                </a:moveTo>
                <a:cubicBezTo>
                  <a:pt x="7" y="226"/>
                  <a:pt x="79" y="302"/>
                  <a:pt x="197" y="278"/>
                </a:cubicBezTo>
                <a:cubicBezTo>
                  <a:pt x="285" y="260"/>
                  <a:pt x="367" y="245"/>
                  <a:pt x="459" y="277"/>
                </a:cubicBezTo>
                <a:cubicBezTo>
                  <a:pt x="397" y="155"/>
                  <a:pt x="309" y="65"/>
                  <a:pt x="189" y="36"/>
                </a:cubicBezTo>
                <a:cubicBezTo>
                  <a:pt x="189" y="36"/>
                  <a:pt x="78" y="0"/>
                  <a:pt x="12" y="85"/>
                </a:cubicBezTo>
                <a:cubicBezTo>
                  <a:pt x="12" y="85"/>
                  <a:pt x="12" y="85"/>
                  <a:pt x="12" y="85"/>
                </a:cubicBezTo>
                <a:cubicBezTo>
                  <a:pt x="12" y="85"/>
                  <a:pt x="12" y="85"/>
                  <a:pt x="12" y="85"/>
                </a:cubicBezTo>
                <a:cubicBezTo>
                  <a:pt x="10" y="87"/>
                  <a:pt x="9" y="89"/>
                  <a:pt x="7" y="91"/>
                </a:cubicBezTo>
                <a:cubicBezTo>
                  <a:pt x="8" y="91"/>
                  <a:pt x="8" y="91"/>
                  <a:pt x="9" y="91"/>
                </a:cubicBezTo>
                <a:lnTo>
                  <a:pt x="0" y="1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6" name="Freeform: Shape 42"/>
          <p:cNvSpPr/>
          <p:nvPr>
            <p:custDataLst>
              <p:tags r:id="rId6"/>
            </p:custDataLst>
          </p:nvPr>
        </p:nvSpPr>
        <p:spPr bwMode="auto">
          <a:xfrm>
            <a:off x="11687810" y="2978150"/>
            <a:ext cx="186055" cy="303530"/>
          </a:xfrm>
          <a:custGeom>
            <a:avLst/>
            <a:gdLst>
              <a:gd name="T0" fmla="*/ 50 w 129"/>
              <a:gd name="T1" fmla="*/ 211 h 211"/>
              <a:gd name="T2" fmla="*/ 44 w 129"/>
              <a:gd name="T3" fmla="*/ 209 h 211"/>
              <a:gd name="T4" fmla="*/ 44 w 129"/>
              <a:gd name="T5" fmla="*/ 209 h 211"/>
              <a:gd name="T6" fmla="*/ 44 w 129"/>
              <a:gd name="T7" fmla="*/ 209 h 211"/>
              <a:gd name="T8" fmla="*/ 9 w 129"/>
              <a:gd name="T9" fmla="*/ 134 h 211"/>
              <a:gd name="T10" fmla="*/ 1 w 129"/>
              <a:gd name="T11" fmla="*/ 0 h 211"/>
              <a:gd name="T12" fmla="*/ 121 w 129"/>
              <a:gd name="T13" fmla="*/ 134 h 211"/>
              <a:gd name="T14" fmla="*/ 57 w 129"/>
              <a:gd name="T15" fmla="*/ 211 h 211"/>
              <a:gd name="T16" fmla="*/ 50 w 129"/>
              <a:gd name="T17" fmla="*/ 210 h 211"/>
              <a:gd name="T18" fmla="*/ 50 w 129"/>
              <a:gd name="T19" fmla="*/ 21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9" h="211">
                <a:moveTo>
                  <a:pt x="50" y="211"/>
                </a:moveTo>
                <a:cubicBezTo>
                  <a:pt x="48" y="211"/>
                  <a:pt x="46" y="210"/>
                  <a:pt x="44" y="209"/>
                </a:cubicBezTo>
                <a:cubicBezTo>
                  <a:pt x="44" y="209"/>
                  <a:pt x="44" y="209"/>
                  <a:pt x="44" y="209"/>
                </a:cubicBezTo>
                <a:cubicBezTo>
                  <a:pt x="44" y="209"/>
                  <a:pt x="44" y="209"/>
                  <a:pt x="44" y="209"/>
                </a:cubicBezTo>
                <a:cubicBezTo>
                  <a:pt x="10" y="195"/>
                  <a:pt x="0" y="165"/>
                  <a:pt x="9" y="134"/>
                </a:cubicBezTo>
                <a:cubicBezTo>
                  <a:pt x="21" y="88"/>
                  <a:pt x="18" y="45"/>
                  <a:pt x="1" y="0"/>
                </a:cubicBezTo>
                <a:cubicBezTo>
                  <a:pt x="51" y="31"/>
                  <a:pt x="106" y="67"/>
                  <a:pt x="121" y="134"/>
                </a:cubicBezTo>
                <a:cubicBezTo>
                  <a:pt x="129" y="180"/>
                  <a:pt x="109" y="207"/>
                  <a:pt x="57" y="211"/>
                </a:cubicBezTo>
                <a:cubicBezTo>
                  <a:pt x="50" y="210"/>
                  <a:pt x="50" y="210"/>
                  <a:pt x="50" y="210"/>
                </a:cubicBezTo>
                <a:lnTo>
                  <a:pt x="50" y="2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7" name="Freeform: Shape 43"/>
          <p:cNvSpPr/>
          <p:nvPr/>
        </p:nvSpPr>
        <p:spPr bwMode="auto">
          <a:xfrm>
            <a:off x="11750675" y="3609975"/>
            <a:ext cx="521970" cy="730885"/>
          </a:xfrm>
          <a:custGeom>
            <a:avLst/>
            <a:gdLst>
              <a:gd name="T0" fmla="*/ 28 w 362"/>
              <a:gd name="T1" fmla="*/ 104 h 507"/>
              <a:gd name="T2" fmla="*/ 25 w 362"/>
              <a:gd name="T3" fmla="*/ 116 h 507"/>
              <a:gd name="T4" fmla="*/ 102 w 362"/>
              <a:gd name="T5" fmla="*/ 291 h 507"/>
              <a:gd name="T6" fmla="*/ 319 w 362"/>
              <a:gd name="T7" fmla="*/ 507 h 507"/>
              <a:gd name="T8" fmla="*/ 266 w 362"/>
              <a:gd name="T9" fmla="*/ 83 h 507"/>
              <a:gd name="T10" fmla="*/ 48 w 362"/>
              <a:gd name="T11" fmla="*/ 78 h 507"/>
              <a:gd name="T12" fmla="*/ 48 w 362"/>
              <a:gd name="T13" fmla="*/ 78 h 507"/>
              <a:gd name="T14" fmla="*/ 48 w 362"/>
              <a:gd name="T15" fmla="*/ 78 h 507"/>
              <a:gd name="T16" fmla="*/ 43 w 362"/>
              <a:gd name="T17" fmla="*/ 83 h 507"/>
              <a:gd name="T18" fmla="*/ 44 w 362"/>
              <a:gd name="T19" fmla="*/ 83 h 507"/>
              <a:gd name="T20" fmla="*/ 28 w 362"/>
              <a:gd name="T21" fmla="*/ 104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62" h="507">
                <a:moveTo>
                  <a:pt x="28" y="104"/>
                </a:moveTo>
                <a:cubicBezTo>
                  <a:pt x="27" y="108"/>
                  <a:pt x="26" y="112"/>
                  <a:pt x="25" y="116"/>
                </a:cubicBezTo>
                <a:cubicBezTo>
                  <a:pt x="0" y="199"/>
                  <a:pt x="35" y="259"/>
                  <a:pt x="102" y="291"/>
                </a:cubicBezTo>
                <a:cubicBezTo>
                  <a:pt x="196" y="335"/>
                  <a:pt x="268" y="409"/>
                  <a:pt x="319" y="507"/>
                </a:cubicBezTo>
                <a:cubicBezTo>
                  <a:pt x="342" y="367"/>
                  <a:pt x="362" y="210"/>
                  <a:pt x="266" y="83"/>
                </a:cubicBezTo>
                <a:cubicBezTo>
                  <a:pt x="203" y="0"/>
                  <a:pt x="127" y="0"/>
                  <a:pt x="48" y="78"/>
                </a:cubicBezTo>
                <a:cubicBezTo>
                  <a:pt x="48" y="78"/>
                  <a:pt x="48" y="78"/>
                  <a:pt x="48" y="78"/>
                </a:cubicBezTo>
                <a:cubicBezTo>
                  <a:pt x="48" y="78"/>
                  <a:pt x="48" y="78"/>
                  <a:pt x="48" y="78"/>
                </a:cubicBezTo>
                <a:cubicBezTo>
                  <a:pt x="46" y="80"/>
                  <a:pt x="45" y="81"/>
                  <a:pt x="43" y="83"/>
                </a:cubicBezTo>
                <a:cubicBezTo>
                  <a:pt x="44" y="83"/>
                  <a:pt x="44" y="83"/>
                  <a:pt x="44" y="83"/>
                </a:cubicBezTo>
                <a:lnTo>
                  <a:pt x="28" y="1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8" name="Freeform: Shape 44"/>
          <p:cNvSpPr/>
          <p:nvPr>
            <p:custDataLst>
              <p:tags r:id="rId7"/>
            </p:custDataLst>
          </p:nvPr>
        </p:nvSpPr>
        <p:spPr bwMode="auto">
          <a:xfrm>
            <a:off x="10711180" y="2662555"/>
            <a:ext cx="206375" cy="165735"/>
          </a:xfrm>
          <a:custGeom>
            <a:avLst/>
            <a:gdLst>
              <a:gd name="T0" fmla="*/ 16 w 143"/>
              <a:gd name="T1" fmla="*/ 94 h 115"/>
              <a:gd name="T2" fmla="*/ 93 w 143"/>
              <a:gd name="T3" fmla="*/ 76 h 115"/>
              <a:gd name="T4" fmla="*/ 143 w 143"/>
              <a:gd name="T5" fmla="*/ 10 h 115"/>
              <a:gd name="T6" fmla="*/ 35 w 143"/>
              <a:gd name="T7" fmla="*/ 31 h 115"/>
              <a:gd name="T8" fmla="*/ 11 w 143"/>
              <a:gd name="T9" fmla="*/ 86 h 115"/>
              <a:gd name="T10" fmla="*/ 18 w 143"/>
              <a:gd name="T11" fmla="*/ 91 h 115"/>
              <a:gd name="T12" fmla="*/ 18 w 143"/>
              <a:gd name="T13" fmla="*/ 91 h 115"/>
              <a:gd name="T14" fmla="*/ 16 w 143"/>
              <a:gd name="T15" fmla="*/ 94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3" h="115">
                <a:moveTo>
                  <a:pt x="16" y="94"/>
                </a:moveTo>
                <a:cubicBezTo>
                  <a:pt x="45" y="115"/>
                  <a:pt x="76" y="111"/>
                  <a:pt x="93" y="76"/>
                </a:cubicBezTo>
                <a:cubicBezTo>
                  <a:pt x="106" y="51"/>
                  <a:pt x="118" y="27"/>
                  <a:pt x="143" y="10"/>
                </a:cubicBezTo>
                <a:cubicBezTo>
                  <a:pt x="102" y="0"/>
                  <a:pt x="66" y="7"/>
                  <a:pt x="35" y="31"/>
                </a:cubicBezTo>
                <a:cubicBezTo>
                  <a:pt x="35" y="31"/>
                  <a:pt x="0" y="51"/>
                  <a:pt x="11" y="86"/>
                </a:cubicBezTo>
                <a:cubicBezTo>
                  <a:pt x="18" y="91"/>
                  <a:pt x="18" y="91"/>
                  <a:pt x="18" y="91"/>
                </a:cubicBezTo>
                <a:cubicBezTo>
                  <a:pt x="18" y="91"/>
                  <a:pt x="18" y="91"/>
                  <a:pt x="18" y="91"/>
                </a:cubicBezTo>
                <a:cubicBezTo>
                  <a:pt x="17" y="92"/>
                  <a:pt x="17" y="93"/>
                  <a:pt x="16" y="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9" name="Freeform: Shape 45"/>
          <p:cNvSpPr/>
          <p:nvPr>
            <p:custDataLst>
              <p:tags r:id="rId8"/>
            </p:custDataLst>
          </p:nvPr>
        </p:nvSpPr>
        <p:spPr bwMode="auto">
          <a:xfrm>
            <a:off x="10409555" y="2279650"/>
            <a:ext cx="375285" cy="274955"/>
          </a:xfrm>
          <a:custGeom>
            <a:avLst/>
            <a:gdLst>
              <a:gd name="T0" fmla="*/ 45 w 260"/>
              <a:gd name="T1" fmla="*/ 166 h 190"/>
              <a:gd name="T2" fmla="*/ 140 w 260"/>
              <a:gd name="T3" fmla="*/ 143 h 190"/>
              <a:gd name="T4" fmla="*/ 260 w 260"/>
              <a:gd name="T5" fmla="*/ 43 h 190"/>
              <a:gd name="T6" fmla="*/ 53 w 260"/>
              <a:gd name="T7" fmla="*/ 42 h 190"/>
              <a:gd name="T8" fmla="*/ 37 w 260"/>
              <a:gd name="T9" fmla="*/ 158 h 190"/>
              <a:gd name="T10" fmla="*/ 45 w 260"/>
              <a:gd name="T11" fmla="*/ 166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0" h="190">
                <a:moveTo>
                  <a:pt x="45" y="166"/>
                </a:moveTo>
                <a:cubicBezTo>
                  <a:pt x="84" y="190"/>
                  <a:pt x="120" y="175"/>
                  <a:pt x="140" y="143"/>
                </a:cubicBezTo>
                <a:cubicBezTo>
                  <a:pt x="168" y="96"/>
                  <a:pt x="208" y="63"/>
                  <a:pt x="260" y="43"/>
                </a:cubicBezTo>
                <a:cubicBezTo>
                  <a:pt x="194" y="20"/>
                  <a:pt x="119" y="0"/>
                  <a:pt x="53" y="42"/>
                </a:cubicBezTo>
                <a:cubicBezTo>
                  <a:pt x="7" y="67"/>
                  <a:pt x="0" y="111"/>
                  <a:pt x="37" y="158"/>
                </a:cubicBezTo>
                <a:lnTo>
                  <a:pt x="45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0" name="Freeform: Shape 46"/>
          <p:cNvSpPr/>
          <p:nvPr>
            <p:custDataLst>
              <p:tags r:id="rId9"/>
            </p:custDataLst>
          </p:nvPr>
        </p:nvSpPr>
        <p:spPr bwMode="auto">
          <a:xfrm>
            <a:off x="9641840" y="2199640"/>
            <a:ext cx="523240" cy="372110"/>
          </a:xfrm>
          <a:custGeom>
            <a:avLst/>
            <a:gdLst>
              <a:gd name="T0" fmla="*/ 355 w 363"/>
              <a:gd name="T1" fmla="*/ 179 h 258"/>
              <a:gd name="T2" fmla="*/ 161 w 363"/>
              <a:gd name="T3" fmla="*/ 186 h 258"/>
              <a:gd name="T4" fmla="*/ 0 w 363"/>
              <a:gd name="T5" fmla="*/ 58 h 258"/>
              <a:gd name="T6" fmla="*/ 274 w 363"/>
              <a:gd name="T7" fmla="*/ 41 h 258"/>
              <a:gd name="T8" fmla="*/ 362 w 363"/>
              <a:gd name="T9" fmla="*/ 163 h 258"/>
              <a:gd name="T10" fmla="*/ 355 w 363"/>
              <a:gd name="T11" fmla="*/ 179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3" h="258">
                <a:moveTo>
                  <a:pt x="355" y="179"/>
                </a:moveTo>
                <a:cubicBezTo>
                  <a:pt x="299" y="248"/>
                  <a:pt x="219" y="258"/>
                  <a:pt x="161" y="186"/>
                </a:cubicBezTo>
                <a:cubicBezTo>
                  <a:pt x="115" y="131"/>
                  <a:pt x="70" y="80"/>
                  <a:pt x="0" y="58"/>
                </a:cubicBezTo>
                <a:cubicBezTo>
                  <a:pt x="92" y="13"/>
                  <a:pt x="185" y="0"/>
                  <a:pt x="274" y="41"/>
                </a:cubicBezTo>
                <a:cubicBezTo>
                  <a:pt x="274" y="41"/>
                  <a:pt x="363" y="74"/>
                  <a:pt x="362" y="163"/>
                </a:cubicBezTo>
                <a:lnTo>
                  <a:pt x="355" y="1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1" name="Freeform: Shape 47"/>
          <p:cNvSpPr/>
          <p:nvPr>
            <p:custDataLst>
              <p:tags r:id="rId10"/>
            </p:custDataLst>
          </p:nvPr>
        </p:nvSpPr>
        <p:spPr bwMode="auto">
          <a:xfrm>
            <a:off x="9114155" y="2617470"/>
            <a:ext cx="728980" cy="454025"/>
          </a:xfrm>
          <a:custGeom>
            <a:avLst/>
            <a:gdLst>
              <a:gd name="T0" fmla="*/ 506 w 506"/>
              <a:gd name="T1" fmla="*/ 134 h 315"/>
              <a:gd name="T2" fmla="*/ 268 w 506"/>
              <a:gd name="T3" fmla="*/ 261 h 315"/>
              <a:gd name="T4" fmla="*/ 0 w 506"/>
              <a:gd name="T5" fmla="*/ 202 h 315"/>
              <a:gd name="T6" fmla="*/ 327 w 506"/>
              <a:gd name="T7" fmla="*/ 11 h 315"/>
              <a:gd name="T8" fmla="*/ 503 w 506"/>
              <a:gd name="T9" fmla="*/ 110 h 315"/>
              <a:gd name="T10" fmla="*/ 506 w 506"/>
              <a:gd name="T11" fmla="*/ 134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6" h="315">
                <a:moveTo>
                  <a:pt x="506" y="134"/>
                </a:moveTo>
                <a:cubicBezTo>
                  <a:pt x="477" y="250"/>
                  <a:pt x="386" y="315"/>
                  <a:pt x="268" y="261"/>
                </a:cubicBezTo>
                <a:cubicBezTo>
                  <a:pt x="184" y="222"/>
                  <a:pt x="101" y="189"/>
                  <a:pt x="0" y="202"/>
                </a:cubicBezTo>
                <a:cubicBezTo>
                  <a:pt x="88" y="90"/>
                  <a:pt x="196" y="17"/>
                  <a:pt x="327" y="11"/>
                </a:cubicBezTo>
                <a:cubicBezTo>
                  <a:pt x="327" y="11"/>
                  <a:pt x="457" y="0"/>
                  <a:pt x="503" y="110"/>
                </a:cubicBezTo>
                <a:lnTo>
                  <a:pt x="506" y="1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2" name="Freeform: Shape 48"/>
          <p:cNvSpPr/>
          <p:nvPr>
            <p:custDataLst>
              <p:tags r:id="rId11"/>
            </p:custDataLst>
          </p:nvPr>
        </p:nvSpPr>
        <p:spPr bwMode="auto">
          <a:xfrm>
            <a:off x="9703435" y="3091180"/>
            <a:ext cx="126365" cy="195580"/>
          </a:xfrm>
          <a:custGeom>
            <a:avLst/>
            <a:gdLst>
              <a:gd name="T0" fmla="*/ 50 w 88"/>
              <a:gd name="T1" fmla="*/ 136 h 136"/>
              <a:gd name="T2" fmla="*/ 80 w 88"/>
              <a:gd name="T3" fmla="*/ 87 h 136"/>
              <a:gd name="T4" fmla="*/ 88 w 88"/>
              <a:gd name="T5" fmla="*/ 0 h 136"/>
              <a:gd name="T6" fmla="*/ 7 w 88"/>
              <a:gd name="T7" fmla="*/ 83 h 136"/>
              <a:gd name="T8" fmla="*/ 44 w 88"/>
              <a:gd name="T9" fmla="*/ 133 h 136"/>
              <a:gd name="T10" fmla="*/ 50 w 88"/>
              <a:gd name="T11" fmla="*/ 136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" h="136">
                <a:moveTo>
                  <a:pt x="50" y="136"/>
                </a:moveTo>
                <a:cubicBezTo>
                  <a:pt x="73" y="127"/>
                  <a:pt x="83" y="108"/>
                  <a:pt x="80" y="87"/>
                </a:cubicBezTo>
                <a:cubicBezTo>
                  <a:pt x="71" y="57"/>
                  <a:pt x="76" y="27"/>
                  <a:pt x="88" y="0"/>
                </a:cubicBezTo>
                <a:cubicBezTo>
                  <a:pt x="55" y="17"/>
                  <a:pt x="19" y="39"/>
                  <a:pt x="7" y="83"/>
                </a:cubicBezTo>
                <a:cubicBezTo>
                  <a:pt x="0" y="110"/>
                  <a:pt x="11" y="129"/>
                  <a:pt x="44" y="133"/>
                </a:cubicBezTo>
                <a:lnTo>
                  <a:pt x="50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3" name="Freeform: Shape 49"/>
          <p:cNvSpPr/>
          <p:nvPr>
            <p:custDataLst>
              <p:tags r:id="rId12"/>
            </p:custDataLst>
          </p:nvPr>
        </p:nvSpPr>
        <p:spPr bwMode="auto">
          <a:xfrm>
            <a:off x="9471025" y="3765550"/>
            <a:ext cx="447675" cy="721995"/>
          </a:xfrm>
          <a:custGeom>
            <a:avLst/>
            <a:gdLst>
              <a:gd name="T0" fmla="*/ 234 w 310"/>
              <a:gd name="T1" fmla="*/ 23 h 501"/>
              <a:gd name="T2" fmla="*/ 232 w 310"/>
              <a:gd name="T3" fmla="*/ 284 h 501"/>
              <a:gd name="T4" fmla="*/ 86 w 310"/>
              <a:gd name="T5" fmla="*/ 501 h 501"/>
              <a:gd name="T6" fmla="*/ 77 w 310"/>
              <a:gd name="T7" fmla="*/ 78 h 501"/>
              <a:gd name="T8" fmla="*/ 215 w 310"/>
              <a:gd name="T9" fmla="*/ 13 h 501"/>
              <a:gd name="T10" fmla="*/ 234 w 310"/>
              <a:gd name="T11" fmla="*/ 23 h 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0" h="501">
                <a:moveTo>
                  <a:pt x="234" y="23"/>
                </a:moveTo>
                <a:cubicBezTo>
                  <a:pt x="295" y="110"/>
                  <a:pt x="310" y="210"/>
                  <a:pt x="232" y="284"/>
                </a:cubicBezTo>
                <a:cubicBezTo>
                  <a:pt x="156" y="359"/>
                  <a:pt x="102" y="417"/>
                  <a:pt x="86" y="501"/>
                </a:cubicBezTo>
                <a:cubicBezTo>
                  <a:pt x="26" y="354"/>
                  <a:pt x="0" y="206"/>
                  <a:pt x="77" y="78"/>
                </a:cubicBezTo>
                <a:cubicBezTo>
                  <a:pt x="117" y="12"/>
                  <a:pt x="166" y="0"/>
                  <a:pt x="215" y="13"/>
                </a:cubicBezTo>
                <a:lnTo>
                  <a:pt x="234" y="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4" name="Freeform: Shape 22"/>
          <p:cNvSpPr/>
          <p:nvPr>
            <p:custDataLst>
              <p:tags r:id="rId13"/>
            </p:custDataLst>
          </p:nvPr>
        </p:nvSpPr>
        <p:spPr bwMode="auto">
          <a:xfrm>
            <a:off x="9874885" y="4818380"/>
            <a:ext cx="1112520" cy="214630"/>
          </a:xfrm>
          <a:custGeom>
            <a:avLst/>
            <a:gdLst>
              <a:gd name="T0" fmla="*/ 11 w 87"/>
              <a:gd name="T1" fmla="*/ 5 h 17"/>
              <a:gd name="T2" fmla="*/ 12 w 87"/>
              <a:gd name="T3" fmla="*/ 5 h 17"/>
              <a:gd name="T4" fmla="*/ 20 w 87"/>
              <a:gd name="T5" fmla="*/ 6 h 17"/>
              <a:gd name="T6" fmla="*/ 24 w 87"/>
              <a:gd name="T7" fmla="*/ 4 h 17"/>
              <a:gd name="T8" fmla="*/ 27 w 87"/>
              <a:gd name="T9" fmla="*/ 5 h 17"/>
              <a:gd name="T10" fmla="*/ 29 w 87"/>
              <a:gd name="T11" fmla="*/ 6 h 17"/>
              <a:gd name="T12" fmla="*/ 34 w 87"/>
              <a:gd name="T13" fmla="*/ 2 h 17"/>
              <a:gd name="T14" fmla="*/ 37 w 87"/>
              <a:gd name="T15" fmla="*/ 3 h 17"/>
              <a:gd name="T16" fmla="*/ 40 w 87"/>
              <a:gd name="T17" fmla="*/ 3 h 17"/>
              <a:gd name="T18" fmla="*/ 42 w 87"/>
              <a:gd name="T19" fmla="*/ 1 h 17"/>
              <a:gd name="T20" fmla="*/ 47 w 87"/>
              <a:gd name="T21" fmla="*/ 2 h 17"/>
              <a:gd name="T22" fmla="*/ 50 w 87"/>
              <a:gd name="T23" fmla="*/ 1 h 17"/>
              <a:gd name="T24" fmla="*/ 53 w 87"/>
              <a:gd name="T25" fmla="*/ 1 h 17"/>
              <a:gd name="T26" fmla="*/ 59 w 87"/>
              <a:gd name="T27" fmla="*/ 5 h 17"/>
              <a:gd name="T28" fmla="*/ 64 w 87"/>
              <a:gd name="T29" fmla="*/ 2 h 17"/>
              <a:gd name="T30" fmla="*/ 69 w 87"/>
              <a:gd name="T31" fmla="*/ 5 h 17"/>
              <a:gd name="T32" fmla="*/ 75 w 87"/>
              <a:gd name="T33" fmla="*/ 5 h 17"/>
              <a:gd name="T34" fmla="*/ 81 w 87"/>
              <a:gd name="T35" fmla="*/ 8 h 17"/>
              <a:gd name="T36" fmla="*/ 84 w 87"/>
              <a:gd name="T37" fmla="*/ 9 h 17"/>
              <a:gd name="T38" fmla="*/ 84 w 87"/>
              <a:gd name="T39" fmla="*/ 16 h 17"/>
              <a:gd name="T40" fmla="*/ 76 w 87"/>
              <a:gd name="T41" fmla="*/ 17 h 17"/>
              <a:gd name="T42" fmla="*/ 54 w 87"/>
              <a:gd name="T43" fmla="*/ 17 h 17"/>
              <a:gd name="T44" fmla="*/ 31 w 87"/>
              <a:gd name="T45" fmla="*/ 15 h 17"/>
              <a:gd name="T46" fmla="*/ 15 w 87"/>
              <a:gd name="T47" fmla="*/ 14 h 17"/>
              <a:gd name="T48" fmla="*/ 13 w 87"/>
              <a:gd name="T49" fmla="*/ 14 h 17"/>
              <a:gd name="T50" fmla="*/ 4 w 87"/>
              <a:gd name="T51" fmla="*/ 8 h 17"/>
              <a:gd name="T52" fmla="*/ 11 w 87"/>
              <a:gd name="T53" fmla="*/ 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7" h="17">
                <a:moveTo>
                  <a:pt x="11" y="5"/>
                </a:moveTo>
                <a:cubicBezTo>
                  <a:pt x="12" y="5"/>
                  <a:pt x="12" y="5"/>
                  <a:pt x="12" y="5"/>
                </a:cubicBezTo>
                <a:cubicBezTo>
                  <a:pt x="16" y="3"/>
                  <a:pt x="17" y="3"/>
                  <a:pt x="20" y="6"/>
                </a:cubicBezTo>
                <a:cubicBezTo>
                  <a:pt x="20" y="7"/>
                  <a:pt x="23" y="4"/>
                  <a:pt x="24" y="4"/>
                </a:cubicBezTo>
                <a:cubicBezTo>
                  <a:pt x="25" y="4"/>
                  <a:pt x="26" y="5"/>
                  <a:pt x="27" y="5"/>
                </a:cubicBezTo>
                <a:cubicBezTo>
                  <a:pt x="28" y="5"/>
                  <a:pt x="28" y="6"/>
                  <a:pt x="29" y="6"/>
                </a:cubicBezTo>
                <a:cubicBezTo>
                  <a:pt x="32" y="6"/>
                  <a:pt x="32" y="3"/>
                  <a:pt x="34" y="2"/>
                </a:cubicBezTo>
                <a:cubicBezTo>
                  <a:pt x="35" y="2"/>
                  <a:pt x="36" y="2"/>
                  <a:pt x="37" y="3"/>
                </a:cubicBezTo>
                <a:cubicBezTo>
                  <a:pt x="38" y="3"/>
                  <a:pt x="39" y="4"/>
                  <a:pt x="40" y="3"/>
                </a:cubicBezTo>
                <a:cubicBezTo>
                  <a:pt x="41" y="3"/>
                  <a:pt x="41" y="1"/>
                  <a:pt x="42" y="1"/>
                </a:cubicBezTo>
                <a:cubicBezTo>
                  <a:pt x="44" y="0"/>
                  <a:pt x="45" y="2"/>
                  <a:pt x="47" y="2"/>
                </a:cubicBezTo>
                <a:cubicBezTo>
                  <a:pt x="48" y="2"/>
                  <a:pt x="49" y="2"/>
                  <a:pt x="50" y="1"/>
                </a:cubicBezTo>
                <a:cubicBezTo>
                  <a:pt x="51" y="1"/>
                  <a:pt x="52" y="0"/>
                  <a:pt x="53" y="1"/>
                </a:cubicBezTo>
                <a:cubicBezTo>
                  <a:pt x="56" y="1"/>
                  <a:pt x="57" y="3"/>
                  <a:pt x="59" y="5"/>
                </a:cubicBezTo>
                <a:cubicBezTo>
                  <a:pt x="59" y="2"/>
                  <a:pt x="62" y="2"/>
                  <a:pt x="64" y="2"/>
                </a:cubicBezTo>
                <a:cubicBezTo>
                  <a:pt x="67" y="1"/>
                  <a:pt x="68" y="3"/>
                  <a:pt x="69" y="5"/>
                </a:cubicBezTo>
                <a:cubicBezTo>
                  <a:pt x="69" y="4"/>
                  <a:pt x="74" y="4"/>
                  <a:pt x="75" y="5"/>
                </a:cubicBezTo>
                <a:cubicBezTo>
                  <a:pt x="77" y="5"/>
                  <a:pt x="79" y="7"/>
                  <a:pt x="81" y="8"/>
                </a:cubicBezTo>
                <a:cubicBezTo>
                  <a:pt x="82" y="8"/>
                  <a:pt x="83" y="8"/>
                  <a:pt x="84" y="9"/>
                </a:cubicBezTo>
                <a:cubicBezTo>
                  <a:pt x="86" y="11"/>
                  <a:pt x="87" y="15"/>
                  <a:pt x="84" y="16"/>
                </a:cubicBezTo>
                <a:cubicBezTo>
                  <a:pt x="81" y="17"/>
                  <a:pt x="78" y="17"/>
                  <a:pt x="76" y="17"/>
                </a:cubicBezTo>
                <a:cubicBezTo>
                  <a:pt x="68" y="17"/>
                  <a:pt x="61" y="17"/>
                  <a:pt x="54" y="17"/>
                </a:cubicBezTo>
                <a:cubicBezTo>
                  <a:pt x="46" y="16"/>
                  <a:pt x="39" y="15"/>
                  <a:pt x="31" y="15"/>
                </a:cubicBezTo>
                <a:cubicBezTo>
                  <a:pt x="26" y="15"/>
                  <a:pt x="21" y="14"/>
                  <a:pt x="15" y="14"/>
                </a:cubicBezTo>
                <a:cubicBezTo>
                  <a:pt x="15" y="14"/>
                  <a:pt x="14" y="14"/>
                  <a:pt x="13" y="14"/>
                </a:cubicBezTo>
                <a:cubicBezTo>
                  <a:pt x="9" y="14"/>
                  <a:pt x="0" y="14"/>
                  <a:pt x="4" y="8"/>
                </a:cubicBezTo>
                <a:cubicBezTo>
                  <a:pt x="6" y="5"/>
                  <a:pt x="9" y="6"/>
                  <a:pt x="11" y="5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5" name="Freeform: Shape 23"/>
          <p:cNvSpPr/>
          <p:nvPr>
            <p:custDataLst>
              <p:tags r:id="rId14"/>
            </p:custDataLst>
          </p:nvPr>
        </p:nvSpPr>
        <p:spPr bwMode="auto">
          <a:xfrm>
            <a:off x="9649460" y="5114290"/>
            <a:ext cx="1552575" cy="1004570"/>
          </a:xfrm>
          <a:custGeom>
            <a:avLst/>
            <a:gdLst>
              <a:gd name="T0" fmla="*/ 234 w 289"/>
              <a:gd name="T1" fmla="*/ 234 h 234"/>
              <a:gd name="T2" fmla="*/ 54 w 289"/>
              <a:gd name="T3" fmla="*/ 234 h 234"/>
              <a:gd name="T4" fmla="*/ 0 w 289"/>
              <a:gd name="T5" fmla="*/ 0 h 234"/>
              <a:gd name="T6" fmla="*/ 289 w 289"/>
              <a:gd name="T7" fmla="*/ 0 h 234"/>
              <a:gd name="T8" fmla="*/ 234 w 289"/>
              <a:gd name="T9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9" h="234">
                <a:moveTo>
                  <a:pt x="234" y="234"/>
                </a:moveTo>
                <a:lnTo>
                  <a:pt x="54" y="234"/>
                </a:lnTo>
                <a:lnTo>
                  <a:pt x="0" y="0"/>
                </a:lnTo>
                <a:lnTo>
                  <a:pt x="289" y="0"/>
                </a:lnTo>
                <a:lnTo>
                  <a:pt x="234" y="23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6" name="Freeform: Shape 24"/>
          <p:cNvSpPr/>
          <p:nvPr/>
        </p:nvSpPr>
        <p:spPr bwMode="auto">
          <a:xfrm>
            <a:off x="9649460" y="4883785"/>
            <a:ext cx="1552575" cy="1257300"/>
          </a:xfrm>
          <a:custGeom>
            <a:avLst/>
            <a:gdLst>
              <a:gd name="T0" fmla="*/ 234 w 289"/>
              <a:gd name="T1" fmla="*/ 234 h 234"/>
              <a:gd name="T2" fmla="*/ 54 w 289"/>
              <a:gd name="T3" fmla="*/ 234 h 234"/>
              <a:gd name="T4" fmla="*/ 0 w 289"/>
              <a:gd name="T5" fmla="*/ 0 h 234"/>
              <a:gd name="T6" fmla="*/ 289 w 289"/>
              <a:gd name="T7" fmla="*/ 0 h 234"/>
              <a:gd name="T8" fmla="*/ 234 w 289"/>
              <a:gd name="T9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9" h="234">
                <a:moveTo>
                  <a:pt x="234" y="234"/>
                </a:moveTo>
                <a:lnTo>
                  <a:pt x="54" y="234"/>
                </a:lnTo>
                <a:lnTo>
                  <a:pt x="0" y="0"/>
                </a:lnTo>
                <a:lnTo>
                  <a:pt x="289" y="0"/>
                </a:lnTo>
                <a:lnTo>
                  <a:pt x="234" y="23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7" name="Freeform: Shape 25"/>
          <p:cNvSpPr/>
          <p:nvPr>
            <p:custDataLst>
              <p:tags r:id="rId15"/>
            </p:custDataLst>
          </p:nvPr>
        </p:nvSpPr>
        <p:spPr bwMode="auto">
          <a:xfrm>
            <a:off x="9584690" y="4947285"/>
            <a:ext cx="1681480" cy="306070"/>
          </a:xfrm>
          <a:custGeom>
            <a:avLst/>
            <a:gdLst>
              <a:gd name="T0" fmla="*/ 313 w 313"/>
              <a:gd name="T1" fmla="*/ 54 h 57"/>
              <a:gd name="T2" fmla="*/ 296 w 313"/>
              <a:gd name="T3" fmla="*/ 54 h 57"/>
              <a:gd name="T4" fmla="*/ 296 w 313"/>
              <a:gd name="T5" fmla="*/ 57 h 57"/>
              <a:gd name="T6" fmla="*/ 313 w 313"/>
              <a:gd name="T7" fmla="*/ 57 h 57"/>
              <a:gd name="T8" fmla="*/ 313 w 313"/>
              <a:gd name="T9" fmla="*/ 54 h 57"/>
              <a:gd name="T10" fmla="*/ 0 w 313"/>
              <a:gd name="T11" fmla="*/ 0 h 57"/>
              <a:gd name="T12" fmla="*/ 0 w 313"/>
              <a:gd name="T13" fmla="*/ 0 h 57"/>
              <a:gd name="T14" fmla="*/ 0 w 313"/>
              <a:gd name="T15" fmla="*/ 57 h 57"/>
              <a:gd name="T16" fmla="*/ 16 w 313"/>
              <a:gd name="T17" fmla="*/ 57 h 57"/>
              <a:gd name="T18" fmla="*/ 16 w 313"/>
              <a:gd name="T19" fmla="*/ 54 h 57"/>
              <a:gd name="T20" fmla="*/ 0 w 313"/>
              <a:gd name="T21" fmla="*/ 54 h 57"/>
              <a:gd name="T22" fmla="*/ 0 w 313"/>
              <a:gd name="T23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13" h="57">
                <a:moveTo>
                  <a:pt x="313" y="54"/>
                </a:moveTo>
                <a:lnTo>
                  <a:pt x="296" y="54"/>
                </a:lnTo>
                <a:lnTo>
                  <a:pt x="296" y="57"/>
                </a:lnTo>
                <a:lnTo>
                  <a:pt x="313" y="57"/>
                </a:lnTo>
                <a:lnTo>
                  <a:pt x="313" y="54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57"/>
                </a:lnTo>
                <a:lnTo>
                  <a:pt x="16" y="57"/>
                </a:lnTo>
                <a:lnTo>
                  <a:pt x="1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912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8" name="Freeform: Shape 26"/>
          <p:cNvSpPr/>
          <p:nvPr/>
        </p:nvSpPr>
        <p:spPr bwMode="auto">
          <a:xfrm>
            <a:off x="9584690" y="4947285"/>
            <a:ext cx="1681480" cy="306070"/>
          </a:xfrm>
          <a:custGeom>
            <a:avLst/>
            <a:gdLst>
              <a:gd name="T0" fmla="*/ 313 w 313"/>
              <a:gd name="T1" fmla="*/ 54 h 57"/>
              <a:gd name="T2" fmla="*/ 296 w 313"/>
              <a:gd name="T3" fmla="*/ 54 h 57"/>
              <a:gd name="T4" fmla="*/ 296 w 313"/>
              <a:gd name="T5" fmla="*/ 57 h 57"/>
              <a:gd name="T6" fmla="*/ 313 w 313"/>
              <a:gd name="T7" fmla="*/ 57 h 57"/>
              <a:gd name="T8" fmla="*/ 313 w 313"/>
              <a:gd name="T9" fmla="*/ 54 h 57"/>
              <a:gd name="T10" fmla="*/ 0 w 313"/>
              <a:gd name="T11" fmla="*/ 0 h 57"/>
              <a:gd name="T12" fmla="*/ 0 w 313"/>
              <a:gd name="T13" fmla="*/ 0 h 57"/>
              <a:gd name="T14" fmla="*/ 0 w 313"/>
              <a:gd name="T15" fmla="*/ 57 h 57"/>
              <a:gd name="T16" fmla="*/ 16 w 313"/>
              <a:gd name="T17" fmla="*/ 57 h 57"/>
              <a:gd name="T18" fmla="*/ 16 w 313"/>
              <a:gd name="T19" fmla="*/ 54 h 57"/>
              <a:gd name="T20" fmla="*/ 0 w 313"/>
              <a:gd name="T21" fmla="*/ 54 h 57"/>
              <a:gd name="T22" fmla="*/ 0 w 313"/>
              <a:gd name="T23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13" h="57">
                <a:moveTo>
                  <a:pt x="313" y="54"/>
                </a:moveTo>
                <a:lnTo>
                  <a:pt x="296" y="54"/>
                </a:lnTo>
                <a:lnTo>
                  <a:pt x="296" y="57"/>
                </a:lnTo>
                <a:lnTo>
                  <a:pt x="313" y="57"/>
                </a:lnTo>
                <a:lnTo>
                  <a:pt x="313" y="54"/>
                </a:lnTo>
                <a:moveTo>
                  <a:pt x="0" y="0"/>
                </a:moveTo>
                <a:lnTo>
                  <a:pt x="0" y="0"/>
                </a:lnTo>
                <a:lnTo>
                  <a:pt x="0" y="57"/>
                </a:lnTo>
                <a:lnTo>
                  <a:pt x="16" y="57"/>
                </a:lnTo>
                <a:lnTo>
                  <a:pt x="16" y="54"/>
                </a:lnTo>
                <a:lnTo>
                  <a:pt x="0" y="5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9" name="Freeform: Shape 27"/>
          <p:cNvSpPr/>
          <p:nvPr>
            <p:custDataLst>
              <p:tags r:id="rId16"/>
            </p:custDataLst>
          </p:nvPr>
        </p:nvSpPr>
        <p:spPr bwMode="auto">
          <a:xfrm>
            <a:off x="9671050" y="5237480"/>
            <a:ext cx="1504315" cy="15875"/>
          </a:xfrm>
          <a:custGeom>
            <a:avLst/>
            <a:gdLst>
              <a:gd name="T0" fmla="*/ 0 w 280"/>
              <a:gd name="T1" fmla="*/ 0 h 3"/>
              <a:gd name="T2" fmla="*/ 0 w 280"/>
              <a:gd name="T3" fmla="*/ 0 h 3"/>
              <a:gd name="T4" fmla="*/ 0 w 280"/>
              <a:gd name="T5" fmla="*/ 3 h 3"/>
              <a:gd name="T6" fmla="*/ 0 w 280"/>
              <a:gd name="T7" fmla="*/ 3 h 3"/>
              <a:gd name="T8" fmla="*/ 0 w 280"/>
              <a:gd name="T9" fmla="*/ 0 h 3"/>
              <a:gd name="T10" fmla="*/ 280 w 280"/>
              <a:gd name="T11" fmla="*/ 0 h 3"/>
              <a:gd name="T12" fmla="*/ 140 w 280"/>
              <a:gd name="T13" fmla="*/ 0 h 3"/>
              <a:gd name="T14" fmla="*/ 140 w 280"/>
              <a:gd name="T15" fmla="*/ 3 h 3"/>
              <a:gd name="T16" fmla="*/ 280 w 280"/>
              <a:gd name="T17" fmla="*/ 3 h 3"/>
              <a:gd name="T18" fmla="*/ 280 w 280"/>
              <a:gd name="T19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0" h="3">
                <a:moveTo>
                  <a:pt x="0" y="0"/>
                </a:moveTo>
                <a:lnTo>
                  <a:pt x="0" y="0"/>
                </a:lnTo>
                <a:lnTo>
                  <a:pt x="0" y="3"/>
                </a:lnTo>
                <a:lnTo>
                  <a:pt x="0" y="3"/>
                </a:lnTo>
                <a:lnTo>
                  <a:pt x="0" y="0"/>
                </a:lnTo>
                <a:close/>
                <a:moveTo>
                  <a:pt x="280" y="0"/>
                </a:moveTo>
                <a:lnTo>
                  <a:pt x="140" y="0"/>
                </a:lnTo>
                <a:lnTo>
                  <a:pt x="140" y="3"/>
                </a:lnTo>
                <a:lnTo>
                  <a:pt x="280" y="3"/>
                </a:lnTo>
                <a:lnTo>
                  <a:pt x="28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0" name="Freeform: Shape 28"/>
          <p:cNvSpPr/>
          <p:nvPr>
            <p:custDataLst>
              <p:tags r:id="rId17"/>
            </p:custDataLst>
          </p:nvPr>
        </p:nvSpPr>
        <p:spPr bwMode="auto">
          <a:xfrm>
            <a:off x="9671050" y="5237480"/>
            <a:ext cx="1504315" cy="15875"/>
          </a:xfrm>
          <a:custGeom>
            <a:avLst/>
            <a:gdLst>
              <a:gd name="T0" fmla="*/ 0 w 280"/>
              <a:gd name="T1" fmla="*/ 0 h 3"/>
              <a:gd name="T2" fmla="*/ 0 w 280"/>
              <a:gd name="T3" fmla="*/ 0 h 3"/>
              <a:gd name="T4" fmla="*/ 0 w 280"/>
              <a:gd name="T5" fmla="*/ 3 h 3"/>
              <a:gd name="T6" fmla="*/ 0 w 280"/>
              <a:gd name="T7" fmla="*/ 3 h 3"/>
              <a:gd name="T8" fmla="*/ 0 w 280"/>
              <a:gd name="T9" fmla="*/ 0 h 3"/>
              <a:gd name="T10" fmla="*/ 280 w 280"/>
              <a:gd name="T11" fmla="*/ 0 h 3"/>
              <a:gd name="T12" fmla="*/ 140 w 280"/>
              <a:gd name="T13" fmla="*/ 0 h 3"/>
              <a:gd name="T14" fmla="*/ 140 w 280"/>
              <a:gd name="T15" fmla="*/ 3 h 3"/>
              <a:gd name="T16" fmla="*/ 280 w 280"/>
              <a:gd name="T17" fmla="*/ 3 h 3"/>
              <a:gd name="T18" fmla="*/ 280 w 280"/>
              <a:gd name="T19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0" h="3">
                <a:moveTo>
                  <a:pt x="0" y="0"/>
                </a:moveTo>
                <a:lnTo>
                  <a:pt x="0" y="0"/>
                </a:lnTo>
                <a:lnTo>
                  <a:pt x="0" y="3"/>
                </a:lnTo>
                <a:lnTo>
                  <a:pt x="0" y="3"/>
                </a:lnTo>
                <a:lnTo>
                  <a:pt x="0" y="0"/>
                </a:lnTo>
                <a:moveTo>
                  <a:pt x="280" y="0"/>
                </a:moveTo>
                <a:lnTo>
                  <a:pt x="140" y="0"/>
                </a:lnTo>
                <a:lnTo>
                  <a:pt x="140" y="3"/>
                </a:lnTo>
                <a:lnTo>
                  <a:pt x="280" y="3"/>
                </a:lnTo>
                <a:lnTo>
                  <a:pt x="280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1" name="Rectangle 29"/>
          <p:cNvSpPr/>
          <p:nvPr>
            <p:custDataLst>
              <p:tags r:id="rId18"/>
            </p:custDataLst>
          </p:nvPr>
        </p:nvSpPr>
        <p:spPr bwMode="auto">
          <a:xfrm>
            <a:off x="9584690" y="4936490"/>
            <a:ext cx="1681480" cy="300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2" name="Rectangle 30"/>
          <p:cNvSpPr/>
          <p:nvPr/>
        </p:nvSpPr>
        <p:spPr bwMode="auto">
          <a:xfrm>
            <a:off x="9584690" y="4936490"/>
            <a:ext cx="1681480" cy="30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3" name="Freeform: Shape 31"/>
          <p:cNvSpPr/>
          <p:nvPr>
            <p:custDataLst>
              <p:tags r:id="rId19"/>
            </p:custDataLst>
          </p:nvPr>
        </p:nvSpPr>
        <p:spPr bwMode="auto">
          <a:xfrm>
            <a:off x="9671050" y="5253990"/>
            <a:ext cx="752475" cy="864870"/>
          </a:xfrm>
          <a:custGeom>
            <a:avLst/>
            <a:gdLst>
              <a:gd name="T0" fmla="*/ 140 w 140"/>
              <a:gd name="T1" fmla="*/ 0 h 208"/>
              <a:gd name="T2" fmla="*/ 0 w 140"/>
              <a:gd name="T3" fmla="*/ 0 h 208"/>
              <a:gd name="T4" fmla="*/ 50 w 140"/>
              <a:gd name="T5" fmla="*/ 208 h 208"/>
              <a:gd name="T6" fmla="*/ 140 w 140"/>
              <a:gd name="T7" fmla="*/ 208 h 208"/>
              <a:gd name="T8" fmla="*/ 140 w 140"/>
              <a:gd name="T9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" h="208">
                <a:moveTo>
                  <a:pt x="140" y="0"/>
                </a:moveTo>
                <a:lnTo>
                  <a:pt x="0" y="0"/>
                </a:lnTo>
                <a:lnTo>
                  <a:pt x="50" y="208"/>
                </a:lnTo>
                <a:lnTo>
                  <a:pt x="140" y="208"/>
                </a:lnTo>
                <a:lnTo>
                  <a:pt x="14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4" name="Freeform: Shape 32"/>
          <p:cNvSpPr/>
          <p:nvPr/>
        </p:nvSpPr>
        <p:spPr bwMode="auto">
          <a:xfrm>
            <a:off x="9671050" y="5023485"/>
            <a:ext cx="752475" cy="1117600"/>
          </a:xfrm>
          <a:custGeom>
            <a:avLst/>
            <a:gdLst>
              <a:gd name="T0" fmla="*/ 140 w 140"/>
              <a:gd name="T1" fmla="*/ 0 h 208"/>
              <a:gd name="T2" fmla="*/ 0 w 140"/>
              <a:gd name="T3" fmla="*/ 0 h 208"/>
              <a:gd name="T4" fmla="*/ 50 w 140"/>
              <a:gd name="T5" fmla="*/ 208 h 208"/>
              <a:gd name="T6" fmla="*/ 140 w 140"/>
              <a:gd name="T7" fmla="*/ 208 h 208"/>
              <a:gd name="T8" fmla="*/ 140 w 140"/>
              <a:gd name="T9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0" h="208">
                <a:moveTo>
                  <a:pt x="140" y="0"/>
                </a:moveTo>
                <a:lnTo>
                  <a:pt x="0" y="0"/>
                </a:lnTo>
                <a:lnTo>
                  <a:pt x="50" y="208"/>
                </a:lnTo>
                <a:lnTo>
                  <a:pt x="140" y="208"/>
                </a:lnTo>
                <a:lnTo>
                  <a:pt x="14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5" name="Rectangle 33"/>
          <p:cNvSpPr/>
          <p:nvPr>
            <p:custDataLst>
              <p:tags r:id="rId20"/>
            </p:custDataLst>
          </p:nvPr>
        </p:nvSpPr>
        <p:spPr bwMode="auto">
          <a:xfrm>
            <a:off x="9671050" y="5237480"/>
            <a:ext cx="752475" cy="158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6" name="Rectangle 34"/>
          <p:cNvSpPr/>
          <p:nvPr>
            <p:custDataLst>
              <p:tags r:id="rId21"/>
            </p:custDataLst>
          </p:nvPr>
        </p:nvSpPr>
        <p:spPr bwMode="auto">
          <a:xfrm>
            <a:off x="9671050" y="5237480"/>
            <a:ext cx="752475" cy="158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7" name="Freeform: Shape 35"/>
          <p:cNvSpPr/>
          <p:nvPr>
            <p:custDataLst>
              <p:tags r:id="rId22"/>
            </p:custDataLst>
          </p:nvPr>
        </p:nvSpPr>
        <p:spPr bwMode="auto">
          <a:xfrm>
            <a:off x="9584690" y="4936490"/>
            <a:ext cx="838200" cy="300990"/>
          </a:xfrm>
          <a:custGeom>
            <a:avLst/>
            <a:gdLst>
              <a:gd name="T0" fmla="*/ 156 w 156"/>
              <a:gd name="T1" fmla="*/ 0 h 56"/>
              <a:gd name="T2" fmla="*/ 0 w 156"/>
              <a:gd name="T3" fmla="*/ 0 h 56"/>
              <a:gd name="T4" fmla="*/ 0 w 156"/>
              <a:gd name="T5" fmla="*/ 56 h 56"/>
              <a:gd name="T6" fmla="*/ 16 w 156"/>
              <a:gd name="T7" fmla="*/ 56 h 56"/>
              <a:gd name="T8" fmla="*/ 156 w 156"/>
              <a:gd name="T9" fmla="*/ 56 h 56"/>
              <a:gd name="T10" fmla="*/ 156 w 156"/>
              <a:gd name="T11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56">
                <a:moveTo>
                  <a:pt x="156" y="0"/>
                </a:moveTo>
                <a:lnTo>
                  <a:pt x="0" y="0"/>
                </a:lnTo>
                <a:lnTo>
                  <a:pt x="0" y="56"/>
                </a:lnTo>
                <a:lnTo>
                  <a:pt x="16" y="56"/>
                </a:lnTo>
                <a:lnTo>
                  <a:pt x="156" y="56"/>
                </a:lnTo>
                <a:lnTo>
                  <a:pt x="15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48" name="Freeform: Shape 36"/>
          <p:cNvSpPr/>
          <p:nvPr/>
        </p:nvSpPr>
        <p:spPr bwMode="auto">
          <a:xfrm>
            <a:off x="9584690" y="4936490"/>
            <a:ext cx="838200" cy="300990"/>
          </a:xfrm>
          <a:custGeom>
            <a:avLst/>
            <a:gdLst>
              <a:gd name="T0" fmla="*/ 156 w 156"/>
              <a:gd name="T1" fmla="*/ 0 h 56"/>
              <a:gd name="T2" fmla="*/ 0 w 156"/>
              <a:gd name="T3" fmla="*/ 0 h 56"/>
              <a:gd name="T4" fmla="*/ 0 w 156"/>
              <a:gd name="T5" fmla="*/ 56 h 56"/>
              <a:gd name="T6" fmla="*/ 16 w 156"/>
              <a:gd name="T7" fmla="*/ 56 h 56"/>
              <a:gd name="T8" fmla="*/ 156 w 156"/>
              <a:gd name="T9" fmla="*/ 56 h 56"/>
              <a:gd name="T10" fmla="*/ 156 w 156"/>
              <a:gd name="T11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56">
                <a:moveTo>
                  <a:pt x="156" y="0"/>
                </a:moveTo>
                <a:lnTo>
                  <a:pt x="0" y="0"/>
                </a:lnTo>
                <a:lnTo>
                  <a:pt x="0" y="56"/>
                </a:lnTo>
                <a:lnTo>
                  <a:pt x="16" y="56"/>
                </a:lnTo>
                <a:lnTo>
                  <a:pt x="156" y="56"/>
                </a:lnTo>
                <a:lnTo>
                  <a:pt x="1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8" name="Rectangle 51"/>
          <p:cNvSpPr/>
          <p:nvPr>
            <p:custDataLst>
              <p:tags r:id="rId23"/>
            </p:custDataLst>
          </p:nvPr>
        </p:nvSpPr>
        <p:spPr>
          <a:xfrm>
            <a:off x="770255" y="1508125"/>
            <a:ext cx="703580" cy="7035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9" name="Freeform: Shape 52"/>
          <p:cNvSpPr/>
          <p:nvPr>
            <p:custDataLst>
              <p:tags r:id="rId24"/>
            </p:custDataLst>
          </p:nvPr>
        </p:nvSpPr>
        <p:spPr bwMode="auto">
          <a:xfrm>
            <a:off x="876935" y="1605915"/>
            <a:ext cx="487680" cy="492760"/>
          </a:xfrm>
          <a:custGeom>
            <a:avLst/>
            <a:gdLst>
              <a:gd name="T0" fmla="*/ 138 w 306"/>
              <a:gd name="T1" fmla="*/ 226 h 309"/>
              <a:gd name="T2" fmla="*/ 149 w 306"/>
              <a:gd name="T3" fmla="*/ 229 h 309"/>
              <a:gd name="T4" fmla="*/ 198 w 306"/>
              <a:gd name="T5" fmla="*/ 216 h 309"/>
              <a:gd name="T6" fmla="*/ 226 w 306"/>
              <a:gd name="T7" fmla="*/ 169 h 309"/>
              <a:gd name="T8" fmla="*/ 215 w 306"/>
              <a:gd name="T9" fmla="*/ 147 h 309"/>
              <a:gd name="T10" fmla="*/ 171 w 306"/>
              <a:gd name="T11" fmla="*/ 209 h 309"/>
              <a:gd name="T12" fmla="*/ 138 w 306"/>
              <a:gd name="T13" fmla="*/ 226 h 309"/>
              <a:gd name="T14" fmla="*/ 80 w 306"/>
              <a:gd name="T15" fmla="*/ 107 h 309"/>
              <a:gd name="T16" fmla="*/ 142 w 306"/>
              <a:gd name="T17" fmla="*/ 15 h 309"/>
              <a:gd name="T18" fmla="*/ 164 w 306"/>
              <a:gd name="T19" fmla="*/ 16 h 309"/>
              <a:gd name="T20" fmla="*/ 225 w 306"/>
              <a:gd name="T21" fmla="*/ 107 h 309"/>
              <a:gd name="T22" fmla="*/ 241 w 306"/>
              <a:gd name="T23" fmla="*/ 153 h 309"/>
              <a:gd name="T24" fmla="*/ 193 w 306"/>
              <a:gd name="T25" fmla="*/ 237 h 309"/>
              <a:gd name="T26" fmla="*/ 112 w 306"/>
              <a:gd name="T27" fmla="*/ 237 h 309"/>
              <a:gd name="T28" fmla="*/ 65 w 306"/>
              <a:gd name="T29" fmla="*/ 153 h 309"/>
              <a:gd name="T30" fmla="*/ 80 w 306"/>
              <a:gd name="T31" fmla="*/ 107 h 309"/>
              <a:gd name="T32" fmla="*/ 153 w 306"/>
              <a:gd name="T33" fmla="*/ 277 h 309"/>
              <a:gd name="T34" fmla="*/ 238 w 306"/>
              <a:gd name="T35" fmla="*/ 257 h 309"/>
              <a:gd name="T36" fmla="*/ 237 w 306"/>
              <a:gd name="T37" fmla="*/ 226 h 309"/>
              <a:gd name="T38" fmla="*/ 234 w 306"/>
              <a:gd name="T39" fmla="*/ 224 h 309"/>
              <a:gd name="T40" fmla="*/ 246 w 306"/>
              <a:gd name="T41" fmla="*/ 205 h 309"/>
              <a:gd name="T42" fmla="*/ 295 w 306"/>
              <a:gd name="T43" fmla="*/ 260 h 309"/>
              <a:gd name="T44" fmla="*/ 252 w 306"/>
              <a:gd name="T45" fmla="*/ 294 h 309"/>
              <a:gd name="T46" fmla="*/ 153 w 306"/>
              <a:gd name="T47" fmla="*/ 309 h 309"/>
              <a:gd name="T48" fmla="*/ 53 w 306"/>
              <a:gd name="T49" fmla="*/ 294 h 309"/>
              <a:gd name="T50" fmla="*/ 10 w 306"/>
              <a:gd name="T51" fmla="*/ 260 h 309"/>
              <a:gd name="T52" fmla="*/ 60 w 306"/>
              <a:gd name="T53" fmla="*/ 205 h 309"/>
              <a:gd name="T54" fmla="*/ 71 w 306"/>
              <a:gd name="T55" fmla="*/ 224 h 309"/>
              <a:gd name="T56" fmla="*/ 69 w 306"/>
              <a:gd name="T57" fmla="*/ 226 h 309"/>
              <a:gd name="T58" fmla="*/ 67 w 306"/>
              <a:gd name="T59" fmla="*/ 257 h 309"/>
              <a:gd name="T60" fmla="*/ 153 w 306"/>
              <a:gd name="T61" fmla="*/ 277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6" h="309">
                <a:moveTo>
                  <a:pt x="138" y="226"/>
                </a:moveTo>
                <a:cubicBezTo>
                  <a:pt x="141" y="227"/>
                  <a:pt x="145" y="229"/>
                  <a:pt x="149" y="229"/>
                </a:cubicBezTo>
                <a:cubicBezTo>
                  <a:pt x="164" y="232"/>
                  <a:pt x="182" y="227"/>
                  <a:pt x="198" y="216"/>
                </a:cubicBezTo>
                <a:cubicBezTo>
                  <a:pt x="215" y="204"/>
                  <a:pt x="226" y="186"/>
                  <a:pt x="226" y="169"/>
                </a:cubicBezTo>
                <a:cubicBezTo>
                  <a:pt x="226" y="160"/>
                  <a:pt x="220" y="151"/>
                  <a:pt x="215" y="147"/>
                </a:cubicBezTo>
                <a:cubicBezTo>
                  <a:pt x="210" y="170"/>
                  <a:pt x="193" y="193"/>
                  <a:pt x="171" y="209"/>
                </a:cubicBezTo>
                <a:cubicBezTo>
                  <a:pt x="160" y="216"/>
                  <a:pt x="149" y="222"/>
                  <a:pt x="138" y="226"/>
                </a:cubicBezTo>
                <a:close/>
                <a:moveTo>
                  <a:pt x="80" y="107"/>
                </a:moveTo>
                <a:cubicBezTo>
                  <a:pt x="98" y="76"/>
                  <a:pt x="122" y="47"/>
                  <a:pt x="142" y="15"/>
                </a:cubicBezTo>
                <a:cubicBezTo>
                  <a:pt x="151" y="1"/>
                  <a:pt x="154" y="0"/>
                  <a:pt x="164" y="16"/>
                </a:cubicBezTo>
                <a:cubicBezTo>
                  <a:pt x="183" y="47"/>
                  <a:pt x="207" y="76"/>
                  <a:pt x="225" y="107"/>
                </a:cubicBezTo>
                <a:cubicBezTo>
                  <a:pt x="234" y="122"/>
                  <a:pt x="241" y="138"/>
                  <a:pt x="241" y="153"/>
                </a:cubicBezTo>
                <a:cubicBezTo>
                  <a:pt x="241" y="190"/>
                  <a:pt x="221" y="222"/>
                  <a:pt x="193" y="237"/>
                </a:cubicBezTo>
                <a:cubicBezTo>
                  <a:pt x="167" y="251"/>
                  <a:pt x="137" y="251"/>
                  <a:pt x="112" y="237"/>
                </a:cubicBezTo>
                <a:cubicBezTo>
                  <a:pt x="84" y="221"/>
                  <a:pt x="65" y="190"/>
                  <a:pt x="65" y="153"/>
                </a:cubicBezTo>
                <a:cubicBezTo>
                  <a:pt x="65" y="138"/>
                  <a:pt x="71" y="122"/>
                  <a:pt x="80" y="107"/>
                </a:cubicBezTo>
                <a:close/>
                <a:moveTo>
                  <a:pt x="153" y="277"/>
                </a:moveTo>
                <a:cubicBezTo>
                  <a:pt x="178" y="277"/>
                  <a:pt x="218" y="273"/>
                  <a:pt x="238" y="257"/>
                </a:cubicBezTo>
                <a:cubicBezTo>
                  <a:pt x="251" y="247"/>
                  <a:pt x="250" y="236"/>
                  <a:pt x="237" y="226"/>
                </a:cubicBezTo>
                <a:cubicBezTo>
                  <a:pt x="236" y="226"/>
                  <a:pt x="235" y="225"/>
                  <a:pt x="234" y="224"/>
                </a:cubicBezTo>
                <a:cubicBezTo>
                  <a:pt x="239" y="218"/>
                  <a:pt x="243" y="212"/>
                  <a:pt x="246" y="205"/>
                </a:cubicBezTo>
                <a:cubicBezTo>
                  <a:pt x="267" y="213"/>
                  <a:pt x="306" y="232"/>
                  <a:pt x="295" y="260"/>
                </a:cubicBezTo>
                <a:cubicBezTo>
                  <a:pt x="289" y="277"/>
                  <a:pt x="268" y="288"/>
                  <a:pt x="252" y="294"/>
                </a:cubicBezTo>
                <a:cubicBezTo>
                  <a:pt x="225" y="304"/>
                  <a:pt x="189" y="309"/>
                  <a:pt x="153" y="309"/>
                </a:cubicBezTo>
                <a:cubicBezTo>
                  <a:pt x="116" y="309"/>
                  <a:pt x="80" y="304"/>
                  <a:pt x="53" y="294"/>
                </a:cubicBezTo>
                <a:cubicBezTo>
                  <a:pt x="38" y="288"/>
                  <a:pt x="16" y="277"/>
                  <a:pt x="10" y="260"/>
                </a:cubicBezTo>
                <a:cubicBezTo>
                  <a:pt x="0" y="232"/>
                  <a:pt x="38" y="213"/>
                  <a:pt x="60" y="205"/>
                </a:cubicBezTo>
                <a:cubicBezTo>
                  <a:pt x="63" y="212"/>
                  <a:pt x="67" y="218"/>
                  <a:pt x="71" y="224"/>
                </a:cubicBezTo>
                <a:cubicBezTo>
                  <a:pt x="70" y="225"/>
                  <a:pt x="70" y="226"/>
                  <a:pt x="69" y="226"/>
                </a:cubicBezTo>
                <a:cubicBezTo>
                  <a:pt x="56" y="236"/>
                  <a:pt x="54" y="247"/>
                  <a:pt x="67" y="257"/>
                </a:cubicBezTo>
                <a:cubicBezTo>
                  <a:pt x="88" y="273"/>
                  <a:pt x="128" y="277"/>
                  <a:pt x="153" y="2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0" name="Rectangle 54"/>
          <p:cNvSpPr/>
          <p:nvPr>
            <p:custDataLst>
              <p:tags r:id="rId25"/>
            </p:custDataLst>
          </p:nvPr>
        </p:nvSpPr>
        <p:spPr>
          <a:xfrm>
            <a:off x="818515" y="3232150"/>
            <a:ext cx="703580" cy="7035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8" name="Freeform: Shape 56"/>
          <p:cNvSpPr/>
          <p:nvPr>
            <p:custDataLst>
              <p:tags r:id="rId26"/>
            </p:custDataLst>
          </p:nvPr>
        </p:nvSpPr>
        <p:spPr bwMode="auto">
          <a:xfrm>
            <a:off x="960120" y="3467735"/>
            <a:ext cx="401955" cy="280035"/>
          </a:xfrm>
          <a:custGeom>
            <a:avLst/>
            <a:gdLst>
              <a:gd name="T0" fmla="*/ 103 w 112"/>
              <a:gd name="T1" fmla="*/ 78 h 78"/>
              <a:gd name="T2" fmla="*/ 9 w 112"/>
              <a:gd name="T3" fmla="*/ 78 h 78"/>
              <a:gd name="T4" fmla="*/ 0 w 112"/>
              <a:gd name="T5" fmla="*/ 69 h 78"/>
              <a:gd name="T6" fmla="*/ 0 w 112"/>
              <a:gd name="T7" fmla="*/ 8 h 78"/>
              <a:gd name="T8" fmla="*/ 9 w 112"/>
              <a:gd name="T9" fmla="*/ 0 h 78"/>
              <a:gd name="T10" fmla="*/ 42 w 112"/>
              <a:gd name="T11" fmla="*/ 0 h 78"/>
              <a:gd name="T12" fmla="*/ 46 w 112"/>
              <a:gd name="T13" fmla="*/ 4 h 78"/>
              <a:gd name="T14" fmla="*/ 42 w 112"/>
              <a:gd name="T15" fmla="*/ 8 h 78"/>
              <a:gd name="T16" fmla="*/ 9 w 112"/>
              <a:gd name="T17" fmla="*/ 8 h 78"/>
              <a:gd name="T18" fmla="*/ 8 w 112"/>
              <a:gd name="T19" fmla="*/ 8 h 78"/>
              <a:gd name="T20" fmla="*/ 8 w 112"/>
              <a:gd name="T21" fmla="*/ 69 h 78"/>
              <a:gd name="T22" fmla="*/ 9 w 112"/>
              <a:gd name="T23" fmla="*/ 70 h 78"/>
              <a:gd name="T24" fmla="*/ 103 w 112"/>
              <a:gd name="T25" fmla="*/ 70 h 78"/>
              <a:gd name="T26" fmla="*/ 104 w 112"/>
              <a:gd name="T27" fmla="*/ 69 h 78"/>
              <a:gd name="T28" fmla="*/ 104 w 112"/>
              <a:gd name="T29" fmla="*/ 43 h 78"/>
              <a:gd name="T30" fmla="*/ 108 w 112"/>
              <a:gd name="T31" fmla="*/ 39 h 78"/>
              <a:gd name="T32" fmla="*/ 112 w 112"/>
              <a:gd name="T33" fmla="*/ 43 h 78"/>
              <a:gd name="T34" fmla="*/ 112 w 112"/>
              <a:gd name="T35" fmla="*/ 69 h 78"/>
              <a:gd name="T36" fmla="*/ 103 w 112"/>
              <a:gd name="T37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2" h="78">
                <a:moveTo>
                  <a:pt x="103" y="78"/>
                </a:moveTo>
                <a:cubicBezTo>
                  <a:pt x="9" y="78"/>
                  <a:pt x="9" y="78"/>
                  <a:pt x="9" y="78"/>
                </a:cubicBezTo>
                <a:cubicBezTo>
                  <a:pt x="4" y="78"/>
                  <a:pt x="0" y="74"/>
                  <a:pt x="0" y="69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9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6" y="1"/>
                  <a:pt x="46" y="4"/>
                </a:cubicBezTo>
                <a:cubicBezTo>
                  <a:pt x="46" y="6"/>
                  <a:pt x="44" y="8"/>
                  <a:pt x="42" y="8"/>
                </a:cubicBezTo>
                <a:cubicBezTo>
                  <a:pt x="9" y="8"/>
                  <a:pt x="9" y="8"/>
                  <a:pt x="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69"/>
                  <a:pt x="8" y="69"/>
                  <a:pt x="8" y="69"/>
                </a:cubicBezTo>
                <a:cubicBezTo>
                  <a:pt x="8" y="70"/>
                  <a:pt x="8" y="70"/>
                  <a:pt x="9" y="70"/>
                </a:cubicBezTo>
                <a:cubicBezTo>
                  <a:pt x="103" y="70"/>
                  <a:pt x="103" y="70"/>
                  <a:pt x="103" y="70"/>
                </a:cubicBezTo>
                <a:cubicBezTo>
                  <a:pt x="103" y="70"/>
                  <a:pt x="104" y="70"/>
                  <a:pt x="104" y="69"/>
                </a:cubicBezTo>
                <a:cubicBezTo>
                  <a:pt x="104" y="43"/>
                  <a:pt x="104" y="43"/>
                  <a:pt x="104" y="43"/>
                </a:cubicBezTo>
                <a:cubicBezTo>
                  <a:pt x="104" y="41"/>
                  <a:pt x="105" y="39"/>
                  <a:pt x="108" y="39"/>
                </a:cubicBezTo>
                <a:cubicBezTo>
                  <a:pt x="110" y="39"/>
                  <a:pt x="112" y="41"/>
                  <a:pt x="112" y="43"/>
                </a:cubicBezTo>
                <a:cubicBezTo>
                  <a:pt x="112" y="69"/>
                  <a:pt x="112" y="69"/>
                  <a:pt x="112" y="69"/>
                </a:cubicBezTo>
                <a:cubicBezTo>
                  <a:pt x="112" y="74"/>
                  <a:pt x="108" y="78"/>
                  <a:pt x="103" y="78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9" name="Freeform: Shape 57"/>
          <p:cNvSpPr/>
          <p:nvPr>
            <p:custDataLst>
              <p:tags r:id="rId27"/>
            </p:custDataLst>
          </p:nvPr>
        </p:nvSpPr>
        <p:spPr bwMode="auto">
          <a:xfrm>
            <a:off x="1086485" y="3420745"/>
            <a:ext cx="299085" cy="269240"/>
          </a:xfrm>
          <a:custGeom>
            <a:avLst/>
            <a:gdLst>
              <a:gd name="T0" fmla="*/ 46 w 83"/>
              <a:gd name="T1" fmla="*/ 58 h 75"/>
              <a:gd name="T2" fmla="*/ 83 w 83"/>
              <a:gd name="T3" fmla="*/ 29 h 75"/>
              <a:gd name="T4" fmla="*/ 46 w 83"/>
              <a:gd name="T5" fmla="*/ 0 h 75"/>
              <a:gd name="T6" fmla="*/ 46 w 83"/>
              <a:gd name="T7" fmla="*/ 20 h 75"/>
              <a:gd name="T8" fmla="*/ 0 w 83"/>
              <a:gd name="T9" fmla="*/ 75 h 75"/>
              <a:gd name="T10" fmla="*/ 46 w 83"/>
              <a:gd name="T11" fmla="*/ 40 h 75"/>
              <a:gd name="T12" fmla="*/ 46 w 83"/>
              <a:gd name="T13" fmla="*/ 5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" h="75">
                <a:moveTo>
                  <a:pt x="46" y="58"/>
                </a:moveTo>
                <a:cubicBezTo>
                  <a:pt x="83" y="29"/>
                  <a:pt x="83" y="29"/>
                  <a:pt x="83" y="29"/>
                </a:cubicBezTo>
                <a:cubicBezTo>
                  <a:pt x="46" y="0"/>
                  <a:pt x="46" y="0"/>
                  <a:pt x="46" y="0"/>
                </a:cubicBezTo>
                <a:cubicBezTo>
                  <a:pt x="46" y="20"/>
                  <a:pt x="46" y="20"/>
                  <a:pt x="46" y="20"/>
                </a:cubicBezTo>
                <a:cubicBezTo>
                  <a:pt x="10" y="21"/>
                  <a:pt x="0" y="38"/>
                  <a:pt x="0" y="75"/>
                </a:cubicBezTo>
                <a:cubicBezTo>
                  <a:pt x="15" y="43"/>
                  <a:pt x="30" y="41"/>
                  <a:pt x="46" y="40"/>
                </a:cubicBezTo>
                <a:cubicBezTo>
                  <a:pt x="46" y="58"/>
                  <a:pt x="46" y="58"/>
                  <a:pt x="46" y="58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5" name="Rectangle 15"/>
          <p:cNvSpPr/>
          <p:nvPr>
            <p:custDataLst>
              <p:tags r:id="rId28"/>
            </p:custDataLst>
          </p:nvPr>
        </p:nvSpPr>
        <p:spPr>
          <a:xfrm>
            <a:off x="792480" y="5010150"/>
            <a:ext cx="703580" cy="7035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6" name="Freeform: Shape 16"/>
          <p:cNvSpPr/>
          <p:nvPr>
            <p:custDataLst>
              <p:tags r:id="rId29"/>
            </p:custDataLst>
          </p:nvPr>
        </p:nvSpPr>
        <p:spPr bwMode="auto">
          <a:xfrm>
            <a:off x="967740" y="5205095"/>
            <a:ext cx="416560" cy="340360"/>
          </a:xfrm>
          <a:custGeom>
            <a:avLst/>
            <a:gdLst>
              <a:gd name="T0" fmla="*/ 307 w 382"/>
              <a:gd name="T1" fmla="*/ 135 h 312"/>
              <a:gd name="T2" fmla="*/ 362 w 382"/>
              <a:gd name="T3" fmla="*/ 71 h 312"/>
              <a:gd name="T4" fmla="*/ 238 w 382"/>
              <a:gd name="T5" fmla="*/ 25 h 312"/>
              <a:gd name="T6" fmla="*/ 229 w 382"/>
              <a:gd name="T7" fmla="*/ 19 h 312"/>
              <a:gd name="T8" fmla="*/ 229 w 382"/>
              <a:gd name="T9" fmla="*/ 134 h 312"/>
              <a:gd name="T10" fmla="*/ 180 w 382"/>
              <a:gd name="T11" fmla="*/ 214 h 312"/>
              <a:gd name="T12" fmla="*/ 86 w 382"/>
              <a:gd name="T13" fmla="*/ 189 h 312"/>
              <a:gd name="T14" fmla="*/ 129 w 382"/>
              <a:gd name="T15" fmla="*/ 97 h 312"/>
              <a:gd name="T16" fmla="*/ 190 w 382"/>
              <a:gd name="T17" fmla="*/ 93 h 312"/>
              <a:gd name="T18" fmla="*/ 190 w 382"/>
              <a:gd name="T19" fmla="*/ 4 h 312"/>
              <a:gd name="T20" fmla="*/ 154 w 382"/>
              <a:gd name="T21" fmla="*/ 0 h 312"/>
              <a:gd name="T22" fmla="*/ 0 w 382"/>
              <a:gd name="T23" fmla="*/ 156 h 312"/>
              <a:gd name="T24" fmla="*/ 154 w 382"/>
              <a:gd name="T25" fmla="*/ 312 h 312"/>
              <a:gd name="T26" fmla="*/ 308 w 382"/>
              <a:gd name="T27" fmla="*/ 156 h 312"/>
              <a:gd name="T28" fmla="*/ 307 w 382"/>
              <a:gd name="T29" fmla="*/ 135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82" h="312">
                <a:moveTo>
                  <a:pt x="307" y="135"/>
                </a:moveTo>
                <a:cubicBezTo>
                  <a:pt x="354" y="122"/>
                  <a:pt x="382" y="72"/>
                  <a:pt x="362" y="71"/>
                </a:cubicBezTo>
                <a:cubicBezTo>
                  <a:pt x="311" y="68"/>
                  <a:pt x="267" y="43"/>
                  <a:pt x="238" y="25"/>
                </a:cubicBezTo>
                <a:cubicBezTo>
                  <a:pt x="235" y="23"/>
                  <a:pt x="232" y="21"/>
                  <a:pt x="229" y="19"/>
                </a:cubicBezTo>
                <a:cubicBezTo>
                  <a:pt x="229" y="134"/>
                  <a:pt x="229" y="134"/>
                  <a:pt x="229" y="134"/>
                </a:cubicBezTo>
                <a:cubicBezTo>
                  <a:pt x="229" y="172"/>
                  <a:pt x="206" y="202"/>
                  <a:pt x="180" y="214"/>
                </a:cubicBezTo>
                <a:cubicBezTo>
                  <a:pt x="142" y="233"/>
                  <a:pt x="100" y="221"/>
                  <a:pt x="86" y="189"/>
                </a:cubicBezTo>
                <a:cubicBezTo>
                  <a:pt x="72" y="157"/>
                  <a:pt x="91" y="116"/>
                  <a:pt x="129" y="97"/>
                </a:cubicBezTo>
                <a:cubicBezTo>
                  <a:pt x="150" y="87"/>
                  <a:pt x="172" y="86"/>
                  <a:pt x="190" y="93"/>
                </a:cubicBezTo>
                <a:cubicBezTo>
                  <a:pt x="190" y="4"/>
                  <a:pt x="190" y="4"/>
                  <a:pt x="190" y="4"/>
                </a:cubicBezTo>
                <a:cubicBezTo>
                  <a:pt x="178" y="1"/>
                  <a:pt x="166" y="0"/>
                  <a:pt x="154" y="0"/>
                </a:cubicBezTo>
                <a:cubicBezTo>
                  <a:pt x="69" y="0"/>
                  <a:pt x="0" y="70"/>
                  <a:pt x="0" y="156"/>
                </a:cubicBezTo>
                <a:cubicBezTo>
                  <a:pt x="0" y="242"/>
                  <a:pt x="69" y="312"/>
                  <a:pt x="154" y="312"/>
                </a:cubicBezTo>
                <a:cubicBezTo>
                  <a:pt x="239" y="312"/>
                  <a:pt x="308" y="242"/>
                  <a:pt x="308" y="156"/>
                </a:cubicBezTo>
                <a:cubicBezTo>
                  <a:pt x="308" y="149"/>
                  <a:pt x="308" y="142"/>
                  <a:pt x="307" y="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51" name="Title 1"/>
          <p:cNvSpPr txBox="1"/>
          <p:nvPr/>
        </p:nvSpPr>
        <p:spPr>
          <a:xfrm>
            <a:off x="815340" y="234315"/>
            <a:ext cx="3218180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400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30"/>
            </p:custDataLst>
          </p:nvPr>
        </p:nvSpPr>
        <p:spPr>
          <a:xfrm>
            <a:off x="1584960" y="2996565"/>
            <a:ext cx="8437033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31"/>
            </p:custDataLst>
          </p:nvPr>
        </p:nvSpPr>
        <p:spPr>
          <a:xfrm>
            <a:off x="1584960" y="3330787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>
            <p:custDataLst>
              <p:tags r:id="rId32"/>
            </p:custDataLst>
          </p:nvPr>
        </p:nvSpPr>
        <p:spPr>
          <a:xfrm>
            <a:off x="1527387" y="1267672"/>
            <a:ext cx="809244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33"/>
            </p:custDataLst>
          </p:nvPr>
        </p:nvSpPr>
        <p:spPr>
          <a:xfrm>
            <a:off x="1527387" y="1601893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>
            <p:custDataLst>
              <p:tags r:id="rId34"/>
            </p:custDataLst>
          </p:nvPr>
        </p:nvSpPr>
        <p:spPr>
          <a:xfrm>
            <a:off x="1537123" y="4807797"/>
            <a:ext cx="8393007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>
            <p:custDataLst>
              <p:tags r:id="rId35"/>
            </p:custDataLst>
          </p:nvPr>
        </p:nvSpPr>
        <p:spPr>
          <a:xfrm>
            <a:off x="1537123" y="5142018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 bwMode="auto">
          <a:xfrm>
            <a:off x="-277495" y="2252980"/>
            <a:ext cx="2828290" cy="3139440"/>
          </a:xfrm>
          <a:custGeom>
            <a:avLst/>
            <a:gdLst>
              <a:gd name="T0" fmla="*/ 317 w 351"/>
              <a:gd name="T1" fmla="*/ 153 h 405"/>
              <a:gd name="T2" fmla="*/ 237 w 351"/>
              <a:gd name="T3" fmla="*/ 377 h 405"/>
              <a:gd name="T4" fmla="*/ 34 w 351"/>
              <a:gd name="T5" fmla="*/ 252 h 405"/>
              <a:gd name="T6" fmla="*/ 114 w 351"/>
              <a:gd name="T7" fmla="*/ 28 h 405"/>
              <a:gd name="T8" fmla="*/ 317 w 351"/>
              <a:gd name="T9" fmla="*/ 153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405">
                <a:moveTo>
                  <a:pt x="317" y="153"/>
                </a:moveTo>
                <a:cubicBezTo>
                  <a:pt x="351" y="250"/>
                  <a:pt x="315" y="350"/>
                  <a:pt x="237" y="377"/>
                </a:cubicBezTo>
                <a:cubicBezTo>
                  <a:pt x="158" y="405"/>
                  <a:pt x="68" y="349"/>
                  <a:pt x="34" y="252"/>
                </a:cubicBezTo>
                <a:cubicBezTo>
                  <a:pt x="0" y="155"/>
                  <a:pt x="36" y="55"/>
                  <a:pt x="114" y="28"/>
                </a:cubicBezTo>
                <a:cubicBezTo>
                  <a:pt x="193" y="0"/>
                  <a:pt x="283" y="56"/>
                  <a:pt x="317" y="153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9" name="任意多边形: 形状 8"/>
          <p:cNvSpPr/>
          <p:nvPr/>
        </p:nvSpPr>
        <p:spPr bwMode="auto">
          <a:xfrm>
            <a:off x="4445" y="2252980"/>
            <a:ext cx="2553970" cy="3013075"/>
          </a:xfrm>
          <a:custGeom>
            <a:avLst/>
            <a:gdLst>
              <a:gd name="T0" fmla="*/ 284 w 317"/>
              <a:gd name="T1" fmla="*/ 150 h 389"/>
              <a:gd name="T2" fmla="*/ 218 w 317"/>
              <a:gd name="T3" fmla="*/ 364 h 389"/>
              <a:gd name="T4" fmla="*/ 33 w 317"/>
              <a:gd name="T5" fmla="*/ 238 h 389"/>
              <a:gd name="T6" fmla="*/ 99 w 317"/>
              <a:gd name="T7" fmla="*/ 24 h 389"/>
              <a:gd name="T8" fmla="*/ 284 w 317"/>
              <a:gd name="T9" fmla="*/ 15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7" h="389">
                <a:moveTo>
                  <a:pt x="284" y="150"/>
                </a:moveTo>
                <a:cubicBezTo>
                  <a:pt x="317" y="244"/>
                  <a:pt x="287" y="340"/>
                  <a:pt x="218" y="364"/>
                </a:cubicBezTo>
                <a:cubicBezTo>
                  <a:pt x="149" y="389"/>
                  <a:pt x="66" y="332"/>
                  <a:pt x="33" y="238"/>
                </a:cubicBezTo>
                <a:cubicBezTo>
                  <a:pt x="0" y="144"/>
                  <a:pt x="30" y="48"/>
                  <a:pt x="99" y="24"/>
                </a:cubicBezTo>
                <a:cubicBezTo>
                  <a:pt x="168" y="0"/>
                  <a:pt x="251" y="56"/>
                  <a:pt x="284" y="15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0" name="任意多边形: 形状 9"/>
          <p:cNvSpPr/>
          <p:nvPr/>
        </p:nvSpPr>
        <p:spPr bwMode="auto">
          <a:xfrm>
            <a:off x="108585" y="2367915"/>
            <a:ext cx="2353310" cy="2775585"/>
          </a:xfrm>
          <a:custGeom>
            <a:avLst/>
            <a:gdLst>
              <a:gd name="T0" fmla="*/ 261 w 292"/>
              <a:gd name="T1" fmla="*/ 139 h 358"/>
              <a:gd name="T2" fmla="*/ 200 w 292"/>
              <a:gd name="T3" fmla="*/ 336 h 358"/>
              <a:gd name="T4" fmla="*/ 30 w 292"/>
              <a:gd name="T5" fmla="*/ 220 h 358"/>
              <a:gd name="T6" fmla="*/ 91 w 292"/>
              <a:gd name="T7" fmla="*/ 22 h 358"/>
              <a:gd name="T8" fmla="*/ 261 w 292"/>
              <a:gd name="T9" fmla="*/ 139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2" h="358">
                <a:moveTo>
                  <a:pt x="261" y="139"/>
                </a:moveTo>
                <a:cubicBezTo>
                  <a:pt x="292" y="225"/>
                  <a:pt x="264" y="314"/>
                  <a:pt x="200" y="336"/>
                </a:cubicBezTo>
                <a:cubicBezTo>
                  <a:pt x="137" y="358"/>
                  <a:pt x="60" y="306"/>
                  <a:pt x="30" y="220"/>
                </a:cubicBezTo>
                <a:cubicBezTo>
                  <a:pt x="0" y="133"/>
                  <a:pt x="27" y="44"/>
                  <a:pt x="91" y="22"/>
                </a:cubicBezTo>
                <a:cubicBezTo>
                  <a:pt x="155" y="0"/>
                  <a:pt x="231" y="52"/>
                  <a:pt x="261" y="1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1" name="任意多边形: 形状 10"/>
          <p:cNvSpPr/>
          <p:nvPr/>
        </p:nvSpPr>
        <p:spPr bwMode="auto">
          <a:xfrm>
            <a:off x="972820" y="2439035"/>
            <a:ext cx="1481455" cy="2526665"/>
          </a:xfrm>
          <a:custGeom>
            <a:avLst/>
            <a:gdLst>
              <a:gd name="T0" fmla="*/ 96 w 184"/>
              <a:gd name="T1" fmla="*/ 326 h 326"/>
              <a:gd name="T2" fmla="*/ 154 w 184"/>
              <a:gd name="T3" fmla="*/ 130 h 326"/>
              <a:gd name="T4" fmla="*/ 0 w 184"/>
              <a:gd name="T5" fmla="*/ 9 h 326"/>
              <a:gd name="T6" fmla="*/ 96 w 184"/>
              <a:gd name="T7" fmla="*/ 326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4" h="326">
                <a:moveTo>
                  <a:pt x="96" y="326"/>
                </a:moveTo>
                <a:cubicBezTo>
                  <a:pt x="158" y="303"/>
                  <a:pt x="184" y="215"/>
                  <a:pt x="154" y="130"/>
                </a:cubicBezTo>
                <a:cubicBezTo>
                  <a:pt x="127" y="50"/>
                  <a:pt x="60" y="0"/>
                  <a:pt x="0" y="9"/>
                </a:cubicBezTo>
                <a:lnTo>
                  <a:pt x="96" y="32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2" name="任意多边形: 形状 11"/>
          <p:cNvSpPr/>
          <p:nvPr/>
        </p:nvSpPr>
        <p:spPr bwMode="auto">
          <a:xfrm>
            <a:off x="382270" y="2624455"/>
            <a:ext cx="1894205" cy="2199640"/>
          </a:xfrm>
          <a:custGeom>
            <a:avLst/>
            <a:gdLst>
              <a:gd name="T0" fmla="*/ 211 w 235"/>
              <a:gd name="T1" fmla="*/ 110 h 284"/>
              <a:gd name="T2" fmla="*/ 76 w 235"/>
              <a:gd name="T3" fmla="*/ 18 h 284"/>
              <a:gd name="T4" fmla="*/ 24 w 235"/>
              <a:gd name="T5" fmla="*/ 176 h 284"/>
              <a:gd name="T6" fmla="*/ 163 w 235"/>
              <a:gd name="T7" fmla="*/ 267 h 284"/>
              <a:gd name="T8" fmla="*/ 211 w 235"/>
              <a:gd name="T9" fmla="*/ 110 h 284"/>
              <a:gd name="T10" fmla="*/ 154 w 235"/>
              <a:gd name="T11" fmla="*/ 241 h 284"/>
              <a:gd name="T12" fmla="*/ 49 w 235"/>
              <a:gd name="T13" fmla="*/ 167 h 284"/>
              <a:gd name="T14" fmla="*/ 85 w 235"/>
              <a:gd name="T15" fmla="*/ 43 h 284"/>
              <a:gd name="T16" fmla="*/ 192 w 235"/>
              <a:gd name="T17" fmla="*/ 117 h 284"/>
              <a:gd name="T18" fmla="*/ 154 w 235"/>
              <a:gd name="T19" fmla="*/ 241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5" h="284">
                <a:moveTo>
                  <a:pt x="211" y="110"/>
                </a:moveTo>
                <a:cubicBezTo>
                  <a:pt x="187" y="41"/>
                  <a:pt x="126" y="0"/>
                  <a:pt x="76" y="18"/>
                </a:cubicBezTo>
                <a:cubicBezTo>
                  <a:pt x="25" y="35"/>
                  <a:pt x="0" y="107"/>
                  <a:pt x="24" y="176"/>
                </a:cubicBezTo>
                <a:cubicBezTo>
                  <a:pt x="48" y="244"/>
                  <a:pt x="112" y="284"/>
                  <a:pt x="163" y="267"/>
                </a:cubicBezTo>
                <a:cubicBezTo>
                  <a:pt x="213" y="249"/>
                  <a:pt x="235" y="179"/>
                  <a:pt x="211" y="110"/>
                </a:cubicBezTo>
                <a:close/>
                <a:moveTo>
                  <a:pt x="154" y="241"/>
                </a:moveTo>
                <a:cubicBezTo>
                  <a:pt x="113" y="255"/>
                  <a:pt x="68" y="222"/>
                  <a:pt x="49" y="167"/>
                </a:cubicBezTo>
                <a:cubicBezTo>
                  <a:pt x="30" y="113"/>
                  <a:pt x="44" y="57"/>
                  <a:pt x="85" y="43"/>
                </a:cubicBezTo>
                <a:cubicBezTo>
                  <a:pt x="125" y="29"/>
                  <a:pt x="173" y="62"/>
                  <a:pt x="192" y="117"/>
                </a:cubicBezTo>
                <a:cubicBezTo>
                  <a:pt x="211" y="171"/>
                  <a:pt x="194" y="227"/>
                  <a:pt x="154" y="24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3" name="任意多边形: 形状 12"/>
          <p:cNvSpPr/>
          <p:nvPr/>
        </p:nvSpPr>
        <p:spPr bwMode="auto">
          <a:xfrm>
            <a:off x="1053465" y="2654300"/>
            <a:ext cx="1223010" cy="2047240"/>
          </a:xfrm>
          <a:custGeom>
            <a:avLst/>
            <a:gdLst>
              <a:gd name="T0" fmla="*/ 128 w 152"/>
              <a:gd name="T1" fmla="*/ 106 h 264"/>
              <a:gd name="T2" fmla="*/ 0 w 152"/>
              <a:gd name="T3" fmla="*/ 12 h 264"/>
              <a:gd name="T4" fmla="*/ 7 w 152"/>
              <a:gd name="T5" fmla="*/ 38 h 264"/>
              <a:gd name="T6" fmla="*/ 109 w 152"/>
              <a:gd name="T7" fmla="*/ 113 h 264"/>
              <a:gd name="T8" fmla="*/ 71 w 152"/>
              <a:gd name="T9" fmla="*/ 237 h 264"/>
              <a:gd name="T10" fmla="*/ 67 w 152"/>
              <a:gd name="T11" fmla="*/ 238 h 264"/>
              <a:gd name="T12" fmla="*/ 75 w 152"/>
              <a:gd name="T13" fmla="*/ 264 h 264"/>
              <a:gd name="T14" fmla="*/ 80 w 152"/>
              <a:gd name="T15" fmla="*/ 263 h 264"/>
              <a:gd name="T16" fmla="*/ 128 w 152"/>
              <a:gd name="T17" fmla="*/ 106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264">
                <a:moveTo>
                  <a:pt x="128" y="106"/>
                </a:moveTo>
                <a:cubicBezTo>
                  <a:pt x="105" y="40"/>
                  <a:pt x="49" y="0"/>
                  <a:pt x="0" y="12"/>
                </a:cubicBezTo>
                <a:cubicBezTo>
                  <a:pt x="7" y="38"/>
                  <a:pt x="7" y="38"/>
                  <a:pt x="7" y="38"/>
                </a:cubicBezTo>
                <a:cubicBezTo>
                  <a:pt x="46" y="28"/>
                  <a:pt x="91" y="61"/>
                  <a:pt x="109" y="113"/>
                </a:cubicBezTo>
                <a:cubicBezTo>
                  <a:pt x="128" y="167"/>
                  <a:pt x="111" y="223"/>
                  <a:pt x="71" y="237"/>
                </a:cubicBezTo>
                <a:cubicBezTo>
                  <a:pt x="70" y="237"/>
                  <a:pt x="68" y="238"/>
                  <a:pt x="67" y="238"/>
                </a:cubicBezTo>
                <a:cubicBezTo>
                  <a:pt x="75" y="264"/>
                  <a:pt x="75" y="264"/>
                  <a:pt x="75" y="264"/>
                </a:cubicBezTo>
                <a:cubicBezTo>
                  <a:pt x="77" y="264"/>
                  <a:pt x="78" y="263"/>
                  <a:pt x="80" y="263"/>
                </a:cubicBezTo>
                <a:cubicBezTo>
                  <a:pt x="130" y="245"/>
                  <a:pt x="152" y="175"/>
                  <a:pt x="128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4" name="任意多边形: 形状 13"/>
          <p:cNvSpPr/>
          <p:nvPr/>
        </p:nvSpPr>
        <p:spPr bwMode="auto">
          <a:xfrm>
            <a:off x="772160" y="3051810"/>
            <a:ext cx="1141730" cy="1348740"/>
          </a:xfrm>
          <a:custGeom>
            <a:avLst/>
            <a:gdLst>
              <a:gd name="T0" fmla="*/ 127 w 142"/>
              <a:gd name="T1" fmla="*/ 68 h 174"/>
              <a:gd name="T2" fmla="*/ 45 w 142"/>
              <a:gd name="T3" fmla="*/ 11 h 174"/>
              <a:gd name="T4" fmla="*/ 15 w 142"/>
              <a:gd name="T5" fmla="*/ 107 h 174"/>
              <a:gd name="T6" fmla="*/ 98 w 142"/>
              <a:gd name="T7" fmla="*/ 163 h 174"/>
              <a:gd name="T8" fmla="*/ 127 w 142"/>
              <a:gd name="T9" fmla="*/ 68 h 174"/>
              <a:gd name="T10" fmla="*/ 89 w 142"/>
              <a:gd name="T11" fmla="*/ 139 h 174"/>
              <a:gd name="T12" fmla="*/ 35 w 142"/>
              <a:gd name="T13" fmla="*/ 100 h 174"/>
              <a:gd name="T14" fmla="*/ 53 w 142"/>
              <a:gd name="T15" fmla="*/ 35 h 174"/>
              <a:gd name="T16" fmla="*/ 109 w 142"/>
              <a:gd name="T17" fmla="*/ 74 h 174"/>
              <a:gd name="T18" fmla="*/ 89 w 142"/>
              <a:gd name="T19" fmla="*/ 1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" h="174">
                <a:moveTo>
                  <a:pt x="127" y="68"/>
                </a:moveTo>
                <a:cubicBezTo>
                  <a:pt x="112" y="26"/>
                  <a:pt x="75" y="0"/>
                  <a:pt x="45" y="11"/>
                </a:cubicBezTo>
                <a:cubicBezTo>
                  <a:pt x="14" y="22"/>
                  <a:pt x="0" y="65"/>
                  <a:pt x="15" y="107"/>
                </a:cubicBezTo>
                <a:cubicBezTo>
                  <a:pt x="30" y="149"/>
                  <a:pt x="67" y="174"/>
                  <a:pt x="98" y="163"/>
                </a:cubicBezTo>
                <a:cubicBezTo>
                  <a:pt x="129" y="152"/>
                  <a:pt x="142" y="109"/>
                  <a:pt x="127" y="68"/>
                </a:cubicBezTo>
                <a:close/>
                <a:moveTo>
                  <a:pt x="89" y="139"/>
                </a:moveTo>
                <a:cubicBezTo>
                  <a:pt x="68" y="146"/>
                  <a:pt x="45" y="128"/>
                  <a:pt x="35" y="100"/>
                </a:cubicBezTo>
                <a:cubicBezTo>
                  <a:pt x="25" y="71"/>
                  <a:pt x="32" y="43"/>
                  <a:pt x="53" y="35"/>
                </a:cubicBezTo>
                <a:cubicBezTo>
                  <a:pt x="74" y="28"/>
                  <a:pt x="99" y="45"/>
                  <a:pt x="109" y="74"/>
                </a:cubicBezTo>
                <a:cubicBezTo>
                  <a:pt x="119" y="102"/>
                  <a:pt x="110" y="132"/>
                  <a:pt x="89" y="13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5" name="任意多边形: 形状 14"/>
          <p:cNvSpPr/>
          <p:nvPr/>
        </p:nvSpPr>
        <p:spPr bwMode="auto">
          <a:xfrm>
            <a:off x="1165225" y="3074035"/>
            <a:ext cx="748665" cy="1248410"/>
          </a:xfrm>
          <a:custGeom>
            <a:avLst/>
            <a:gdLst>
              <a:gd name="T0" fmla="*/ 0 w 93"/>
              <a:gd name="T1" fmla="*/ 7 h 161"/>
              <a:gd name="T2" fmla="*/ 8 w 93"/>
              <a:gd name="T3" fmla="*/ 31 h 161"/>
              <a:gd name="T4" fmla="*/ 60 w 93"/>
              <a:gd name="T5" fmla="*/ 71 h 161"/>
              <a:gd name="T6" fmla="*/ 40 w 93"/>
              <a:gd name="T7" fmla="*/ 136 h 161"/>
              <a:gd name="T8" fmla="*/ 39 w 93"/>
              <a:gd name="T9" fmla="*/ 136 h 161"/>
              <a:gd name="T10" fmla="*/ 46 w 93"/>
              <a:gd name="T11" fmla="*/ 161 h 161"/>
              <a:gd name="T12" fmla="*/ 49 w 93"/>
              <a:gd name="T13" fmla="*/ 160 h 161"/>
              <a:gd name="T14" fmla="*/ 78 w 93"/>
              <a:gd name="T15" fmla="*/ 65 h 161"/>
              <a:gd name="T16" fmla="*/ 0 w 93"/>
              <a:gd name="T17" fmla="*/ 7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3" h="161">
                <a:moveTo>
                  <a:pt x="0" y="7"/>
                </a:moveTo>
                <a:cubicBezTo>
                  <a:pt x="8" y="31"/>
                  <a:pt x="8" y="31"/>
                  <a:pt x="8" y="31"/>
                </a:cubicBezTo>
                <a:cubicBezTo>
                  <a:pt x="28" y="27"/>
                  <a:pt x="51" y="44"/>
                  <a:pt x="60" y="71"/>
                </a:cubicBezTo>
                <a:cubicBezTo>
                  <a:pt x="70" y="99"/>
                  <a:pt x="61" y="129"/>
                  <a:pt x="40" y="136"/>
                </a:cubicBezTo>
                <a:cubicBezTo>
                  <a:pt x="40" y="136"/>
                  <a:pt x="39" y="136"/>
                  <a:pt x="39" y="136"/>
                </a:cubicBezTo>
                <a:cubicBezTo>
                  <a:pt x="46" y="161"/>
                  <a:pt x="46" y="161"/>
                  <a:pt x="46" y="161"/>
                </a:cubicBezTo>
                <a:cubicBezTo>
                  <a:pt x="47" y="160"/>
                  <a:pt x="48" y="160"/>
                  <a:pt x="49" y="160"/>
                </a:cubicBezTo>
                <a:cubicBezTo>
                  <a:pt x="80" y="149"/>
                  <a:pt x="93" y="106"/>
                  <a:pt x="78" y="65"/>
                </a:cubicBezTo>
                <a:cubicBezTo>
                  <a:pt x="64" y="25"/>
                  <a:pt x="30" y="0"/>
                  <a:pt x="0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6" name="任意多边形: 形状 15"/>
          <p:cNvSpPr/>
          <p:nvPr/>
        </p:nvSpPr>
        <p:spPr bwMode="auto">
          <a:xfrm>
            <a:off x="1127125" y="3467735"/>
            <a:ext cx="432435" cy="520065"/>
          </a:xfrm>
          <a:custGeom>
            <a:avLst/>
            <a:gdLst>
              <a:gd name="T0" fmla="*/ 49 w 54"/>
              <a:gd name="T1" fmla="*/ 26 h 67"/>
              <a:gd name="T2" fmla="*/ 37 w 54"/>
              <a:gd name="T3" fmla="*/ 62 h 67"/>
              <a:gd name="T4" fmla="*/ 5 w 54"/>
              <a:gd name="T5" fmla="*/ 41 h 67"/>
              <a:gd name="T6" fmla="*/ 17 w 54"/>
              <a:gd name="T7" fmla="*/ 4 h 67"/>
              <a:gd name="T8" fmla="*/ 49 w 54"/>
              <a:gd name="T9" fmla="*/ 26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67">
                <a:moveTo>
                  <a:pt x="49" y="26"/>
                </a:moveTo>
                <a:cubicBezTo>
                  <a:pt x="54" y="42"/>
                  <a:pt x="49" y="58"/>
                  <a:pt x="37" y="62"/>
                </a:cubicBezTo>
                <a:cubicBezTo>
                  <a:pt x="25" y="67"/>
                  <a:pt x="11" y="57"/>
                  <a:pt x="5" y="41"/>
                </a:cubicBezTo>
                <a:cubicBezTo>
                  <a:pt x="0" y="24"/>
                  <a:pt x="5" y="8"/>
                  <a:pt x="17" y="4"/>
                </a:cubicBezTo>
                <a:cubicBezTo>
                  <a:pt x="29" y="0"/>
                  <a:pt x="43" y="9"/>
                  <a:pt x="49" y="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7" name="任意多边形: 形状 16"/>
          <p:cNvSpPr/>
          <p:nvPr/>
        </p:nvSpPr>
        <p:spPr bwMode="auto">
          <a:xfrm>
            <a:off x="1277620" y="3475355"/>
            <a:ext cx="281940" cy="475615"/>
          </a:xfrm>
          <a:custGeom>
            <a:avLst/>
            <a:gdLst>
              <a:gd name="T0" fmla="*/ 0 w 35"/>
              <a:gd name="T1" fmla="*/ 2 h 61"/>
              <a:gd name="T2" fmla="*/ 18 w 35"/>
              <a:gd name="T3" fmla="*/ 61 h 61"/>
              <a:gd name="T4" fmla="*/ 18 w 35"/>
              <a:gd name="T5" fmla="*/ 61 h 61"/>
              <a:gd name="T6" fmla="*/ 30 w 35"/>
              <a:gd name="T7" fmla="*/ 25 h 61"/>
              <a:gd name="T8" fmla="*/ 0 w 35"/>
              <a:gd name="T9" fmla="*/ 2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" h="61">
                <a:moveTo>
                  <a:pt x="0" y="2"/>
                </a:moveTo>
                <a:cubicBezTo>
                  <a:pt x="18" y="61"/>
                  <a:pt x="18" y="61"/>
                  <a:pt x="18" y="61"/>
                </a:cubicBezTo>
                <a:cubicBezTo>
                  <a:pt x="18" y="61"/>
                  <a:pt x="18" y="61"/>
                  <a:pt x="18" y="61"/>
                </a:cubicBezTo>
                <a:cubicBezTo>
                  <a:pt x="30" y="57"/>
                  <a:pt x="35" y="41"/>
                  <a:pt x="30" y="25"/>
                </a:cubicBezTo>
                <a:cubicBezTo>
                  <a:pt x="24" y="10"/>
                  <a:pt x="12" y="0"/>
                  <a:pt x="0" y="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3" name="Rectangle 54"/>
          <p:cNvSpPr/>
          <p:nvPr>
            <p:custDataLst>
              <p:tags r:id="rId1"/>
            </p:custDataLst>
          </p:nvPr>
        </p:nvSpPr>
        <p:spPr>
          <a:xfrm>
            <a:off x="3097530" y="3232150"/>
            <a:ext cx="703580" cy="7035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8" name="任意多边形: 形状 17"/>
          <p:cNvSpPr/>
          <p:nvPr>
            <p:custDataLst>
              <p:tags r:id="rId2"/>
            </p:custDataLst>
          </p:nvPr>
        </p:nvSpPr>
        <p:spPr bwMode="auto">
          <a:xfrm>
            <a:off x="2577465" y="2531745"/>
            <a:ext cx="713740" cy="698500"/>
          </a:xfrm>
          <a:custGeom>
            <a:avLst/>
            <a:gdLst>
              <a:gd name="T0" fmla="*/ 0 w 185"/>
              <a:gd name="T1" fmla="*/ 188 h 188"/>
              <a:gd name="T2" fmla="*/ 20 w 185"/>
              <a:gd name="T3" fmla="*/ 85 h 188"/>
              <a:gd name="T4" fmla="*/ 185 w 185"/>
              <a:gd name="T5" fmla="*/ 0 h 188"/>
              <a:gd name="T6" fmla="*/ 160 w 185"/>
              <a:gd name="T7" fmla="*/ 119 h 188"/>
              <a:gd name="T8" fmla="*/ 0 w 185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" h="188">
                <a:moveTo>
                  <a:pt x="0" y="188"/>
                </a:moveTo>
                <a:lnTo>
                  <a:pt x="20" y="85"/>
                </a:lnTo>
                <a:lnTo>
                  <a:pt x="185" y="0"/>
                </a:lnTo>
                <a:lnTo>
                  <a:pt x="160" y="119"/>
                </a:lnTo>
                <a:lnTo>
                  <a:pt x="0" y="18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9" name="任意多边形: 形状 18"/>
          <p:cNvSpPr/>
          <p:nvPr>
            <p:custDataLst>
              <p:tags r:id="rId3"/>
            </p:custDataLst>
          </p:nvPr>
        </p:nvSpPr>
        <p:spPr bwMode="auto">
          <a:xfrm>
            <a:off x="2577465" y="2973705"/>
            <a:ext cx="956945" cy="449580"/>
          </a:xfrm>
          <a:custGeom>
            <a:avLst/>
            <a:gdLst>
              <a:gd name="T0" fmla="*/ 0 w 248"/>
              <a:gd name="T1" fmla="*/ 69 h 121"/>
              <a:gd name="T2" fmla="*/ 87 w 248"/>
              <a:gd name="T3" fmla="*/ 121 h 121"/>
              <a:gd name="T4" fmla="*/ 248 w 248"/>
              <a:gd name="T5" fmla="*/ 69 h 121"/>
              <a:gd name="T6" fmla="*/ 160 w 248"/>
              <a:gd name="T7" fmla="*/ 0 h 121"/>
              <a:gd name="T8" fmla="*/ 0 w 248"/>
              <a:gd name="T9" fmla="*/ 69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121">
                <a:moveTo>
                  <a:pt x="0" y="69"/>
                </a:moveTo>
                <a:lnTo>
                  <a:pt x="87" y="121"/>
                </a:lnTo>
                <a:lnTo>
                  <a:pt x="248" y="69"/>
                </a:lnTo>
                <a:lnTo>
                  <a:pt x="160" y="0"/>
                </a:lnTo>
                <a:lnTo>
                  <a:pt x="0" y="69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0" name="任意多边形: 形状 19"/>
          <p:cNvSpPr/>
          <p:nvPr/>
        </p:nvSpPr>
        <p:spPr bwMode="auto">
          <a:xfrm>
            <a:off x="1254125" y="2880995"/>
            <a:ext cx="2048510" cy="921385"/>
          </a:xfrm>
          <a:custGeom>
            <a:avLst/>
            <a:gdLst>
              <a:gd name="T0" fmla="*/ 11 w 254"/>
              <a:gd name="T1" fmla="*/ 119 h 119"/>
              <a:gd name="T2" fmla="*/ 2 w 254"/>
              <a:gd name="T3" fmla="*/ 113 h 119"/>
              <a:gd name="T4" fmla="*/ 7 w 254"/>
              <a:gd name="T5" fmla="*/ 100 h 119"/>
              <a:gd name="T6" fmla="*/ 239 w 254"/>
              <a:gd name="T7" fmla="*/ 2 h 119"/>
              <a:gd name="T8" fmla="*/ 252 w 254"/>
              <a:gd name="T9" fmla="*/ 8 h 119"/>
              <a:gd name="T10" fmla="*/ 247 w 254"/>
              <a:gd name="T11" fmla="*/ 21 h 119"/>
              <a:gd name="T12" fmla="*/ 15 w 254"/>
              <a:gd name="T13" fmla="*/ 118 h 119"/>
              <a:gd name="T14" fmla="*/ 11 w 254"/>
              <a:gd name="T15" fmla="*/ 119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4" h="119">
                <a:moveTo>
                  <a:pt x="11" y="119"/>
                </a:moveTo>
                <a:cubicBezTo>
                  <a:pt x="7" y="119"/>
                  <a:pt x="3" y="117"/>
                  <a:pt x="2" y="113"/>
                </a:cubicBezTo>
                <a:cubicBezTo>
                  <a:pt x="0" y="108"/>
                  <a:pt x="2" y="102"/>
                  <a:pt x="7" y="100"/>
                </a:cubicBezTo>
                <a:cubicBezTo>
                  <a:pt x="239" y="2"/>
                  <a:pt x="239" y="2"/>
                  <a:pt x="239" y="2"/>
                </a:cubicBezTo>
                <a:cubicBezTo>
                  <a:pt x="244" y="0"/>
                  <a:pt x="250" y="3"/>
                  <a:pt x="252" y="8"/>
                </a:cubicBezTo>
                <a:cubicBezTo>
                  <a:pt x="254" y="13"/>
                  <a:pt x="252" y="19"/>
                  <a:pt x="247" y="21"/>
                </a:cubicBezTo>
                <a:cubicBezTo>
                  <a:pt x="15" y="118"/>
                  <a:pt x="15" y="118"/>
                  <a:pt x="15" y="118"/>
                </a:cubicBezTo>
                <a:cubicBezTo>
                  <a:pt x="14" y="119"/>
                  <a:pt x="12" y="119"/>
                  <a:pt x="11" y="1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" name="Rectangle 51"/>
          <p:cNvSpPr/>
          <p:nvPr>
            <p:custDataLst>
              <p:tags r:id="rId4"/>
            </p:custDataLst>
          </p:nvPr>
        </p:nvSpPr>
        <p:spPr>
          <a:xfrm>
            <a:off x="2676525" y="1508125"/>
            <a:ext cx="703580" cy="7035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22" name="Freeform: Shape 52"/>
          <p:cNvSpPr/>
          <p:nvPr>
            <p:custDataLst>
              <p:tags r:id="rId5"/>
            </p:custDataLst>
          </p:nvPr>
        </p:nvSpPr>
        <p:spPr bwMode="auto">
          <a:xfrm>
            <a:off x="2783205" y="1605915"/>
            <a:ext cx="487680" cy="492760"/>
          </a:xfrm>
          <a:custGeom>
            <a:avLst/>
            <a:gdLst>
              <a:gd name="T0" fmla="*/ 138 w 306"/>
              <a:gd name="T1" fmla="*/ 226 h 309"/>
              <a:gd name="T2" fmla="*/ 149 w 306"/>
              <a:gd name="T3" fmla="*/ 229 h 309"/>
              <a:gd name="T4" fmla="*/ 198 w 306"/>
              <a:gd name="T5" fmla="*/ 216 h 309"/>
              <a:gd name="T6" fmla="*/ 226 w 306"/>
              <a:gd name="T7" fmla="*/ 169 h 309"/>
              <a:gd name="T8" fmla="*/ 215 w 306"/>
              <a:gd name="T9" fmla="*/ 147 h 309"/>
              <a:gd name="T10" fmla="*/ 171 w 306"/>
              <a:gd name="T11" fmla="*/ 209 h 309"/>
              <a:gd name="T12" fmla="*/ 138 w 306"/>
              <a:gd name="T13" fmla="*/ 226 h 309"/>
              <a:gd name="T14" fmla="*/ 80 w 306"/>
              <a:gd name="T15" fmla="*/ 107 h 309"/>
              <a:gd name="T16" fmla="*/ 142 w 306"/>
              <a:gd name="T17" fmla="*/ 15 h 309"/>
              <a:gd name="T18" fmla="*/ 164 w 306"/>
              <a:gd name="T19" fmla="*/ 16 h 309"/>
              <a:gd name="T20" fmla="*/ 225 w 306"/>
              <a:gd name="T21" fmla="*/ 107 h 309"/>
              <a:gd name="T22" fmla="*/ 241 w 306"/>
              <a:gd name="T23" fmla="*/ 153 h 309"/>
              <a:gd name="T24" fmla="*/ 193 w 306"/>
              <a:gd name="T25" fmla="*/ 237 h 309"/>
              <a:gd name="T26" fmla="*/ 112 w 306"/>
              <a:gd name="T27" fmla="*/ 237 h 309"/>
              <a:gd name="T28" fmla="*/ 65 w 306"/>
              <a:gd name="T29" fmla="*/ 153 h 309"/>
              <a:gd name="T30" fmla="*/ 80 w 306"/>
              <a:gd name="T31" fmla="*/ 107 h 309"/>
              <a:gd name="T32" fmla="*/ 153 w 306"/>
              <a:gd name="T33" fmla="*/ 277 h 309"/>
              <a:gd name="T34" fmla="*/ 238 w 306"/>
              <a:gd name="T35" fmla="*/ 257 h 309"/>
              <a:gd name="T36" fmla="*/ 237 w 306"/>
              <a:gd name="T37" fmla="*/ 226 h 309"/>
              <a:gd name="T38" fmla="*/ 234 w 306"/>
              <a:gd name="T39" fmla="*/ 224 h 309"/>
              <a:gd name="T40" fmla="*/ 246 w 306"/>
              <a:gd name="T41" fmla="*/ 205 h 309"/>
              <a:gd name="T42" fmla="*/ 295 w 306"/>
              <a:gd name="T43" fmla="*/ 260 h 309"/>
              <a:gd name="T44" fmla="*/ 252 w 306"/>
              <a:gd name="T45" fmla="*/ 294 h 309"/>
              <a:gd name="T46" fmla="*/ 153 w 306"/>
              <a:gd name="T47" fmla="*/ 309 h 309"/>
              <a:gd name="T48" fmla="*/ 53 w 306"/>
              <a:gd name="T49" fmla="*/ 294 h 309"/>
              <a:gd name="T50" fmla="*/ 10 w 306"/>
              <a:gd name="T51" fmla="*/ 260 h 309"/>
              <a:gd name="T52" fmla="*/ 60 w 306"/>
              <a:gd name="T53" fmla="*/ 205 h 309"/>
              <a:gd name="T54" fmla="*/ 71 w 306"/>
              <a:gd name="T55" fmla="*/ 224 h 309"/>
              <a:gd name="T56" fmla="*/ 69 w 306"/>
              <a:gd name="T57" fmla="*/ 226 h 309"/>
              <a:gd name="T58" fmla="*/ 67 w 306"/>
              <a:gd name="T59" fmla="*/ 257 h 309"/>
              <a:gd name="T60" fmla="*/ 153 w 306"/>
              <a:gd name="T61" fmla="*/ 277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06" h="309">
                <a:moveTo>
                  <a:pt x="138" y="226"/>
                </a:moveTo>
                <a:cubicBezTo>
                  <a:pt x="141" y="227"/>
                  <a:pt x="145" y="229"/>
                  <a:pt x="149" y="229"/>
                </a:cubicBezTo>
                <a:cubicBezTo>
                  <a:pt x="164" y="232"/>
                  <a:pt x="182" y="227"/>
                  <a:pt x="198" y="216"/>
                </a:cubicBezTo>
                <a:cubicBezTo>
                  <a:pt x="215" y="204"/>
                  <a:pt x="226" y="186"/>
                  <a:pt x="226" y="169"/>
                </a:cubicBezTo>
                <a:cubicBezTo>
                  <a:pt x="226" y="160"/>
                  <a:pt x="220" y="151"/>
                  <a:pt x="215" y="147"/>
                </a:cubicBezTo>
                <a:cubicBezTo>
                  <a:pt x="210" y="170"/>
                  <a:pt x="193" y="193"/>
                  <a:pt x="171" y="209"/>
                </a:cubicBezTo>
                <a:cubicBezTo>
                  <a:pt x="160" y="216"/>
                  <a:pt x="149" y="222"/>
                  <a:pt x="138" y="226"/>
                </a:cubicBezTo>
                <a:close/>
                <a:moveTo>
                  <a:pt x="80" y="107"/>
                </a:moveTo>
                <a:cubicBezTo>
                  <a:pt x="98" y="76"/>
                  <a:pt x="122" y="47"/>
                  <a:pt x="142" y="15"/>
                </a:cubicBezTo>
                <a:cubicBezTo>
                  <a:pt x="151" y="1"/>
                  <a:pt x="154" y="0"/>
                  <a:pt x="164" y="16"/>
                </a:cubicBezTo>
                <a:cubicBezTo>
                  <a:pt x="183" y="47"/>
                  <a:pt x="207" y="76"/>
                  <a:pt x="225" y="107"/>
                </a:cubicBezTo>
                <a:cubicBezTo>
                  <a:pt x="234" y="122"/>
                  <a:pt x="241" y="138"/>
                  <a:pt x="241" y="153"/>
                </a:cubicBezTo>
                <a:cubicBezTo>
                  <a:pt x="241" y="190"/>
                  <a:pt x="221" y="222"/>
                  <a:pt x="193" y="237"/>
                </a:cubicBezTo>
                <a:cubicBezTo>
                  <a:pt x="167" y="251"/>
                  <a:pt x="137" y="251"/>
                  <a:pt x="112" y="237"/>
                </a:cubicBezTo>
                <a:cubicBezTo>
                  <a:pt x="84" y="221"/>
                  <a:pt x="65" y="190"/>
                  <a:pt x="65" y="153"/>
                </a:cubicBezTo>
                <a:cubicBezTo>
                  <a:pt x="65" y="138"/>
                  <a:pt x="71" y="122"/>
                  <a:pt x="80" y="107"/>
                </a:cubicBezTo>
                <a:close/>
                <a:moveTo>
                  <a:pt x="153" y="277"/>
                </a:moveTo>
                <a:cubicBezTo>
                  <a:pt x="178" y="277"/>
                  <a:pt x="218" y="273"/>
                  <a:pt x="238" y="257"/>
                </a:cubicBezTo>
                <a:cubicBezTo>
                  <a:pt x="251" y="247"/>
                  <a:pt x="250" y="236"/>
                  <a:pt x="237" y="226"/>
                </a:cubicBezTo>
                <a:cubicBezTo>
                  <a:pt x="236" y="226"/>
                  <a:pt x="235" y="225"/>
                  <a:pt x="234" y="224"/>
                </a:cubicBezTo>
                <a:cubicBezTo>
                  <a:pt x="239" y="218"/>
                  <a:pt x="243" y="212"/>
                  <a:pt x="246" y="205"/>
                </a:cubicBezTo>
                <a:cubicBezTo>
                  <a:pt x="267" y="213"/>
                  <a:pt x="306" y="232"/>
                  <a:pt x="295" y="260"/>
                </a:cubicBezTo>
                <a:cubicBezTo>
                  <a:pt x="289" y="277"/>
                  <a:pt x="268" y="288"/>
                  <a:pt x="252" y="294"/>
                </a:cubicBezTo>
                <a:cubicBezTo>
                  <a:pt x="225" y="304"/>
                  <a:pt x="189" y="309"/>
                  <a:pt x="153" y="309"/>
                </a:cubicBezTo>
                <a:cubicBezTo>
                  <a:pt x="116" y="309"/>
                  <a:pt x="80" y="304"/>
                  <a:pt x="53" y="294"/>
                </a:cubicBezTo>
                <a:cubicBezTo>
                  <a:pt x="38" y="288"/>
                  <a:pt x="16" y="277"/>
                  <a:pt x="10" y="260"/>
                </a:cubicBezTo>
                <a:cubicBezTo>
                  <a:pt x="0" y="232"/>
                  <a:pt x="38" y="213"/>
                  <a:pt x="60" y="205"/>
                </a:cubicBezTo>
                <a:cubicBezTo>
                  <a:pt x="63" y="212"/>
                  <a:pt x="67" y="218"/>
                  <a:pt x="71" y="224"/>
                </a:cubicBezTo>
                <a:cubicBezTo>
                  <a:pt x="70" y="225"/>
                  <a:pt x="70" y="226"/>
                  <a:pt x="69" y="226"/>
                </a:cubicBezTo>
                <a:cubicBezTo>
                  <a:pt x="56" y="236"/>
                  <a:pt x="54" y="247"/>
                  <a:pt x="67" y="257"/>
                </a:cubicBezTo>
                <a:cubicBezTo>
                  <a:pt x="88" y="273"/>
                  <a:pt x="128" y="277"/>
                  <a:pt x="153" y="2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p>
            <a:pPr algn="ctr"/>
            <a:endParaRPr sz="2400"/>
          </a:p>
        </p:txBody>
      </p:sp>
      <p:sp>
        <p:nvSpPr>
          <p:cNvPr id="25" name="Freeform: Shape 56"/>
          <p:cNvSpPr/>
          <p:nvPr>
            <p:custDataLst>
              <p:tags r:id="rId6"/>
            </p:custDataLst>
          </p:nvPr>
        </p:nvSpPr>
        <p:spPr bwMode="auto">
          <a:xfrm>
            <a:off x="3239135" y="3467735"/>
            <a:ext cx="401955" cy="280035"/>
          </a:xfrm>
          <a:custGeom>
            <a:avLst/>
            <a:gdLst>
              <a:gd name="T0" fmla="*/ 103 w 112"/>
              <a:gd name="T1" fmla="*/ 78 h 78"/>
              <a:gd name="T2" fmla="*/ 9 w 112"/>
              <a:gd name="T3" fmla="*/ 78 h 78"/>
              <a:gd name="T4" fmla="*/ 0 w 112"/>
              <a:gd name="T5" fmla="*/ 69 h 78"/>
              <a:gd name="T6" fmla="*/ 0 w 112"/>
              <a:gd name="T7" fmla="*/ 8 h 78"/>
              <a:gd name="T8" fmla="*/ 9 w 112"/>
              <a:gd name="T9" fmla="*/ 0 h 78"/>
              <a:gd name="T10" fmla="*/ 42 w 112"/>
              <a:gd name="T11" fmla="*/ 0 h 78"/>
              <a:gd name="T12" fmla="*/ 46 w 112"/>
              <a:gd name="T13" fmla="*/ 4 h 78"/>
              <a:gd name="T14" fmla="*/ 42 w 112"/>
              <a:gd name="T15" fmla="*/ 8 h 78"/>
              <a:gd name="T16" fmla="*/ 9 w 112"/>
              <a:gd name="T17" fmla="*/ 8 h 78"/>
              <a:gd name="T18" fmla="*/ 8 w 112"/>
              <a:gd name="T19" fmla="*/ 8 h 78"/>
              <a:gd name="T20" fmla="*/ 8 w 112"/>
              <a:gd name="T21" fmla="*/ 69 h 78"/>
              <a:gd name="T22" fmla="*/ 9 w 112"/>
              <a:gd name="T23" fmla="*/ 70 h 78"/>
              <a:gd name="T24" fmla="*/ 103 w 112"/>
              <a:gd name="T25" fmla="*/ 70 h 78"/>
              <a:gd name="T26" fmla="*/ 104 w 112"/>
              <a:gd name="T27" fmla="*/ 69 h 78"/>
              <a:gd name="T28" fmla="*/ 104 w 112"/>
              <a:gd name="T29" fmla="*/ 43 h 78"/>
              <a:gd name="T30" fmla="*/ 108 w 112"/>
              <a:gd name="T31" fmla="*/ 39 h 78"/>
              <a:gd name="T32" fmla="*/ 112 w 112"/>
              <a:gd name="T33" fmla="*/ 43 h 78"/>
              <a:gd name="T34" fmla="*/ 112 w 112"/>
              <a:gd name="T35" fmla="*/ 69 h 78"/>
              <a:gd name="T36" fmla="*/ 103 w 112"/>
              <a:gd name="T37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2" h="78">
                <a:moveTo>
                  <a:pt x="103" y="78"/>
                </a:moveTo>
                <a:cubicBezTo>
                  <a:pt x="9" y="78"/>
                  <a:pt x="9" y="78"/>
                  <a:pt x="9" y="78"/>
                </a:cubicBezTo>
                <a:cubicBezTo>
                  <a:pt x="4" y="78"/>
                  <a:pt x="0" y="74"/>
                  <a:pt x="0" y="69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9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6" y="1"/>
                  <a:pt x="46" y="4"/>
                </a:cubicBezTo>
                <a:cubicBezTo>
                  <a:pt x="46" y="6"/>
                  <a:pt x="44" y="8"/>
                  <a:pt x="42" y="8"/>
                </a:cubicBezTo>
                <a:cubicBezTo>
                  <a:pt x="9" y="8"/>
                  <a:pt x="9" y="8"/>
                  <a:pt x="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69"/>
                  <a:pt x="8" y="69"/>
                  <a:pt x="8" y="69"/>
                </a:cubicBezTo>
                <a:cubicBezTo>
                  <a:pt x="8" y="70"/>
                  <a:pt x="8" y="70"/>
                  <a:pt x="9" y="70"/>
                </a:cubicBezTo>
                <a:cubicBezTo>
                  <a:pt x="103" y="70"/>
                  <a:pt x="103" y="70"/>
                  <a:pt x="103" y="70"/>
                </a:cubicBezTo>
                <a:cubicBezTo>
                  <a:pt x="103" y="70"/>
                  <a:pt x="104" y="70"/>
                  <a:pt x="104" y="69"/>
                </a:cubicBezTo>
                <a:cubicBezTo>
                  <a:pt x="104" y="43"/>
                  <a:pt x="104" y="43"/>
                  <a:pt x="104" y="43"/>
                </a:cubicBezTo>
                <a:cubicBezTo>
                  <a:pt x="104" y="41"/>
                  <a:pt x="105" y="39"/>
                  <a:pt x="108" y="39"/>
                </a:cubicBezTo>
                <a:cubicBezTo>
                  <a:pt x="110" y="39"/>
                  <a:pt x="112" y="41"/>
                  <a:pt x="112" y="43"/>
                </a:cubicBezTo>
                <a:cubicBezTo>
                  <a:pt x="112" y="69"/>
                  <a:pt x="112" y="69"/>
                  <a:pt x="112" y="69"/>
                </a:cubicBezTo>
                <a:cubicBezTo>
                  <a:pt x="112" y="74"/>
                  <a:pt x="108" y="78"/>
                  <a:pt x="103" y="78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 anchor="ctr"/>
          <a:p>
            <a:pPr algn="ctr"/>
            <a:endParaRPr sz="2400"/>
          </a:p>
        </p:txBody>
      </p:sp>
      <p:sp>
        <p:nvSpPr>
          <p:cNvPr id="26" name="Freeform: Shape 57"/>
          <p:cNvSpPr/>
          <p:nvPr>
            <p:custDataLst>
              <p:tags r:id="rId7"/>
            </p:custDataLst>
          </p:nvPr>
        </p:nvSpPr>
        <p:spPr bwMode="auto">
          <a:xfrm>
            <a:off x="3365500" y="3420745"/>
            <a:ext cx="299085" cy="269240"/>
          </a:xfrm>
          <a:custGeom>
            <a:avLst/>
            <a:gdLst>
              <a:gd name="T0" fmla="*/ 46 w 83"/>
              <a:gd name="T1" fmla="*/ 58 h 75"/>
              <a:gd name="T2" fmla="*/ 83 w 83"/>
              <a:gd name="T3" fmla="*/ 29 h 75"/>
              <a:gd name="T4" fmla="*/ 46 w 83"/>
              <a:gd name="T5" fmla="*/ 0 h 75"/>
              <a:gd name="T6" fmla="*/ 46 w 83"/>
              <a:gd name="T7" fmla="*/ 20 h 75"/>
              <a:gd name="T8" fmla="*/ 0 w 83"/>
              <a:gd name="T9" fmla="*/ 75 h 75"/>
              <a:gd name="T10" fmla="*/ 46 w 83"/>
              <a:gd name="T11" fmla="*/ 40 h 75"/>
              <a:gd name="T12" fmla="*/ 46 w 83"/>
              <a:gd name="T13" fmla="*/ 5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" h="75">
                <a:moveTo>
                  <a:pt x="46" y="58"/>
                </a:moveTo>
                <a:cubicBezTo>
                  <a:pt x="83" y="29"/>
                  <a:pt x="83" y="29"/>
                  <a:pt x="83" y="29"/>
                </a:cubicBezTo>
                <a:cubicBezTo>
                  <a:pt x="46" y="0"/>
                  <a:pt x="46" y="0"/>
                  <a:pt x="46" y="0"/>
                </a:cubicBezTo>
                <a:cubicBezTo>
                  <a:pt x="46" y="20"/>
                  <a:pt x="46" y="20"/>
                  <a:pt x="46" y="20"/>
                </a:cubicBezTo>
                <a:cubicBezTo>
                  <a:pt x="10" y="21"/>
                  <a:pt x="0" y="38"/>
                  <a:pt x="0" y="75"/>
                </a:cubicBezTo>
                <a:cubicBezTo>
                  <a:pt x="15" y="43"/>
                  <a:pt x="30" y="41"/>
                  <a:pt x="46" y="40"/>
                </a:cubicBezTo>
                <a:cubicBezTo>
                  <a:pt x="46" y="58"/>
                  <a:pt x="46" y="58"/>
                  <a:pt x="46" y="58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 anchor="ctr"/>
          <a:p>
            <a:pPr algn="ctr"/>
            <a:endParaRPr sz="2400"/>
          </a:p>
        </p:txBody>
      </p:sp>
      <p:sp>
        <p:nvSpPr>
          <p:cNvPr id="27" name="Rectangle 15"/>
          <p:cNvSpPr/>
          <p:nvPr>
            <p:custDataLst>
              <p:tags r:id="rId8"/>
            </p:custDataLst>
          </p:nvPr>
        </p:nvSpPr>
        <p:spPr>
          <a:xfrm>
            <a:off x="2698750" y="5010150"/>
            <a:ext cx="703580" cy="7035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28" name="Freeform: Shape 16"/>
          <p:cNvSpPr/>
          <p:nvPr>
            <p:custDataLst>
              <p:tags r:id="rId9"/>
            </p:custDataLst>
          </p:nvPr>
        </p:nvSpPr>
        <p:spPr bwMode="auto">
          <a:xfrm>
            <a:off x="2874010" y="5205095"/>
            <a:ext cx="416560" cy="340360"/>
          </a:xfrm>
          <a:custGeom>
            <a:avLst/>
            <a:gdLst>
              <a:gd name="T0" fmla="*/ 307 w 382"/>
              <a:gd name="T1" fmla="*/ 135 h 312"/>
              <a:gd name="T2" fmla="*/ 362 w 382"/>
              <a:gd name="T3" fmla="*/ 71 h 312"/>
              <a:gd name="T4" fmla="*/ 238 w 382"/>
              <a:gd name="T5" fmla="*/ 25 h 312"/>
              <a:gd name="T6" fmla="*/ 229 w 382"/>
              <a:gd name="T7" fmla="*/ 19 h 312"/>
              <a:gd name="T8" fmla="*/ 229 w 382"/>
              <a:gd name="T9" fmla="*/ 134 h 312"/>
              <a:gd name="T10" fmla="*/ 180 w 382"/>
              <a:gd name="T11" fmla="*/ 214 h 312"/>
              <a:gd name="T12" fmla="*/ 86 w 382"/>
              <a:gd name="T13" fmla="*/ 189 h 312"/>
              <a:gd name="T14" fmla="*/ 129 w 382"/>
              <a:gd name="T15" fmla="*/ 97 h 312"/>
              <a:gd name="T16" fmla="*/ 190 w 382"/>
              <a:gd name="T17" fmla="*/ 93 h 312"/>
              <a:gd name="T18" fmla="*/ 190 w 382"/>
              <a:gd name="T19" fmla="*/ 4 h 312"/>
              <a:gd name="T20" fmla="*/ 154 w 382"/>
              <a:gd name="T21" fmla="*/ 0 h 312"/>
              <a:gd name="T22" fmla="*/ 0 w 382"/>
              <a:gd name="T23" fmla="*/ 156 h 312"/>
              <a:gd name="T24" fmla="*/ 154 w 382"/>
              <a:gd name="T25" fmla="*/ 312 h 312"/>
              <a:gd name="T26" fmla="*/ 308 w 382"/>
              <a:gd name="T27" fmla="*/ 156 h 312"/>
              <a:gd name="T28" fmla="*/ 307 w 382"/>
              <a:gd name="T29" fmla="*/ 135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82" h="312">
                <a:moveTo>
                  <a:pt x="307" y="135"/>
                </a:moveTo>
                <a:cubicBezTo>
                  <a:pt x="354" y="122"/>
                  <a:pt x="382" y="72"/>
                  <a:pt x="362" y="71"/>
                </a:cubicBezTo>
                <a:cubicBezTo>
                  <a:pt x="311" y="68"/>
                  <a:pt x="267" y="43"/>
                  <a:pt x="238" y="25"/>
                </a:cubicBezTo>
                <a:cubicBezTo>
                  <a:pt x="235" y="23"/>
                  <a:pt x="232" y="21"/>
                  <a:pt x="229" y="19"/>
                </a:cubicBezTo>
                <a:cubicBezTo>
                  <a:pt x="229" y="134"/>
                  <a:pt x="229" y="134"/>
                  <a:pt x="229" y="134"/>
                </a:cubicBezTo>
                <a:cubicBezTo>
                  <a:pt x="229" y="172"/>
                  <a:pt x="206" y="202"/>
                  <a:pt x="180" y="214"/>
                </a:cubicBezTo>
                <a:cubicBezTo>
                  <a:pt x="142" y="233"/>
                  <a:pt x="100" y="221"/>
                  <a:pt x="86" y="189"/>
                </a:cubicBezTo>
                <a:cubicBezTo>
                  <a:pt x="72" y="157"/>
                  <a:pt x="91" y="116"/>
                  <a:pt x="129" y="97"/>
                </a:cubicBezTo>
                <a:cubicBezTo>
                  <a:pt x="150" y="87"/>
                  <a:pt x="172" y="86"/>
                  <a:pt x="190" y="93"/>
                </a:cubicBezTo>
                <a:cubicBezTo>
                  <a:pt x="190" y="4"/>
                  <a:pt x="190" y="4"/>
                  <a:pt x="190" y="4"/>
                </a:cubicBezTo>
                <a:cubicBezTo>
                  <a:pt x="178" y="1"/>
                  <a:pt x="166" y="0"/>
                  <a:pt x="154" y="0"/>
                </a:cubicBezTo>
                <a:cubicBezTo>
                  <a:pt x="69" y="0"/>
                  <a:pt x="0" y="70"/>
                  <a:pt x="0" y="156"/>
                </a:cubicBezTo>
                <a:cubicBezTo>
                  <a:pt x="0" y="242"/>
                  <a:pt x="69" y="312"/>
                  <a:pt x="154" y="312"/>
                </a:cubicBezTo>
                <a:cubicBezTo>
                  <a:pt x="239" y="312"/>
                  <a:pt x="308" y="242"/>
                  <a:pt x="308" y="156"/>
                </a:cubicBezTo>
                <a:cubicBezTo>
                  <a:pt x="308" y="149"/>
                  <a:pt x="308" y="142"/>
                  <a:pt x="307" y="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p>
            <a:pPr algn="ctr"/>
            <a:endParaRPr sz="2400"/>
          </a:p>
        </p:txBody>
      </p:sp>
      <p:sp>
        <p:nvSpPr>
          <p:cNvPr id="56" name="文本框 55"/>
          <p:cNvSpPr txBox="1"/>
          <p:nvPr>
            <p:custDataLst>
              <p:tags r:id="rId10"/>
            </p:custDataLst>
          </p:nvPr>
        </p:nvSpPr>
        <p:spPr>
          <a:xfrm>
            <a:off x="3863975" y="3330787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>
            <p:custDataLst>
              <p:tags r:id="rId11"/>
            </p:custDataLst>
          </p:nvPr>
        </p:nvSpPr>
        <p:spPr>
          <a:xfrm>
            <a:off x="3433657" y="1267672"/>
            <a:ext cx="809244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12"/>
            </p:custDataLst>
          </p:nvPr>
        </p:nvSpPr>
        <p:spPr>
          <a:xfrm>
            <a:off x="3433657" y="1601893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>
            <p:custDataLst>
              <p:tags r:id="rId13"/>
            </p:custDataLst>
          </p:nvPr>
        </p:nvSpPr>
        <p:spPr>
          <a:xfrm>
            <a:off x="3443393" y="4807797"/>
            <a:ext cx="8393007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>
            <a:off x="3443393" y="5142018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15"/>
            </p:custDataLst>
          </p:nvPr>
        </p:nvSpPr>
        <p:spPr>
          <a:xfrm>
            <a:off x="3863975" y="2996565"/>
            <a:ext cx="752348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Title 1"/>
          <p:cNvSpPr txBox="1"/>
          <p:nvPr/>
        </p:nvSpPr>
        <p:spPr>
          <a:xfrm>
            <a:off x="815340" y="234315"/>
            <a:ext cx="3184525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400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>
            <p:custDataLst>
              <p:tags r:id="rId1"/>
            </p:custDataLst>
          </p:nvPr>
        </p:nvSpPr>
        <p:spPr bwMode="auto">
          <a:xfrm rot="10800000">
            <a:off x="1830705" y="3206750"/>
            <a:ext cx="1440815" cy="635000"/>
          </a:xfrm>
          <a:custGeom>
            <a:avLst/>
            <a:gdLst>
              <a:gd name="T0" fmla="*/ 3799 w 3804"/>
              <a:gd name="T1" fmla="*/ 0 h 1355"/>
              <a:gd name="T2" fmla="*/ 372 w 3804"/>
              <a:gd name="T3" fmla="*/ 0 h 1355"/>
              <a:gd name="T4" fmla="*/ 0 w 3804"/>
              <a:gd name="T5" fmla="*/ 679 h 1355"/>
              <a:gd name="T6" fmla="*/ 372 w 3804"/>
              <a:gd name="T7" fmla="*/ 1355 h 1355"/>
              <a:gd name="T8" fmla="*/ 3804 w 3804"/>
              <a:gd name="T9" fmla="*/ 1355 h 1355"/>
              <a:gd name="T10" fmla="*/ 3799 w 3804"/>
              <a:gd name="T11" fmla="*/ 0 h 1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4" h="1355">
                <a:moveTo>
                  <a:pt x="3799" y="0"/>
                </a:moveTo>
                <a:lnTo>
                  <a:pt x="372" y="0"/>
                </a:lnTo>
                <a:lnTo>
                  <a:pt x="0" y="679"/>
                </a:lnTo>
                <a:lnTo>
                  <a:pt x="372" y="1355"/>
                </a:lnTo>
                <a:lnTo>
                  <a:pt x="3804" y="1355"/>
                </a:lnTo>
                <a:lnTo>
                  <a:pt x="37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none" lIns="121920" tIns="60960" rIns="121920" bIns="60960" anchor="ctr" anchorCtr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6" name="Freeform: Shape 11"/>
          <p:cNvSpPr/>
          <p:nvPr>
            <p:custDataLst>
              <p:tags r:id="rId2"/>
            </p:custDataLst>
          </p:nvPr>
        </p:nvSpPr>
        <p:spPr>
          <a:xfrm rot="1039318" flipH="1">
            <a:off x="1543050" y="3204845"/>
            <a:ext cx="399415" cy="720725"/>
          </a:xfrm>
          <a:custGeom>
            <a:avLst/>
            <a:gdLst>
              <a:gd name="connsiteX0" fmla="*/ 398565 w 399216"/>
              <a:gd name="connsiteY0" fmla="*/ 0 h 720509"/>
              <a:gd name="connsiteX1" fmla="*/ 399216 w 399216"/>
              <a:gd name="connsiteY1" fmla="*/ 203 h 720509"/>
              <a:gd name="connsiteX2" fmla="*/ 189700 w 399216"/>
              <a:gd name="connsiteY2" fmla="*/ 671975 h 720509"/>
              <a:gd name="connsiteX3" fmla="*/ 187218 w 399216"/>
              <a:gd name="connsiteY3" fmla="*/ 673667 h 720509"/>
              <a:gd name="connsiteX4" fmla="*/ 189945 w 399216"/>
              <a:gd name="connsiteY4" fmla="*/ 673667 h 720509"/>
              <a:gd name="connsiteX5" fmla="*/ 188471 w 399216"/>
              <a:gd name="connsiteY5" fmla="*/ 676194 h 720509"/>
              <a:gd name="connsiteX6" fmla="*/ 95893 w 399216"/>
              <a:gd name="connsiteY6" fmla="*/ 720509 h 720509"/>
              <a:gd name="connsiteX7" fmla="*/ 3316 w 399216"/>
              <a:gd name="connsiteY7" fmla="*/ 676194 h 720509"/>
              <a:gd name="connsiteX8" fmla="*/ 3158 w 399216"/>
              <a:gd name="connsiteY8" fmla="*/ 675923 h 720509"/>
              <a:gd name="connsiteX9" fmla="*/ 0 w 399216"/>
              <a:gd name="connsiteY9" fmla="*/ 675934 h 720509"/>
              <a:gd name="connsiteX10" fmla="*/ 161540 w 399216"/>
              <a:gd name="connsiteY10" fmla="*/ 157989 h 720509"/>
              <a:gd name="connsiteX11" fmla="*/ 163215 w 399216"/>
              <a:gd name="connsiteY11" fmla="*/ 160445 h 720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9216" h="720509">
                <a:moveTo>
                  <a:pt x="398565" y="0"/>
                </a:moveTo>
                <a:lnTo>
                  <a:pt x="399216" y="203"/>
                </a:lnTo>
                <a:lnTo>
                  <a:pt x="189700" y="671975"/>
                </a:lnTo>
                <a:lnTo>
                  <a:pt x="187218" y="673667"/>
                </a:lnTo>
                <a:lnTo>
                  <a:pt x="189945" y="673667"/>
                </a:lnTo>
                <a:lnTo>
                  <a:pt x="188471" y="676194"/>
                </a:lnTo>
                <a:cubicBezTo>
                  <a:pt x="164779" y="703574"/>
                  <a:pt x="132047" y="720509"/>
                  <a:pt x="95893" y="720509"/>
                </a:cubicBezTo>
                <a:cubicBezTo>
                  <a:pt x="59739" y="720509"/>
                  <a:pt x="27009" y="703574"/>
                  <a:pt x="3316" y="676194"/>
                </a:cubicBezTo>
                <a:lnTo>
                  <a:pt x="3158" y="675923"/>
                </a:lnTo>
                <a:lnTo>
                  <a:pt x="0" y="675934"/>
                </a:lnTo>
                <a:lnTo>
                  <a:pt x="161540" y="157989"/>
                </a:lnTo>
                <a:lnTo>
                  <a:pt x="163215" y="16044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5" name="Freeform: Shape 22"/>
          <p:cNvSpPr/>
          <p:nvPr>
            <p:custDataLst>
              <p:tags r:id="rId3"/>
            </p:custDataLst>
          </p:nvPr>
        </p:nvSpPr>
        <p:spPr>
          <a:xfrm>
            <a:off x="1219835" y="1077595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6" name="Freeform: Shape 23"/>
          <p:cNvSpPr/>
          <p:nvPr>
            <p:custDataLst>
              <p:tags r:id="rId4"/>
            </p:custDataLst>
          </p:nvPr>
        </p:nvSpPr>
        <p:spPr>
          <a:xfrm>
            <a:off x="1397000" y="1077595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7" name="Freeform: Shape 24"/>
          <p:cNvSpPr/>
          <p:nvPr>
            <p:custDataLst>
              <p:tags r:id="rId5"/>
            </p:custDataLst>
          </p:nvPr>
        </p:nvSpPr>
        <p:spPr>
          <a:xfrm flipH="1">
            <a:off x="1660525" y="1077595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8" name="Freeform: Shape 19"/>
          <p:cNvSpPr/>
          <p:nvPr>
            <p:custDataLst>
              <p:tags r:id="rId6"/>
            </p:custDataLst>
          </p:nvPr>
        </p:nvSpPr>
        <p:spPr>
          <a:xfrm>
            <a:off x="1219835" y="1772920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9" name="Freeform: Shape 20"/>
          <p:cNvSpPr/>
          <p:nvPr>
            <p:custDataLst>
              <p:tags r:id="rId7"/>
            </p:custDataLst>
          </p:nvPr>
        </p:nvSpPr>
        <p:spPr>
          <a:xfrm>
            <a:off x="1397000" y="1772920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0" name="Freeform: Shape 21"/>
          <p:cNvSpPr/>
          <p:nvPr>
            <p:custDataLst>
              <p:tags r:id="rId8"/>
            </p:custDataLst>
          </p:nvPr>
        </p:nvSpPr>
        <p:spPr>
          <a:xfrm flipH="1">
            <a:off x="1660525" y="1772920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1" name="Freeform: Shape 6"/>
          <p:cNvSpPr/>
          <p:nvPr>
            <p:custDataLst>
              <p:tags r:id="rId9"/>
            </p:custDataLst>
          </p:nvPr>
        </p:nvSpPr>
        <p:spPr>
          <a:xfrm>
            <a:off x="1218565" y="2471420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2" name="Freeform: Shape 7"/>
          <p:cNvSpPr/>
          <p:nvPr>
            <p:custDataLst>
              <p:tags r:id="rId10"/>
            </p:custDataLst>
          </p:nvPr>
        </p:nvSpPr>
        <p:spPr>
          <a:xfrm>
            <a:off x="1395730" y="2471420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3" name="Freeform: Shape 8"/>
          <p:cNvSpPr/>
          <p:nvPr>
            <p:custDataLst>
              <p:tags r:id="rId11"/>
            </p:custDataLst>
          </p:nvPr>
        </p:nvSpPr>
        <p:spPr>
          <a:xfrm flipH="1">
            <a:off x="1659255" y="2471420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7" name="Freeform: Shape 15"/>
          <p:cNvSpPr/>
          <p:nvPr>
            <p:custDataLst>
              <p:tags r:id="rId12"/>
            </p:custDataLst>
          </p:nvPr>
        </p:nvSpPr>
        <p:spPr>
          <a:xfrm>
            <a:off x="1396365" y="3166745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8" name="Freeform: Shape 16"/>
          <p:cNvSpPr/>
          <p:nvPr>
            <p:custDataLst>
              <p:tags r:id="rId13"/>
            </p:custDataLst>
          </p:nvPr>
        </p:nvSpPr>
        <p:spPr>
          <a:xfrm>
            <a:off x="1395730" y="3873500"/>
            <a:ext cx="263525" cy="52705"/>
          </a:xfrm>
          <a:custGeom>
            <a:avLst/>
            <a:gdLst>
              <a:gd name="connsiteX0" fmla="*/ 0 w 413533"/>
              <a:gd name="connsiteY0" fmla="*/ 0 h 82388"/>
              <a:gd name="connsiteX1" fmla="*/ 413533 w 413533"/>
              <a:gd name="connsiteY1" fmla="*/ 0 h 82388"/>
              <a:gd name="connsiteX2" fmla="*/ 410293 w 413533"/>
              <a:gd name="connsiteY2" fmla="*/ 4444 h 82388"/>
              <a:gd name="connsiteX3" fmla="*/ 206766 w 413533"/>
              <a:gd name="connsiteY3" fmla="*/ 82388 h 82388"/>
              <a:gd name="connsiteX4" fmla="*/ 3240 w 413533"/>
              <a:gd name="connsiteY4" fmla="*/ 4444 h 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533" h="82388">
                <a:moveTo>
                  <a:pt x="0" y="0"/>
                </a:moveTo>
                <a:lnTo>
                  <a:pt x="413533" y="0"/>
                </a:lnTo>
                <a:lnTo>
                  <a:pt x="410293" y="4444"/>
                </a:lnTo>
                <a:cubicBezTo>
                  <a:pt x="358206" y="52602"/>
                  <a:pt x="286248" y="82388"/>
                  <a:pt x="206766" y="82388"/>
                </a:cubicBezTo>
                <a:cubicBezTo>
                  <a:pt x="127284" y="82388"/>
                  <a:pt x="55327" y="52602"/>
                  <a:pt x="3240" y="444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5" name="Freeform: Shape 10"/>
          <p:cNvSpPr/>
          <p:nvPr>
            <p:custDataLst>
              <p:tags r:id="rId14"/>
            </p:custDataLst>
          </p:nvPr>
        </p:nvSpPr>
        <p:spPr>
          <a:xfrm rot="20560681">
            <a:off x="1116330" y="3209925"/>
            <a:ext cx="399415" cy="720725"/>
          </a:xfrm>
          <a:custGeom>
            <a:avLst/>
            <a:gdLst>
              <a:gd name="connsiteX0" fmla="*/ 398565 w 399216"/>
              <a:gd name="connsiteY0" fmla="*/ 0 h 720509"/>
              <a:gd name="connsiteX1" fmla="*/ 399216 w 399216"/>
              <a:gd name="connsiteY1" fmla="*/ 203 h 720509"/>
              <a:gd name="connsiteX2" fmla="*/ 189700 w 399216"/>
              <a:gd name="connsiteY2" fmla="*/ 671975 h 720509"/>
              <a:gd name="connsiteX3" fmla="*/ 187218 w 399216"/>
              <a:gd name="connsiteY3" fmla="*/ 673667 h 720509"/>
              <a:gd name="connsiteX4" fmla="*/ 189945 w 399216"/>
              <a:gd name="connsiteY4" fmla="*/ 673667 h 720509"/>
              <a:gd name="connsiteX5" fmla="*/ 188471 w 399216"/>
              <a:gd name="connsiteY5" fmla="*/ 676194 h 720509"/>
              <a:gd name="connsiteX6" fmla="*/ 95893 w 399216"/>
              <a:gd name="connsiteY6" fmla="*/ 720509 h 720509"/>
              <a:gd name="connsiteX7" fmla="*/ 3316 w 399216"/>
              <a:gd name="connsiteY7" fmla="*/ 676194 h 720509"/>
              <a:gd name="connsiteX8" fmla="*/ 3158 w 399216"/>
              <a:gd name="connsiteY8" fmla="*/ 675923 h 720509"/>
              <a:gd name="connsiteX9" fmla="*/ 0 w 399216"/>
              <a:gd name="connsiteY9" fmla="*/ 675934 h 720509"/>
              <a:gd name="connsiteX10" fmla="*/ 161540 w 399216"/>
              <a:gd name="connsiteY10" fmla="*/ 157989 h 720509"/>
              <a:gd name="connsiteX11" fmla="*/ 163215 w 399216"/>
              <a:gd name="connsiteY11" fmla="*/ 160445 h 720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9216" h="720509">
                <a:moveTo>
                  <a:pt x="398565" y="0"/>
                </a:moveTo>
                <a:lnTo>
                  <a:pt x="399216" y="203"/>
                </a:lnTo>
                <a:lnTo>
                  <a:pt x="189700" y="671975"/>
                </a:lnTo>
                <a:lnTo>
                  <a:pt x="187218" y="673667"/>
                </a:lnTo>
                <a:lnTo>
                  <a:pt x="189945" y="673667"/>
                </a:lnTo>
                <a:lnTo>
                  <a:pt x="188471" y="676194"/>
                </a:lnTo>
                <a:cubicBezTo>
                  <a:pt x="164779" y="703574"/>
                  <a:pt x="132047" y="720509"/>
                  <a:pt x="95893" y="720509"/>
                </a:cubicBezTo>
                <a:cubicBezTo>
                  <a:pt x="59739" y="720509"/>
                  <a:pt x="27009" y="703574"/>
                  <a:pt x="3316" y="676194"/>
                </a:cubicBezTo>
                <a:lnTo>
                  <a:pt x="3158" y="675923"/>
                </a:lnTo>
                <a:lnTo>
                  <a:pt x="0" y="675934"/>
                </a:lnTo>
                <a:lnTo>
                  <a:pt x="161540" y="157989"/>
                </a:lnTo>
                <a:lnTo>
                  <a:pt x="163215" y="160445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5" name="Oval 13"/>
          <p:cNvSpPr/>
          <p:nvPr>
            <p:custDataLst>
              <p:tags r:id="rId15"/>
            </p:custDataLst>
          </p:nvPr>
        </p:nvSpPr>
        <p:spPr>
          <a:xfrm>
            <a:off x="1218565" y="3798570"/>
            <a:ext cx="612140" cy="244475"/>
          </a:xfrm>
          <a:prstGeom prst="ellipse">
            <a:avLst/>
          </a:prstGeom>
          <a:solidFill>
            <a:srgbClr val="F2A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6" name="Oval 14"/>
          <p:cNvSpPr/>
          <p:nvPr>
            <p:custDataLst>
              <p:tags r:id="rId16"/>
            </p:custDataLst>
          </p:nvPr>
        </p:nvSpPr>
        <p:spPr>
          <a:xfrm>
            <a:off x="1395730" y="3871595"/>
            <a:ext cx="277495" cy="111125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9" name="Freeform: Shape 26"/>
          <p:cNvSpPr/>
          <p:nvPr>
            <p:custDataLst>
              <p:tags r:id="rId17"/>
            </p:custDataLst>
          </p:nvPr>
        </p:nvSpPr>
        <p:spPr bwMode="auto">
          <a:xfrm flipH="1">
            <a:off x="1840230" y="1408430"/>
            <a:ext cx="1426210" cy="675640"/>
          </a:xfrm>
          <a:custGeom>
            <a:avLst/>
            <a:gdLst>
              <a:gd name="T0" fmla="*/ 3799 w 3804"/>
              <a:gd name="T1" fmla="*/ 0 h 1355"/>
              <a:gd name="T2" fmla="*/ 372 w 3804"/>
              <a:gd name="T3" fmla="*/ 0 h 1355"/>
              <a:gd name="T4" fmla="*/ 0 w 3804"/>
              <a:gd name="T5" fmla="*/ 679 h 1355"/>
              <a:gd name="T6" fmla="*/ 372 w 3804"/>
              <a:gd name="T7" fmla="*/ 1355 h 1355"/>
              <a:gd name="T8" fmla="*/ 3804 w 3804"/>
              <a:gd name="T9" fmla="*/ 1355 h 1355"/>
              <a:gd name="T10" fmla="*/ 3799 w 3804"/>
              <a:gd name="T11" fmla="*/ 0 h 1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4" h="1355">
                <a:moveTo>
                  <a:pt x="3799" y="0"/>
                </a:moveTo>
                <a:lnTo>
                  <a:pt x="372" y="0"/>
                </a:lnTo>
                <a:lnTo>
                  <a:pt x="0" y="679"/>
                </a:lnTo>
                <a:lnTo>
                  <a:pt x="372" y="1355"/>
                </a:lnTo>
                <a:lnTo>
                  <a:pt x="3804" y="1355"/>
                </a:lnTo>
                <a:lnTo>
                  <a:pt x="37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none" lIns="121920" tIns="60960" rIns="121920" bIns="60960" anchor="ctr" anchorCtr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0" name="Freeform: Shape 27"/>
          <p:cNvSpPr/>
          <p:nvPr>
            <p:custDataLst>
              <p:tags r:id="rId18"/>
            </p:custDataLst>
          </p:nvPr>
        </p:nvSpPr>
        <p:spPr bwMode="auto">
          <a:xfrm flipH="1">
            <a:off x="1830705" y="4968240"/>
            <a:ext cx="1414780" cy="675640"/>
          </a:xfrm>
          <a:custGeom>
            <a:avLst/>
            <a:gdLst>
              <a:gd name="T0" fmla="*/ 3799 w 3804"/>
              <a:gd name="T1" fmla="*/ 0 h 1355"/>
              <a:gd name="T2" fmla="*/ 372 w 3804"/>
              <a:gd name="T3" fmla="*/ 0 h 1355"/>
              <a:gd name="T4" fmla="*/ 0 w 3804"/>
              <a:gd name="T5" fmla="*/ 679 h 1355"/>
              <a:gd name="T6" fmla="*/ 372 w 3804"/>
              <a:gd name="T7" fmla="*/ 1355 h 1355"/>
              <a:gd name="T8" fmla="*/ 3804 w 3804"/>
              <a:gd name="T9" fmla="*/ 1355 h 1355"/>
              <a:gd name="T10" fmla="*/ 3799 w 3804"/>
              <a:gd name="T11" fmla="*/ 0 h 1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04" h="1355">
                <a:moveTo>
                  <a:pt x="3799" y="0"/>
                </a:moveTo>
                <a:lnTo>
                  <a:pt x="372" y="0"/>
                </a:lnTo>
                <a:lnTo>
                  <a:pt x="0" y="679"/>
                </a:lnTo>
                <a:lnTo>
                  <a:pt x="372" y="1355"/>
                </a:lnTo>
                <a:lnTo>
                  <a:pt x="3804" y="1355"/>
                </a:lnTo>
                <a:lnTo>
                  <a:pt x="379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none" lIns="121920" tIns="60960" rIns="121920" bIns="60960" anchor="ctr" anchorCtr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19"/>
            </p:custDataLst>
          </p:nvPr>
        </p:nvSpPr>
        <p:spPr>
          <a:xfrm>
            <a:off x="3317875" y="3070225"/>
            <a:ext cx="819721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20"/>
            </p:custDataLst>
          </p:nvPr>
        </p:nvSpPr>
        <p:spPr>
          <a:xfrm>
            <a:off x="3317875" y="3404447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21"/>
            </p:custDataLst>
          </p:nvPr>
        </p:nvSpPr>
        <p:spPr>
          <a:xfrm>
            <a:off x="3260302" y="1341332"/>
            <a:ext cx="809244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3260302" y="1675553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23"/>
            </p:custDataLst>
          </p:nvPr>
        </p:nvSpPr>
        <p:spPr>
          <a:xfrm>
            <a:off x="3270038" y="4881457"/>
            <a:ext cx="8393007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24"/>
            </p:custDataLst>
          </p:nvPr>
        </p:nvSpPr>
        <p:spPr>
          <a:xfrm>
            <a:off x="3270250" y="5215890"/>
            <a:ext cx="8303895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6" name="Freeform: Shape 11"/>
          <p:cNvSpPr/>
          <p:nvPr>
            <p:custDataLst>
              <p:tags r:id="rId25"/>
            </p:custDataLst>
          </p:nvPr>
        </p:nvSpPr>
        <p:spPr>
          <a:xfrm rot="1039318" flipH="1">
            <a:off x="1543050" y="5278120"/>
            <a:ext cx="399415" cy="720725"/>
          </a:xfrm>
          <a:custGeom>
            <a:avLst/>
            <a:gdLst>
              <a:gd name="connsiteX0" fmla="*/ 398565 w 399216"/>
              <a:gd name="connsiteY0" fmla="*/ 0 h 720509"/>
              <a:gd name="connsiteX1" fmla="*/ 399216 w 399216"/>
              <a:gd name="connsiteY1" fmla="*/ 203 h 720509"/>
              <a:gd name="connsiteX2" fmla="*/ 189700 w 399216"/>
              <a:gd name="connsiteY2" fmla="*/ 671975 h 720509"/>
              <a:gd name="connsiteX3" fmla="*/ 187218 w 399216"/>
              <a:gd name="connsiteY3" fmla="*/ 673667 h 720509"/>
              <a:gd name="connsiteX4" fmla="*/ 189945 w 399216"/>
              <a:gd name="connsiteY4" fmla="*/ 673667 h 720509"/>
              <a:gd name="connsiteX5" fmla="*/ 188471 w 399216"/>
              <a:gd name="connsiteY5" fmla="*/ 676194 h 720509"/>
              <a:gd name="connsiteX6" fmla="*/ 95893 w 399216"/>
              <a:gd name="connsiteY6" fmla="*/ 720509 h 720509"/>
              <a:gd name="connsiteX7" fmla="*/ 3316 w 399216"/>
              <a:gd name="connsiteY7" fmla="*/ 676194 h 720509"/>
              <a:gd name="connsiteX8" fmla="*/ 3158 w 399216"/>
              <a:gd name="connsiteY8" fmla="*/ 675923 h 720509"/>
              <a:gd name="connsiteX9" fmla="*/ 0 w 399216"/>
              <a:gd name="connsiteY9" fmla="*/ 675934 h 720509"/>
              <a:gd name="connsiteX10" fmla="*/ 161540 w 399216"/>
              <a:gd name="connsiteY10" fmla="*/ 157989 h 720509"/>
              <a:gd name="connsiteX11" fmla="*/ 163215 w 399216"/>
              <a:gd name="connsiteY11" fmla="*/ 160445 h 720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9216" h="720509">
                <a:moveTo>
                  <a:pt x="398565" y="0"/>
                </a:moveTo>
                <a:lnTo>
                  <a:pt x="399216" y="203"/>
                </a:lnTo>
                <a:lnTo>
                  <a:pt x="189700" y="671975"/>
                </a:lnTo>
                <a:lnTo>
                  <a:pt x="187218" y="673667"/>
                </a:lnTo>
                <a:lnTo>
                  <a:pt x="189945" y="673667"/>
                </a:lnTo>
                <a:lnTo>
                  <a:pt x="188471" y="676194"/>
                </a:lnTo>
                <a:cubicBezTo>
                  <a:pt x="164779" y="703574"/>
                  <a:pt x="132047" y="720509"/>
                  <a:pt x="95893" y="720509"/>
                </a:cubicBezTo>
                <a:cubicBezTo>
                  <a:pt x="59739" y="720509"/>
                  <a:pt x="27009" y="703574"/>
                  <a:pt x="3316" y="676194"/>
                </a:cubicBezTo>
                <a:lnTo>
                  <a:pt x="3158" y="675923"/>
                </a:lnTo>
                <a:lnTo>
                  <a:pt x="0" y="675934"/>
                </a:lnTo>
                <a:lnTo>
                  <a:pt x="161540" y="157989"/>
                </a:lnTo>
                <a:lnTo>
                  <a:pt x="163215" y="16044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98" name="Freeform: Shape 22"/>
          <p:cNvSpPr/>
          <p:nvPr>
            <p:custDataLst>
              <p:tags r:id="rId26"/>
            </p:custDataLst>
          </p:nvPr>
        </p:nvSpPr>
        <p:spPr>
          <a:xfrm>
            <a:off x="1219835" y="3150870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99" name="Freeform: Shape 23"/>
          <p:cNvSpPr/>
          <p:nvPr>
            <p:custDataLst>
              <p:tags r:id="rId27"/>
            </p:custDataLst>
          </p:nvPr>
        </p:nvSpPr>
        <p:spPr>
          <a:xfrm>
            <a:off x="1397000" y="3150870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0" name="Freeform: Shape 24"/>
          <p:cNvSpPr/>
          <p:nvPr>
            <p:custDataLst>
              <p:tags r:id="rId28"/>
            </p:custDataLst>
          </p:nvPr>
        </p:nvSpPr>
        <p:spPr>
          <a:xfrm flipH="1">
            <a:off x="1660525" y="3150870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1" name="Freeform: Shape 19"/>
          <p:cNvSpPr/>
          <p:nvPr>
            <p:custDataLst>
              <p:tags r:id="rId29"/>
            </p:custDataLst>
          </p:nvPr>
        </p:nvSpPr>
        <p:spPr>
          <a:xfrm>
            <a:off x="1219835" y="3846195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2" name="Freeform: Shape 20"/>
          <p:cNvSpPr/>
          <p:nvPr>
            <p:custDataLst>
              <p:tags r:id="rId30"/>
            </p:custDataLst>
          </p:nvPr>
        </p:nvSpPr>
        <p:spPr>
          <a:xfrm>
            <a:off x="1397000" y="3846195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3" name="Freeform: Shape 21"/>
          <p:cNvSpPr/>
          <p:nvPr>
            <p:custDataLst>
              <p:tags r:id="rId31"/>
            </p:custDataLst>
          </p:nvPr>
        </p:nvSpPr>
        <p:spPr>
          <a:xfrm flipH="1">
            <a:off x="1660525" y="3846195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4" name="Freeform: Shape 6"/>
          <p:cNvSpPr/>
          <p:nvPr>
            <p:custDataLst>
              <p:tags r:id="rId32"/>
            </p:custDataLst>
          </p:nvPr>
        </p:nvSpPr>
        <p:spPr>
          <a:xfrm>
            <a:off x="1218565" y="4544695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5" name="Freeform: Shape 7"/>
          <p:cNvSpPr/>
          <p:nvPr>
            <p:custDataLst>
              <p:tags r:id="rId33"/>
            </p:custDataLst>
          </p:nvPr>
        </p:nvSpPr>
        <p:spPr>
          <a:xfrm>
            <a:off x="1395730" y="4544695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6" name="Freeform: Shape 8"/>
          <p:cNvSpPr/>
          <p:nvPr>
            <p:custDataLst>
              <p:tags r:id="rId34"/>
            </p:custDataLst>
          </p:nvPr>
        </p:nvSpPr>
        <p:spPr>
          <a:xfrm flipH="1">
            <a:off x="1659255" y="4544695"/>
            <a:ext cx="179705" cy="930910"/>
          </a:xfrm>
          <a:custGeom>
            <a:avLst/>
            <a:gdLst>
              <a:gd name="connsiteX0" fmla="*/ 303644 w 304800"/>
              <a:gd name="connsiteY0" fmla="*/ 0 h 1576759"/>
              <a:gd name="connsiteX1" fmla="*/ 304800 w 304800"/>
              <a:gd name="connsiteY1" fmla="*/ 0 h 1576759"/>
              <a:gd name="connsiteX2" fmla="*/ 304800 w 304800"/>
              <a:gd name="connsiteY2" fmla="*/ 1192125 h 1576759"/>
              <a:gd name="connsiteX3" fmla="*/ 0 w 304800"/>
              <a:gd name="connsiteY3" fmla="*/ 1576759 h 1576759"/>
              <a:gd name="connsiteX4" fmla="*/ 0 w 304800"/>
              <a:gd name="connsiteY4" fmla="*/ 375069 h 1576759"/>
              <a:gd name="connsiteX5" fmla="*/ 3947 w 304800"/>
              <a:gd name="connsiteY5" fmla="*/ 378196 h 1576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00" h="1576759">
                <a:moveTo>
                  <a:pt x="303644" y="0"/>
                </a:moveTo>
                <a:lnTo>
                  <a:pt x="304800" y="0"/>
                </a:lnTo>
                <a:lnTo>
                  <a:pt x="304800" y="1192125"/>
                </a:lnTo>
                <a:lnTo>
                  <a:pt x="0" y="1576759"/>
                </a:lnTo>
                <a:lnTo>
                  <a:pt x="0" y="375069"/>
                </a:lnTo>
                <a:lnTo>
                  <a:pt x="3947" y="378196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8" name="Freeform: Shape 15"/>
          <p:cNvSpPr/>
          <p:nvPr>
            <p:custDataLst>
              <p:tags r:id="rId35"/>
            </p:custDataLst>
          </p:nvPr>
        </p:nvSpPr>
        <p:spPr>
          <a:xfrm>
            <a:off x="1396365" y="5240020"/>
            <a:ext cx="263525" cy="705485"/>
          </a:xfrm>
          <a:custGeom>
            <a:avLst/>
            <a:gdLst>
              <a:gd name="connsiteX0" fmla="*/ 0 w 445945"/>
              <a:gd name="connsiteY0" fmla="*/ 0 h 1194737"/>
              <a:gd name="connsiteX1" fmla="*/ 445945 w 445945"/>
              <a:gd name="connsiteY1" fmla="*/ 0 h 1194737"/>
              <a:gd name="connsiteX2" fmla="*/ 445945 w 445945"/>
              <a:gd name="connsiteY2" fmla="*/ 1194737 h 1194737"/>
              <a:gd name="connsiteX3" fmla="*/ 0 w 445945"/>
              <a:gd name="connsiteY3" fmla="*/ 1194737 h 119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45" h="1194737">
                <a:moveTo>
                  <a:pt x="0" y="0"/>
                </a:moveTo>
                <a:lnTo>
                  <a:pt x="445945" y="0"/>
                </a:lnTo>
                <a:lnTo>
                  <a:pt x="445945" y="1194737"/>
                </a:lnTo>
                <a:lnTo>
                  <a:pt x="0" y="11947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09" name="Freeform: Shape 16"/>
          <p:cNvSpPr/>
          <p:nvPr>
            <p:custDataLst>
              <p:tags r:id="rId36"/>
            </p:custDataLst>
          </p:nvPr>
        </p:nvSpPr>
        <p:spPr>
          <a:xfrm>
            <a:off x="1395730" y="5946775"/>
            <a:ext cx="263525" cy="52705"/>
          </a:xfrm>
          <a:custGeom>
            <a:avLst/>
            <a:gdLst>
              <a:gd name="connsiteX0" fmla="*/ 0 w 413533"/>
              <a:gd name="connsiteY0" fmla="*/ 0 h 82388"/>
              <a:gd name="connsiteX1" fmla="*/ 413533 w 413533"/>
              <a:gd name="connsiteY1" fmla="*/ 0 h 82388"/>
              <a:gd name="connsiteX2" fmla="*/ 410293 w 413533"/>
              <a:gd name="connsiteY2" fmla="*/ 4444 h 82388"/>
              <a:gd name="connsiteX3" fmla="*/ 206766 w 413533"/>
              <a:gd name="connsiteY3" fmla="*/ 82388 h 82388"/>
              <a:gd name="connsiteX4" fmla="*/ 3240 w 413533"/>
              <a:gd name="connsiteY4" fmla="*/ 4444 h 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533" h="82388">
                <a:moveTo>
                  <a:pt x="0" y="0"/>
                </a:moveTo>
                <a:lnTo>
                  <a:pt x="413533" y="0"/>
                </a:lnTo>
                <a:lnTo>
                  <a:pt x="410293" y="4444"/>
                </a:lnTo>
                <a:cubicBezTo>
                  <a:pt x="358206" y="52602"/>
                  <a:pt x="286248" y="82388"/>
                  <a:pt x="206766" y="82388"/>
                </a:cubicBezTo>
                <a:cubicBezTo>
                  <a:pt x="127284" y="82388"/>
                  <a:pt x="55327" y="52602"/>
                  <a:pt x="3240" y="444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10" name="Freeform: Shape 10"/>
          <p:cNvSpPr/>
          <p:nvPr>
            <p:custDataLst>
              <p:tags r:id="rId37"/>
            </p:custDataLst>
          </p:nvPr>
        </p:nvSpPr>
        <p:spPr>
          <a:xfrm rot="20560681">
            <a:off x="1116330" y="5283200"/>
            <a:ext cx="399415" cy="720725"/>
          </a:xfrm>
          <a:custGeom>
            <a:avLst/>
            <a:gdLst>
              <a:gd name="connsiteX0" fmla="*/ 398565 w 399216"/>
              <a:gd name="connsiteY0" fmla="*/ 0 h 720509"/>
              <a:gd name="connsiteX1" fmla="*/ 399216 w 399216"/>
              <a:gd name="connsiteY1" fmla="*/ 203 h 720509"/>
              <a:gd name="connsiteX2" fmla="*/ 189700 w 399216"/>
              <a:gd name="connsiteY2" fmla="*/ 671975 h 720509"/>
              <a:gd name="connsiteX3" fmla="*/ 187218 w 399216"/>
              <a:gd name="connsiteY3" fmla="*/ 673667 h 720509"/>
              <a:gd name="connsiteX4" fmla="*/ 189945 w 399216"/>
              <a:gd name="connsiteY4" fmla="*/ 673667 h 720509"/>
              <a:gd name="connsiteX5" fmla="*/ 188471 w 399216"/>
              <a:gd name="connsiteY5" fmla="*/ 676194 h 720509"/>
              <a:gd name="connsiteX6" fmla="*/ 95893 w 399216"/>
              <a:gd name="connsiteY6" fmla="*/ 720509 h 720509"/>
              <a:gd name="connsiteX7" fmla="*/ 3316 w 399216"/>
              <a:gd name="connsiteY7" fmla="*/ 676194 h 720509"/>
              <a:gd name="connsiteX8" fmla="*/ 3158 w 399216"/>
              <a:gd name="connsiteY8" fmla="*/ 675923 h 720509"/>
              <a:gd name="connsiteX9" fmla="*/ 0 w 399216"/>
              <a:gd name="connsiteY9" fmla="*/ 675934 h 720509"/>
              <a:gd name="connsiteX10" fmla="*/ 161540 w 399216"/>
              <a:gd name="connsiteY10" fmla="*/ 157989 h 720509"/>
              <a:gd name="connsiteX11" fmla="*/ 163215 w 399216"/>
              <a:gd name="connsiteY11" fmla="*/ 160445 h 720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9216" h="720509">
                <a:moveTo>
                  <a:pt x="398565" y="0"/>
                </a:moveTo>
                <a:lnTo>
                  <a:pt x="399216" y="203"/>
                </a:lnTo>
                <a:lnTo>
                  <a:pt x="189700" y="671975"/>
                </a:lnTo>
                <a:lnTo>
                  <a:pt x="187218" y="673667"/>
                </a:lnTo>
                <a:lnTo>
                  <a:pt x="189945" y="673667"/>
                </a:lnTo>
                <a:lnTo>
                  <a:pt x="188471" y="676194"/>
                </a:lnTo>
                <a:cubicBezTo>
                  <a:pt x="164779" y="703574"/>
                  <a:pt x="132047" y="720509"/>
                  <a:pt x="95893" y="720509"/>
                </a:cubicBezTo>
                <a:cubicBezTo>
                  <a:pt x="59739" y="720509"/>
                  <a:pt x="27009" y="703574"/>
                  <a:pt x="3316" y="676194"/>
                </a:cubicBezTo>
                <a:lnTo>
                  <a:pt x="3158" y="675923"/>
                </a:lnTo>
                <a:lnTo>
                  <a:pt x="0" y="675934"/>
                </a:lnTo>
                <a:lnTo>
                  <a:pt x="161540" y="157989"/>
                </a:lnTo>
                <a:lnTo>
                  <a:pt x="163215" y="160445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12" name="Oval 13"/>
          <p:cNvSpPr/>
          <p:nvPr>
            <p:custDataLst>
              <p:tags r:id="rId38"/>
            </p:custDataLst>
          </p:nvPr>
        </p:nvSpPr>
        <p:spPr>
          <a:xfrm>
            <a:off x="1218565" y="5871845"/>
            <a:ext cx="612140" cy="244475"/>
          </a:xfrm>
          <a:prstGeom prst="ellipse">
            <a:avLst/>
          </a:prstGeom>
          <a:solidFill>
            <a:srgbClr val="F2A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13" name="Oval 14"/>
          <p:cNvSpPr/>
          <p:nvPr>
            <p:custDataLst>
              <p:tags r:id="rId39"/>
            </p:custDataLst>
          </p:nvPr>
        </p:nvSpPr>
        <p:spPr>
          <a:xfrm>
            <a:off x="1395730" y="5944870"/>
            <a:ext cx="277495" cy="111125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endParaRPr sz="2400"/>
          </a:p>
        </p:txBody>
      </p:sp>
      <p:sp>
        <p:nvSpPr>
          <p:cNvPr id="114" name="Title 1"/>
          <p:cNvSpPr txBox="1"/>
          <p:nvPr/>
        </p:nvSpPr>
        <p:spPr>
          <a:xfrm>
            <a:off x="815340" y="234315"/>
            <a:ext cx="3184525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400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/>
          <p:nvPr>
            <p:custDataLst>
              <p:tags r:id="rId1"/>
            </p:custDataLst>
          </p:nvPr>
        </p:nvSpPr>
        <p:spPr>
          <a:xfrm>
            <a:off x="1793875" y="2924810"/>
            <a:ext cx="948690" cy="74612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9" name="Freeform: Shape 10"/>
          <p:cNvSpPr/>
          <p:nvPr>
            <p:custDataLst>
              <p:tags r:id="rId2"/>
            </p:custDataLst>
          </p:nvPr>
        </p:nvSpPr>
        <p:spPr>
          <a:xfrm>
            <a:off x="2728595" y="2926080"/>
            <a:ext cx="407035" cy="1005205"/>
          </a:xfrm>
          <a:custGeom>
            <a:avLst/>
            <a:gdLst>
              <a:gd name="connsiteX0" fmla="*/ 0 w 515816"/>
              <a:gd name="connsiteY0" fmla="*/ 0 h 1430216"/>
              <a:gd name="connsiteX1" fmla="*/ 35169 w 515816"/>
              <a:gd name="connsiteY1" fmla="*/ 1055077 h 1430216"/>
              <a:gd name="connsiteX2" fmla="*/ 515816 w 515816"/>
              <a:gd name="connsiteY2" fmla="*/ 1430216 h 1430216"/>
              <a:gd name="connsiteX3" fmla="*/ 504092 w 515816"/>
              <a:gd name="connsiteY3" fmla="*/ 304800 h 1430216"/>
              <a:gd name="connsiteX4" fmla="*/ 0 w 515816"/>
              <a:gd name="connsiteY4" fmla="*/ 0 h 1430216"/>
              <a:gd name="connsiteX0-1" fmla="*/ 0 w 515816"/>
              <a:gd name="connsiteY0-2" fmla="*/ 0 h 1430216"/>
              <a:gd name="connsiteX1-3" fmla="*/ 20976 w 515816"/>
              <a:gd name="connsiteY1-4" fmla="*/ 1051022 h 1430216"/>
              <a:gd name="connsiteX2-5" fmla="*/ 515816 w 515816"/>
              <a:gd name="connsiteY2-6" fmla="*/ 1430216 h 1430216"/>
              <a:gd name="connsiteX3-7" fmla="*/ 504092 w 515816"/>
              <a:gd name="connsiteY3-8" fmla="*/ 304800 h 1430216"/>
              <a:gd name="connsiteX4-9" fmla="*/ 0 w 515816"/>
              <a:gd name="connsiteY4-10" fmla="*/ 0 h 1430216"/>
              <a:gd name="connsiteX0-11" fmla="*/ 0 w 501623"/>
              <a:gd name="connsiteY0-12" fmla="*/ 0 h 1440353"/>
              <a:gd name="connsiteX1-13" fmla="*/ 6783 w 501623"/>
              <a:gd name="connsiteY1-14" fmla="*/ 1061159 h 1440353"/>
              <a:gd name="connsiteX2-15" fmla="*/ 501623 w 501623"/>
              <a:gd name="connsiteY2-16" fmla="*/ 1440353 h 1440353"/>
              <a:gd name="connsiteX3-17" fmla="*/ 489899 w 501623"/>
              <a:gd name="connsiteY3-18" fmla="*/ 314937 h 1440353"/>
              <a:gd name="connsiteX4-19" fmla="*/ 0 w 501623"/>
              <a:gd name="connsiteY4-20" fmla="*/ 0 h 1440353"/>
              <a:gd name="connsiteX0-21" fmla="*/ 0 w 501623"/>
              <a:gd name="connsiteY0-22" fmla="*/ 0 h 1440353"/>
              <a:gd name="connsiteX1-23" fmla="*/ 6783 w 501623"/>
              <a:gd name="connsiteY1-24" fmla="*/ 1061159 h 1440353"/>
              <a:gd name="connsiteX2-25" fmla="*/ 501623 w 501623"/>
              <a:gd name="connsiteY2-26" fmla="*/ 1440353 h 1440353"/>
              <a:gd name="connsiteX3-27" fmla="*/ 483816 w 501623"/>
              <a:gd name="connsiteY3-28" fmla="*/ 308855 h 1440353"/>
              <a:gd name="connsiteX4-29" fmla="*/ 0 w 501623"/>
              <a:gd name="connsiteY4-30" fmla="*/ 0 h 1440353"/>
              <a:gd name="connsiteX0-31" fmla="*/ 0 w 501623"/>
              <a:gd name="connsiteY0-32" fmla="*/ 0 h 1440353"/>
              <a:gd name="connsiteX1-33" fmla="*/ 6783 w 501623"/>
              <a:gd name="connsiteY1-34" fmla="*/ 1061159 h 1440353"/>
              <a:gd name="connsiteX2-35" fmla="*/ 501623 w 501623"/>
              <a:gd name="connsiteY2-36" fmla="*/ 1440353 h 1440353"/>
              <a:gd name="connsiteX3-37" fmla="*/ 489898 w 501623"/>
              <a:gd name="connsiteY3-38" fmla="*/ 314938 h 1440353"/>
              <a:gd name="connsiteX4-39" fmla="*/ 0 w 501623"/>
              <a:gd name="connsiteY4-40" fmla="*/ 0 h 1440353"/>
              <a:gd name="connsiteX0-41" fmla="*/ 0 w 497568"/>
              <a:gd name="connsiteY0-42" fmla="*/ 0 h 1444408"/>
              <a:gd name="connsiteX1-43" fmla="*/ 6783 w 497568"/>
              <a:gd name="connsiteY1-44" fmla="*/ 1061159 h 1444408"/>
              <a:gd name="connsiteX2-45" fmla="*/ 497568 w 497568"/>
              <a:gd name="connsiteY2-46" fmla="*/ 1444408 h 1444408"/>
              <a:gd name="connsiteX3-47" fmla="*/ 489898 w 497568"/>
              <a:gd name="connsiteY3-48" fmla="*/ 314938 h 1444408"/>
              <a:gd name="connsiteX4-49" fmla="*/ 0 w 497568"/>
              <a:gd name="connsiteY4-50" fmla="*/ 0 h 1444408"/>
              <a:gd name="connsiteX0-51" fmla="*/ 0 w 490588"/>
              <a:gd name="connsiteY0-52" fmla="*/ 0 h 1444408"/>
              <a:gd name="connsiteX1-53" fmla="*/ 6783 w 490588"/>
              <a:gd name="connsiteY1-54" fmla="*/ 1061159 h 1444408"/>
              <a:gd name="connsiteX2-55" fmla="*/ 489458 w 490588"/>
              <a:gd name="connsiteY2-56" fmla="*/ 1444408 h 1444408"/>
              <a:gd name="connsiteX3-57" fmla="*/ 489898 w 490588"/>
              <a:gd name="connsiteY3-58" fmla="*/ 314938 h 1444408"/>
              <a:gd name="connsiteX4-59" fmla="*/ 0 w 490588"/>
              <a:gd name="connsiteY4-60" fmla="*/ 0 h 1444408"/>
              <a:gd name="connsiteX0-61" fmla="*/ 0 w 490218"/>
              <a:gd name="connsiteY0-62" fmla="*/ 0 h 1446436"/>
              <a:gd name="connsiteX1-63" fmla="*/ 6783 w 490218"/>
              <a:gd name="connsiteY1-64" fmla="*/ 1061159 h 1446436"/>
              <a:gd name="connsiteX2-65" fmla="*/ 481348 w 490218"/>
              <a:gd name="connsiteY2-66" fmla="*/ 1446436 h 1446436"/>
              <a:gd name="connsiteX3-67" fmla="*/ 489898 w 490218"/>
              <a:gd name="connsiteY3-68" fmla="*/ 314938 h 1446436"/>
              <a:gd name="connsiteX4-69" fmla="*/ 0 w 490218"/>
              <a:gd name="connsiteY4-70" fmla="*/ 0 h 1446436"/>
              <a:gd name="connsiteX0-71" fmla="*/ 0 w 490588"/>
              <a:gd name="connsiteY0-72" fmla="*/ 0 h 1446436"/>
              <a:gd name="connsiteX1-73" fmla="*/ 6783 w 490588"/>
              <a:gd name="connsiteY1-74" fmla="*/ 1061159 h 1446436"/>
              <a:gd name="connsiteX2-75" fmla="*/ 489458 w 490588"/>
              <a:gd name="connsiteY2-76" fmla="*/ 1446436 h 1446436"/>
              <a:gd name="connsiteX3-77" fmla="*/ 489898 w 490588"/>
              <a:gd name="connsiteY3-78" fmla="*/ 314938 h 1446436"/>
              <a:gd name="connsiteX4-79" fmla="*/ 0 w 490588"/>
              <a:gd name="connsiteY4-80" fmla="*/ 0 h 1446436"/>
              <a:gd name="connsiteX0-81" fmla="*/ 0 w 492459"/>
              <a:gd name="connsiteY0-82" fmla="*/ 0 h 1446436"/>
              <a:gd name="connsiteX1-83" fmla="*/ 6783 w 492459"/>
              <a:gd name="connsiteY1-84" fmla="*/ 1061159 h 1446436"/>
              <a:gd name="connsiteX2-85" fmla="*/ 489458 w 492459"/>
              <a:gd name="connsiteY2-86" fmla="*/ 1446436 h 1446436"/>
              <a:gd name="connsiteX3-87" fmla="*/ 491925 w 492459"/>
              <a:gd name="connsiteY3-88" fmla="*/ 308856 h 1446436"/>
              <a:gd name="connsiteX4-89" fmla="*/ 0 w 492459"/>
              <a:gd name="connsiteY4-90" fmla="*/ 0 h 1446436"/>
              <a:gd name="connsiteX0-91" fmla="*/ 0 w 490588"/>
              <a:gd name="connsiteY0-92" fmla="*/ 0 h 1446436"/>
              <a:gd name="connsiteX1-93" fmla="*/ 6783 w 490588"/>
              <a:gd name="connsiteY1-94" fmla="*/ 1061159 h 1446436"/>
              <a:gd name="connsiteX2-95" fmla="*/ 489458 w 490588"/>
              <a:gd name="connsiteY2-96" fmla="*/ 1446436 h 1446436"/>
              <a:gd name="connsiteX3-97" fmla="*/ 489898 w 490588"/>
              <a:gd name="connsiteY3-98" fmla="*/ 302774 h 1446436"/>
              <a:gd name="connsiteX4-99" fmla="*/ 0 w 490588"/>
              <a:gd name="connsiteY4-100" fmla="*/ 0 h 1446436"/>
              <a:gd name="connsiteX0-101" fmla="*/ 0 w 490588"/>
              <a:gd name="connsiteY0-102" fmla="*/ 0 h 1446436"/>
              <a:gd name="connsiteX1-103" fmla="*/ 6783 w 490588"/>
              <a:gd name="connsiteY1-104" fmla="*/ 1061159 h 1446436"/>
              <a:gd name="connsiteX2-105" fmla="*/ 489458 w 490588"/>
              <a:gd name="connsiteY2-106" fmla="*/ 1446436 h 1446436"/>
              <a:gd name="connsiteX3-107" fmla="*/ 489898 w 490588"/>
              <a:gd name="connsiteY3-108" fmla="*/ 316966 h 1446436"/>
              <a:gd name="connsiteX4-109" fmla="*/ 0 w 490588"/>
              <a:gd name="connsiteY4-110" fmla="*/ 0 h 1446436"/>
              <a:gd name="connsiteX0-111" fmla="*/ 0 w 490588"/>
              <a:gd name="connsiteY0-112" fmla="*/ 0 h 1446436"/>
              <a:gd name="connsiteX1-113" fmla="*/ 6783 w 490588"/>
              <a:gd name="connsiteY1-114" fmla="*/ 1061159 h 1446436"/>
              <a:gd name="connsiteX2-115" fmla="*/ 489458 w 490588"/>
              <a:gd name="connsiteY2-116" fmla="*/ 1446436 h 1446436"/>
              <a:gd name="connsiteX3-117" fmla="*/ 489898 w 490588"/>
              <a:gd name="connsiteY3-118" fmla="*/ 316966 h 1446436"/>
              <a:gd name="connsiteX4-119" fmla="*/ 0 w 490588"/>
              <a:gd name="connsiteY4-120" fmla="*/ 0 h 1446436"/>
              <a:gd name="connsiteX0-121" fmla="*/ 0 w 489458"/>
              <a:gd name="connsiteY0-122" fmla="*/ 0 h 1446436"/>
              <a:gd name="connsiteX1-123" fmla="*/ 6783 w 489458"/>
              <a:gd name="connsiteY1-124" fmla="*/ 1061159 h 1446436"/>
              <a:gd name="connsiteX2-125" fmla="*/ 489458 w 489458"/>
              <a:gd name="connsiteY2-126" fmla="*/ 1446436 h 1446436"/>
              <a:gd name="connsiteX3-127" fmla="*/ 487870 w 489458"/>
              <a:gd name="connsiteY3-128" fmla="*/ 312911 h 1446436"/>
              <a:gd name="connsiteX4-129" fmla="*/ 0 w 489458"/>
              <a:gd name="connsiteY4-130" fmla="*/ 0 h 1446436"/>
              <a:gd name="connsiteX0-131" fmla="*/ 0 w 489458"/>
              <a:gd name="connsiteY0-132" fmla="*/ 0 h 1446436"/>
              <a:gd name="connsiteX1-133" fmla="*/ 2728 w 489458"/>
              <a:gd name="connsiteY1-134" fmla="*/ 1057104 h 1446436"/>
              <a:gd name="connsiteX2-135" fmla="*/ 489458 w 489458"/>
              <a:gd name="connsiteY2-136" fmla="*/ 1446436 h 1446436"/>
              <a:gd name="connsiteX3-137" fmla="*/ 487870 w 489458"/>
              <a:gd name="connsiteY3-138" fmla="*/ 312911 h 1446436"/>
              <a:gd name="connsiteX4-139" fmla="*/ 0 w 489458"/>
              <a:gd name="connsiteY4-140" fmla="*/ 0 h 1446436"/>
              <a:gd name="connsiteX0-141" fmla="*/ 0 w 489458"/>
              <a:gd name="connsiteY0-142" fmla="*/ 0 h 1438340"/>
              <a:gd name="connsiteX1-143" fmla="*/ 2728 w 489458"/>
              <a:gd name="connsiteY1-144" fmla="*/ 1057104 h 1438340"/>
              <a:gd name="connsiteX2-145" fmla="*/ 489458 w 489458"/>
              <a:gd name="connsiteY2-146" fmla="*/ 1438340 h 1438340"/>
              <a:gd name="connsiteX3-147" fmla="*/ 487870 w 489458"/>
              <a:gd name="connsiteY3-148" fmla="*/ 312911 h 1438340"/>
              <a:gd name="connsiteX4-149" fmla="*/ 0 w 489458"/>
              <a:gd name="connsiteY4-150" fmla="*/ 0 h 1438340"/>
              <a:gd name="connsiteX0-151" fmla="*/ 0 w 489458"/>
              <a:gd name="connsiteY0-152" fmla="*/ 0 h 1438340"/>
              <a:gd name="connsiteX1-153" fmla="*/ 4756 w 489458"/>
              <a:gd name="connsiteY1-154" fmla="*/ 1065200 h 1438340"/>
              <a:gd name="connsiteX2-155" fmla="*/ 489458 w 489458"/>
              <a:gd name="connsiteY2-156" fmla="*/ 1438340 h 1438340"/>
              <a:gd name="connsiteX3-157" fmla="*/ 487870 w 489458"/>
              <a:gd name="connsiteY3-158" fmla="*/ 312911 h 1438340"/>
              <a:gd name="connsiteX4-159" fmla="*/ 0 w 489458"/>
              <a:gd name="connsiteY4-160" fmla="*/ 0 h 1438340"/>
              <a:gd name="connsiteX0-161" fmla="*/ 0 w 491485"/>
              <a:gd name="connsiteY0-162" fmla="*/ 0 h 1438340"/>
              <a:gd name="connsiteX1-163" fmla="*/ 4756 w 491485"/>
              <a:gd name="connsiteY1-164" fmla="*/ 1065200 h 1438340"/>
              <a:gd name="connsiteX2-165" fmla="*/ 491485 w 491485"/>
              <a:gd name="connsiteY2-166" fmla="*/ 1438340 h 1438340"/>
              <a:gd name="connsiteX3-167" fmla="*/ 487870 w 491485"/>
              <a:gd name="connsiteY3-168" fmla="*/ 312911 h 1438340"/>
              <a:gd name="connsiteX4-169" fmla="*/ 0 w 491485"/>
              <a:gd name="connsiteY4-170" fmla="*/ 0 h 1438340"/>
              <a:gd name="connsiteX0-171" fmla="*/ 0 w 488560"/>
              <a:gd name="connsiteY0-172" fmla="*/ 0 h 1438340"/>
              <a:gd name="connsiteX1-173" fmla="*/ 4756 w 488560"/>
              <a:gd name="connsiteY1-174" fmla="*/ 1065200 h 1438340"/>
              <a:gd name="connsiteX2-175" fmla="*/ 487430 w 488560"/>
              <a:gd name="connsiteY2-176" fmla="*/ 1438340 h 1438340"/>
              <a:gd name="connsiteX3-177" fmla="*/ 487870 w 488560"/>
              <a:gd name="connsiteY3-178" fmla="*/ 312911 h 1438340"/>
              <a:gd name="connsiteX4-179" fmla="*/ 0 w 488560"/>
              <a:gd name="connsiteY4-180" fmla="*/ 0 h 1438340"/>
              <a:gd name="connsiteX0-181" fmla="*/ 0 w 488404"/>
              <a:gd name="connsiteY0-182" fmla="*/ 0 h 1444413"/>
              <a:gd name="connsiteX1-183" fmla="*/ 4756 w 488404"/>
              <a:gd name="connsiteY1-184" fmla="*/ 1065200 h 1444413"/>
              <a:gd name="connsiteX2-185" fmla="*/ 485402 w 488404"/>
              <a:gd name="connsiteY2-186" fmla="*/ 1444413 h 1444413"/>
              <a:gd name="connsiteX3-187" fmla="*/ 487870 w 488404"/>
              <a:gd name="connsiteY3-188" fmla="*/ 312911 h 1444413"/>
              <a:gd name="connsiteX4-189" fmla="*/ 0 w 488404"/>
              <a:gd name="connsiteY4-190" fmla="*/ 0 h 1444413"/>
              <a:gd name="connsiteX0-191" fmla="*/ 0 w 489457"/>
              <a:gd name="connsiteY0-192" fmla="*/ 0 h 1444413"/>
              <a:gd name="connsiteX1-193" fmla="*/ 4756 w 489457"/>
              <a:gd name="connsiteY1-194" fmla="*/ 1065200 h 1444413"/>
              <a:gd name="connsiteX2-195" fmla="*/ 489457 w 489457"/>
              <a:gd name="connsiteY2-196" fmla="*/ 1444413 h 1444413"/>
              <a:gd name="connsiteX3-197" fmla="*/ 487870 w 489457"/>
              <a:gd name="connsiteY3-198" fmla="*/ 312911 h 1444413"/>
              <a:gd name="connsiteX4-199" fmla="*/ 0 w 489457"/>
              <a:gd name="connsiteY4-200" fmla="*/ 0 h 1444413"/>
              <a:gd name="connsiteX0-201" fmla="*/ 0 w 488560"/>
              <a:gd name="connsiteY0-202" fmla="*/ 0 h 1438341"/>
              <a:gd name="connsiteX1-203" fmla="*/ 4756 w 488560"/>
              <a:gd name="connsiteY1-204" fmla="*/ 1065200 h 1438341"/>
              <a:gd name="connsiteX2-205" fmla="*/ 487430 w 488560"/>
              <a:gd name="connsiteY2-206" fmla="*/ 1438341 h 1438341"/>
              <a:gd name="connsiteX3-207" fmla="*/ 487870 w 488560"/>
              <a:gd name="connsiteY3-208" fmla="*/ 312911 h 1438341"/>
              <a:gd name="connsiteX4-209" fmla="*/ 0 w 488560"/>
              <a:gd name="connsiteY4-210" fmla="*/ 0 h 1438341"/>
              <a:gd name="connsiteX0-211" fmla="*/ 0 w 490432"/>
              <a:gd name="connsiteY0-212" fmla="*/ 0 h 1438341"/>
              <a:gd name="connsiteX1-213" fmla="*/ 4756 w 490432"/>
              <a:gd name="connsiteY1-214" fmla="*/ 1065200 h 1438341"/>
              <a:gd name="connsiteX2-215" fmla="*/ 487430 w 490432"/>
              <a:gd name="connsiteY2-216" fmla="*/ 1438341 h 1438341"/>
              <a:gd name="connsiteX3-217" fmla="*/ 489898 w 490432"/>
              <a:gd name="connsiteY3-218" fmla="*/ 323032 h 1438341"/>
              <a:gd name="connsiteX4-219" fmla="*/ 0 w 490432"/>
              <a:gd name="connsiteY4-220" fmla="*/ 0 h 1438341"/>
              <a:gd name="connsiteX0-221" fmla="*/ 0 w 488561"/>
              <a:gd name="connsiteY0-222" fmla="*/ 0 h 1438341"/>
              <a:gd name="connsiteX1-223" fmla="*/ 4756 w 488561"/>
              <a:gd name="connsiteY1-224" fmla="*/ 1065200 h 1438341"/>
              <a:gd name="connsiteX2-225" fmla="*/ 487430 w 488561"/>
              <a:gd name="connsiteY2-226" fmla="*/ 1438341 h 1438341"/>
              <a:gd name="connsiteX3-227" fmla="*/ 487871 w 488561"/>
              <a:gd name="connsiteY3-228" fmla="*/ 316959 h 1438341"/>
              <a:gd name="connsiteX4-229" fmla="*/ 0 w 488561"/>
              <a:gd name="connsiteY4-230" fmla="*/ 0 h 1438341"/>
              <a:gd name="connsiteX0-231" fmla="*/ 0 w 489457"/>
              <a:gd name="connsiteY0-232" fmla="*/ 0 h 1438341"/>
              <a:gd name="connsiteX1-233" fmla="*/ 4756 w 489457"/>
              <a:gd name="connsiteY1-234" fmla="*/ 1065200 h 1438341"/>
              <a:gd name="connsiteX2-235" fmla="*/ 489457 w 489457"/>
              <a:gd name="connsiteY2-236" fmla="*/ 1438341 h 1438341"/>
              <a:gd name="connsiteX3-237" fmla="*/ 487871 w 489457"/>
              <a:gd name="connsiteY3-238" fmla="*/ 316959 h 1438341"/>
              <a:gd name="connsiteX4-239" fmla="*/ 0 w 489457"/>
              <a:gd name="connsiteY4-240" fmla="*/ 0 h 14383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9457" h="1438341">
                <a:moveTo>
                  <a:pt x="0" y="0"/>
                </a:moveTo>
                <a:cubicBezTo>
                  <a:pt x="909" y="352368"/>
                  <a:pt x="3847" y="712832"/>
                  <a:pt x="4756" y="1065200"/>
                </a:cubicBezTo>
                <a:lnTo>
                  <a:pt x="489457" y="1438341"/>
                </a:lnTo>
                <a:cubicBezTo>
                  <a:pt x="486900" y="1061851"/>
                  <a:pt x="490428" y="693449"/>
                  <a:pt x="487871" y="3169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0" name="Rectangle 12"/>
          <p:cNvSpPr/>
          <p:nvPr>
            <p:custDataLst>
              <p:tags r:id="rId3"/>
            </p:custDataLst>
          </p:nvPr>
        </p:nvSpPr>
        <p:spPr>
          <a:xfrm>
            <a:off x="1746885" y="4731385"/>
            <a:ext cx="948690" cy="74612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2" name="Freeform: Shape 14"/>
          <p:cNvSpPr/>
          <p:nvPr>
            <p:custDataLst>
              <p:tags r:id="rId4"/>
            </p:custDataLst>
          </p:nvPr>
        </p:nvSpPr>
        <p:spPr>
          <a:xfrm>
            <a:off x="2680335" y="4732655"/>
            <a:ext cx="407035" cy="1005205"/>
          </a:xfrm>
          <a:custGeom>
            <a:avLst/>
            <a:gdLst>
              <a:gd name="connsiteX0" fmla="*/ 0 w 515816"/>
              <a:gd name="connsiteY0" fmla="*/ 0 h 1430216"/>
              <a:gd name="connsiteX1" fmla="*/ 35169 w 515816"/>
              <a:gd name="connsiteY1" fmla="*/ 1055077 h 1430216"/>
              <a:gd name="connsiteX2" fmla="*/ 515816 w 515816"/>
              <a:gd name="connsiteY2" fmla="*/ 1430216 h 1430216"/>
              <a:gd name="connsiteX3" fmla="*/ 504092 w 515816"/>
              <a:gd name="connsiteY3" fmla="*/ 304800 h 1430216"/>
              <a:gd name="connsiteX4" fmla="*/ 0 w 515816"/>
              <a:gd name="connsiteY4" fmla="*/ 0 h 1430216"/>
              <a:gd name="connsiteX0-1" fmla="*/ 0 w 515816"/>
              <a:gd name="connsiteY0-2" fmla="*/ 0 h 1430216"/>
              <a:gd name="connsiteX1-3" fmla="*/ 20976 w 515816"/>
              <a:gd name="connsiteY1-4" fmla="*/ 1051022 h 1430216"/>
              <a:gd name="connsiteX2-5" fmla="*/ 515816 w 515816"/>
              <a:gd name="connsiteY2-6" fmla="*/ 1430216 h 1430216"/>
              <a:gd name="connsiteX3-7" fmla="*/ 504092 w 515816"/>
              <a:gd name="connsiteY3-8" fmla="*/ 304800 h 1430216"/>
              <a:gd name="connsiteX4-9" fmla="*/ 0 w 515816"/>
              <a:gd name="connsiteY4-10" fmla="*/ 0 h 1430216"/>
              <a:gd name="connsiteX0-11" fmla="*/ 0 w 501623"/>
              <a:gd name="connsiteY0-12" fmla="*/ 0 h 1440353"/>
              <a:gd name="connsiteX1-13" fmla="*/ 6783 w 501623"/>
              <a:gd name="connsiteY1-14" fmla="*/ 1061159 h 1440353"/>
              <a:gd name="connsiteX2-15" fmla="*/ 501623 w 501623"/>
              <a:gd name="connsiteY2-16" fmla="*/ 1440353 h 1440353"/>
              <a:gd name="connsiteX3-17" fmla="*/ 489899 w 501623"/>
              <a:gd name="connsiteY3-18" fmla="*/ 314937 h 1440353"/>
              <a:gd name="connsiteX4-19" fmla="*/ 0 w 501623"/>
              <a:gd name="connsiteY4-20" fmla="*/ 0 h 1440353"/>
              <a:gd name="connsiteX0-21" fmla="*/ 0 w 501623"/>
              <a:gd name="connsiteY0-22" fmla="*/ 0 h 1440353"/>
              <a:gd name="connsiteX1-23" fmla="*/ 6783 w 501623"/>
              <a:gd name="connsiteY1-24" fmla="*/ 1061159 h 1440353"/>
              <a:gd name="connsiteX2-25" fmla="*/ 501623 w 501623"/>
              <a:gd name="connsiteY2-26" fmla="*/ 1440353 h 1440353"/>
              <a:gd name="connsiteX3-27" fmla="*/ 483816 w 501623"/>
              <a:gd name="connsiteY3-28" fmla="*/ 308855 h 1440353"/>
              <a:gd name="connsiteX4-29" fmla="*/ 0 w 501623"/>
              <a:gd name="connsiteY4-30" fmla="*/ 0 h 1440353"/>
              <a:gd name="connsiteX0-31" fmla="*/ 0 w 501623"/>
              <a:gd name="connsiteY0-32" fmla="*/ 0 h 1440353"/>
              <a:gd name="connsiteX1-33" fmla="*/ 6783 w 501623"/>
              <a:gd name="connsiteY1-34" fmla="*/ 1061159 h 1440353"/>
              <a:gd name="connsiteX2-35" fmla="*/ 501623 w 501623"/>
              <a:gd name="connsiteY2-36" fmla="*/ 1440353 h 1440353"/>
              <a:gd name="connsiteX3-37" fmla="*/ 489898 w 501623"/>
              <a:gd name="connsiteY3-38" fmla="*/ 314938 h 1440353"/>
              <a:gd name="connsiteX4-39" fmla="*/ 0 w 501623"/>
              <a:gd name="connsiteY4-40" fmla="*/ 0 h 1440353"/>
              <a:gd name="connsiteX0-41" fmla="*/ 0 w 497568"/>
              <a:gd name="connsiteY0-42" fmla="*/ 0 h 1444408"/>
              <a:gd name="connsiteX1-43" fmla="*/ 6783 w 497568"/>
              <a:gd name="connsiteY1-44" fmla="*/ 1061159 h 1444408"/>
              <a:gd name="connsiteX2-45" fmla="*/ 497568 w 497568"/>
              <a:gd name="connsiteY2-46" fmla="*/ 1444408 h 1444408"/>
              <a:gd name="connsiteX3-47" fmla="*/ 489898 w 497568"/>
              <a:gd name="connsiteY3-48" fmla="*/ 314938 h 1444408"/>
              <a:gd name="connsiteX4-49" fmla="*/ 0 w 497568"/>
              <a:gd name="connsiteY4-50" fmla="*/ 0 h 1444408"/>
              <a:gd name="connsiteX0-51" fmla="*/ 0 w 490588"/>
              <a:gd name="connsiteY0-52" fmla="*/ 0 h 1444408"/>
              <a:gd name="connsiteX1-53" fmla="*/ 6783 w 490588"/>
              <a:gd name="connsiteY1-54" fmla="*/ 1061159 h 1444408"/>
              <a:gd name="connsiteX2-55" fmla="*/ 489458 w 490588"/>
              <a:gd name="connsiteY2-56" fmla="*/ 1444408 h 1444408"/>
              <a:gd name="connsiteX3-57" fmla="*/ 489898 w 490588"/>
              <a:gd name="connsiteY3-58" fmla="*/ 314938 h 1444408"/>
              <a:gd name="connsiteX4-59" fmla="*/ 0 w 490588"/>
              <a:gd name="connsiteY4-60" fmla="*/ 0 h 1444408"/>
              <a:gd name="connsiteX0-61" fmla="*/ 0 w 490218"/>
              <a:gd name="connsiteY0-62" fmla="*/ 0 h 1446436"/>
              <a:gd name="connsiteX1-63" fmla="*/ 6783 w 490218"/>
              <a:gd name="connsiteY1-64" fmla="*/ 1061159 h 1446436"/>
              <a:gd name="connsiteX2-65" fmla="*/ 481348 w 490218"/>
              <a:gd name="connsiteY2-66" fmla="*/ 1446436 h 1446436"/>
              <a:gd name="connsiteX3-67" fmla="*/ 489898 w 490218"/>
              <a:gd name="connsiteY3-68" fmla="*/ 314938 h 1446436"/>
              <a:gd name="connsiteX4-69" fmla="*/ 0 w 490218"/>
              <a:gd name="connsiteY4-70" fmla="*/ 0 h 1446436"/>
              <a:gd name="connsiteX0-71" fmla="*/ 0 w 490588"/>
              <a:gd name="connsiteY0-72" fmla="*/ 0 h 1446436"/>
              <a:gd name="connsiteX1-73" fmla="*/ 6783 w 490588"/>
              <a:gd name="connsiteY1-74" fmla="*/ 1061159 h 1446436"/>
              <a:gd name="connsiteX2-75" fmla="*/ 489458 w 490588"/>
              <a:gd name="connsiteY2-76" fmla="*/ 1446436 h 1446436"/>
              <a:gd name="connsiteX3-77" fmla="*/ 489898 w 490588"/>
              <a:gd name="connsiteY3-78" fmla="*/ 314938 h 1446436"/>
              <a:gd name="connsiteX4-79" fmla="*/ 0 w 490588"/>
              <a:gd name="connsiteY4-80" fmla="*/ 0 h 1446436"/>
              <a:gd name="connsiteX0-81" fmla="*/ 0 w 492459"/>
              <a:gd name="connsiteY0-82" fmla="*/ 0 h 1446436"/>
              <a:gd name="connsiteX1-83" fmla="*/ 6783 w 492459"/>
              <a:gd name="connsiteY1-84" fmla="*/ 1061159 h 1446436"/>
              <a:gd name="connsiteX2-85" fmla="*/ 489458 w 492459"/>
              <a:gd name="connsiteY2-86" fmla="*/ 1446436 h 1446436"/>
              <a:gd name="connsiteX3-87" fmla="*/ 491925 w 492459"/>
              <a:gd name="connsiteY3-88" fmla="*/ 308856 h 1446436"/>
              <a:gd name="connsiteX4-89" fmla="*/ 0 w 492459"/>
              <a:gd name="connsiteY4-90" fmla="*/ 0 h 1446436"/>
              <a:gd name="connsiteX0-91" fmla="*/ 0 w 490588"/>
              <a:gd name="connsiteY0-92" fmla="*/ 0 h 1446436"/>
              <a:gd name="connsiteX1-93" fmla="*/ 6783 w 490588"/>
              <a:gd name="connsiteY1-94" fmla="*/ 1061159 h 1446436"/>
              <a:gd name="connsiteX2-95" fmla="*/ 489458 w 490588"/>
              <a:gd name="connsiteY2-96" fmla="*/ 1446436 h 1446436"/>
              <a:gd name="connsiteX3-97" fmla="*/ 489898 w 490588"/>
              <a:gd name="connsiteY3-98" fmla="*/ 302774 h 1446436"/>
              <a:gd name="connsiteX4-99" fmla="*/ 0 w 490588"/>
              <a:gd name="connsiteY4-100" fmla="*/ 0 h 1446436"/>
              <a:gd name="connsiteX0-101" fmla="*/ 0 w 490588"/>
              <a:gd name="connsiteY0-102" fmla="*/ 0 h 1446436"/>
              <a:gd name="connsiteX1-103" fmla="*/ 6783 w 490588"/>
              <a:gd name="connsiteY1-104" fmla="*/ 1061159 h 1446436"/>
              <a:gd name="connsiteX2-105" fmla="*/ 489458 w 490588"/>
              <a:gd name="connsiteY2-106" fmla="*/ 1446436 h 1446436"/>
              <a:gd name="connsiteX3-107" fmla="*/ 489898 w 490588"/>
              <a:gd name="connsiteY3-108" fmla="*/ 316966 h 1446436"/>
              <a:gd name="connsiteX4-109" fmla="*/ 0 w 490588"/>
              <a:gd name="connsiteY4-110" fmla="*/ 0 h 1446436"/>
              <a:gd name="connsiteX0-111" fmla="*/ 0 w 490588"/>
              <a:gd name="connsiteY0-112" fmla="*/ 0 h 1446436"/>
              <a:gd name="connsiteX1-113" fmla="*/ 6783 w 490588"/>
              <a:gd name="connsiteY1-114" fmla="*/ 1061159 h 1446436"/>
              <a:gd name="connsiteX2-115" fmla="*/ 489458 w 490588"/>
              <a:gd name="connsiteY2-116" fmla="*/ 1446436 h 1446436"/>
              <a:gd name="connsiteX3-117" fmla="*/ 489898 w 490588"/>
              <a:gd name="connsiteY3-118" fmla="*/ 316966 h 1446436"/>
              <a:gd name="connsiteX4-119" fmla="*/ 0 w 490588"/>
              <a:gd name="connsiteY4-120" fmla="*/ 0 h 1446436"/>
              <a:gd name="connsiteX0-121" fmla="*/ 0 w 489458"/>
              <a:gd name="connsiteY0-122" fmla="*/ 0 h 1446436"/>
              <a:gd name="connsiteX1-123" fmla="*/ 6783 w 489458"/>
              <a:gd name="connsiteY1-124" fmla="*/ 1061159 h 1446436"/>
              <a:gd name="connsiteX2-125" fmla="*/ 489458 w 489458"/>
              <a:gd name="connsiteY2-126" fmla="*/ 1446436 h 1446436"/>
              <a:gd name="connsiteX3-127" fmla="*/ 487870 w 489458"/>
              <a:gd name="connsiteY3-128" fmla="*/ 312911 h 1446436"/>
              <a:gd name="connsiteX4-129" fmla="*/ 0 w 489458"/>
              <a:gd name="connsiteY4-130" fmla="*/ 0 h 1446436"/>
              <a:gd name="connsiteX0-131" fmla="*/ 0 w 489458"/>
              <a:gd name="connsiteY0-132" fmla="*/ 0 h 1446436"/>
              <a:gd name="connsiteX1-133" fmla="*/ 2728 w 489458"/>
              <a:gd name="connsiteY1-134" fmla="*/ 1057104 h 1446436"/>
              <a:gd name="connsiteX2-135" fmla="*/ 489458 w 489458"/>
              <a:gd name="connsiteY2-136" fmla="*/ 1446436 h 1446436"/>
              <a:gd name="connsiteX3-137" fmla="*/ 487870 w 489458"/>
              <a:gd name="connsiteY3-138" fmla="*/ 312911 h 1446436"/>
              <a:gd name="connsiteX4-139" fmla="*/ 0 w 489458"/>
              <a:gd name="connsiteY4-140" fmla="*/ 0 h 1446436"/>
              <a:gd name="connsiteX0-141" fmla="*/ 0 w 489458"/>
              <a:gd name="connsiteY0-142" fmla="*/ 0 h 1438340"/>
              <a:gd name="connsiteX1-143" fmla="*/ 2728 w 489458"/>
              <a:gd name="connsiteY1-144" fmla="*/ 1057104 h 1438340"/>
              <a:gd name="connsiteX2-145" fmla="*/ 489458 w 489458"/>
              <a:gd name="connsiteY2-146" fmla="*/ 1438340 h 1438340"/>
              <a:gd name="connsiteX3-147" fmla="*/ 487870 w 489458"/>
              <a:gd name="connsiteY3-148" fmla="*/ 312911 h 1438340"/>
              <a:gd name="connsiteX4-149" fmla="*/ 0 w 489458"/>
              <a:gd name="connsiteY4-150" fmla="*/ 0 h 1438340"/>
              <a:gd name="connsiteX0-151" fmla="*/ 0 w 489458"/>
              <a:gd name="connsiteY0-152" fmla="*/ 0 h 1438340"/>
              <a:gd name="connsiteX1-153" fmla="*/ 4756 w 489458"/>
              <a:gd name="connsiteY1-154" fmla="*/ 1065200 h 1438340"/>
              <a:gd name="connsiteX2-155" fmla="*/ 489458 w 489458"/>
              <a:gd name="connsiteY2-156" fmla="*/ 1438340 h 1438340"/>
              <a:gd name="connsiteX3-157" fmla="*/ 487870 w 489458"/>
              <a:gd name="connsiteY3-158" fmla="*/ 312911 h 1438340"/>
              <a:gd name="connsiteX4-159" fmla="*/ 0 w 489458"/>
              <a:gd name="connsiteY4-160" fmla="*/ 0 h 1438340"/>
              <a:gd name="connsiteX0-161" fmla="*/ 0 w 491485"/>
              <a:gd name="connsiteY0-162" fmla="*/ 0 h 1438340"/>
              <a:gd name="connsiteX1-163" fmla="*/ 4756 w 491485"/>
              <a:gd name="connsiteY1-164" fmla="*/ 1065200 h 1438340"/>
              <a:gd name="connsiteX2-165" fmla="*/ 491485 w 491485"/>
              <a:gd name="connsiteY2-166" fmla="*/ 1438340 h 1438340"/>
              <a:gd name="connsiteX3-167" fmla="*/ 487870 w 491485"/>
              <a:gd name="connsiteY3-168" fmla="*/ 312911 h 1438340"/>
              <a:gd name="connsiteX4-169" fmla="*/ 0 w 491485"/>
              <a:gd name="connsiteY4-170" fmla="*/ 0 h 1438340"/>
              <a:gd name="connsiteX0-171" fmla="*/ 0 w 488560"/>
              <a:gd name="connsiteY0-172" fmla="*/ 0 h 1438340"/>
              <a:gd name="connsiteX1-173" fmla="*/ 4756 w 488560"/>
              <a:gd name="connsiteY1-174" fmla="*/ 1065200 h 1438340"/>
              <a:gd name="connsiteX2-175" fmla="*/ 487430 w 488560"/>
              <a:gd name="connsiteY2-176" fmla="*/ 1438340 h 1438340"/>
              <a:gd name="connsiteX3-177" fmla="*/ 487870 w 488560"/>
              <a:gd name="connsiteY3-178" fmla="*/ 312911 h 1438340"/>
              <a:gd name="connsiteX4-179" fmla="*/ 0 w 488560"/>
              <a:gd name="connsiteY4-180" fmla="*/ 0 h 1438340"/>
              <a:gd name="connsiteX0-181" fmla="*/ 0 w 488404"/>
              <a:gd name="connsiteY0-182" fmla="*/ 0 h 1444413"/>
              <a:gd name="connsiteX1-183" fmla="*/ 4756 w 488404"/>
              <a:gd name="connsiteY1-184" fmla="*/ 1065200 h 1444413"/>
              <a:gd name="connsiteX2-185" fmla="*/ 485402 w 488404"/>
              <a:gd name="connsiteY2-186" fmla="*/ 1444413 h 1444413"/>
              <a:gd name="connsiteX3-187" fmla="*/ 487870 w 488404"/>
              <a:gd name="connsiteY3-188" fmla="*/ 312911 h 1444413"/>
              <a:gd name="connsiteX4-189" fmla="*/ 0 w 488404"/>
              <a:gd name="connsiteY4-190" fmla="*/ 0 h 1444413"/>
              <a:gd name="connsiteX0-191" fmla="*/ 0 w 489457"/>
              <a:gd name="connsiteY0-192" fmla="*/ 0 h 1444413"/>
              <a:gd name="connsiteX1-193" fmla="*/ 4756 w 489457"/>
              <a:gd name="connsiteY1-194" fmla="*/ 1065200 h 1444413"/>
              <a:gd name="connsiteX2-195" fmla="*/ 489457 w 489457"/>
              <a:gd name="connsiteY2-196" fmla="*/ 1444413 h 1444413"/>
              <a:gd name="connsiteX3-197" fmla="*/ 487870 w 489457"/>
              <a:gd name="connsiteY3-198" fmla="*/ 312911 h 1444413"/>
              <a:gd name="connsiteX4-199" fmla="*/ 0 w 489457"/>
              <a:gd name="connsiteY4-200" fmla="*/ 0 h 1444413"/>
              <a:gd name="connsiteX0-201" fmla="*/ 0 w 488560"/>
              <a:gd name="connsiteY0-202" fmla="*/ 0 h 1438341"/>
              <a:gd name="connsiteX1-203" fmla="*/ 4756 w 488560"/>
              <a:gd name="connsiteY1-204" fmla="*/ 1065200 h 1438341"/>
              <a:gd name="connsiteX2-205" fmla="*/ 487430 w 488560"/>
              <a:gd name="connsiteY2-206" fmla="*/ 1438341 h 1438341"/>
              <a:gd name="connsiteX3-207" fmla="*/ 487870 w 488560"/>
              <a:gd name="connsiteY3-208" fmla="*/ 312911 h 1438341"/>
              <a:gd name="connsiteX4-209" fmla="*/ 0 w 488560"/>
              <a:gd name="connsiteY4-210" fmla="*/ 0 h 1438341"/>
              <a:gd name="connsiteX0-211" fmla="*/ 0 w 490432"/>
              <a:gd name="connsiteY0-212" fmla="*/ 0 h 1438341"/>
              <a:gd name="connsiteX1-213" fmla="*/ 4756 w 490432"/>
              <a:gd name="connsiteY1-214" fmla="*/ 1065200 h 1438341"/>
              <a:gd name="connsiteX2-215" fmla="*/ 487430 w 490432"/>
              <a:gd name="connsiteY2-216" fmla="*/ 1438341 h 1438341"/>
              <a:gd name="connsiteX3-217" fmla="*/ 489898 w 490432"/>
              <a:gd name="connsiteY3-218" fmla="*/ 323032 h 1438341"/>
              <a:gd name="connsiteX4-219" fmla="*/ 0 w 490432"/>
              <a:gd name="connsiteY4-220" fmla="*/ 0 h 1438341"/>
              <a:gd name="connsiteX0-221" fmla="*/ 0 w 488561"/>
              <a:gd name="connsiteY0-222" fmla="*/ 0 h 1438341"/>
              <a:gd name="connsiteX1-223" fmla="*/ 4756 w 488561"/>
              <a:gd name="connsiteY1-224" fmla="*/ 1065200 h 1438341"/>
              <a:gd name="connsiteX2-225" fmla="*/ 487430 w 488561"/>
              <a:gd name="connsiteY2-226" fmla="*/ 1438341 h 1438341"/>
              <a:gd name="connsiteX3-227" fmla="*/ 487871 w 488561"/>
              <a:gd name="connsiteY3-228" fmla="*/ 316959 h 1438341"/>
              <a:gd name="connsiteX4-229" fmla="*/ 0 w 488561"/>
              <a:gd name="connsiteY4-230" fmla="*/ 0 h 1438341"/>
              <a:gd name="connsiteX0-231" fmla="*/ 0 w 489457"/>
              <a:gd name="connsiteY0-232" fmla="*/ 0 h 1438341"/>
              <a:gd name="connsiteX1-233" fmla="*/ 4756 w 489457"/>
              <a:gd name="connsiteY1-234" fmla="*/ 1065200 h 1438341"/>
              <a:gd name="connsiteX2-235" fmla="*/ 489457 w 489457"/>
              <a:gd name="connsiteY2-236" fmla="*/ 1438341 h 1438341"/>
              <a:gd name="connsiteX3-237" fmla="*/ 487871 w 489457"/>
              <a:gd name="connsiteY3-238" fmla="*/ 316959 h 1438341"/>
              <a:gd name="connsiteX4-239" fmla="*/ 0 w 489457"/>
              <a:gd name="connsiteY4-240" fmla="*/ 0 h 14383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9457" h="1438341">
                <a:moveTo>
                  <a:pt x="0" y="0"/>
                </a:moveTo>
                <a:cubicBezTo>
                  <a:pt x="909" y="352368"/>
                  <a:pt x="3847" y="712832"/>
                  <a:pt x="4756" y="1065200"/>
                </a:cubicBezTo>
                <a:lnTo>
                  <a:pt x="489457" y="1438341"/>
                </a:lnTo>
                <a:cubicBezTo>
                  <a:pt x="486900" y="1061851"/>
                  <a:pt x="490428" y="693449"/>
                  <a:pt x="487871" y="3169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3" name="Rectangle 16"/>
          <p:cNvSpPr/>
          <p:nvPr>
            <p:custDataLst>
              <p:tags r:id="rId5"/>
            </p:custDataLst>
          </p:nvPr>
        </p:nvSpPr>
        <p:spPr>
          <a:xfrm>
            <a:off x="1762760" y="1189990"/>
            <a:ext cx="948690" cy="746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5" name="Freeform: Shape 18"/>
          <p:cNvSpPr/>
          <p:nvPr>
            <p:custDataLst>
              <p:tags r:id="rId6"/>
            </p:custDataLst>
          </p:nvPr>
        </p:nvSpPr>
        <p:spPr>
          <a:xfrm>
            <a:off x="2695575" y="1191260"/>
            <a:ext cx="407035" cy="1005205"/>
          </a:xfrm>
          <a:custGeom>
            <a:avLst/>
            <a:gdLst>
              <a:gd name="connsiteX0" fmla="*/ 0 w 515816"/>
              <a:gd name="connsiteY0" fmla="*/ 0 h 1430216"/>
              <a:gd name="connsiteX1" fmla="*/ 35169 w 515816"/>
              <a:gd name="connsiteY1" fmla="*/ 1055077 h 1430216"/>
              <a:gd name="connsiteX2" fmla="*/ 515816 w 515816"/>
              <a:gd name="connsiteY2" fmla="*/ 1430216 h 1430216"/>
              <a:gd name="connsiteX3" fmla="*/ 504092 w 515816"/>
              <a:gd name="connsiteY3" fmla="*/ 304800 h 1430216"/>
              <a:gd name="connsiteX4" fmla="*/ 0 w 515816"/>
              <a:gd name="connsiteY4" fmla="*/ 0 h 1430216"/>
              <a:gd name="connsiteX0-1" fmla="*/ 0 w 515816"/>
              <a:gd name="connsiteY0-2" fmla="*/ 0 h 1430216"/>
              <a:gd name="connsiteX1-3" fmla="*/ 20976 w 515816"/>
              <a:gd name="connsiteY1-4" fmla="*/ 1051022 h 1430216"/>
              <a:gd name="connsiteX2-5" fmla="*/ 515816 w 515816"/>
              <a:gd name="connsiteY2-6" fmla="*/ 1430216 h 1430216"/>
              <a:gd name="connsiteX3-7" fmla="*/ 504092 w 515816"/>
              <a:gd name="connsiteY3-8" fmla="*/ 304800 h 1430216"/>
              <a:gd name="connsiteX4-9" fmla="*/ 0 w 515816"/>
              <a:gd name="connsiteY4-10" fmla="*/ 0 h 1430216"/>
              <a:gd name="connsiteX0-11" fmla="*/ 0 w 501623"/>
              <a:gd name="connsiteY0-12" fmla="*/ 0 h 1440353"/>
              <a:gd name="connsiteX1-13" fmla="*/ 6783 w 501623"/>
              <a:gd name="connsiteY1-14" fmla="*/ 1061159 h 1440353"/>
              <a:gd name="connsiteX2-15" fmla="*/ 501623 w 501623"/>
              <a:gd name="connsiteY2-16" fmla="*/ 1440353 h 1440353"/>
              <a:gd name="connsiteX3-17" fmla="*/ 489899 w 501623"/>
              <a:gd name="connsiteY3-18" fmla="*/ 314937 h 1440353"/>
              <a:gd name="connsiteX4-19" fmla="*/ 0 w 501623"/>
              <a:gd name="connsiteY4-20" fmla="*/ 0 h 1440353"/>
              <a:gd name="connsiteX0-21" fmla="*/ 0 w 501623"/>
              <a:gd name="connsiteY0-22" fmla="*/ 0 h 1440353"/>
              <a:gd name="connsiteX1-23" fmla="*/ 6783 w 501623"/>
              <a:gd name="connsiteY1-24" fmla="*/ 1061159 h 1440353"/>
              <a:gd name="connsiteX2-25" fmla="*/ 501623 w 501623"/>
              <a:gd name="connsiteY2-26" fmla="*/ 1440353 h 1440353"/>
              <a:gd name="connsiteX3-27" fmla="*/ 483816 w 501623"/>
              <a:gd name="connsiteY3-28" fmla="*/ 308855 h 1440353"/>
              <a:gd name="connsiteX4-29" fmla="*/ 0 w 501623"/>
              <a:gd name="connsiteY4-30" fmla="*/ 0 h 1440353"/>
              <a:gd name="connsiteX0-31" fmla="*/ 0 w 501623"/>
              <a:gd name="connsiteY0-32" fmla="*/ 0 h 1440353"/>
              <a:gd name="connsiteX1-33" fmla="*/ 6783 w 501623"/>
              <a:gd name="connsiteY1-34" fmla="*/ 1061159 h 1440353"/>
              <a:gd name="connsiteX2-35" fmla="*/ 501623 w 501623"/>
              <a:gd name="connsiteY2-36" fmla="*/ 1440353 h 1440353"/>
              <a:gd name="connsiteX3-37" fmla="*/ 489898 w 501623"/>
              <a:gd name="connsiteY3-38" fmla="*/ 314938 h 1440353"/>
              <a:gd name="connsiteX4-39" fmla="*/ 0 w 501623"/>
              <a:gd name="connsiteY4-40" fmla="*/ 0 h 1440353"/>
              <a:gd name="connsiteX0-41" fmla="*/ 0 w 497568"/>
              <a:gd name="connsiteY0-42" fmla="*/ 0 h 1444408"/>
              <a:gd name="connsiteX1-43" fmla="*/ 6783 w 497568"/>
              <a:gd name="connsiteY1-44" fmla="*/ 1061159 h 1444408"/>
              <a:gd name="connsiteX2-45" fmla="*/ 497568 w 497568"/>
              <a:gd name="connsiteY2-46" fmla="*/ 1444408 h 1444408"/>
              <a:gd name="connsiteX3-47" fmla="*/ 489898 w 497568"/>
              <a:gd name="connsiteY3-48" fmla="*/ 314938 h 1444408"/>
              <a:gd name="connsiteX4-49" fmla="*/ 0 w 497568"/>
              <a:gd name="connsiteY4-50" fmla="*/ 0 h 1444408"/>
              <a:gd name="connsiteX0-51" fmla="*/ 0 w 490588"/>
              <a:gd name="connsiteY0-52" fmla="*/ 0 h 1444408"/>
              <a:gd name="connsiteX1-53" fmla="*/ 6783 w 490588"/>
              <a:gd name="connsiteY1-54" fmla="*/ 1061159 h 1444408"/>
              <a:gd name="connsiteX2-55" fmla="*/ 489458 w 490588"/>
              <a:gd name="connsiteY2-56" fmla="*/ 1444408 h 1444408"/>
              <a:gd name="connsiteX3-57" fmla="*/ 489898 w 490588"/>
              <a:gd name="connsiteY3-58" fmla="*/ 314938 h 1444408"/>
              <a:gd name="connsiteX4-59" fmla="*/ 0 w 490588"/>
              <a:gd name="connsiteY4-60" fmla="*/ 0 h 1444408"/>
              <a:gd name="connsiteX0-61" fmla="*/ 0 w 490218"/>
              <a:gd name="connsiteY0-62" fmla="*/ 0 h 1446436"/>
              <a:gd name="connsiteX1-63" fmla="*/ 6783 w 490218"/>
              <a:gd name="connsiteY1-64" fmla="*/ 1061159 h 1446436"/>
              <a:gd name="connsiteX2-65" fmla="*/ 481348 w 490218"/>
              <a:gd name="connsiteY2-66" fmla="*/ 1446436 h 1446436"/>
              <a:gd name="connsiteX3-67" fmla="*/ 489898 w 490218"/>
              <a:gd name="connsiteY3-68" fmla="*/ 314938 h 1446436"/>
              <a:gd name="connsiteX4-69" fmla="*/ 0 w 490218"/>
              <a:gd name="connsiteY4-70" fmla="*/ 0 h 1446436"/>
              <a:gd name="connsiteX0-71" fmla="*/ 0 w 490588"/>
              <a:gd name="connsiteY0-72" fmla="*/ 0 h 1446436"/>
              <a:gd name="connsiteX1-73" fmla="*/ 6783 w 490588"/>
              <a:gd name="connsiteY1-74" fmla="*/ 1061159 h 1446436"/>
              <a:gd name="connsiteX2-75" fmla="*/ 489458 w 490588"/>
              <a:gd name="connsiteY2-76" fmla="*/ 1446436 h 1446436"/>
              <a:gd name="connsiteX3-77" fmla="*/ 489898 w 490588"/>
              <a:gd name="connsiteY3-78" fmla="*/ 314938 h 1446436"/>
              <a:gd name="connsiteX4-79" fmla="*/ 0 w 490588"/>
              <a:gd name="connsiteY4-80" fmla="*/ 0 h 1446436"/>
              <a:gd name="connsiteX0-81" fmla="*/ 0 w 492459"/>
              <a:gd name="connsiteY0-82" fmla="*/ 0 h 1446436"/>
              <a:gd name="connsiteX1-83" fmla="*/ 6783 w 492459"/>
              <a:gd name="connsiteY1-84" fmla="*/ 1061159 h 1446436"/>
              <a:gd name="connsiteX2-85" fmla="*/ 489458 w 492459"/>
              <a:gd name="connsiteY2-86" fmla="*/ 1446436 h 1446436"/>
              <a:gd name="connsiteX3-87" fmla="*/ 491925 w 492459"/>
              <a:gd name="connsiteY3-88" fmla="*/ 308856 h 1446436"/>
              <a:gd name="connsiteX4-89" fmla="*/ 0 w 492459"/>
              <a:gd name="connsiteY4-90" fmla="*/ 0 h 1446436"/>
              <a:gd name="connsiteX0-91" fmla="*/ 0 w 490588"/>
              <a:gd name="connsiteY0-92" fmla="*/ 0 h 1446436"/>
              <a:gd name="connsiteX1-93" fmla="*/ 6783 w 490588"/>
              <a:gd name="connsiteY1-94" fmla="*/ 1061159 h 1446436"/>
              <a:gd name="connsiteX2-95" fmla="*/ 489458 w 490588"/>
              <a:gd name="connsiteY2-96" fmla="*/ 1446436 h 1446436"/>
              <a:gd name="connsiteX3-97" fmla="*/ 489898 w 490588"/>
              <a:gd name="connsiteY3-98" fmla="*/ 302774 h 1446436"/>
              <a:gd name="connsiteX4-99" fmla="*/ 0 w 490588"/>
              <a:gd name="connsiteY4-100" fmla="*/ 0 h 1446436"/>
              <a:gd name="connsiteX0-101" fmla="*/ 0 w 490588"/>
              <a:gd name="connsiteY0-102" fmla="*/ 0 h 1446436"/>
              <a:gd name="connsiteX1-103" fmla="*/ 6783 w 490588"/>
              <a:gd name="connsiteY1-104" fmla="*/ 1061159 h 1446436"/>
              <a:gd name="connsiteX2-105" fmla="*/ 489458 w 490588"/>
              <a:gd name="connsiteY2-106" fmla="*/ 1446436 h 1446436"/>
              <a:gd name="connsiteX3-107" fmla="*/ 489898 w 490588"/>
              <a:gd name="connsiteY3-108" fmla="*/ 316966 h 1446436"/>
              <a:gd name="connsiteX4-109" fmla="*/ 0 w 490588"/>
              <a:gd name="connsiteY4-110" fmla="*/ 0 h 1446436"/>
              <a:gd name="connsiteX0-111" fmla="*/ 0 w 490588"/>
              <a:gd name="connsiteY0-112" fmla="*/ 0 h 1446436"/>
              <a:gd name="connsiteX1-113" fmla="*/ 6783 w 490588"/>
              <a:gd name="connsiteY1-114" fmla="*/ 1061159 h 1446436"/>
              <a:gd name="connsiteX2-115" fmla="*/ 489458 w 490588"/>
              <a:gd name="connsiteY2-116" fmla="*/ 1446436 h 1446436"/>
              <a:gd name="connsiteX3-117" fmla="*/ 489898 w 490588"/>
              <a:gd name="connsiteY3-118" fmla="*/ 316966 h 1446436"/>
              <a:gd name="connsiteX4-119" fmla="*/ 0 w 490588"/>
              <a:gd name="connsiteY4-120" fmla="*/ 0 h 1446436"/>
              <a:gd name="connsiteX0-121" fmla="*/ 0 w 489458"/>
              <a:gd name="connsiteY0-122" fmla="*/ 0 h 1446436"/>
              <a:gd name="connsiteX1-123" fmla="*/ 6783 w 489458"/>
              <a:gd name="connsiteY1-124" fmla="*/ 1061159 h 1446436"/>
              <a:gd name="connsiteX2-125" fmla="*/ 489458 w 489458"/>
              <a:gd name="connsiteY2-126" fmla="*/ 1446436 h 1446436"/>
              <a:gd name="connsiteX3-127" fmla="*/ 487870 w 489458"/>
              <a:gd name="connsiteY3-128" fmla="*/ 312911 h 1446436"/>
              <a:gd name="connsiteX4-129" fmla="*/ 0 w 489458"/>
              <a:gd name="connsiteY4-130" fmla="*/ 0 h 1446436"/>
              <a:gd name="connsiteX0-131" fmla="*/ 0 w 489458"/>
              <a:gd name="connsiteY0-132" fmla="*/ 0 h 1446436"/>
              <a:gd name="connsiteX1-133" fmla="*/ 2728 w 489458"/>
              <a:gd name="connsiteY1-134" fmla="*/ 1057104 h 1446436"/>
              <a:gd name="connsiteX2-135" fmla="*/ 489458 w 489458"/>
              <a:gd name="connsiteY2-136" fmla="*/ 1446436 h 1446436"/>
              <a:gd name="connsiteX3-137" fmla="*/ 487870 w 489458"/>
              <a:gd name="connsiteY3-138" fmla="*/ 312911 h 1446436"/>
              <a:gd name="connsiteX4-139" fmla="*/ 0 w 489458"/>
              <a:gd name="connsiteY4-140" fmla="*/ 0 h 1446436"/>
              <a:gd name="connsiteX0-141" fmla="*/ 0 w 489458"/>
              <a:gd name="connsiteY0-142" fmla="*/ 0 h 1438340"/>
              <a:gd name="connsiteX1-143" fmla="*/ 2728 w 489458"/>
              <a:gd name="connsiteY1-144" fmla="*/ 1057104 h 1438340"/>
              <a:gd name="connsiteX2-145" fmla="*/ 489458 w 489458"/>
              <a:gd name="connsiteY2-146" fmla="*/ 1438340 h 1438340"/>
              <a:gd name="connsiteX3-147" fmla="*/ 487870 w 489458"/>
              <a:gd name="connsiteY3-148" fmla="*/ 312911 h 1438340"/>
              <a:gd name="connsiteX4-149" fmla="*/ 0 w 489458"/>
              <a:gd name="connsiteY4-150" fmla="*/ 0 h 1438340"/>
              <a:gd name="connsiteX0-151" fmla="*/ 0 w 489458"/>
              <a:gd name="connsiteY0-152" fmla="*/ 0 h 1438340"/>
              <a:gd name="connsiteX1-153" fmla="*/ 4756 w 489458"/>
              <a:gd name="connsiteY1-154" fmla="*/ 1065200 h 1438340"/>
              <a:gd name="connsiteX2-155" fmla="*/ 489458 w 489458"/>
              <a:gd name="connsiteY2-156" fmla="*/ 1438340 h 1438340"/>
              <a:gd name="connsiteX3-157" fmla="*/ 487870 w 489458"/>
              <a:gd name="connsiteY3-158" fmla="*/ 312911 h 1438340"/>
              <a:gd name="connsiteX4-159" fmla="*/ 0 w 489458"/>
              <a:gd name="connsiteY4-160" fmla="*/ 0 h 1438340"/>
              <a:gd name="connsiteX0-161" fmla="*/ 0 w 491485"/>
              <a:gd name="connsiteY0-162" fmla="*/ 0 h 1438340"/>
              <a:gd name="connsiteX1-163" fmla="*/ 4756 w 491485"/>
              <a:gd name="connsiteY1-164" fmla="*/ 1065200 h 1438340"/>
              <a:gd name="connsiteX2-165" fmla="*/ 491485 w 491485"/>
              <a:gd name="connsiteY2-166" fmla="*/ 1438340 h 1438340"/>
              <a:gd name="connsiteX3-167" fmla="*/ 487870 w 491485"/>
              <a:gd name="connsiteY3-168" fmla="*/ 312911 h 1438340"/>
              <a:gd name="connsiteX4-169" fmla="*/ 0 w 491485"/>
              <a:gd name="connsiteY4-170" fmla="*/ 0 h 1438340"/>
              <a:gd name="connsiteX0-171" fmla="*/ 0 w 488560"/>
              <a:gd name="connsiteY0-172" fmla="*/ 0 h 1438340"/>
              <a:gd name="connsiteX1-173" fmla="*/ 4756 w 488560"/>
              <a:gd name="connsiteY1-174" fmla="*/ 1065200 h 1438340"/>
              <a:gd name="connsiteX2-175" fmla="*/ 487430 w 488560"/>
              <a:gd name="connsiteY2-176" fmla="*/ 1438340 h 1438340"/>
              <a:gd name="connsiteX3-177" fmla="*/ 487870 w 488560"/>
              <a:gd name="connsiteY3-178" fmla="*/ 312911 h 1438340"/>
              <a:gd name="connsiteX4-179" fmla="*/ 0 w 488560"/>
              <a:gd name="connsiteY4-180" fmla="*/ 0 h 1438340"/>
              <a:gd name="connsiteX0-181" fmla="*/ 0 w 488404"/>
              <a:gd name="connsiteY0-182" fmla="*/ 0 h 1444413"/>
              <a:gd name="connsiteX1-183" fmla="*/ 4756 w 488404"/>
              <a:gd name="connsiteY1-184" fmla="*/ 1065200 h 1444413"/>
              <a:gd name="connsiteX2-185" fmla="*/ 485402 w 488404"/>
              <a:gd name="connsiteY2-186" fmla="*/ 1444413 h 1444413"/>
              <a:gd name="connsiteX3-187" fmla="*/ 487870 w 488404"/>
              <a:gd name="connsiteY3-188" fmla="*/ 312911 h 1444413"/>
              <a:gd name="connsiteX4-189" fmla="*/ 0 w 488404"/>
              <a:gd name="connsiteY4-190" fmla="*/ 0 h 1444413"/>
              <a:gd name="connsiteX0-191" fmla="*/ 0 w 489457"/>
              <a:gd name="connsiteY0-192" fmla="*/ 0 h 1444413"/>
              <a:gd name="connsiteX1-193" fmla="*/ 4756 w 489457"/>
              <a:gd name="connsiteY1-194" fmla="*/ 1065200 h 1444413"/>
              <a:gd name="connsiteX2-195" fmla="*/ 489457 w 489457"/>
              <a:gd name="connsiteY2-196" fmla="*/ 1444413 h 1444413"/>
              <a:gd name="connsiteX3-197" fmla="*/ 487870 w 489457"/>
              <a:gd name="connsiteY3-198" fmla="*/ 312911 h 1444413"/>
              <a:gd name="connsiteX4-199" fmla="*/ 0 w 489457"/>
              <a:gd name="connsiteY4-200" fmla="*/ 0 h 1444413"/>
              <a:gd name="connsiteX0-201" fmla="*/ 0 w 488560"/>
              <a:gd name="connsiteY0-202" fmla="*/ 0 h 1438341"/>
              <a:gd name="connsiteX1-203" fmla="*/ 4756 w 488560"/>
              <a:gd name="connsiteY1-204" fmla="*/ 1065200 h 1438341"/>
              <a:gd name="connsiteX2-205" fmla="*/ 487430 w 488560"/>
              <a:gd name="connsiteY2-206" fmla="*/ 1438341 h 1438341"/>
              <a:gd name="connsiteX3-207" fmla="*/ 487870 w 488560"/>
              <a:gd name="connsiteY3-208" fmla="*/ 312911 h 1438341"/>
              <a:gd name="connsiteX4-209" fmla="*/ 0 w 488560"/>
              <a:gd name="connsiteY4-210" fmla="*/ 0 h 1438341"/>
              <a:gd name="connsiteX0-211" fmla="*/ 0 w 490432"/>
              <a:gd name="connsiteY0-212" fmla="*/ 0 h 1438341"/>
              <a:gd name="connsiteX1-213" fmla="*/ 4756 w 490432"/>
              <a:gd name="connsiteY1-214" fmla="*/ 1065200 h 1438341"/>
              <a:gd name="connsiteX2-215" fmla="*/ 487430 w 490432"/>
              <a:gd name="connsiteY2-216" fmla="*/ 1438341 h 1438341"/>
              <a:gd name="connsiteX3-217" fmla="*/ 489898 w 490432"/>
              <a:gd name="connsiteY3-218" fmla="*/ 323032 h 1438341"/>
              <a:gd name="connsiteX4-219" fmla="*/ 0 w 490432"/>
              <a:gd name="connsiteY4-220" fmla="*/ 0 h 1438341"/>
              <a:gd name="connsiteX0-221" fmla="*/ 0 w 488561"/>
              <a:gd name="connsiteY0-222" fmla="*/ 0 h 1438341"/>
              <a:gd name="connsiteX1-223" fmla="*/ 4756 w 488561"/>
              <a:gd name="connsiteY1-224" fmla="*/ 1065200 h 1438341"/>
              <a:gd name="connsiteX2-225" fmla="*/ 487430 w 488561"/>
              <a:gd name="connsiteY2-226" fmla="*/ 1438341 h 1438341"/>
              <a:gd name="connsiteX3-227" fmla="*/ 487871 w 488561"/>
              <a:gd name="connsiteY3-228" fmla="*/ 316959 h 1438341"/>
              <a:gd name="connsiteX4-229" fmla="*/ 0 w 488561"/>
              <a:gd name="connsiteY4-230" fmla="*/ 0 h 1438341"/>
              <a:gd name="connsiteX0-231" fmla="*/ 0 w 489457"/>
              <a:gd name="connsiteY0-232" fmla="*/ 0 h 1438341"/>
              <a:gd name="connsiteX1-233" fmla="*/ 4756 w 489457"/>
              <a:gd name="connsiteY1-234" fmla="*/ 1065200 h 1438341"/>
              <a:gd name="connsiteX2-235" fmla="*/ 489457 w 489457"/>
              <a:gd name="connsiteY2-236" fmla="*/ 1438341 h 1438341"/>
              <a:gd name="connsiteX3-237" fmla="*/ 487871 w 489457"/>
              <a:gd name="connsiteY3-238" fmla="*/ 316959 h 1438341"/>
              <a:gd name="connsiteX4-239" fmla="*/ 0 w 489457"/>
              <a:gd name="connsiteY4-240" fmla="*/ 0 h 14383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9457" h="1438341">
                <a:moveTo>
                  <a:pt x="0" y="0"/>
                </a:moveTo>
                <a:cubicBezTo>
                  <a:pt x="909" y="352368"/>
                  <a:pt x="3847" y="712832"/>
                  <a:pt x="4756" y="1065200"/>
                </a:cubicBezTo>
                <a:lnTo>
                  <a:pt x="489457" y="1438341"/>
                </a:lnTo>
                <a:cubicBezTo>
                  <a:pt x="486900" y="1061851"/>
                  <a:pt x="490428" y="693449"/>
                  <a:pt x="487871" y="3169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18" name="Freeform: Shape 28"/>
          <p:cNvSpPr/>
          <p:nvPr>
            <p:custDataLst>
              <p:tags r:id="rId7"/>
            </p:custDataLst>
          </p:nvPr>
        </p:nvSpPr>
        <p:spPr bwMode="auto">
          <a:xfrm>
            <a:off x="2092960" y="3136265"/>
            <a:ext cx="346710" cy="324485"/>
          </a:xfrm>
          <a:custGeom>
            <a:avLst/>
            <a:gdLst/>
            <a:ahLst/>
            <a:cxnLst>
              <a:cxn ang="0">
                <a:pos x="13" y="39"/>
              </a:cxn>
              <a:cxn ang="0">
                <a:pos x="8" y="39"/>
              </a:cxn>
              <a:cxn ang="0">
                <a:pos x="0" y="33"/>
              </a:cxn>
              <a:cxn ang="0">
                <a:pos x="5" y="19"/>
              </a:cxn>
              <a:cxn ang="0">
                <a:pos x="15" y="22"/>
              </a:cxn>
              <a:cxn ang="0">
                <a:pos x="20" y="21"/>
              </a:cxn>
              <a:cxn ang="0">
                <a:pos x="20" y="24"/>
              </a:cxn>
              <a:cxn ang="0">
                <a:pos x="23" y="34"/>
              </a:cxn>
              <a:cxn ang="0">
                <a:pos x="13" y="39"/>
              </a:cxn>
              <a:cxn ang="0">
                <a:pos x="15" y="19"/>
              </a:cxn>
              <a:cxn ang="0">
                <a:pos x="5" y="9"/>
              </a:cxn>
              <a:cxn ang="0">
                <a:pos x="15" y="0"/>
              </a:cxn>
              <a:cxn ang="0">
                <a:pos x="25" y="9"/>
              </a:cxn>
              <a:cxn ang="0">
                <a:pos x="15" y="19"/>
              </a:cxn>
              <a:cxn ang="0">
                <a:pos x="53" y="68"/>
              </a:cxn>
              <a:cxn ang="0">
                <a:pos x="20" y="68"/>
              </a:cxn>
              <a:cxn ang="0">
                <a:pos x="10" y="58"/>
              </a:cxn>
              <a:cxn ang="0">
                <a:pos x="23" y="36"/>
              </a:cxn>
              <a:cxn ang="0">
                <a:pos x="37" y="41"/>
              </a:cxn>
              <a:cxn ang="0">
                <a:pos x="50" y="36"/>
              </a:cxn>
              <a:cxn ang="0">
                <a:pos x="64" y="58"/>
              </a:cxn>
              <a:cxn ang="0">
                <a:pos x="53" y="68"/>
              </a:cxn>
              <a:cxn ang="0">
                <a:pos x="37" y="39"/>
              </a:cxn>
              <a:cxn ang="0">
                <a:pos x="22" y="24"/>
              </a:cxn>
              <a:cxn ang="0">
                <a:pos x="37" y="9"/>
              </a:cxn>
              <a:cxn ang="0">
                <a:pos x="51" y="24"/>
              </a:cxn>
              <a:cxn ang="0">
                <a:pos x="37" y="39"/>
              </a:cxn>
              <a:cxn ang="0">
                <a:pos x="59" y="19"/>
              </a:cxn>
              <a:cxn ang="0">
                <a:pos x="49" y="9"/>
              </a:cxn>
              <a:cxn ang="0">
                <a:pos x="59" y="0"/>
              </a:cxn>
              <a:cxn ang="0">
                <a:pos x="68" y="9"/>
              </a:cxn>
              <a:cxn ang="0">
                <a:pos x="59" y="19"/>
              </a:cxn>
              <a:cxn ang="0">
                <a:pos x="66" y="39"/>
              </a:cxn>
              <a:cxn ang="0">
                <a:pos x="61" y="39"/>
              </a:cxn>
              <a:cxn ang="0">
                <a:pos x="51" y="34"/>
              </a:cxn>
              <a:cxn ang="0">
                <a:pos x="54" y="24"/>
              </a:cxn>
              <a:cxn ang="0">
                <a:pos x="54" y="21"/>
              </a:cxn>
              <a:cxn ang="0">
                <a:pos x="59" y="22"/>
              </a:cxn>
              <a:cxn ang="0">
                <a:pos x="69" y="19"/>
              </a:cxn>
              <a:cxn ang="0">
                <a:pos x="73" y="33"/>
              </a:cxn>
              <a:cxn ang="0">
                <a:pos x="66" y="39"/>
              </a:cxn>
            </a:cxnLst>
            <a:rect l="0" t="0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19" name="Freeform: Shape 31"/>
          <p:cNvSpPr/>
          <p:nvPr>
            <p:custDataLst>
              <p:tags r:id="rId8"/>
            </p:custDataLst>
          </p:nvPr>
        </p:nvSpPr>
        <p:spPr bwMode="auto">
          <a:xfrm>
            <a:off x="2091690" y="4922520"/>
            <a:ext cx="387350" cy="389890"/>
          </a:xfrm>
          <a:custGeom>
            <a:avLst/>
            <a:gdLst/>
            <a:ahLst/>
            <a:cxnLst>
              <a:cxn ang="0">
                <a:pos x="68" y="34"/>
              </a:cxn>
              <a:cxn ang="0">
                <a:pos x="34" y="68"/>
              </a:cxn>
              <a:cxn ang="0">
                <a:pos x="0" y="34"/>
              </a:cxn>
              <a:cxn ang="0">
                <a:pos x="34" y="0"/>
              </a:cxn>
              <a:cxn ang="0">
                <a:pos x="68" y="34"/>
              </a:cxn>
              <a:cxn ang="0">
                <a:pos x="15" y="40"/>
              </a:cxn>
              <a:cxn ang="0">
                <a:pos x="14" y="34"/>
              </a:cxn>
              <a:cxn ang="0">
                <a:pos x="15" y="27"/>
              </a:cxn>
              <a:cxn ang="0">
                <a:pos x="8" y="20"/>
              </a:cxn>
              <a:cxn ang="0">
                <a:pos x="5" y="34"/>
              </a:cxn>
              <a:cxn ang="0">
                <a:pos x="8" y="47"/>
              </a:cxn>
              <a:cxn ang="0">
                <a:pos x="15" y="40"/>
              </a:cxn>
              <a:cxn ang="0">
                <a:pos x="48" y="34"/>
              </a:cxn>
              <a:cxn ang="0">
                <a:pos x="34" y="19"/>
              </a:cxn>
              <a:cxn ang="0">
                <a:pos x="19" y="34"/>
              </a:cxn>
              <a:cxn ang="0">
                <a:pos x="34" y="48"/>
              </a:cxn>
              <a:cxn ang="0">
                <a:pos x="48" y="34"/>
              </a:cxn>
              <a:cxn ang="0">
                <a:pos x="20" y="8"/>
              </a:cxn>
              <a:cxn ang="0">
                <a:pos x="27" y="15"/>
              </a:cxn>
              <a:cxn ang="0">
                <a:pos x="34" y="14"/>
              </a:cxn>
              <a:cxn ang="0">
                <a:pos x="40" y="15"/>
              </a:cxn>
              <a:cxn ang="0">
                <a:pos x="47" y="8"/>
              </a:cxn>
              <a:cxn ang="0">
                <a:pos x="34" y="5"/>
              </a:cxn>
              <a:cxn ang="0">
                <a:pos x="20" y="8"/>
              </a:cxn>
              <a:cxn ang="0">
                <a:pos x="47" y="59"/>
              </a:cxn>
              <a:cxn ang="0">
                <a:pos x="40" y="52"/>
              </a:cxn>
              <a:cxn ang="0">
                <a:pos x="34" y="53"/>
              </a:cxn>
              <a:cxn ang="0">
                <a:pos x="27" y="52"/>
              </a:cxn>
              <a:cxn ang="0">
                <a:pos x="20" y="59"/>
              </a:cxn>
              <a:cxn ang="0">
                <a:pos x="34" y="63"/>
              </a:cxn>
              <a:cxn ang="0">
                <a:pos x="47" y="59"/>
              </a:cxn>
              <a:cxn ang="0">
                <a:pos x="60" y="47"/>
              </a:cxn>
              <a:cxn ang="0">
                <a:pos x="63" y="34"/>
              </a:cxn>
              <a:cxn ang="0">
                <a:pos x="60" y="20"/>
              </a:cxn>
              <a:cxn ang="0">
                <a:pos x="52" y="27"/>
              </a:cxn>
              <a:cxn ang="0">
                <a:pos x="53" y="34"/>
              </a:cxn>
              <a:cxn ang="0">
                <a:pos x="52" y="40"/>
              </a:cxn>
              <a:cxn ang="0">
                <a:pos x="60" y="47"/>
              </a:cxn>
            </a:cxnLst>
            <a:rect l="0" t="0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15" y="40"/>
                </a:moveTo>
                <a:cubicBezTo>
                  <a:pt x="15" y="38"/>
                  <a:pt x="14" y="36"/>
                  <a:pt x="14" y="34"/>
                </a:cubicBezTo>
                <a:cubicBezTo>
                  <a:pt x="14" y="31"/>
                  <a:pt x="15" y="29"/>
                  <a:pt x="15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6" y="24"/>
                  <a:pt x="5" y="29"/>
                  <a:pt x="5" y="34"/>
                </a:cubicBezTo>
                <a:cubicBezTo>
                  <a:pt x="5" y="39"/>
                  <a:pt x="6" y="43"/>
                  <a:pt x="8" y="47"/>
                </a:cubicBezTo>
                <a:lnTo>
                  <a:pt x="15" y="40"/>
                </a:lnTo>
                <a:close/>
                <a:moveTo>
                  <a:pt x="48" y="34"/>
                </a:moveTo>
                <a:cubicBezTo>
                  <a:pt x="48" y="26"/>
                  <a:pt x="42" y="19"/>
                  <a:pt x="34" y="19"/>
                </a:cubicBezTo>
                <a:cubicBezTo>
                  <a:pt x="26" y="19"/>
                  <a:pt x="19" y="26"/>
                  <a:pt x="19" y="34"/>
                </a:cubicBezTo>
                <a:cubicBezTo>
                  <a:pt x="19" y="42"/>
                  <a:pt x="26" y="48"/>
                  <a:pt x="34" y="48"/>
                </a:cubicBezTo>
                <a:cubicBezTo>
                  <a:pt x="42" y="48"/>
                  <a:pt x="48" y="42"/>
                  <a:pt x="48" y="34"/>
                </a:cubicBezTo>
                <a:close/>
                <a:moveTo>
                  <a:pt x="20" y="8"/>
                </a:move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32" y="14"/>
                  <a:pt x="34" y="14"/>
                </a:cubicBezTo>
                <a:cubicBezTo>
                  <a:pt x="36" y="14"/>
                  <a:pt x="38" y="15"/>
                  <a:pt x="40" y="15"/>
                </a:cubicBezTo>
                <a:cubicBezTo>
                  <a:pt x="47" y="8"/>
                  <a:pt x="47" y="8"/>
                  <a:pt x="47" y="8"/>
                </a:cubicBezTo>
                <a:cubicBezTo>
                  <a:pt x="43" y="6"/>
                  <a:pt x="39" y="5"/>
                  <a:pt x="34" y="5"/>
                </a:cubicBezTo>
                <a:cubicBezTo>
                  <a:pt x="29" y="5"/>
                  <a:pt x="24" y="6"/>
                  <a:pt x="20" y="8"/>
                </a:cubicBezTo>
                <a:close/>
                <a:moveTo>
                  <a:pt x="47" y="59"/>
                </a:moveTo>
                <a:cubicBezTo>
                  <a:pt x="40" y="52"/>
                  <a:pt x="40" y="52"/>
                  <a:pt x="40" y="52"/>
                </a:cubicBezTo>
                <a:cubicBezTo>
                  <a:pt x="38" y="53"/>
                  <a:pt x="36" y="53"/>
                  <a:pt x="34" y="53"/>
                </a:cubicBezTo>
                <a:cubicBezTo>
                  <a:pt x="32" y="53"/>
                  <a:pt x="29" y="53"/>
                  <a:pt x="27" y="52"/>
                </a:cubicBezTo>
                <a:cubicBezTo>
                  <a:pt x="20" y="59"/>
                  <a:pt x="20" y="59"/>
                  <a:pt x="20" y="59"/>
                </a:cubicBezTo>
                <a:cubicBezTo>
                  <a:pt x="24" y="62"/>
                  <a:pt x="29" y="63"/>
                  <a:pt x="34" y="63"/>
                </a:cubicBezTo>
                <a:cubicBezTo>
                  <a:pt x="39" y="63"/>
                  <a:pt x="43" y="62"/>
                  <a:pt x="47" y="59"/>
                </a:cubicBezTo>
                <a:close/>
                <a:moveTo>
                  <a:pt x="60" y="47"/>
                </a:moveTo>
                <a:cubicBezTo>
                  <a:pt x="62" y="43"/>
                  <a:pt x="63" y="39"/>
                  <a:pt x="63" y="34"/>
                </a:cubicBezTo>
                <a:cubicBezTo>
                  <a:pt x="63" y="29"/>
                  <a:pt x="62" y="24"/>
                  <a:pt x="60" y="20"/>
                </a:cubicBezTo>
                <a:cubicBezTo>
                  <a:pt x="52" y="27"/>
                  <a:pt x="52" y="27"/>
                  <a:pt x="52" y="27"/>
                </a:cubicBezTo>
                <a:cubicBezTo>
                  <a:pt x="53" y="29"/>
                  <a:pt x="53" y="32"/>
                  <a:pt x="53" y="34"/>
                </a:cubicBezTo>
                <a:cubicBezTo>
                  <a:pt x="53" y="36"/>
                  <a:pt x="53" y="38"/>
                  <a:pt x="52" y="40"/>
                </a:cubicBezTo>
                <a:lnTo>
                  <a:pt x="60" y="4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20" name="Freeform: Shape 34"/>
          <p:cNvSpPr/>
          <p:nvPr>
            <p:custDataLst>
              <p:tags r:id="rId9"/>
            </p:custDataLst>
          </p:nvPr>
        </p:nvSpPr>
        <p:spPr bwMode="auto">
          <a:xfrm>
            <a:off x="2075180" y="1382395"/>
            <a:ext cx="339090" cy="494665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/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3174365" y="3213735"/>
            <a:ext cx="819721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3174365" y="3547957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3116792" y="1484842"/>
            <a:ext cx="809244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3116792" y="1819063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3126528" y="5024967"/>
            <a:ext cx="8393007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3126740" y="5359400"/>
            <a:ext cx="8303895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4" name="Title 1"/>
          <p:cNvSpPr txBox="1"/>
          <p:nvPr/>
        </p:nvSpPr>
        <p:spPr>
          <a:xfrm>
            <a:off x="815340" y="234315"/>
            <a:ext cx="3184525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400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3"/>
          <p:cNvSpPr/>
          <p:nvPr/>
        </p:nvSpPr>
        <p:spPr>
          <a:xfrm>
            <a:off x="1320800" y="1726565"/>
            <a:ext cx="1821180" cy="901065"/>
          </a:xfrm>
          <a:custGeom>
            <a:avLst/>
            <a:gdLst>
              <a:gd name="connsiteX0" fmla="*/ 1781503 w 1890905"/>
              <a:gd name="connsiteY0" fmla="*/ 354802 h 861781"/>
              <a:gd name="connsiteX1" fmla="*/ 1882661 w 1890905"/>
              <a:gd name="connsiteY1" fmla="*/ 546971 h 861781"/>
              <a:gd name="connsiteX2" fmla="*/ 1809234 w 1890905"/>
              <a:gd name="connsiteY2" fmla="*/ 773147 h 861781"/>
              <a:gd name="connsiteX3" fmla="*/ 1773690 w 1890905"/>
              <a:gd name="connsiteY3" fmla="*/ 861781 h 861781"/>
              <a:gd name="connsiteX4" fmla="*/ 1355781 w 1890905"/>
              <a:gd name="connsiteY4" fmla="*/ 861781 h 861781"/>
              <a:gd name="connsiteX5" fmla="*/ 1364489 w 1890905"/>
              <a:gd name="connsiteY5" fmla="*/ 841842 h 861781"/>
              <a:gd name="connsiteX6" fmla="*/ 1510646 w 1890905"/>
              <a:gd name="connsiteY6" fmla="*/ 548084 h 861781"/>
              <a:gd name="connsiteX7" fmla="*/ 1781503 w 1890905"/>
              <a:gd name="connsiteY7" fmla="*/ 354802 h 861781"/>
              <a:gd name="connsiteX8" fmla="*/ 108125 w 1890905"/>
              <a:gd name="connsiteY8" fmla="*/ 109725 h 861781"/>
              <a:gd name="connsiteX9" fmla="*/ 274313 w 1890905"/>
              <a:gd name="connsiteY9" fmla="*/ 174902 h 861781"/>
              <a:gd name="connsiteX10" fmla="*/ 344767 w 1890905"/>
              <a:gd name="connsiteY10" fmla="*/ 532675 h 861781"/>
              <a:gd name="connsiteX11" fmla="*/ 382493 w 1890905"/>
              <a:gd name="connsiteY11" fmla="*/ 802813 h 861781"/>
              <a:gd name="connsiteX12" fmla="*/ 390231 w 1890905"/>
              <a:gd name="connsiteY12" fmla="*/ 861781 h 861781"/>
              <a:gd name="connsiteX13" fmla="*/ 2129 w 1890905"/>
              <a:gd name="connsiteY13" fmla="*/ 861781 h 861781"/>
              <a:gd name="connsiteX14" fmla="*/ 2328 w 1890905"/>
              <a:gd name="connsiteY14" fmla="*/ 789085 h 861781"/>
              <a:gd name="connsiteX15" fmla="*/ 16855 w 1890905"/>
              <a:gd name="connsiteY15" fmla="*/ 179726 h 861781"/>
              <a:gd name="connsiteX16" fmla="*/ 108125 w 1890905"/>
              <a:gd name="connsiteY16" fmla="*/ 109725 h 861781"/>
              <a:gd name="connsiteX17" fmla="*/ 1118036 w 1890905"/>
              <a:gd name="connsiteY17" fmla="*/ 1669 h 861781"/>
              <a:gd name="connsiteX18" fmla="*/ 1256619 w 1890905"/>
              <a:gd name="connsiteY18" fmla="*/ 48478 h 861781"/>
              <a:gd name="connsiteX19" fmla="*/ 1274072 w 1890905"/>
              <a:gd name="connsiteY19" fmla="*/ 217001 h 861781"/>
              <a:gd name="connsiteX20" fmla="*/ 1149863 w 1890905"/>
              <a:gd name="connsiteY20" fmla="*/ 811156 h 861781"/>
              <a:gd name="connsiteX21" fmla="*/ 1136758 w 1890905"/>
              <a:gd name="connsiteY21" fmla="*/ 861781 h 861781"/>
              <a:gd name="connsiteX22" fmla="*/ 724840 w 1890905"/>
              <a:gd name="connsiteY22" fmla="*/ 861781 h 861781"/>
              <a:gd name="connsiteX23" fmla="*/ 763811 w 1890905"/>
              <a:gd name="connsiteY23" fmla="*/ 721030 h 861781"/>
              <a:gd name="connsiteX24" fmla="*/ 817353 w 1890905"/>
              <a:gd name="connsiteY24" fmla="*/ 523752 h 861781"/>
              <a:gd name="connsiteX25" fmla="*/ 905855 w 1890905"/>
              <a:gd name="connsiteY25" fmla="*/ 176802 h 861781"/>
              <a:gd name="connsiteX26" fmla="*/ 1004754 w 1890905"/>
              <a:gd name="connsiteY26" fmla="*/ 26974 h 861781"/>
              <a:gd name="connsiteX27" fmla="*/ 1118036 w 1890905"/>
              <a:gd name="connsiteY27" fmla="*/ 1669 h 861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890905" h="861781">
                <a:moveTo>
                  <a:pt x="1781503" y="354802"/>
                </a:moveTo>
                <a:cubicBezTo>
                  <a:pt x="1871186" y="366921"/>
                  <a:pt x="1909062" y="400491"/>
                  <a:pt x="1882661" y="546971"/>
                </a:cubicBezTo>
                <a:cubicBezTo>
                  <a:pt x="1872760" y="601901"/>
                  <a:pt x="1844613" y="682615"/>
                  <a:pt x="1809234" y="773147"/>
                </a:cubicBezTo>
                <a:lnTo>
                  <a:pt x="1773690" y="861781"/>
                </a:lnTo>
                <a:lnTo>
                  <a:pt x="1355781" y="861781"/>
                </a:lnTo>
                <a:lnTo>
                  <a:pt x="1364489" y="841842"/>
                </a:lnTo>
                <a:cubicBezTo>
                  <a:pt x="1417980" y="721094"/>
                  <a:pt x="1470085" y="610388"/>
                  <a:pt x="1510646" y="548084"/>
                </a:cubicBezTo>
                <a:cubicBezTo>
                  <a:pt x="1618808" y="381939"/>
                  <a:pt x="1691819" y="342684"/>
                  <a:pt x="1781503" y="354802"/>
                </a:cubicBezTo>
                <a:close/>
                <a:moveTo>
                  <a:pt x="108125" y="109725"/>
                </a:moveTo>
                <a:cubicBezTo>
                  <a:pt x="169653" y="102133"/>
                  <a:pt x="240156" y="138136"/>
                  <a:pt x="274313" y="174902"/>
                </a:cubicBezTo>
                <a:cubicBezTo>
                  <a:pt x="328965" y="233727"/>
                  <a:pt x="317167" y="354881"/>
                  <a:pt x="344767" y="532675"/>
                </a:cubicBezTo>
                <a:cubicBezTo>
                  <a:pt x="355117" y="599348"/>
                  <a:pt x="368681" y="698479"/>
                  <a:pt x="382493" y="802813"/>
                </a:cubicBezTo>
                <a:lnTo>
                  <a:pt x="390231" y="861781"/>
                </a:lnTo>
                <a:lnTo>
                  <a:pt x="2129" y="861781"/>
                </a:lnTo>
                <a:lnTo>
                  <a:pt x="2328" y="789085"/>
                </a:lnTo>
                <a:cubicBezTo>
                  <a:pt x="1451" y="575931"/>
                  <a:pt x="-7518" y="307931"/>
                  <a:pt x="16855" y="179726"/>
                </a:cubicBezTo>
                <a:cubicBezTo>
                  <a:pt x="37522" y="134530"/>
                  <a:pt x="71208" y="114280"/>
                  <a:pt x="108125" y="109725"/>
                </a:cubicBezTo>
                <a:close/>
                <a:moveTo>
                  <a:pt x="1118036" y="1669"/>
                </a:moveTo>
                <a:cubicBezTo>
                  <a:pt x="1160013" y="5253"/>
                  <a:pt x="1227538" y="24894"/>
                  <a:pt x="1256619" y="48478"/>
                </a:cubicBezTo>
                <a:cubicBezTo>
                  <a:pt x="1298005" y="139734"/>
                  <a:pt x="1283137" y="72995"/>
                  <a:pt x="1274072" y="217001"/>
                </a:cubicBezTo>
                <a:cubicBezTo>
                  <a:pt x="1255374" y="340312"/>
                  <a:pt x="1200737" y="607323"/>
                  <a:pt x="1149863" y="811156"/>
                </a:cubicBezTo>
                <a:lnTo>
                  <a:pt x="1136758" y="861781"/>
                </a:lnTo>
                <a:lnTo>
                  <a:pt x="724840" y="861781"/>
                </a:lnTo>
                <a:lnTo>
                  <a:pt x="763811" y="721030"/>
                </a:lnTo>
                <a:cubicBezTo>
                  <a:pt x="784092" y="647904"/>
                  <a:pt x="802895" y="579462"/>
                  <a:pt x="817353" y="523752"/>
                </a:cubicBezTo>
                <a:cubicBezTo>
                  <a:pt x="875185" y="300910"/>
                  <a:pt x="874622" y="259598"/>
                  <a:pt x="905855" y="176802"/>
                </a:cubicBezTo>
                <a:cubicBezTo>
                  <a:pt x="937089" y="94005"/>
                  <a:pt x="969390" y="56163"/>
                  <a:pt x="1004754" y="26974"/>
                </a:cubicBezTo>
                <a:cubicBezTo>
                  <a:pt x="1040117" y="-2215"/>
                  <a:pt x="1076058" y="-1914"/>
                  <a:pt x="1118036" y="166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2" name="Freeform: Shape 24"/>
          <p:cNvSpPr/>
          <p:nvPr/>
        </p:nvSpPr>
        <p:spPr>
          <a:xfrm>
            <a:off x="160655" y="2430780"/>
            <a:ext cx="3493770" cy="1401445"/>
          </a:xfrm>
          <a:custGeom>
            <a:avLst/>
            <a:gdLst>
              <a:gd name="connsiteX0" fmla="*/ 218949 w 3627658"/>
              <a:gd name="connsiteY0" fmla="*/ 802961 h 1340448"/>
              <a:gd name="connsiteX1" fmla="*/ 529120 w 3627658"/>
              <a:gd name="connsiteY1" fmla="*/ 979781 h 1340448"/>
              <a:gd name="connsiteX2" fmla="*/ 834623 w 3627658"/>
              <a:gd name="connsiteY2" fmla="*/ 1315417 h 1340448"/>
              <a:gd name="connsiteX3" fmla="*/ 858095 w 3627658"/>
              <a:gd name="connsiteY3" fmla="*/ 1340448 h 1340448"/>
              <a:gd name="connsiteX4" fmla="*/ 305530 w 3627658"/>
              <a:gd name="connsiteY4" fmla="*/ 1340448 h 1340448"/>
              <a:gd name="connsiteX5" fmla="*/ 172427 w 3627658"/>
              <a:gd name="connsiteY5" fmla="*/ 1214426 h 1340448"/>
              <a:gd name="connsiteX6" fmla="*/ 351 w 3627658"/>
              <a:gd name="connsiteY6" fmla="*/ 953414 h 1340448"/>
              <a:gd name="connsiteX7" fmla="*/ 218949 w 3627658"/>
              <a:gd name="connsiteY7" fmla="*/ 802961 h 1340448"/>
              <a:gd name="connsiteX8" fmla="*/ 2779637 w 3627658"/>
              <a:gd name="connsiteY8" fmla="*/ 0 h 1340448"/>
              <a:gd name="connsiteX9" fmla="*/ 2866304 w 3627658"/>
              <a:gd name="connsiteY9" fmla="*/ 72394 h 1340448"/>
              <a:gd name="connsiteX10" fmla="*/ 2840920 w 3627658"/>
              <a:gd name="connsiteY10" fmla="*/ 123585 h 1340448"/>
              <a:gd name="connsiteX11" fmla="*/ 2814347 w 3627658"/>
              <a:gd name="connsiteY11" fmla="*/ 138551 h 1340448"/>
              <a:gd name="connsiteX12" fmla="*/ 2812812 w 3627658"/>
              <a:gd name="connsiteY12" fmla="*/ 197546 h 1340448"/>
              <a:gd name="connsiteX13" fmla="*/ 2812601 w 3627658"/>
              <a:gd name="connsiteY13" fmla="*/ 216668 h 1340448"/>
              <a:gd name="connsiteX14" fmla="*/ 2958706 w 3627658"/>
              <a:gd name="connsiteY14" fmla="*/ 216668 h 1340448"/>
              <a:gd name="connsiteX15" fmla="*/ 2896795 w 3627658"/>
              <a:gd name="connsiteY15" fmla="*/ 366217 h 1340448"/>
              <a:gd name="connsiteX16" fmla="*/ 2827463 w 3627658"/>
              <a:gd name="connsiteY16" fmla="*/ 541677 h 1340448"/>
              <a:gd name="connsiteX17" fmla="*/ 2640704 w 3627658"/>
              <a:gd name="connsiteY17" fmla="*/ 975284 h 1340448"/>
              <a:gd name="connsiteX18" fmla="*/ 2698437 w 3627658"/>
              <a:gd name="connsiteY18" fmla="*/ 1035269 h 1340448"/>
              <a:gd name="connsiteX19" fmla="*/ 2948836 w 3627658"/>
              <a:gd name="connsiteY19" fmla="*/ 837858 h 1340448"/>
              <a:gd name="connsiteX20" fmla="*/ 3182040 w 3627658"/>
              <a:gd name="connsiteY20" fmla="*/ 650962 h 1340448"/>
              <a:gd name="connsiteX21" fmla="*/ 3383680 w 3627658"/>
              <a:gd name="connsiteY21" fmla="*/ 422966 h 1340448"/>
              <a:gd name="connsiteX22" fmla="*/ 3591095 w 3627658"/>
              <a:gd name="connsiteY22" fmla="*/ 398579 h 1340448"/>
              <a:gd name="connsiteX23" fmla="*/ 3578719 w 3627658"/>
              <a:gd name="connsiteY23" fmla="*/ 638680 h 1340448"/>
              <a:gd name="connsiteX24" fmla="*/ 2984700 w 3627658"/>
              <a:gd name="connsiteY24" fmla="*/ 1301315 h 1340448"/>
              <a:gd name="connsiteX25" fmla="*/ 2965458 w 3627658"/>
              <a:gd name="connsiteY25" fmla="*/ 1322002 h 1340448"/>
              <a:gd name="connsiteX26" fmla="*/ 1063001 w 3627658"/>
              <a:gd name="connsiteY26" fmla="*/ 1322002 h 1340448"/>
              <a:gd name="connsiteX27" fmla="*/ 1089588 w 3627658"/>
              <a:gd name="connsiteY27" fmla="*/ 1295388 h 1340448"/>
              <a:gd name="connsiteX28" fmla="*/ 1230150 w 3627658"/>
              <a:gd name="connsiteY28" fmla="*/ 994880 h 1340448"/>
              <a:gd name="connsiteX29" fmla="*/ 1208876 w 3627658"/>
              <a:gd name="connsiteY29" fmla="*/ 275164 h 1340448"/>
              <a:gd name="connsiteX30" fmla="*/ 1207316 w 3627658"/>
              <a:gd name="connsiteY30" fmla="*/ 216668 h 1340448"/>
              <a:gd name="connsiteX31" fmla="*/ 1363887 w 3627658"/>
              <a:gd name="connsiteY31" fmla="*/ 216668 h 1340448"/>
              <a:gd name="connsiteX32" fmla="*/ 1365240 w 3627658"/>
              <a:gd name="connsiteY32" fmla="*/ 152041 h 1340448"/>
              <a:gd name="connsiteX33" fmla="*/ 1338667 w 3627658"/>
              <a:gd name="connsiteY33" fmla="*/ 137075 h 1340448"/>
              <a:gd name="connsiteX34" fmla="*/ 1313282 w 3627658"/>
              <a:gd name="connsiteY34" fmla="*/ 85884 h 1340448"/>
              <a:gd name="connsiteX35" fmla="*/ 1399949 w 3627658"/>
              <a:gd name="connsiteY35" fmla="*/ 13490 h 1340448"/>
              <a:gd name="connsiteX36" fmla="*/ 1486616 w 3627658"/>
              <a:gd name="connsiteY36" fmla="*/ 85884 h 1340448"/>
              <a:gd name="connsiteX37" fmla="*/ 1461232 w 3627658"/>
              <a:gd name="connsiteY37" fmla="*/ 137075 h 1340448"/>
              <a:gd name="connsiteX38" fmla="*/ 1434659 w 3627658"/>
              <a:gd name="connsiteY38" fmla="*/ 152041 h 1340448"/>
              <a:gd name="connsiteX39" fmla="*/ 1433124 w 3627658"/>
              <a:gd name="connsiteY39" fmla="*/ 211036 h 1340448"/>
              <a:gd name="connsiteX40" fmla="*/ 1433062 w 3627658"/>
              <a:gd name="connsiteY40" fmla="*/ 216668 h 1340448"/>
              <a:gd name="connsiteX41" fmla="*/ 1600753 w 3627658"/>
              <a:gd name="connsiteY41" fmla="*/ 216668 h 1340448"/>
              <a:gd name="connsiteX42" fmla="*/ 1613943 w 3627658"/>
              <a:gd name="connsiteY42" fmla="*/ 318339 h 1340448"/>
              <a:gd name="connsiteX43" fmla="*/ 1644284 w 3627658"/>
              <a:gd name="connsiteY43" fmla="*/ 549661 h 1340448"/>
              <a:gd name="connsiteX44" fmla="*/ 1823229 w 3627658"/>
              <a:gd name="connsiteY44" fmla="*/ 596327 h 1340448"/>
              <a:gd name="connsiteX45" fmla="*/ 1905777 w 3627658"/>
              <a:gd name="connsiteY45" fmla="*/ 254406 h 1340448"/>
              <a:gd name="connsiteX46" fmla="*/ 1916226 w 3627658"/>
              <a:gd name="connsiteY46" fmla="*/ 216668 h 1340448"/>
              <a:gd name="connsiteX47" fmla="*/ 2095804 w 3627658"/>
              <a:gd name="connsiteY47" fmla="*/ 216668 h 1340448"/>
              <a:gd name="connsiteX48" fmla="*/ 2097157 w 3627658"/>
              <a:gd name="connsiteY48" fmla="*/ 152041 h 1340448"/>
              <a:gd name="connsiteX49" fmla="*/ 2070584 w 3627658"/>
              <a:gd name="connsiteY49" fmla="*/ 137075 h 1340448"/>
              <a:gd name="connsiteX50" fmla="*/ 2045199 w 3627658"/>
              <a:gd name="connsiteY50" fmla="*/ 85884 h 1340448"/>
              <a:gd name="connsiteX51" fmla="*/ 2131866 w 3627658"/>
              <a:gd name="connsiteY51" fmla="*/ 13490 h 1340448"/>
              <a:gd name="connsiteX52" fmla="*/ 2218533 w 3627658"/>
              <a:gd name="connsiteY52" fmla="*/ 85884 h 1340448"/>
              <a:gd name="connsiteX53" fmla="*/ 2193149 w 3627658"/>
              <a:gd name="connsiteY53" fmla="*/ 137075 h 1340448"/>
              <a:gd name="connsiteX54" fmla="*/ 2166576 w 3627658"/>
              <a:gd name="connsiteY54" fmla="*/ 152041 h 1340448"/>
              <a:gd name="connsiteX55" fmla="*/ 2165041 w 3627658"/>
              <a:gd name="connsiteY55" fmla="*/ 211036 h 1340448"/>
              <a:gd name="connsiteX56" fmla="*/ 2164979 w 3627658"/>
              <a:gd name="connsiteY56" fmla="*/ 216668 h 1340448"/>
              <a:gd name="connsiteX57" fmla="*/ 2328786 w 3627658"/>
              <a:gd name="connsiteY57" fmla="*/ 216668 h 1340448"/>
              <a:gd name="connsiteX58" fmla="*/ 2294069 w 3627658"/>
              <a:gd name="connsiteY58" fmla="*/ 343961 h 1340448"/>
              <a:gd name="connsiteX59" fmla="*/ 2236838 w 3627658"/>
              <a:gd name="connsiteY59" fmla="*/ 618759 h 1340448"/>
              <a:gd name="connsiteX60" fmla="*/ 2336898 w 3627658"/>
              <a:gd name="connsiteY60" fmla="*/ 659669 h 1340448"/>
              <a:gd name="connsiteX61" fmla="*/ 2515282 w 3627658"/>
              <a:gd name="connsiteY61" fmla="*/ 272511 h 1340448"/>
              <a:gd name="connsiteX62" fmla="*/ 2539671 w 3627658"/>
              <a:gd name="connsiteY62" fmla="*/ 216668 h 1340448"/>
              <a:gd name="connsiteX63" fmla="*/ 2743293 w 3627658"/>
              <a:gd name="connsiteY63" fmla="*/ 216668 h 1340448"/>
              <a:gd name="connsiteX64" fmla="*/ 2744928 w 3627658"/>
              <a:gd name="connsiteY64" fmla="*/ 138551 h 1340448"/>
              <a:gd name="connsiteX65" fmla="*/ 2718355 w 3627658"/>
              <a:gd name="connsiteY65" fmla="*/ 123585 h 1340448"/>
              <a:gd name="connsiteX66" fmla="*/ 2692970 w 3627658"/>
              <a:gd name="connsiteY66" fmla="*/ 72394 h 1340448"/>
              <a:gd name="connsiteX67" fmla="*/ 2779637 w 3627658"/>
              <a:gd name="connsiteY67" fmla="*/ 0 h 134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627658" h="1340448">
                <a:moveTo>
                  <a:pt x="218949" y="802961"/>
                </a:moveTo>
                <a:cubicBezTo>
                  <a:pt x="383474" y="845670"/>
                  <a:pt x="399178" y="875502"/>
                  <a:pt x="529120" y="979781"/>
                </a:cubicBezTo>
                <a:cubicBezTo>
                  <a:pt x="608689" y="1051864"/>
                  <a:pt x="739788" y="1210604"/>
                  <a:pt x="834623" y="1315417"/>
                </a:cubicBezTo>
                <a:lnTo>
                  <a:pt x="858095" y="1340448"/>
                </a:lnTo>
                <a:lnTo>
                  <a:pt x="305530" y="1340448"/>
                </a:lnTo>
                <a:lnTo>
                  <a:pt x="172427" y="1214426"/>
                </a:lnTo>
                <a:cubicBezTo>
                  <a:pt x="115068" y="1127422"/>
                  <a:pt x="-7403" y="1021992"/>
                  <a:pt x="351" y="953414"/>
                </a:cubicBezTo>
                <a:cubicBezTo>
                  <a:pt x="8104" y="884836"/>
                  <a:pt x="88041" y="820901"/>
                  <a:pt x="218949" y="802961"/>
                </a:cubicBezTo>
                <a:close/>
                <a:moveTo>
                  <a:pt x="2779637" y="0"/>
                </a:moveTo>
                <a:cubicBezTo>
                  <a:pt x="2827502" y="0"/>
                  <a:pt x="2866304" y="32412"/>
                  <a:pt x="2866304" y="72394"/>
                </a:cubicBezTo>
                <a:cubicBezTo>
                  <a:pt x="2866304" y="92386"/>
                  <a:pt x="2856604" y="110484"/>
                  <a:pt x="2840920" y="123585"/>
                </a:cubicBezTo>
                <a:lnTo>
                  <a:pt x="2814347" y="138551"/>
                </a:lnTo>
                <a:cubicBezTo>
                  <a:pt x="2814389" y="168145"/>
                  <a:pt x="2813323" y="177881"/>
                  <a:pt x="2812812" y="197546"/>
                </a:cubicBezTo>
                <a:lnTo>
                  <a:pt x="2812601" y="216668"/>
                </a:lnTo>
                <a:lnTo>
                  <a:pt x="2958706" y="216668"/>
                </a:lnTo>
                <a:lnTo>
                  <a:pt x="2896795" y="366217"/>
                </a:lnTo>
                <a:cubicBezTo>
                  <a:pt x="2870914" y="429014"/>
                  <a:pt x="2846715" y="489078"/>
                  <a:pt x="2827463" y="541677"/>
                </a:cubicBezTo>
                <a:cubicBezTo>
                  <a:pt x="2746706" y="752198"/>
                  <a:pt x="2667335" y="880202"/>
                  <a:pt x="2640704" y="975284"/>
                </a:cubicBezTo>
                <a:cubicBezTo>
                  <a:pt x="2618558" y="1088264"/>
                  <a:pt x="2668942" y="1030061"/>
                  <a:pt x="2698437" y="1035269"/>
                </a:cubicBezTo>
                <a:cubicBezTo>
                  <a:pt x="2793897" y="974075"/>
                  <a:pt x="2865707" y="903845"/>
                  <a:pt x="2948836" y="837858"/>
                </a:cubicBezTo>
                <a:cubicBezTo>
                  <a:pt x="3033110" y="769701"/>
                  <a:pt x="3109566" y="720111"/>
                  <a:pt x="3182040" y="650962"/>
                </a:cubicBezTo>
                <a:cubicBezTo>
                  <a:pt x="3254514" y="581813"/>
                  <a:pt x="3317607" y="466702"/>
                  <a:pt x="3383680" y="422966"/>
                </a:cubicBezTo>
                <a:cubicBezTo>
                  <a:pt x="3484091" y="344485"/>
                  <a:pt x="3563278" y="364997"/>
                  <a:pt x="3591095" y="398579"/>
                </a:cubicBezTo>
                <a:cubicBezTo>
                  <a:pt x="3618913" y="432160"/>
                  <a:pt x="3662804" y="462572"/>
                  <a:pt x="3578719" y="638680"/>
                </a:cubicBezTo>
                <a:cubicBezTo>
                  <a:pt x="3499339" y="773310"/>
                  <a:pt x="3195089" y="1078417"/>
                  <a:pt x="2984700" y="1301315"/>
                </a:cubicBezTo>
                <a:lnTo>
                  <a:pt x="2965458" y="1322002"/>
                </a:lnTo>
                <a:lnTo>
                  <a:pt x="1063001" y="1322002"/>
                </a:lnTo>
                <a:lnTo>
                  <a:pt x="1089588" y="1295388"/>
                </a:lnTo>
                <a:cubicBezTo>
                  <a:pt x="1159970" y="1215305"/>
                  <a:pt x="1223955" y="1102076"/>
                  <a:pt x="1230150" y="994880"/>
                </a:cubicBezTo>
                <a:cubicBezTo>
                  <a:pt x="1275980" y="831512"/>
                  <a:pt x="1221474" y="502916"/>
                  <a:pt x="1208876" y="275164"/>
                </a:cubicBezTo>
                <a:lnTo>
                  <a:pt x="1207316" y="216668"/>
                </a:lnTo>
                <a:lnTo>
                  <a:pt x="1363887" y="216668"/>
                </a:lnTo>
                <a:lnTo>
                  <a:pt x="1365240" y="152041"/>
                </a:lnTo>
                <a:lnTo>
                  <a:pt x="1338667" y="137075"/>
                </a:lnTo>
                <a:cubicBezTo>
                  <a:pt x="1322983" y="123974"/>
                  <a:pt x="1313282" y="105876"/>
                  <a:pt x="1313282" y="85884"/>
                </a:cubicBezTo>
                <a:cubicBezTo>
                  <a:pt x="1313282" y="45902"/>
                  <a:pt x="1352084" y="13490"/>
                  <a:pt x="1399949" y="13490"/>
                </a:cubicBezTo>
                <a:cubicBezTo>
                  <a:pt x="1447814" y="13490"/>
                  <a:pt x="1486616" y="45902"/>
                  <a:pt x="1486616" y="85884"/>
                </a:cubicBezTo>
                <a:cubicBezTo>
                  <a:pt x="1486616" y="105876"/>
                  <a:pt x="1476916" y="123974"/>
                  <a:pt x="1461232" y="137075"/>
                </a:cubicBezTo>
                <a:lnTo>
                  <a:pt x="1434659" y="152041"/>
                </a:lnTo>
                <a:cubicBezTo>
                  <a:pt x="1434701" y="181635"/>
                  <a:pt x="1433635" y="191371"/>
                  <a:pt x="1433124" y="211036"/>
                </a:cubicBezTo>
                <a:lnTo>
                  <a:pt x="1433062" y="216668"/>
                </a:lnTo>
                <a:lnTo>
                  <a:pt x="1600753" y="216668"/>
                </a:lnTo>
                <a:lnTo>
                  <a:pt x="1613943" y="318339"/>
                </a:lnTo>
                <a:cubicBezTo>
                  <a:pt x="1626771" y="417498"/>
                  <a:pt x="1637873" y="503690"/>
                  <a:pt x="1644284" y="549661"/>
                </a:cubicBezTo>
                <a:cubicBezTo>
                  <a:pt x="1670127" y="689053"/>
                  <a:pt x="1759624" y="710065"/>
                  <a:pt x="1823229" y="596327"/>
                </a:cubicBezTo>
                <a:cubicBezTo>
                  <a:pt x="1829879" y="538731"/>
                  <a:pt x="1865045" y="403297"/>
                  <a:pt x="1905777" y="254406"/>
                </a:cubicBezTo>
                <a:lnTo>
                  <a:pt x="1916226" y="216668"/>
                </a:lnTo>
                <a:lnTo>
                  <a:pt x="2095804" y="216668"/>
                </a:lnTo>
                <a:lnTo>
                  <a:pt x="2097157" y="152041"/>
                </a:lnTo>
                <a:lnTo>
                  <a:pt x="2070584" y="137075"/>
                </a:lnTo>
                <a:cubicBezTo>
                  <a:pt x="2054900" y="123974"/>
                  <a:pt x="2045199" y="105876"/>
                  <a:pt x="2045199" y="85884"/>
                </a:cubicBezTo>
                <a:cubicBezTo>
                  <a:pt x="2045199" y="45902"/>
                  <a:pt x="2084001" y="13490"/>
                  <a:pt x="2131866" y="13490"/>
                </a:cubicBezTo>
                <a:cubicBezTo>
                  <a:pt x="2179731" y="13490"/>
                  <a:pt x="2218533" y="45902"/>
                  <a:pt x="2218533" y="85884"/>
                </a:cubicBezTo>
                <a:cubicBezTo>
                  <a:pt x="2218533" y="105876"/>
                  <a:pt x="2208833" y="123974"/>
                  <a:pt x="2193149" y="137075"/>
                </a:cubicBezTo>
                <a:lnTo>
                  <a:pt x="2166576" y="152041"/>
                </a:lnTo>
                <a:cubicBezTo>
                  <a:pt x="2166618" y="181635"/>
                  <a:pt x="2165553" y="191371"/>
                  <a:pt x="2165041" y="211036"/>
                </a:cubicBezTo>
                <a:lnTo>
                  <a:pt x="2164979" y="216668"/>
                </a:lnTo>
                <a:lnTo>
                  <a:pt x="2328786" y="216668"/>
                </a:lnTo>
                <a:lnTo>
                  <a:pt x="2294069" y="343961"/>
                </a:lnTo>
                <a:cubicBezTo>
                  <a:pt x="2259052" y="472467"/>
                  <a:pt x="2236323" y="561555"/>
                  <a:pt x="2236838" y="618759"/>
                </a:cubicBezTo>
                <a:cubicBezTo>
                  <a:pt x="2237526" y="695031"/>
                  <a:pt x="2257202" y="786783"/>
                  <a:pt x="2336898" y="659669"/>
                </a:cubicBezTo>
                <a:cubicBezTo>
                  <a:pt x="2376746" y="596112"/>
                  <a:pt x="2444235" y="436751"/>
                  <a:pt x="2515282" y="272511"/>
                </a:cubicBezTo>
                <a:lnTo>
                  <a:pt x="2539671" y="216668"/>
                </a:lnTo>
                <a:lnTo>
                  <a:pt x="2743293" y="216668"/>
                </a:lnTo>
                <a:lnTo>
                  <a:pt x="2744928" y="138551"/>
                </a:lnTo>
                <a:lnTo>
                  <a:pt x="2718355" y="123585"/>
                </a:lnTo>
                <a:cubicBezTo>
                  <a:pt x="2702671" y="110484"/>
                  <a:pt x="2692970" y="92386"/>
                  <a:pt x="2692970" y="72394"/>
                </a:cubicBezTo>
                <a:cubicBezTo>
                  <a:pt x="2692970" y="32412"/>
                  <a:pt x="2731772" y="0"/>
                  <a:pt x="27796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3" name="Freeform: Shape 25"/>
          <p:cNvSpPr/>
          <p:nvPr/>
        </p:nvSpPr>
        <p:spPr>
          <a:xfrm>
            <a:off x="490220" y="3584575"/>
            <a:ext cx="2506980" cy="1353820"/>
          </a:xfrm>
          <a:custGeom>
            <a:avLst/>
            <a:gdLst>
              <a:gd name="connsiteX0" fmla="*/ 1547543 w 2603338"/>
              <a:gd name="connsiteY0" fmla="*/ 0 h 1295008"/>
              <a:gd name="connsiteX1" fmla="*/ 1684227 w 2603338"/>
              <a:gd name="connsiteY1" fmla="*/ 109137 h 1295008"/>
              <a:gd name="connsiteX2" fmla="*/ 1644193 w 2603338"/>
              <a:gd name="connsiteY2" fmla="*/ 186308 h 1295008"/>
              <a:gd name="connsiteX3" fmla="*/ 1602284 w 2603338"/>
              <a:gd name="connsiteY3" fmla="*/ 208869 h 1295008"/>
              <a:gd name="connsiteX4" fmla="*/ 1600864 w 2603338"/>
              <a:gd name="connsiteY4" fmla="*/ 271487 h 1295008"/>
              <a:gd name="connsiteX5" fmla="*/ 1600388 w 2603338"/>
              <a:gd name="connsiteY5" fmla="*/ 284024 h 1295008"/>
              <a:gd name="connsiteX6" fmla="*/ 2603338 w 2603338"/>
              <a:gd name="connsiteY6" fmla="*/ 284024 h 1295008"/>
              <a:gd name="connsiteX7" fmla="*/ 2582707 w 2603338"/>
              <a:gd name="connsiteY7" fmla="*/ 306203 h 1295008"/>
              <a:gd name="connsiteX8" fmla="*/ 2327900 w 2603338"/>
              <a:gd name="connsiteY8" fmla="*/ 815604 h 1295008"/>
              <a:gd name="connsiteX9" fmla="*/ 2117400 w 2603338"/>
              <a:gd name="connsiteY9" fmla="*/ 1224890 h 1295008"/>
              <a:gd name="connsiteX10" fmla="*/ 2115016 w 2603338"/>
              <a:gd name="connsiteY10" fmla="*/ 1295008 h 1295008"/>
              <a:gd name="connsiteX11" fmla="*/ 743140 w 2603338"/>
              <a:gd name="connsiteY11" fmla="*/ 1295008 h 1295008"/>
              <a:gd name="connsiteX12" fmla="*/ 737269 w 2603338"/>
              <a:gd name="connsiteY12" fmla="*/ 1287813 h 1295008"/>
              <a:gd name="connsiteX13" fmla="*/ 563306 w 2603338"/>
              <a:gd name="connsiteY13" fmla="*/ 1019367 h 1295008"/>
              <a:gd name="connsiteX14" fmla="*/ 374595 w 2603338"/>
              <a:gd name="connsiteY14" fmla="*/ 776035 h 1295008"/>
              <a:gd name="connsiteX15" fmla="*/ 212567 w 2603338"/>
              <a:gd name="connsiteY15" fmla="*/ 517418 h 1295008"/>
              <a:gd name="connsiteX16" fmla="*/ 51246 w 2603338"/>
              <a:gd name="connsiteY16" fmla="*/ 332544 h 1295008"/>
              <a:gd name="connsiteX17" fmla="*/ 0 w 2603338"/>
              <a:gd name="connsiteY17" fmla="*/ 284024 h 1295008"/>
              <a:gd name="connsiteX18" fmla="*/ 176725 w 2603338"/>
              <a:gd name="connsiteY18" fmla="*/ 284024 h 1295008"/>
              <a:gd name="connsiteX19" fmla="*/ 178133 w 2603338"/>
              <a:gd name="connsiteY19" fmla="*/ 216761 h 1295008"/>
              <a:gd name="connsiteX20" fmla="*/ 151560 w 2603338"/>
              <a:gd name="connsiteY20" fmla="*/ 201795 h 1295008"/>
              <a:gd name="connsiteX21" fmla="*/ 126175 w 2603338"/>
              <a:gd name="connsiteY21" fmla="*/ 150604 h 1295008"/>
              <a:gd name="connsiteX22" fmla="*/ 212842 w 2603338"/>
              <a:gd name="connsiteY22" fmla="*/ 78210 h 1295008"/>
              <a:gd name="connsiteX23" fmla="*/ 299509 w 2603338"/>
              <a:gd name="connsiteY23" fmla="*/ 150604 h 1295008"/>
              <a:gd name="connsiteX24" fmla="*/ 274125 w 2603338"/>
              <a:gd name="connsiteY24" fmla="*/ 201795 h 1295008"/>
              <a:gd name="connsiteX25" fmla="*/ 247552 w 2603338"/>
              <a:gd name="connsiteY25" fmla="*/ 216761 h 1295008"/>
              <a:gd name="connsiteX26" fmla="*/ 246017 w 2603338"/>
              <a:gd name="connsiteY26" fmla="*/ 275756 h 1295008"/>
              <a:gd name="connsiteX27" fmla="*/ 245926 w 2603338"/>
              <a:gd name="connsiteY27" fmla="*/ 284024 h 1295008"/>
              <a:gd name="connsiteX28" fmla="*/ 549600 w 2603338"/>
              <a:gd name="connsiteY28" fmla="*/ 284024 h 1295008"/>
              <a:gd name="connsiteX29" fmla="*/ 570344 w 2603338"/>
              <a:gd name="connsiteY29" fmla="*/ 302994 h 1295008"/>
              <a:gd name="connsiteX30" fmla="*/ 592143 w 2603338"/>
              <a:gd name="connsiteY30" fmla="*/ 312157 h 1295008"/>
              <a:gd name="connsiteX31" fmla="*/ 667139 w 2603338"/>
              <a:gd name="connsiteY31" fmla="*/ 300888 h 1295008"/>
              <a:gd name="connsiteX32" fmla="*/ 690193 w 2603338"/>
              <a:gd name="connsiteY32" fmla="*/ 284024 h 1295008"/>
              <a:gd name="connsiteX33" fmla="*/ 1491156 w 2603338"/>
              <a:gd name="connsiteY33" fmla="*/ 284024 h 1295008"/>
              <a:gd name="connsiteX34" fmla="*/ 1492802 w 2603338"/>
              <a:gd name="connsiteY34" fmla="*/ 208869 h 1295008"/>
              <a:gd name="connsiteX35" fmla="*/ 1450892 w 2603338"/>
              <a:gd name="connsiteY35" fmla="*/ 186308 h 1295008"/>
              <a:gd name="connsiteX36" fmla="*/ 1410858 w 2603338"/>
              <a:gd name="connsiteY36" fmla="*/ 109137 h 1295008"/>
              <a:gd name="connsiteX37" fmla="*/ 1547543 w 2603338"/>
              <a:gd name="connsiteY37" fmla="*/ 0 h 129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603338" h="1295008">
                <a:moveTo>
                  <a:pt x="1547543" y="0"/>
                </a:moveTo>
                <a:cubicBezTo>
                  <a:pt x="1623031" y="0"/>
                  <a:pt x="1684227" y="48862"/>
                  <a:pt x="1684227" y="109137"/>
                </a:cubicBezTo>
                <a:cubicBezTo>
                  <a:pt x="1684227" y="139274"/>
                  <a:pt x="1668928" y="166558"/>
                  <a:pt x="1644193" y="186308"/>
                </a:cubicBezTo>
                <a:lnTo>
                  <a:pt x="1602284" y="208869"/>
                </a:lnTo>
                <a:cubicBezTo>
                  <a:pt x="1602328" y="238612"/>
                  <a:pt x="1601596" y="255049"/>
                  <a:pt x="1600864" y="271487"/>
                </a:cubicBezTo>
                <a:lnTo>
                  <a:pt x="1600388" y="284024"/>
                </a:lnTo>
                <a:lnTo>
                  <a:pt x="2603338" y="284024"/>
                </a:lnTo>
                <a:lnTo>
                  <a:pt x="2582707" y="306203"/>
                </a:lnTo>
                <a:cubicBezTo>
                  <a:pt x="2485554" y="548942"/>
                  <a:pt x="2408205" y="718672"/>
                  <a:pt x="2327900" y="815604"/>
                </a:cubicBezTo>
                <a:cubicBezTo>
                  <a:pt x="2263452" y="974513"/>
                  <a:pt x="2116973" y="1052802"/>
                  <a:pt x="2117400" y="1224890"/>
                </a:cubicBezTo>
                <a:lnTo>
                  <a:pt x="2115016" y="1295008"/>
                </a:lnTo>
                <a:lnTo>
                  <a:pt x="743140" y="1295008"/>
                </a:lnTo>
                <a:lnTo>
                  <a:pt x="737269" y="1287813"/>
                </a:lnTo>
                <a:cubicBezTo>
                  <a:pt x="684045" y="1218011"/>
                  <a:pt x="610825" y="1093990"/>
                  <a:pt x="563306" y="1019367"/>
                </a:cubicBezTo>
                <a:lnTo>
                  <a:pt x="374595" y="776035"/>
                </a:lnTo>
                <a:lnTo>
                  <a:pt x="212567" y="517418"/>
                </a:lnTo>
                <a:lnTo>
                  <a:pt x="51246" y="332544"/>
                </a:lnTo>
                <a:lnTo>
                  <a:pt x="0" y="284024"/>
                </a:lnTo>
                <a:lnTo>
                  <a:pt x="176725" y="284024"/>
                </a:lnTo>
                <a:lnTo>
                  <a:pt x="178133" y="216761"/>
                </a:lnTo>
                <a:lnTo>
                  <a:pt x="151560" y="201795"/>
                </a:lnTo>
                <a:cubicBezTo>
                  <a:pt x="135876" y="188694"/>
                  <a:pt x="126175" y="170596"/>
                  <a:pt x="126175" y="150604"/>
                </a:cubicBezTo>
                <a:cubicBezTo>
                  <a:pt x="126175" y="110622"/>
                  <a:pt x="164977" y="78210"/>
                  <a:pt x="212842" y="78210"/>
                </a:cubicBezTo>
                <a:cubicBezTo>
                  <a:pt x="260707" y="78210"/>
                  <a:pt x="299509" y="110622"/>
                  <a:pt x="299509" y="150604"/>
                </a:cubicBezTo>
                <a:cubicBezTo>
                  <a:pt x="299509" y="170596"/>
                  <a:pt x="289809" y="188694"/>
                  <a:pt x="274125" y="201795"/>
                </a:cubicBezTo>
                <a:lnTo>
                  <a:pt x="247552" y="216761"/>
                </a:lnTo>
                <a:cubicBezTo>
                  <a:pt x="247594" y="246355"/>
                  <a:pt x="246529" y="256091"/>
                  <a:pt x="246017" y="275756"/>
                </a:cubicBezTo>
                <a:lnTo>
                  <a:pt x="245926" y="284024"/>
                </a:lnTo>
                <a:lnTo>
                  <a:pt x="549600" y="284024"/>
                </a:lnTo>
                <a:lnTo>
                  <a:pt x="570344" y="302994"/>
                </a:lnTo>
                <a:cubicBezTo>
                  <a:pt x="580700" y="310830"/>
                  <a:pt x="588200" y="314259"/>
                  <a:pt x="592143" y="312157"/>
                </a:cubicBezTo>
                <a:cubicBezTo>
                  <a:pt x="608034" y="324849"/>
                  <a:pt x="635174" y="319460"/>
                  <a:pt x="667139" y="300888"/>
                </a:cubicBezTo>
                <a:lnTo>
                  <a:pt x="690193" y="284024"/>
                </a:lnTo>
                <a:lnTo>
                  <a:pt x="1491156" y="284024"/>
                </a:lnTo>
                <a:lnTo>
                  <a:pt x="1492802" y="208869"/>
                </a:lnTo>
                <a:lnTo>
                  <a:pt x="1450892" y="186308"/>
                </a:lnTo>
                <a:cubicBezTo>
                  <a:pt x="1426157" y="166558"/>
                  <a:pt x="1410858" y="139274"/>
                  <a:pt x="1410858" y="109137"/>
                </a:cubicBezTo>
                <a:cubicBezTo>
                  <a:pt x="1410858" y="48862"/>
                  <a:pt x="1472054" y="0"/>
                  <a:pt x="15475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24" name="Freeform: Shape 26"/>
          <p:cNvSpPr/>
          <p:nvPr/>
        </p:nvSpPr>
        <p:spPr>
          <a:xfrm flipH="1">
            <a:off x="1240790" y="4622800"/>
            <a:ext cx="1370965" cy="1421765"/>
          </a:xfrm>
          <a:custGeom>
            <a:avLst/>
            <a:gdLst>
              <a:gd name="connsiteX0" fmla="*/ 1423769 w 1423769"/>
              <a:gd name="connsiteY0" fmla="*/ 348893 h 1359877"/>
              <a:gd name="connsiteX1" fmla="*/ 89251 w 1423769"/>
              <a:gd name="connsiteY1" fmla="*/ 348893 h 1359877"/>
              <a:gd name="connsiteX2" fmla="*/ 89855 w 1423769"/>
              <a:gd name="connsiteY2" fmla="*/ 366662 h 1359877"/>
              <a:gd name="connsiteX3" fmla="*/ 82812 w 1423769"/>
              <a:gd name="connsiteY3" fmla="*/ 891223 h 1359877"/>
              <a:gd name="connsiteX4" fmla="*/ 14919 w 1423769"/>
              <a:gd name="connsiteY4" fmla="*/ 1286885 h 1359877"/>
              <a:gd name="connsiteX5" fmla="*/ 0 w 1423769"/>
              <a:gd name="connsiteY5" fmla="*/ 1359877 h 1359877"/>
              <a:gd name="connsiteX6" fmla="*/ 1258364 w 1423769"/>
              <a:gd name="connsiteY6" fmla="*/ 1359877 h 1359877"/>
              <a:gd name="connsiteX7" fmla="*/ 1262576 w 1423769"/>
              <a:gd name="connsiteY7" fmla="*/ 1256211 h 1359877"/>
              <a:gd name="connsiteX8" fmla="*/ 1288964 w 1423769"/>
              <a:gd name="connsiteY8" fmla="*/ 936086 h 1359877"/>
              <a:gd name="connsiteX9" fmla="*/ 1297904 w 1423769"/>
              <a:gd name="connsiteY9" fmla="*/ 613658 h 1359877"/>
              <a:gd name="connsiteX10" fmla="*/ 1375847 w 1423769"/>
              <a:gd name="connsiteY10" fmla="*/ 414892 h 1359877"/>
              <a:gd name="connsiteX11" fmla="*/ 598843 w 1423769"/>
              <a:gd name="connsiteY11" fmla="*/ 0 h 1359877"/>
              <a:gd name="connsiteX12" fmla="*/ 457887 w 1423769"/>
              <a:gd name="connsiteY12" fmla="*/ 113493 h 1359877"/>
              <a:gd name="connsiteX13" fmla="*/ 499172 w 1423769"/>
              <a:gd name="connsiteY13" fmla="*/ 193746 h 1359877"/>
              <a:gd name="connsiteX14" fmla="*/ 542391 w 1423769"/>
              <a:gd name="connsiteY14" fmla="*/ 217207 h 1359877"/>
              <a:gd name="connsiteX15" fmla="*/ 545319 w 1423769"/>
              <a:gd name="connsiteY15" fmla="*/ 347441 h 1359877"/>
              <a:gd name="connsiteX16" fmla="*/ 658099 w 1423769"/>
              <a:gd name="connsiteY16" fmla="*/ 346342 h 1359877"/>
              <a:gd name="connsiteX17" fmla="*/ 655294 w 1423769"/>
              <a:gd name="connsiteY17" fmla="*/ 217207 h 1359877"/>
              <a:gd name="connsiteX18" fmla="*/ 698513 w 1423769"/>
              <a:gd name="connsiteY18" fmla="*/ 193746 h 1359877"/>
              <a:gd name="connsiteX19" fmla="*/ 739798 w 1423769"/>
              <a:gd name="connsiteY19" fmla="*/ 113493 h 1359877"/>
              <a:gd name="connsiteX20" fmla="*/ 598843 w 1423769"/>
              <a:gd name="connsiteY20" fmla="*/ 0 h 1359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23769" h="1359877">
                <a:moveTo>
                  <a:pt x="1423769" y="348893"/>
                </a:moveTo>
                <a:lnTo>
                  <a:pt x="89251" y="348893"/>
                </a:lnTo>
                <a:lnTo>
                  <a:pt x="89855" y="366662"/>
                </a:lnTo>
                <a:cubicBezTo>
                  <a:pt x="97681" y="508231"/>
                  <a:pt x="110263" y="673395"/>
                  <a:pt x="82812" y="891223"/>
                </a:cubicBezTo>
                <a:cubicBezTo>
                  <a:pt x="69086" y="1000137"/>
                  <a:pt x="44131" y="1139847"/>
                  <a:pt x="14919" y="1286885"/>
                </a:cubicBezTo>
                <a:lnTo>
                  <a:pt x="0" y="1359877"/>
                </a:lnTo>
                <a:lnTo>
                  <a:pt x="1258364" y="1359877"/>
                </a:lnTo>
                <a:lnTo>
                  <a:pt x="1262576" y="1256211"/>
                </a:lnTo>
                <a:cubicBezTo>
                  <a:pt x="1267958" y="1103104"/>
                  <a:pt x="1283076" y="1043178"/>
                  <a:pt x="1288964" y="936086"/>
                </a:cubicBezTo>
                <a:cubicBezTo>
                  <a:pt x="1294851" y="828993"/>
                  <a:pt x="1283423" y="700524"/>
                  <a:pt x="1297904" y="613658"/>
                </a:cubicBezTo>
                <a:cubicBezTo>
                  <a:pt x="1312384" y="526792"/>
                  <a:pt x="1338012" y="457478"/>
                  <a:pt x="1375847" y="414892"/>
                </a:cubicBezTo>
                <a:close/>
                <a:moveTo>
                  <a:pt x="598843" y="0"/>
                </a:moveTo>
                <a:cubicBezTo>
                  <a:pt x="520995" y="0"/>
                  <a:pt x="457887" y="50813"/>
                  <a:pt x="457887" y="113493"/>
                </a:cubicBezTo>
                <a:cubicBezTo>
                  <a:pt x="457887" y="144834"/>
                  <a:pt x="473664" y="173207"/>
                  <a:pt x="499172" y="193746"/>
                </a:cubicBezTo>
                <a:lnTo>
                  <a:pt x="542391" y="217207"/>
                </a:lnTo>
                <a:cubicBezTo>
                  <a:pt x="542300" y="279067"/>
                  <a:pt x="545410" y="285582"/>
                  <a:pt x="545319" y="347441"/>
                </a:cubicBezTo>
                <a:lnTo>
                  <a:pt x="658099" y="346342"/>
                </a:lnTo>
                <a:lnTo>
                  <a:pt x="655294" y="217207"/>
                </a:lnTo>
                <a:lnTo>
                  <a:pt x="698513" y="193746"/>
                </a:lnTo>
                <a:cubicBezTo>
                  <a:pt x="724021" y="173207"/>
                  <a:pt x="739798" y="144834"/>
                  <a:pt x="739798" y="113493"/>
                </a:cubicBezTo>
                <a:cubicBezTo>
                  <a:pt x="739798" y="50813"/>
                  <a:pt x="676690" y="0"/>
                  <a:pt x="598843" y="0"/>
                </a:cubicBezTo>
                <a:close/>
              </a:path>
            </a:pathLst>
          </a:cu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400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4079875" y="1517015"/>
            <a:ext cx="7316470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4001770" y="1895475"/>
            <a:ext cx="7332980" cy="5340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>
            <p:custDataLst>
              <p:tags r:id="rId3"/>
            </p:custDataLst>
          </p:nvPr>
        </p:nvSpPr>
        <p:spPr>
          <a:xfrm>
            <a:off x="4041140" y="1531620"/>
            <a:ext cx="713232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{desc_1}</a:t>
            </a:r>
            <a:endParaRPr 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4"/>
            </p:custDataLst>
          </p:nvPr>
        </p:nvSpPr>
        <p:spPr>
          <a:xfrm>
            <a:off x="4079875" y="2911475"/>
            <a:ext cx="7317105" cy="408940"/>
          </a:xfrm>
          <a:prstGeom prst="rect">
            <a:avLst/>
          </a:prstGeom>
          <a:solidFill>
            <a:srgbClr val="59A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29" name="矩形 28"/>
          <p:cNvSpPr/>
          <p:nvPr>
            <p:custDataLst>
              <p:tags r:id="rId5"/>
            </p:custDataLst>
          </p:nvPr>
        </p:nvSpPr>
        <p:spPr>
          <a:xfrm>
            <a:off x="4079875" y="4293235"/>
            <a:ext cx="7317105" cy="408940"/>
          </a:xfrm>
          <a:prstGeom prst="rect">
            <a:avLst/>
          </a:prstGeom>
          <a:solidFill>
            <a:srgbClr val="498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/>
          </a:p>
        </p:txBody>
      </p:sp>
      <p:sp>
        <p:nvSpPr>
          <p:cNvPr id="30" name="矩形 29"/>
          <p:cNvSpPr/>
          <p:nvPr>
            <p:custDataLst>
              <p:tags r:id="rId6"/>
            </p:custDataLst>
          </p:nvPr>
        </p:nvSpPr>
        <p:spPr>
          <a:xfrm>
            <a:off x="4004310" y="3301365"/>
            <a:ext cx="7296150" cy="5149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7"/>
            </p:custDataLst>
          </p:nvPr>
        </p:nvSpPr>
        <p:spPr>
          <a:xfrm>
            <a:off x="4064000" y="2929890"/>
            <a:ext cx="723646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{desc_2}</a:t>
            </a:r>
            <a:endParaRPr 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4036695" y="4707255"/>
            <a:ext cx="7310755" cy="5054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4080510" y="4304030"/>
            <a:ext cx="7165340" cy="3587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{desc_3}</a:t>
            </a:r>
            <a:endParaRPr 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Title 1"/>
          <p:cNvSpPr txBox="1"/>
          <p:nvPr/>
        </p:nvSpPr>
        <p:spPr>
          <a:xfrm>
            <a:off x="815340" y="234315"/>
            <a:ext cx="3184525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400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6" grpId="0"/>
      <p:bldP spid="27" grpId="0"/>
      <p:bldP spid="28" grpId="0" bldLvl="0" animBg="1"/>
      <p:bldP spid="29" grpId="0" bldLvl="0" animBg="1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>
          <a:xfrm rot="480000">
            <a:off x="7965440" y="2634615"/>
            <a:ext cx="6292215" cy="4050030"/>
            <a:chOff x="4144879" y="1701145"/>
            <a:chExt cx="8948599" cy="5250248"/>
          </a:xfrm>
        </p:grpSpPr>
        <p:sp>
          <p:nvSpPr>
            <p:cNvPr id="34" name="Freeform: Shape 18"/>
            <p:cNvSpPr/>
            <p:nvPr/>
          </p:nvSpPr>
          <p:spPr bwMode="auto">
            <a:xfrm rot="1644517" flipH="1">
              <a:off x="5284737" y="1701145"/>
              <a:ext cx="2440535" cy="933303"/>
            </a:xfrm>
            <a:custGeom>
              <a:avLst/>
              <a:gdLst>
                <a:gd name="T0" fmla="*/ 287 w 455"/>
                <a:gd name="T1" fmla="*/ 0 h 174"/>
                <a:gd name="T2" fmla="*/ 287 w 455"/>
                <a:gd name="T3" fmla="*/ 81 h 174"/>
                <a:gd name="T4" fmla="*/ 0 w 455"/>
                <a:gd name="T5" fmla="*/ 81 h 174"/>
                <a:gd name="T6" fmla="*/ 0 w 455"/>
                <a:gd name="T7" fmla="*/ 174 h 174"/>
                <a:gd name="T8" fmla="*/ 287 w 455"/>
                <a:gd name="T9" fmla="*/ 174 h 174"/>
                <a:gd name="T10" fmla="*/ 455 w 455"/>
                <a:gd name="T11" fmla="*/ 174 h 174"/>
                <a:gd name="T12" fmla="*/ 287 w 455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5" h="174">
                  <a:moveTo>
                    <a:pt x="287" y="0"/>
                  </a:moveTo>
                  <a:lnTo>
                    <a:pt x="287" y="81"/>
                  </a:lnTo>
                  <a:lnTo>
                    <a:pt x="0" y="81"/>
                  </a:lnTo>
                  <a:lnTo>
                    <a:pt x="0" y="174"/>
                  </a:lnTo>
                  <a:lnTo>
                    <a:pt x="287" y="174"/>
                  </a:lnTo>
                  <a:lnTo>
                    <a:pt x="455" y="174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2400"/>
            </a:p>
          </p:txBody>
        </p:sp>
        <p:grpSp>
          <p:nvGrpSpPr>
            <p:cNvPr id="35" name="Group 19"/>
            <p:cNvGrpSpPr/>
            <p:nvPr/>
          </p:nvGrpSpPr>
          <p:grpSpPr>
            <a:xfrm>
              <a:off x="4144879" y="2162188"/>
              <a:ext cx="8948599" cy="4789205"/>
              <a:chOff x="4144879" y="2162188"/>
              <a:chExt cx="8948599" cy="4789205"/>
            </a:xfrm>
          </p:grpSpPr>
          <p:sp>
            <p:nvSpPr>
              <p:cNvPr id="36" name="Freeform: Shape 20"/>
              <p:cNvSpPr/>
              <p:nvPr/>
            </p:nvSpPr>
            <p:spPr bwMode="auto">
              <a:xfrm rot="1644517" flipH="1">
                <a:off x="8385197" y="3498659"/>
                <a:ext cx="4708281" cy="847481"/>
              </a:xfrm>
              <a:custGeom>
                <a:avLst/>
                <a:gdLst>
                  <a:gd name="T0" fmla="*/ 1022 w 1022"/>
                  <a:gd name="T1" fmla="*/ 0 h 158"/>
                  <a:gd name="T2" fmla="*/ 0 w 1022"/>
                  <a:gd name="T3" fmla="*/ 0 h 158"/>
                  <a:gd name="T4" fmla="*/ 0 w 1022"/>
                  <a:gd name="T5" fmla="*/ 158 h 158"/>
                  <a:gd name="T6" fmla="*/ 1022 w 1022"/>
                  <a:gd name="T7" fmla="*/ 158 h 158"/>
                  <a:gd name="T8" fmla="*/ 1022 w 1022"/>
                  <a:gd name="T9" fmla="*/ 0 h 158"/>
                  <a:gd name="T10" fmla="*/ 1022 w 1022"/>
                  <a:gd name="T11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22" h="158">
                    <a:moveTo>
                      <a:pt x="1022" y="0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022" y="158"/>
                    </a:lnTo>
                    <a:lnTo>
                      <a:pt x="1022" y="0"/>
                    </a:lnTo>
                    <a:lnTo>
                      <a:pt x="10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none" lIns="121920" tIns="192000" rIns="240000" bIns="60960" anchor="t" anchorCtr="0" compatLnSpc="1">
                <a:normAutofit fontScale="80000"/>
              </a:bodyPr>
              <a:lstStyle/>
              <a:p>
                <a:endParaRPr lang="zh-CN" altLang="en-US" sz="320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Freeform: Shape 21"/>
              <p:cNvSpPr/>
              <p:nvPr/>
            </p:nvSpPr>
            <p:spPr bwMode="auto">
              <a:xfrm rot="1644517" flipH="1">
                <a:off x="7910498" y="4430217"/>
                <a:ext cx="4999849" cy="886358"/>
              </a:xfrm>
              <a:custGeom>
                <a:avLst/>
                <a:gdLst>
                  <a:gd name="T0" fmla="*/ 431 w 431"/>
                  <a:gd name="T1" fmla="*/ 0 h 67"/>
                  <a:gd name="T2" fmla="*/ 0 w 431"/>
                  <a:gd name="T3" fmla="*/ 0 h 67"/>
                  <a:gd name="T4" fmla="*/ 0 w 431"/>
                  <a:gd name="T5" fmla="*/ 67 h 67"/>
                  <a:gd name="T6" fmla="*/ 431 w 431"/>
                  <a:gd name="T7" fmla="*/ 67 h 67"/>
                  <a:gd name="T8" fmla="*/ 431 w 431"/>
                  <a:gd name="T9" fmla="*/ 0 h 67"/>
                  <a:gd name="connsiteX0" fmla="*/ 11899 w 11899"/>
                  <a:gd name="connsiteY0" fmla="*/ 0 h 10328"/>
                  <a:gd name="connsiteX1" fmla="*/ 1899 w 11899"/>
                  <a:gd name="connsiteY1" fmla="*/ 0 h 10328"/>
                  <a:gd name="connsiteX2" fmla="*/ 0 w 11899"/>
                  <a:gd name="connsiteY2" fmla="*/ 10328 h 10328"/>
                  <a:gd name="connsiteX3" fmla="*/ 11899 w 11899"/>
                  <a:gd name="connsiteY3" fmla="*/ 10000 h 10328"/>
                  <a:gd name="connsiteX4" fmla="*/ 11899 w 11899"/>
                  <a:gd name="connsiteY4" fmla="*/ 0 h 10328"/>
                  <a:gd name="connsiteX0-1" fmla="*/ 11924 w 11924"/>
                  <a:gd name="connsiteY0-2" fmla="*/ 0 h 10328"/>
                  <a:gd name="connsiteX1-3" fmla="*/ 0 w 11924"/>
                  <a:gd name="connsiteY1-4" fmla="*/ 164 h 10328"/>
                  <a:gd name="connsiteX2-5" fmla="*/ 25 w 11924"/>
                  <a:gd name="connsiteY2-6" fmla="*/ 10328 h 10328"/>
                  <a:gd name="connsiteX3-7" fmla="*/ 11924 w 11924"/>
                  <a:gd name="connsiteY3-8" fmla="*/ 10000 h 10328"/>
                  <a:gd name="connsiteX4-9" fmla="*/ 11924 w 11924"/>
                  <a:gd name="connsiteY4-10" fmla="*/ 0 h 1032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1924" h="10328">
                    <a:moveTo>
                      <a:pt x="11924" y="0"/>
                    </a:moveTo>
                    <a:lnTo>
                      <a:pt x="0" y="164"/>
                    </a:lnTo>
                    <a:cubicBezTo>
                      <a:pt x="0" y="3448"/>
                      <a:pt x="25" y="6895"/>
                      <a:pt x="25" y="10328"/>
                    </a:cubicBezTo>
                    <a:cubicBezTo>
                      <a:pt x="3134" y="10328"/>
                      <a:pt x="8792" y="10000"/>
                      <a:pt x="11924" y="10000"/>
                    </a:cubicBezTo>
                    <a:lnTo>
                      <a:pt x="119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none" lIns="121920" tIns="240000" rIns="240000" bIns="60960" anchor="t" anchorCtr="0" compatLnSpc="1">
                <a:normAutofit fontScale="70000"/>
              </a:bodyPr>
              <a:lstStyle/>
              <a:p>
                <a:endParaRPr lang="zh-CN" altLang="en-US" sz="320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Freeform: Shape 22"/>
              <p:cNvSpPr/>
              <p:nvPr/>
            </p:nvSpPr>
            <p:spPr bwMode="auto">
              <a:xfrm rot="1644517" flipH="1">
                <a:off x="7467142" y="5305642"/>
                <a:ext cx="5051883" cy="858209"/>
              </a:xfrm>
              <a:custGeom>
                <a:avLst/>
                <a:gdLst>
                  <a:gd name="T0" fmla="*/ 431 w 431"/>
                  <a:gd name="T1" fmla="*/ 0 h 67"/>
                  <a:gd name="T2" fmla="*/ 0 w 431"/>
                  <a:gd name="T3" fmla="*/ 0 h 67"/>
                  <a:gd name="T4" fmla="*/ 0 w 431"/>
                  <a:gd name="T5" fmla="*/ 67 h 67"/>
                  <a:gd name="T6" fmla="*/ 431 w 431"/>
                  <a:gd name="T7" fmla="*/ 67 h 67"/>
                  <a:gd name="T8" fmla="*/ 431 w 431"/>
                  <a:gd name="T9" fmla="*/ 0 h 67"/>
                  <a:gd name="connsiteX0" fmla="*/ 11924 w 11924"/>
                  <a:gd name="connsiteY0" fmla="*/ 0 h 10000"/>
                  <a:gd name="connsiteX1" fmla="*/ 1924 w 11924"/>
                  <a:gd name="connsiteY1" fmla="*/ 0 h 10000"/>
                  <a:gd name="connsiteX2" fmla="*/ 0 w 11924"/>
                  <a:gd name="connsiteY2" fmla="*/ 10000 h 10000"/>
                  <a:gd name="connsiteX3" fmla="*/ 11924 w 11924"/>
                  <a:gd name="connsiteY3" fmla="*/ 10000 h 10000"/>
                  <a:gd name="connsiteX4" fmla="*/ 11924 w 11924"/>
                  <a:gd name="connsiteY4" fmla="*/ 0 h 10000"/>
                  <a:gd name="connsiteX0-1" fmla="*/ 11924 w 11924"/>
                  <a:gd name="connsiteY0-2" fmla="*/ 0 h 10000"/>
                  <a:gd name="connsiteX1-3" fmla="*/ 0 w 11924"/>
                  <a:gd name="connsiteY1-4" fmla="*/ 164 h 10000"/>
                  <a:gd name="connsiteX2-5" fmla="*/ 0 w 11924"/>
                  <a:gd name="connsiteY2-6" fmla="*/ 10000 h 10000"/>
                  <a:gd name="connsiteX3-7" fmla="*/ 11924 w 11924"/>
                  <a:gd name="connsiteY3-8" fmla="*/ 10000 h 10000"/>
                  <a:gd name="connsiteX4-9" fmla="*/ 11924 w 11924"/>
                  <a:gd name="connsiteY4-10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1924" h="10000">
                    <a:moveTo>
                      <a:pt x="11924" y="0"/>
                    </a:moveTo>
                    <a:lnTo>
                      <a:pt x="0" y="164"/>
                    </a:lnTo>
                    <a:lnTo>
                      <a:pt x="0" y="10000"/>
                    </a:lnTo>
                    <a:lnTo>
                      <a:pt x="11924" y="10000"/>
                    </a:lnTo>
                    <a:lnTo>
                      <a:pt x="1192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none" lIns="121920" tIns="240000" rIns="240000" bIns="60960" anchor="t" anchorCtr="0" compatLnSpc="1">
                <a:normAutofit fontScale="70000"/>
              </a:bodyPr>
              <a:lstStyle/>
              <a:p>
                <a:endParaRPr lang="zh-CN" altLang="en-US" sz="320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: Shape 23"/>
              <p:cNvSpPr/>
              <p:nvPr/>
            </p:nvSpPr>
            <p:spPr bwMode="auto">
              <a:xfrm rot="1644517" flipH="1">
                <a:off x="7037046" y="6093184"/>
                <a:ext cx="4708281" cy="858209"/>
              </a:xfrm>
              <a:custGeom>
                <a:avLst/>
                <a:gdLst>
                  <a:gd name="T0" fmla="*/ 1022 w 1022"/>
                  <a:gd name="T1" fmla="*/ 0 h 160"/>
                  <a:gd name="T2" fmla="*/ 0 w 1022"/>
                  <a:gd name="T3" fmla="*/ 0 h 160"/>
                  <a:gd name="T4" fmla="*/ 0 w 1022"/>
                  <a:gd name="T5" fmla="*/ 160 h 160"/>
                  <a:gd name="T6" fmla="*/ 1022 w 1022"/>
                  <a:gd name="T7" fmla="*/ 160 h 160"/>
                  <a:gd name="T8" fmla="*/ 1022 w 1022"/>
                  <a:gd name="T9" fmla="*/ 0 h 160"/>
                  <a:gd name="T10" fmla="*/ 1022 w 1022"/>
                  <a:gd name="T11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22" h="160">
                    <a:moveTo>
                      <a:pt x="1022" y="0"/>
                    </a:moveTo>
                    <a:lnTo>
                      <a:pt x="0" y="0"/>
                    </a:lnTo>
                    <a:lnTo>
                      <a:pt x="0" y="160"/>
                    </a:lnTo>
                    <a:lnTo>
                      <a:pt x="1022" y="160"/>
                    </a:lnTo>
                    <a:lnTo>
                      <a:pt x="1022" y="0"/>
                    </a:lnTo>
                    <a:lnTo>
                      <a:pt x="10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none" lIns="121920" tIns="240000" rIns="240000" bIns="60960" anchor="t" anchorCtr="0" compatLnSpc="1">
                <a:normAutofit fontScale="70000"/>
              </a:bodyPr>
              <a:lstStyle/>
              <a:p>
                <a:endParaRPr lang="zh-CN" altLang="en-US" sz="320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: Shape 24"/>
              <p:cNvSpPr/>
              <p:nvPr/>
            </p:nvSpPr>
            <p:spPr bwMode="auto">
              <a:xfrm rot="1644517" flipH="1">
                <a:off x="7612845" y="2162188"/>
                <a:ext cx="992306" cy="1281951"/>
              </a:xfrm>
              <a:custGeom>
                <a:avLst/>
                <a:gdLst>
                  <a:gd name="T0" fmla="*/ 185 w 185"/>
                  <a:gd name="T1" fmla="*/ 146 h 239"/>
                  <a:gd name="T2" fmla="*/ 0 w 185"/>
                  <a:gd name="T3" fmla="*/ 0 h 239"/>
                  <a:gd name="T4" fmla="*/ 0 w 185"/>
                  <a:gd name="T5" fmla="*/ 158 h 239"/>
                  <a:gd name="T6" fmla="*/ 185 w 185"/>
                  <a:gd name="T7" fmla="*/ 239 h 239"/>
                  <a:gd name="T8" fmla="*/ 185 w 185"/>
                  <a:gd name="T9" fmla="*/ 146 h 239"/>
                  <a:gd name="T10" fmla="*/ 185 w 185"/>
                  <a:gd name="T11" fmla="*/ 146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239">
                    <a:moveTo>
                      <a:pt x="185" y="146"/>
                    </a:moveTo>
                    <a:lnTo>
                      <a:pt x="0" y="0"/>
                    </a:lnTo>
                    <a:lnTo>
                      <a:pt x="0" y="158"/>
                    </a:lnTo>
                    <a:lnTo>
                      <a:pt x="185" y="239"/>
                    </a:lnTo>
                    <a:lnTo>
                      <a:pt x="185" y="146"/>
                    </a:lnTo>
                    <a:lnTo>
                      <a:pt x="185" y="14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  <p:sp>
            <p:nvSpPr>
              <p:cNvPr id="41" name="Freeform: Shape 25"/>
              <p:cNvSpPr/>
              <p:nvPr/>
            </p:nvSpPr>
            <p:spPr bwMode="auto">
              <a:xfrm rot="1644517" flipH="1">
                <a:off x="6465928" y="4365954"/>
                <a:ext cx="992306" cy="1298042"/>
              </a:xfrm>
              <a:custGeom>
                <a:avLst/>
                <a:gdLst>
                  <a:gd name="T0" fmla="*/ 185 w 185"/>
                  <a:gd name="T1" fmla="*/ 93 h 242"/>
                  <a:gd name="T2" fmla="*/ 0 w 185"/>
                  <a:gd name="T3" fmla="*/ 242 h 242"/>
                  <a:gd name="T4" fmla="*/ 0 w 185"/>
                  <a:gd name="T5" fmla="*/ 82 h 242"/>
                  <a:gd name="T6" fmla="*/ 185 w 185"/>
                  <a:gd name="T7" fmla="*/ 0 h 242"/>
                  <a:gd name="T8" fmla="*/ 185 w 185"/>
                  <a:gd name="T9" fmla="*/ 93 h 242"/>
                  <a:gd name="T10" fmla="*/ 185 w 185"/>
                  <a:gd name="T11" fmla="*/ 93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242">
                    <a:moveTo>
                      <a:pt x="185" y="93"/>
                    </a:moveTo>
                    <a:lnTo>
                      <a:pt x="0" y="242"/>
                    </a:lnTo>
                    <a:lnTo>
                      <a:pt x="0" y="82"/>
                    </a:lnTo>
                    <a:lnTo>
                      <a:pt x="185" y="0"/>
                    </a:lnTo>
                    <a:lnTo>
                      <a:pt x="185" y="93"/>
                    </a:lnTo>
                    <a:lnTo>
                      <a:pt x="185" y="93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  <p:sp>
            <p:nvSpPr>
              <p:cNvPr id="42" name="Freeform: Shape 26"/>
              <p:cNvSpPr/>
              <p:nvPr/>
            </p:nvSpPr>
            <p:spPr bwMode="auto">
              <a:xfrm rot="1644517" flipH="1">
                <a:off x="6820250" y="3889155"/>
                <a:ext cx="992306" cy="885029"/>
              </a:xfrm>
              <a:custGeom>
                <a:avLst/>
                <a:gdLst>
                  <a:gd name="T0" fmla="*/ 0 w 185"/>
                  <a:gd name="T1" fmla="*/ 5 h 165"/>
                  <a:gd name="T2" fmla="*/ 0 w 185"/>
                  <a:gd name="T3" fmla="*/ 165 h 165"/>
                  <a:gd name="T4" fmla="*/ 185 w 185"/>
                  <a:gd name="T5" fmla="*/ 93 h 165"/>
                  <a:gd name="T6" fmla="*/ 185 w 185"/>
                  <a:gd name="T7" fmla="*/ 0 h 165"/>
                  <a:gd name="T8" fmla="*/ 0 w 185"/>
                  <a:gd name="T9" fmla="*/ 5 h 165"/>
                  <a:gd name="T10" fmla="*/ 0 w 185"/>
                  <a:gd name="T11" fmla="*/ 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165">
                    <a:moveTo>
                      <a:pt x="0" y="5"/>
                    </a:moveTo>
                    <a:lnTo>
                      <a:pt x="0" y="165"/>
                    </a:lnTo>
                    <a:lnTo>
                      <a:pt x="185" y="93"/>
                    </a:lnTo>
                    <a:lnTo>
                      <a:pt x="185" y="0"/>
                    </a:lnTo>
                    <a:lnTo>
                      <a:pt x="0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  <p:sp>
            <p:nvSpPr>
              <p:cNvPr id="43" name="Freeform: Shape 27"/>
              <p:cNvSpPr/>
              <p:nvPr/>
            </p:nvSpPr>
            <p:spPr bwMode="auto">
              <a:xfrm rot="1644517" flipH="1">
                <a:off x="7256055" y="3051398"/>
                <a:ext cx="992306" cy="879664"/>
              </a:xfrm>
              <a:custGeom>
                <a:avLst/>
                <a:gdLst>
                  <a:gd name="T0" fmla="*/ 0 w 185"/>
                  <a:gd name="T1" fmla="*/ 160 h 164"/>
                  <a:gd name="T2" fmla="*/ 0 w 185"/>
                  <a:gd name="T3" fmla="*/ 0 h 164"/>
                  <a:gd name="T4" fmla="*/ 185 w 185"/>
                  <a:gd name="T5" fmla="*/ 71 h 164"/>
                  <a:gd name="T6" fmla="*/ 185 w 185"/>
                  <a:gd name="T7" fmla="*/ 164 h 164"/>
                  <a:gd name="T8" fmla="*/ 0 w 185"/>
                  <a:gd name="T9" fmla="*/ 160 h 164"/>
                  <a:gd name="T10" fmla="*/ 0 w 185"/>
                  <a:gd name="T11" fmla="*/ 16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164">
                    <a:moveTo>
                      <a:pt x="0" y="160"/>
                    </a:moveTo>
                    <a:lnTo>
                      <a:pt x="0" y="0"/>
                    </a:lnTo>
                    <a:lnTo>
                      <a:pt x="185" y="71"/>
                    </a:lnTo>
                    <a:lnTo>
                      <a:pt x="185" y="164"/>
                    </a:lnTo>
                    <a:lnTo>
                      <a:pt x="0" y="160"/>
                    </a:lnTo>
                    <a:lnTo>
                      <a:pt x="0" y="16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  <p:sp>
            <p:nvSpPr>
              <p:cNvPr id="44" name="Freeform: Shape 28"/>
              <p:cNvSpPr/>
              <p:nvPr/>
            </p:nvSpPr>
            <p:spPr bwMode="auto">
              <a:xfrm rot="1644517" flipH="1">
                <a:off x="4298315" y="3595397"/>
                <a:ext cx="2440535" cy="949395"/>
              </a:xfrm>
              <a:custGeom>
                <a:avLst/>
                <a:gdLst>
                  <a:gd name="T0" fmla="*/ 455 w 455"/>
                  <a:gd name="T1" fmla="*/ 0 h 177"/>
                  <a:gd name="T2" fmla="*/ 287 w 455"/>
                  <a:gd name="T3" fmla="*/ 0 h 177"/>
                  <a:gd name="T4" fmla="*/ 0 w 455"/>
                  <a:gd name="T5" fmla="*/ 0 h 177"/>
                  <a:gd name="T6" fmla="*/ 0 w 455"/>
                  <a:gd name="T7" fmla="*/ 93 h 177"/>
                  <a:gd name="T8" fmla="*/ 287 w 455"/>
                  <a:gd name="T9" fmla="*/ 93 h 177"/>
                  <a:gd name="T10" fmla="*/ 287 w 455"/>
                  <a:gd name="T11" fmla="*/ 177 h 177"/>
                  <a:gd name="T12" fmla="*/ 455 w 455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5" h="177">
                    <a:moveTo>
                      <a:pt x="455" y="0"/>
                    </a:moveTo>
                    <a:lnTo>
                      <a:pt x="287" y="0"/>
                    </a:lnTo>
                    <a:lnTo>
                      <a:pt x="0" y="0"/>
                    </a:lnTo>
                    <a:lnTo>
                      <a:pt x="0" y="93"/>
                    </a:lnTo>
                    <a:lnTo>
                      <a:pt x="287" y="93"/>
                    </a:lnTo>
                    <a:lnTo>
                      <a:pt x="287" y="177"/>
                    </a:lnTo>
                    <a:lnTo>
                      <a:pt x="45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  <p:sp>
            <p:nvSpPr>
              <p:cNvPr id="45" name="Freeform: Shape 29"/>
              <p:cNvSpPr/>
              <p:nvPr/>
            </p:nvSpPr>
            <p:spPr bwMode="auto">
              <a:xfrm rot="1644517" flipH="1">
                <a:off x="4144879" y="2994780"/>
                <a:ext cx="2987643" cy="498836"/>
              </a:xfrm>
              <a:custGeom>
                <a:avLst/>
                <a:gdLst>
                  <a:gd name="T0" fmla="*/ 121 w 235"/>
                  <a:gd name="T1" fmla="*/ 0 h 39"/>
                  <a:gd name="T2" fmla="*/ 0 w 235"/>
                  <a:gd name="T3" fmla="*/ 0 h 39"/>
                  <a:gd name="T4" fmla="*/ 0 w 235"/>
                  <a:gd name="T5" fmla="*/ 39 h 39"/>
                  <a:gd name="T6" fmla="*/ 121 w 235"/>
                  <a:gd name="T7" fmla="*/ 39 h 39"/>
                  <a:gd name="T8" fmla="*/ 197 w 235"/>
                  <a:gd name="T9" fmla="*/ 39 h 39"/>
                  <a:gd name="T10" fmla="*/ 235 w 235"/>
                  <a:gd name="T11" fmla="*/ 0 h 39"/>
                  <a:gd name="T12" fmla="*/ 121 w 235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5" h="39">
                    <a:moveTo>
                      <a:pt x="121" y="0"/>
                    </a:moveTo>
                    <a:cubicBezTo>
                      <a:pt x="81" y="0"/>
                      <a:pt x="41" y="0"/>
                      <a:pt x="0" y="0"/>
                    </a:cubicBezTo>
                    <a:cubicBezTo>
                      <a:pt x="0" y="13"/>
                      <a:pt x="0" y="26"/>
                      <a:pt x="0" y="39"/>
                    </a:cubicBezTo>
                    <a:cubicBezTo>
                      <a:pt x="41" y="39"/>
                      <a:pt x="81" y="39"/>
                      <a:pt x="121" y="39"/>
                    </a:cubicBezTo>
                    <a:cubicBezTo>
                      <a:pt x="147" y="39"/>
                      <a:pt x="172" y="39"/>
                      <a:pt x="197" y="39"/>
                    </a:cubicBezTo>
                    <a:cubicBezTo>
                      <a:pt x="235" y="0"/>
                      <a:pt x="235" y="0"/>
                      <a:pt x="235" y="0"/>
                    </a:cubicBezTo>
                    <a:cubicBezTo>
                      <a:pt x="197" y="0"/>
                      <a:pt x="159" y="0"/>
                      <a:pt x="1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  <p:sp>
            <p:nvSpPr>
              <p:cNvPr id="46" name="Freeform: Shape 30"/>
              <p:cNvSpPr/>
              <p:nvPr/>
            </p:nvSpPr>
            <p:spPr bwMode="auto">
              <a:xfrm rot="1644517" flipH="1">
                <a:off x="4404138" y="2494803"/>
                <a:ext cx="2987643" cy="498836"/>
              </a:xfrm>
              <a:custGeom>
                <a:avLst/>
                <a:gdLst>
                  <a:gd name="T0" fmla="*/ 197 w 235"/>
                  <a:gd name="T1" fmla="*/ 0 h 39"/>
                  <a:gd name="T2" fmla="*/ 121 w 235"/>
                  <a:gd name="T3" fmla="*/ 0 h 39"/>
                  <a:gd name="T4" fmla="*/ 121 w 235"/>
                  <a:gd name="T5" fmla="*/ 0 h 39"/>
                  <a:gd name="T6" fmla="*/ 0 w 235"/>
                  <a:gd name="T7" fmla="*/ 0 h 39"/>
                  <a:gd name="T8" fmla="*/ 0 w 235"/>
                  <a:gd name="T9" fmla="*/ 39 h 39"/>
                  <a:gd name="T10" fmla="*/ 121 w 235"/>
                  <a:gd name="T11" fmla="*/ 39 h 39"/>
                  <a:gd name="T12" fmla="*/ 121 w 235"/>
                  <a:gd name="T13" fmla="*/ 39 h 39"/>
                  <a:gd name="T14" fmla="*/ 235 w 235"/>
                  <a:gd name="T15" fmla="*/ 39 h 39"/>
                  <a:gd name="T16" fmla="*/ 197 w 235"/>
                  <a:gd name="T1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5" h="39">
                    <a:moveTo>
                      <a:pt x="197" y="0"/>
                    </a:moveTo>
                    <a:cubicBezTo>
                      <a:pt x="172" y="0"/>
                      <a:pt x="147" y="0"/>
                      <a:pt x="121" y="0"/>
                    </a:cubicBezTo>
                    <a:cubicBezTo>
                      <a:pt x="121" y="0"/>
                      <a:pt x="121" y="0"/>
                      <a:pt x="121" y="0"/>
                    </a:cubicBezTo>
                    <a:cubicBezTo>
                      <a:pt x="81" y="0"/>
                      <a:pt x="41" y="0"/>
                      <a:pt x="0" y="0"/>
                    </a:cubicBezTo>
                    <a:cubicBezTo>
                      <a:pt x="0" y="13"/>
                      <a:pt x="0" y="26"/>
                      <a:pt x="0" y="39"/>
                    </a:cubicBezTo>
                    <a:cubicBezTo>
                      <a:pt x="41" y="39"/>
                      <a:pt x="81" y="39"/>
                      <a:pt x="121" y="39"/>
                    </a:cubicBezTo>
                    <a:cubicBezTo>
                      <a:pt x="121" y="39"/>
                      <a:pt x="121" y="39"/>
                      <a:pt x="121" y="39"/>
                    </a:cubicBezTo>
                    <a:cubicBezTo>
                      <a:pt x="159" y="39"/>
                      <a:pt x="197" y="39"/>
                      <a:pt x="235" y="39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sz="2400"/>
              </a:p>
            </p:txBody>
          </p:sp>
        </p:grpSp>
      </p:grpSp>
      <p:grpSp>
        <p:nvGrpSpPr>
          <p:cNvPr id="28" name="Group 58"/>
          <p:cNvGrpSpPr/>
          <p:nvPr>
            <p:custDataLst>
              <p:tags r:id="rId1"/>
            </p:custDataLst>
          </p:nvPr>
        </p:nvGrpSpPr>
        <p:grpSpPr>
          <a:xfrm rot="0">
            <a:off x="767715" y="1453515"/>
            <a:ext cx="399415" cy="399415"/>
            <a:chOff x="0" y="0"/>
            <a:chExt cx="767929" cy="767929"/>
          </a:xfrm>
        </p:grpSpPr>
        <p:sp>
          <p:nvSpPr>
            <p:cNvPr id="32" name="Freeform: Shape 62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33" name="Freeform: Shape 63"/>
            <p:cNvSpPr/>
            <p:nvPr>
              <p:custDataLst>
                <p:tags r:id="rId3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</p:grpSp>
      <p:grpSp>
        <p:nvGrpSpPr>
          <p:cNvPr id="22" name="Group 52"/>
          <p:cNvGrpSpPr/>
          <p:nvPr>
            <p:custDataLst>
              <p:tags r:id="rId4"/>
            </p:custDataLst>
          </p:nvPr>
        </p:nvGrpSpPr>
        <p:grpSpPr>
          <a:xfrm rot="0">
            <a:off x="789940" y="3169285"/>
            <a:ext cx="399415" cy="399415"/>
            <a:chOff x="0" y="0"/>
            <a:chExt cx="767929" cy="767929"/>
          </a:xfrm>
        </p:grpSpPr>
        <p:sp>
          <p:nvSpPr>
            <p:cNvPr id="26" name="Freeform: Shape 56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27" name="Freeform: Shape 57"/>
            <p:cNvSpPr/>
            <p:nvPr>
              <p:custDataLst>
                <p:tags r:id="rId6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</p:grpSp>
      <p:grpSp>
        <p:nvGrpSpPr>
          <p:cNvPr id="16" name="Group 46"/>
          <p:cNvGrpSpPr/>
          <p:nvPr>
            <p:custDataLst>
              <p:tags r:id="rId7"/>
            </p:custDataLst>
          </p:nvPr>
        </p:nvGrpSpPr>
        <p:grpSpPr>
          <a:xfrm rot="0">
            <a:off x="767715" y="4966970"/>
            <a:ext cx="399415" cy="399415"/>
            <a:chOff x="0" y="0"/>
            <a:chExt cx="767929" cy="767929"/>
          </a:xfrm>
        </p:grpSpPr>
        <p:sp>
          <p:nvSpPr>
            <p:cNvPr id="20" name="Freeform: Shape 50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767929" cy="76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  <p:sp>
          <p:nvSpPr>
            <p:cNvPr id="21" name="Freeform: Shape 51"/>
            <p:cNvSpPr/>
            <p:nvPr>
              <p:custDataLst>
                <p:tags r:id="rId9"/>
              </p:custDataLst>
            </p:nvPr>
          </p:nvSpPr>
          <p:spPr>
            <a:xfrm>
              <a:off x="234638" y="227334"/>
              <a:ext cx="298653" cy="3132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4" h="21302" extrusionOk="0">
                  <a:moveTo>
                    <a:pt x="7816" y="21302"/>
                  </a:moveTo>
                  <a:cubicBezTo>
                    <a:pt x="7132" y="21302"/>
                    <a:pt x="6483" y="20993"/>
                    <a:pt x="6068" y="20461"/>
                  </a:cubicBezTo>
                  <a:lnTo>
                    <a:pt x="445" y="13277"/>
                  </a:lnTo>
                  <a:cubicBezTo>
                    <a:pt x="-287" y="12344"/>
                    <a:pt x="-97" y="11016"/>
                    <a:pt x="870" y="10308"/>
                  </a:cubicBezTo>
                  <a:cubicBezTo>
                    <a:pt x="1838" y="9597"/>
                    <a:pt x="3211" y="9785"/>
                    <a:pt x="3943" y="10719"/>
                  </a:cubicBezTo>
                  <a:lnTo>
                    <a:pt x="7643" y="15442"/>
                  </a:lnTo>
                  <a:lnTo>
                    <a:pt x="16946" y="999"/>
                  </a:lnTo>
                  <a:cubicBezTo>
                    <a:pt x="17586" y="6"/>
                    <a:pt x="18940" y="-298"/>
                    <a:pt x="19969" y="321"/>
                  </a:cubicBezTo>
                  <a:cubicBezTo>
                    <a:pt x="20997" y="939"/>
                    <a:pt x="21313" y="2248"/>
                    <a:pt x="20671" y="3243"/>
                  </a:cubicBezTo>
                  <a:lnTo>
                    <a:pt x="9680" y="20301"/>
                  </a:lnTo>
                  <a:cubicBezTo>
                    <a:pt x="9299" y="20896"/>
                    <a:pt x="8639" y="21267"/>
                    <a:pt x="7917" y="21299"/>
                  </a:cubicBezTo>
                  <a:cubicBezTo>
                    <a:pt x="7882" y="21302"/>
                    <a:pt x="7851" y="21302"/>
                    <a:pt x="7816" y="21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sz="2400"/>
            </a:p>
          </p:txBody>
        </p:sp>
      </p:grp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329690" y="3152140"/>
            <a:ext cx="819721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11"/>
            </p:custDataLst>
          </p:nvPr>
        </p:nvSpPr>
        <p:spPr>
          <a:xfrm>
            <a:off x="1329690" y="3486362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12"/>
            </p:custDataLst>
          </p:nvPr>
        </p:nvSpPr>
        <p:spPr>
          <a:xfrm>
            <a:off x="1272117" y="1423247"/>
            <a:ext cx="809244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>
            <p:custDataLst>
              <p:tags r:id="rId13"/>
            </p:custDataLst>
          </p:nvPr>
        </p:nvSpPr>
        <p:spPr>
          <a:xfrm>
            <a:off x="1272117" y="1757468"/>
            <a:ext cx="8091593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4" name="文本框 53"/>
          <p:cNvSpPr txBox="1"/>
          <p:nvPr>
            <p:custDataLst>
              <p:tags r:id="rId14"/>
            </p:custDataLst>
          </p:nvPr>
        </p:nvSpPr>
        <p:spPr>
          <a:xfrm>
            <a:off x="1281853" y="4963372"/>
            <a:ext cx="8393007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rgbClr val="67B8C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15"/>
            </p:custDataLst>
          </p:nvPr>
        </p:nvSpPr>
        <p:spPr>
          <a:xfrm>
            <a:off x="1282065" y="5297805"/>
            <a:ext cx="8303895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sz="2000" kern="0" dirty="0">
                <a:solidFill>
                  <a:srgbClr val="4E2D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sz="2000" kern="0" dirty="0">
              <a:solidFill>
                <a:srgbClr val="4E2D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4" name="Title 1"/>
          <p:cNvSpPr txBox="1"/>
          <p:nvPr/>
        </p:nvSpPr>
        <p:spPr>
          <a:xfrm>
            <a:off x="815340" y="234315"/>
            <a:ext cx="3184525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dirty="0">
                <a:solidFill>
                  <a:srgbClr val="67B8C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400" dirty="0">
              <a:solidFill>
                <a:srgbClr val="67B8C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848013" y="2661073"/>
            <a:ext cx="6826673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感谢你的认真！</a:t>
            </a:r>
            <a:endParaRPr lang="zh-CN" altLang="en-US" sz="48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5377" flipH="1" flipV="1">
            <a:off x="-1381592" y="-801447"/>
            <a:ext cx="6730501" cy="606108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85734" flipH="1" flipV="1">
            <a:off x="8213701" y="5448877"/>
            <a:ext cx="5365667" cy="4831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2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3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4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5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6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7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8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9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0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1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2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3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4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5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6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7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8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19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20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21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22.xml><?xml version="1.0" encoding="utf-8"?>
<p:tagLst xmlns:p="http://schemas.openxmlformats.org/presentationml/2006/main">
  <p:tag name="KSO_WM_DIAGRAM_VIRTUALLY_FRAME" val="{&quot;height&quot;:422.968372703412,&quot;left&quot;:108.96666666666661,&quot;top&quot;:90.91666666666666,&quot;width&quot;:875.3935433070867}"/>
</p:tagLst>
</file>

<file path=ppt/tags/tag23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24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25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26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27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28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29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0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1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2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3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4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5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6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7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8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39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0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1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2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3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4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5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6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7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8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49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50.xml><?xml version="1.0" encoding="utf-8"?>
<p:tagLst xmlns:p="http://schemas.openxmlformats.org/presentationml/2006/main">
  <p:tag name="KSO_WM_DIAGRAM_VIRTUALLY_FRAME" val="{&quot;height&quot;:422.968372703412,&quot;left&quot;:43.717532808398936,&quot;top&quot;:90.91666666666666,&quot;width&quot;:940.6426771653544}"/>
</p:tagLst>
</file>

<file path=ppt/tags/tag51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2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3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4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5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6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7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8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59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0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1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2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3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4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5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6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7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8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69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0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1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2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3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4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5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6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7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8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79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0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1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2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3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4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5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6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7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8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89.xml><?xml version="1.0" encoding="utf-8"?>
<p:tagLst xmlns:p="http://schemas.openxmlformats.org/presentationml/2006/main">
  <p:tag name="KSO_WM_DIAGRAM_VIRTUALLY_FRAME" val="{&quot;height&quot;:429.0350393700786,&quot;left&quot;:43.717532808398936,&quot;top&quot;:84.85,&quot;width&quot;:940.6426771653544}"/>
</p:tagLst>
</file>

<file path=ppt/tags/tag90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1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2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3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4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5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6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7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8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99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00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01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02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03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04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05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06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07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08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09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10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11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12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13.xml><?xml version="1.0" encoding="utf-8"?>
<p:tagLst xmlns:p="http://schemas.openxmlformats.org/presentationml/2006/main">
  <p:tag name="KSO_WM_DIAGRAM_VIRTUALLY_FRAME" val="{&quot;height&quot;:320,&quot;left&quot;:404,&quot;top&quot;:128.2,&quot;width&quot;:513.65}"/>
</p:tagLst>
</file>

<file path=ppt/tags/tag114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15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16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17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18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19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0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1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2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3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4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5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6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7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8.xml><?xml version="1.0" encoding="utf-8"?>
<p:tagLst xmlns:p="http://schemas.openxmlformats.org/presentationml/2006/main">
  <p:tag name="KSO_WM_DIAGRAM_VIRTUALLY_FRAME" val="{&quot;height&quot;:442.68503937007864,&quot;left&quot;:43.717532808398936,&quot;top&quot;:71.2,&quot;width&quot;:940.6426771653544}"/>
</p:tagLst>
</file>

<file path=ppt/tags/tag129.xml><?xml version="1.0" encoding="utf-8"?>
<p:tagLst xmlns:p="http://schemas.openxmlformats.org/presentationml/2006/main">
  <p:tag name="ISPRING_PRESENTATION_TITLE" val="第一PPT模板网-WWW.1PPT.COM"/>
  <p:tag name="KSO_WPP_MARK_KEY" val="a86a1cab-4c2a-4b24-bbc4-267c65d60761"/>
  <p:tag name="COMMONDATA" val="eyJoZGlkIjoiODAxMTM5MzFhOWUwODJiZjcwZWJkMjJmM2RlYzNhN2QifQ=="/>
</p:tagLst>
</file>

<file path=ppt/theme/theme1.xml><?xml version="1.0" encoding="utf-8"?>
<a:theme xmlns:a="http://schemas.openxmlformats.org/drawingml/2006/main" name="https://v.youku.com/v_show/id_XNTg4OTcwMDM3Ng==.html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C0B9"/>
      </a:accent1>
      <a:accent2>
        <a:srgbClr val="67B8CA"/>
      </a:accent2>
      <a:accent3>
        <a:srgbClr val="8EC0B9"/>
      </a:accent3>
      <a:accent4>
        <a:srgbClr val="67B8CA"/>
      </a:accent4>
      <a:accent5>
        <a:srgbClr val="8EC0B9"/>
      </a:accent5>
      <a:accent6>
        <a:srgbClr val="67B8CA"/>
      </a:accent6>
      <a:hlink>
        <a:srgbClr val="8EC0B9"/>
      </a:hlink>
      <a:folHlink>
        <a:srgbClr val="67B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WPS 演示</Application>
  <PresentationFormat>全屏显示(16:9)</PresentationFormat>
  <Paragraphs>107</Paragraphs>
  <Slides>10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Impact</vt:lpstr>
      <vt:lpstr>U.S. 101</vt:lpstr>
      <vt:lpstr>Segoe Print</vt:lpstr>
      <vt:lpstr>Roboto</vt:lpstr>
      <vt:lpstr>Times New Roman</vt:lpstr>
      <vt:lpstr>Open Sans Light</vt:lpstr>
      <vt:lpstr>Ravie</vt:lpstr>
      <vt:lpstr>Gabriola</vt:lpstr>
      <vt:lpstr>Arial Unicode MS</vt:lpstr>
      <vt:lpstr>Calibri</vt:lpstr>
      <vt:lpstr>华文中宋</vt:lpstr>
      <vt:lpstr>微软雅黑 Light</vt:lpstr>
      <vt:lpstr>等线</vt:lpstr>
      <vt:lpstr>https://v.youku.com/v_show/id_XNTg4OTcwMDM3Ng==.html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258</cp:revision>
  <dcterms:created xsi:type="dcterms:W3CDTF">2015-12-11T17:46:00Z</dcterms:created>
  <dcterms:modified xsi:type="dcterms:W3CDTF">2025-05-15T01:57:26Z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0395D5B03F2145E3B4392A4CDBB7CC9D</vt:lpwstr>
  </property>
  <property fmtid="{D5CDD505-2E9C-101B-9397-08002B2CF9AE}" pid="3" name="KSOProductBuildVer">
    <vt:lpwstr>2052-12.1.0.20784</vt:lpwstr>
  </property>
</Properties>
</file>