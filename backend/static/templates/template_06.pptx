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2" r:id="rId6"/>
    <p:sldId id="263" r:id="rId7"/>
    <p:sldId id="264" r:id="rId8"/>
    <p:sldId id="281" r:id="rId9"/>
    <p:sldId id="283" r:id="rId10"/>
    <p:sldId id="282" r:id="rId11"/>
    <p:sldId id="284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797C"/>
    <a:srgbClr val="2896CB"/>
    <a:srgbClr val="BADA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1032328" y="705810"/>
            <a:ext cx="10245271" cy="5361162"/>
          </a:xfrm>
          <a:prstGeom prst="roundRect">
            <a:avLst>
              <a:gd name="adj" fmla="val 5438"/>
            </a:avLst>
          </a:prstGeom>
          <a:solidFill>
            <a:schemeClr val="bg1"/>
          </a:solidFill>
          <a:ln w="28575">
            <a:noFill/>
          </a:ln>
          <a:effectLst>
            <a:outerShdw blurRad="38100" sx="101000" sy="101000" algn="ctr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429078" y="401010"/>
            <a:ext cx="11333844" cy="6086876"/>
          </a:xfrm>
          <a:prstGeom prst="roundRect">
            <a:avLst>
              <a:gd name="adj" fmla="val 5438"/>
            </a:avLst>
          </a:prstGeom>
          <a:solidFill>
            <a:schemeClr val="bg1"/>
          </a:solidFill>
          <a:ln w="28575">
            <a:noFill/>
          </a:ln>
          <a:effectLst>
            <a:outerShdw blurRad="38100" sx="101000" sy="101000" algn="ctr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screen"/>
          <a:srcRect r="2769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5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tags" Target="../tags/tag1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8.png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image" Target="../media/image9.png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image" Target="../media/image7.png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image" Target="../media/image10.png"/><Relationship Id="rId2" Type="http://schemas.openxmlformats.org/officeDocument/2006/relationships/tags" Target="../tags/tag34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11.png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12.png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3.png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5.png"/><Relationship Id="rId3" Type="http://schemas.openxmlformats.org/officeDocument/2006/relationships/tags" Target="../tags/tag78.xml"/><Relationship Id="rId2" Type="http://schemas.openxmlformats.org/officeDocument/2006/relationships/image" Target="../media/image14.png"/><Relationship Id="rId1" Type="http://schemas.openxmlformats.org/officeDocument/2006/relationships/tags" Target="../tags/tag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-文本框 36"/>
          <p:cNvSpPr txBox="1"/>
          <p:nvPr>
            <p:custDataLst>
              <p:tags r:id="rId1"/>
            </p:custDataLst>
          </p:nvPr>
        </p:nvSpPr>
        <p:spPr>
          <a:xfrm>
            <a:off x="1691005" y="2538095"/>
            <a:ext cx="62503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6000" b="1" dirty="0">
                <a:solidFill>
                  <a:srgbClr val="4379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{topic}</a:t>
            </a:r>
            <a:endParaRPr lang="en-US" altLang="zh-CN" sz="6000" b="1" dirty="0">
              <a:solidFill>
                <a:srgbClr val="4379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6936740" y="565785"/>
            <a:ext cx="5748655" cy="629221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 rot="20853734">
            <a:off x="8876030" y="4222115"/>
            <a:ext cx="1153160" cy="518160"/>
          </a:xfrm>
          <a:prstGeom prst="rect">
            <a:avLst/>
          </a:prstGeom>
          <a:solidFill>
            <a:srgbClr val="289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Freeform 5"/>
          <p:cNvSpPr/>
          <p:nvPr/>
        </p:nvSpPr>
        <p:spPr bwMode="auto">
          <a:xfrm flipH="1">
            <a:off x="798830" y="4208780"/>
            <a:ext cx="434340" cy="362585"/>
          </a:xfrm>
          <a:custGeom>
            <a:avLst/>
            <a:gdLst>
              <a:gd name="T0" fmla="*/ 62 w 519"/>
              <a:gd name="T1" fmla="*/ 371 h 405"/>
              <a:gd name="T2" fmla="*/ 345 w 519"/>
              <a:gd name="T3" fmla="*/ 262 h 405"/>
              <a:gd name="T4" fmla="*/ 519 w 519"/>
              <a:gd name="T5" fmla="*/ 7 h 405"/>
              <a:gd name="T6" fmla="*/ 53 w 519"/>
              <a:gd name="T7" fmla="*/ 170 h 405"/>
              <a:gd name="T8" fmla="*/ 41 w 519"/>
              <a:gd name="T9" fmla="*/ 354 h 405"/>
              <a:gd name="T10" fmla="*/ 411 w 519"/>
              <a:gd name="T11" fmla="*/ 52 h 405"/>
              <a:gd name="T12" fmla="*/ 62 w 519"/>
              <a:gd name="T13" fmla="*/ 371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19" h="405">
                <a:moveTo>
                  <a:pt x="62" y="371"/>
                </a:moveTo>
                <a:cubicBezTo>
                  <a:pt x="184" y="405"/>
                  <a:pt x="299" y="379"/>
                  <a:pt x="345" y="262"/>
                </a:cubicBezTo>
                <a:cubicBezTo>
                  <a:pt x="393" y="143"/>
                  <a:pt x="435" y="58"/>
                  <a:pt x="519" y="7"/>
                </a:cubicBezTo>
                <a:cubicBezTo>
                  <a:pt x="332" y="0"/>
                  <a:pt x="160" y="28"/>
                  <a:pt x="53" y="170"/>
                </a:cubicBezTo>
                <a:cubicBezTo>
                  <a:pt x="0" y="241"/>
                  <a:pt x="7" y="303"/>
                  <a:pt x="41" y="354"/>
                </a:cubicBezTo>
                <a:cubicBezTo>
                  <a:pt x="129" y="217"/>
                  <a:pt x="262" y="118"/>
                  <a:pt x="411" y="52"/>
                </a:cubicBezTo>
                <a:cubicBezTo>
                  <a:pt x="241" y="142"/>
                  <a:pt x="139" y="244"/>
                  <a:pt x="62" y="371"/>
                </a:cubicBezTo>
                <a:close/>
              </a:path>
            </a:pathLst>
          </a:custGeom>
          <a:solidFill>
            <a:srgbClr val="C2CBA2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p>
            <a:endParaRPr lang="en-US" sz="2400">
              <a:latin typeface="+mn-ea"/>
            </a:endParaRPr>
          </a:p>
        </p:txBody>
      </p:sp>
      <p:sp>
        <p:nvSpPr>
          <p:cNvPr id="19" name="Freeform 6"/>
          <p:cNvSpPr/>
          <p:nvPr/>
        </p:nvSpPr>
        <p:spPr bwMode="auto">
          <a:xfrm flipH="1">
            <a:off x="1383030" y="4307205"/>
            <a:ext cx="369570" cy="291465"/>
          </a:xfrm>
          <a:custGeom>
            <a:avLst/>
            <a:gdLst>
              <a:gd name="T0" fmla="*/ 404 w 441"/>
              <a:gd name="T1" fmla="*/ 262 h 325"/>
              <a:gd name="T2" fmla="*/ 164 w 441"/>
              <a:gd name="T3" fmla="*/ 220 h 325"/>
              <a:gd name="T4" fmla="*/ 0 w 441"/>
              <a:gd name="T5" fmla="*/ 29 h 325"/>
              <a:gd name="T6" fmla="*/ 338 w 441"/>
              <a:gd name="T7" fmla="*/ 79 h 325"/>
              <a:gd name="T8" fmla="*/ 415 w 441"/>
              <a:gd name="T9" fmla="*/ 244 h 325"/>
              <a:gd name="T10" fmla="*/ 109 w 441"/>
              <a:gd name="T11" fmla="*/ 53 h 325"/>
              <a:gd name="T12" fmla="*/ 404 w 441"/>
              <a:gd name="T13" fmla="*/ 262 h 3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41" h="325">
                <a:moveTo>
                  <a:pt x="404" y="262"/>
                </a:moveTo>
                <a:cubicBezTo>
                  <a:pt x="322" y="325"/>
                  <a:pt x="221" y="320"/>
                  <a:pt x="164" y="220"/>
                </a:cubicBezTo>
                <a:cubicBezTo>
                  <a:pt x="123" y="144"/>
                  <a:pt x="82" y="76"/>
                  <a:pt x="0" y="29"/>
                </a:cubicBezTo>
                <a:cubicBezTo>
                  <a:pt x="126" y="0"/>
                  <a:pt x="241" y="8"/>
                  <a:pt x="338" y="79"/>
                </a:cubicBezTo>
                <a:cubicBezTo>
                  <a:pt x="338" y="79"/>
                  <a:pt x="441" y="140"/>
                  <a:pt x="415" y="244"/>
                </a:cubicBezTo>
                <a:cubicBezTo>
                  <a:pt x="334" y="154"/>
                  <a:pt x="226" y="93"/>
                  <a:pt x="109" y="53"/>
                </a:cubicBezTo>
                <a:cubicBezTo>
                  <a:pt x="244" y="109"/>
                  <a:pt x="333" y="175"/>
                  <a:pt x="404" y="262"/>
                </a:cubicBezTo>
                <a:close/>
              </a:path>
            </a:pathLst>
          </a:custGeom>
          <a:solidFill>
            <a:srgbClr val="2D695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p>
            <a:endParaRPr lang="en-US" sz="2400">
              <a:latin typeface="+mn-ea"/>
            </a:endParaRPr>
          </a:p>
        </p:txBody>
      </p:sp>
      <p:sp>
        <p:nvSpPr>
          <p:cNvPr id="20" name="Freeform 7"/>
          <p:cNvSpPr/>
          <p:nvPr/>
        </p:nvSpPr>
        <p:spPr bwMode="auto">
          <a:xfrm rot="21020969" flipH="1">
            <a:off x="1180465" y="4158615"/>
            <a:ext cx="986790" cy="1894840"/>
          </a:xfrm>
          <a:custGeom>
            <a:avLst/>
            <a:gdLst>
              <a:gd name="T0" fmla="*/ 890 w 1179"/>
              <a:gd name="T1" fmla="*/ 2115 h 2116"/>
              <a:gd name="T2" fmla="*/ 608 w 1179"/>
              <a:gd name="T3" fmla="*/ 1347 h 2116"/>
              <a:gd name="T4" fmla="*/ 538 w 1179"/>
              <a:gd name="T5" fmla="*/ 1241 h 2116"/>
              <a:gd name="T6" fmla="*/ 18 w 1179"/>
              <a:gd name="T7" fmla="*/ 1208 h 2116"/>
              <a:gd name="T8" fmla="*/ 226 w 1179"/>
              <a:gd name="T9" fmla="*/ 1109 h 2116"/>
              <a:gd name="T10" fmla="*/ 72 w 1179"/>
              <a:gd name="T11" fmla="*/ 824 h 2116"/>
              <a:gd name="T12" fmla="*/ 290 w 1179"/>
              <a:gd name="T13" fmla="*/ 1097 h 2116"/>
              <a:gd name="T14" fmla="*/ 479 w 1179"/>
              <a:gd name="T15" fmla="*/ 1122 h 2116"/>
              <a:gd name="T16" fmla="*/ 389 w 1179"/>
              <a:gd name="T17" fmla="*/ 754 h 2116"/>
              <a:gd name="T18" fmla="*/ 0 w 1179"/>
              <a:gd name="T19" fmla="*/ 547 h 2116"/>
              <a:gd name="T20" fmla="*/ 382 w 1179"/>
              <a:gd name="T21" fmla="*/ 671 h 2116"/>
              <a:gd name="T22" fmla="*/ 407 w 1179"/>
              <a:gd name="T23" fmla="*/ 295 h 2116"/>
              <a:gd name="T24" fmla="*/ 589 w 1179"/>
              <a:gd name="T25" fmla="*/ 1130 h 2116"/>
              <a:gd name="T26" fmla="*/ 549 w 1179"/>
              <a:gd name="T27" fmla="*/ 886 h 2116"/>
              <a:gd name="T28" fmla="*/ 629 w 1179"/>
              <a:gd name="T29" fmla="*/ 396 h 2116"/>
              <a:gd name="T30" fmla="*/ 520 w 1179"/>
              <a:gd name="T31" fmla="*/ 22 h 2116"/>
              <a:gd name="T32" fmla="*/ 680 w 1179"/>
              <a:gd name="T33" fmla="*/ 282 h 2116"/>
              <a:gd name="T34" fmla="*/ 873 w 1179"/>
              <a:gd name="T35" fmla="*/ 0 h 2116"/>
              <a:gd name="T36" fmla="*/ 644 w 1179"/>
              <a:gd name="T37" fmla="*/ 941 h 2116"/>
              <a:gd name="T38" fmla="*/ 821 w 1179"/>
              <a:gd name="T39" fmla="*/ 1360 h 2116"/>
              <a:gd name="T40" fmla="*/ 1166 w 1179"/>
              <a:gd name="T41" fmla="*/ 2116 h 2116"/>
              <a:gd name="T42" fmla="*/ 890 w 1179"/>
              <a:gd name="T43" fmla="*/ 2115 h 2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179" h="2116">
                <a:moveTo>
                  <a:pt x="890" y="2115"/>
                </a:moveTo>
                <a:cubicBezTo>
                  <a:pt x="936" y="1846"/>
                  <a:pt x="818" y="1627"/>
                  <a:pt x="608" y="1347"/>
                </a:cubicBezTo>
                <a:cubicBezTo>
                  <a:pt x="582" y="1314"/>
                  <a:pt x="559" y="1276"/>
                  <a:pt x="538" y="1241"/>
                </a:cubicBezTo>
                <a:cubicBezTo>
                  <a:pt x="417" y="1158"/>
                  <a:pt x="255" y="1128"/>
                  <a:pt x="18" y="1208"/>
                </a:cubicBezTo>
                <a:cubicBezTo>
                  <a:pt x="77" y="1159"/>
                  <a:pt x="150" y="1126"/>
                  <a:pt x="226" y="1109"/>
                </a:cubicBezTo>
                <a:cubicBezTo>
                  <a:pt x="126" y="1037"/>
                  <a:pt x="75" y="926"/>
                  <a:pt x="72" y="824"/>
                </a:cubicBezTo>
                <a:cubicBezTo>
                  <a:pt x="87" y="977"/>
                  <a:pt x="187" y="1057"/>
                  <a:pt x="290" y="1097"/>
                </a:cubicBezTo>
                <a:cubicBezTo>
                  <a:pt x="352" y="1093"/>
                  <a:pt x="416" y="1099"/>
                  <a:pt x="479" y="1122"/>
                </a:cubicBezTo>
                <a:cubicBezTo>
                  <a:pt x="431" y="1003"/>
                  <a:pt x="404" y="880"/>
                  <a:pt x="389" y="754"/>
                </a:cubicBezTo>
                <a:cubicBezTo>
                  <a:pt x="330" y="635"/>
                  <a:pt x="204" y="520"/>
                  <a:pt x="0" y="547"/>
                </a:cubicBezTo>
                <a:cubicBezTo>
                  <a:pt x="124" y="521"/>
                  <a:pt x="273" y="554"/>
                  <a:pt x="382" y="671"/>
                </a:cubicBezTo>
                <a:cubicBezTo>
                  <a:pt x="375" y="534"/>
                  <a:pt x="383" y="406"/>
                  <a:pt x="407" y="295"/>
                </a:cubicBezTo>
                <a:cubicBezTo>
                  <a:pt x="359" y="660"/>
                  <a:pt x="449" y="940"/>
                  <a:pt x="589" y="1130"/>
                </a:cubicBezTo>
                <a:cubicBezTo>
                  <a:pt x="566" y="1049"/>
                  <a:pt x="553" y="926"/>
                  <a:pt x="549" y="886"/>
                </a:cubicBezTo>
                <a:cubicBezTo>
                  <a:pt x="531" y="720"/>
                  <a:pt x="567" y="549"/>
                  <a:pt x="629" y="396"/>
                </a:cubicBezTo>
                <a:cubicBezTo>
                  <a:pt x="661" y="276"/>
                  <a:pt x="659" y="126"/>
                  <a:pt x="520" y="22"/>
                </a:cubicBezTo>
                <a:cubicBezTo>
                  <a:pt x="601" y="74"/>
                  <a:pt x="666" y="167"/>
                  <a:pt x="680" y="282"/>
                </a:cubicBezTo>
                <a:cubicBezTo>
                  <a:pt x="736" y="174"/>
                  <a:pt x="805" y="76"/>
                  <a:pt x="873" y="0"/>
                </a:cubicBezTo>
                <a:cubicBezTo>
                  <a:pt x="609" y="334"/>
                  <a:pt x="590" y="708"/>
                  <a:pt x="644" y="941"/>
                </a:cubicBezTo>
                <a:cubicBezTo>
                  <a:pt x="668" y="1046"/>
                  <a:pt x="739" y="1211"/>
                  <a:pt x="821" y="1360"/>
                </a:cubicBezTo>
                <a:cubicBezTo>
                  <a:pt x="1068" y="1587"/>
                  <a:pt x="1179" y="1851"/>
                  <a:pt x="1166" y="2116"/>
                </a:cubicBezTo>
                <a:cubicBezTo>
                  <a:pt x="890" y="2115"/>
                  <a:pt x="890" y="2115"/>
                  <a:pt x="890" y="211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p>
            <a:endParaRPr lang="en-US" sz="2400">
              <a:latin typeface="+mn-ea"/>
            </a:endParaRPr>
          </a:p>
        </p:txBody>
      </p:sp>
      <p:sp>
        <p:nvSpPr>
          <p:cNvPr id="21" name="Freeform 8"/>
          <p:cNvSpPr/>
          <p:nvPr/>
        </p:nvSpPr>
        <p:spPr bwMode="auto">
          <a:xfrm flipH="1">
            <a:off x="1548765" y="4570730"/>
            <a:ext cx="118110" cy="207645"/>
          </a:xfrm>
          <a:custGeom>
            <a:avLst/>
            <a:gdLst>
              <a:gd name="T0" fmla="*/ 55 w 141"/>
              <a:gd name="T1" fmla="*/ 228 h 232"/>
              <a:gd name="T2" fmla="*/ 17 w 141"/>
              <a:gd name="T3" fmla="*/ 141 h 232"/>
              <a:gd name="T4" fmla="*/ 26 w 141"/>
              <a:gd name="T5" fmla="*/ 0 h 232"/>
              <a:gd name="T6" fmla="*/ 137 w 141"/>
              <a:gd name="T7" fmla="*/ 157 h 232"/>
              <a:gd name="T8" fmla="*/ 69 w 141"/>
              <a:gd name="T9" fmla="*/ 228 h 232"/>
              <a:gd name="T10" fmla="*/ 51 w 141"/>
              <a:gd name="T11" fmla="*/ 43 h 232"/>
              <a:gd name="T12" fmla="*/ 55 w 141"/>
              <a:gd name="T13" fmla="*/ 228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1" h="232">
                <a:moveTo>
                  <a:pt x="55" y="228"/>
                </a:moveTo>
                <a:cubicBezTo>
                  <a:pt x="16" y="208"/>
                  <a:pt x="0" y="173"/>
                  <a:pt x="17" y="141"/>
                </a:cubicBezTo>
                <a:cubicBezTo>
                  <a:pt x="37" y="96"/>
                  <a:pt x="38" y="48"/>
                  <a:pt x="26" y="0"/>
                </a:cubicBezTo>
                <a:cubicBezTo>
                  <a:pt x="75" y="38"/>
                  <a:pt x="131" y="85"/>
                  <a:pt x="137" y="157"/>
                </a:cubicBezTo>
                <a:cubicBezTo>
                  <a:pt x="141" y="206"/>
                  <a:pt x="122" y="232"/>
                  <a:pt x="69" y="228"/>
                </a:cubicBezTo>
                <a:cubicBezTo>
                  <a:pt x="75" y="175"/>
                  <a:pt x="74" y="108"/>
                  <a:pt x="51" y="43"/>
                </a:cubicBezTo>
                <a:cubicBezTo>
                  <a:pt x="74" y="116"/>
                  <a:pt x="70" y="172"/>
                  <a:pt x="55" y="228"/>
                </a:cubicBezTo>
                <a:close/>
              </a:path>
            </a:pathLst>
          </a:custGeom>
          <a:solidFill>
            <a:srgbClr val="C2CBA2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p>
            <a:endParaRPr lang="en-US" sz="2400">
              <a:latin typeface="+mn-ea"/>
            </a:endParaRPr>
          </a:p>
        </p:txBody>
      </p:sp>
      <p:sp>
        <p:nvSpPr>
          <p:cNvPr id="22" name="Freeform 9"/>
          <p:cNvSpPr/>
          <p:nvPr/>
        </p:nvSpPr>
        <p:spPr bwMode="auto">
          <a:xfrm rot="20970480" flipH="1">
            <a:off x="1891665" y="4738370"/>
            <a:ext cx="396875" cy="270510"/>
          </a:xfrm>
          <a:custGeom>
            <a:avLst/>
            <a:gdLst>
              <a:gd name="T0" fmla="*/ 474 w 474"/>
              <a:gd name="T1" fmla="*/ 114 h 302"/>
              <a:gd name="T2" fmla="*/ 269 w 474"/>
              <a:gd name="T3" fmla="*/ 278 h 302"/>
              <a:gd name="T4" fmla="*/ 0 w 474"/>
              <a:gd name="T5" fmla="*/ 277 h 302"/>
              <a:gd name="T6" fmla="*/ 277 w 474"/>
              <a:gd name="T7" fmla="*/ 37 h 302"/>
              <a:gd name="T8" fmla="*/ 466 w 474"/>
              <a:gd name="T9" fmla="*/ 92 h 302"/>
              <a:gd name="T10" fmla="*/ 97 w 474"/>
              <a:gd name="T11" fmla="*/ 204 h 302"/>
              <a:gd name="T12" fmla="*/ 474 w 474"/>
              <a:gd name="T13" fmla="*/ 114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74" h="302">
                <a:moveTo>
                  <a:pt x="474" y="114"/>
                </a:moveTo>
                <a:cubicBezTo>
                  <a:pt x="466" y="226"/>
                  <a:pt x="392" y="302"/>
                  <a:pt x="269" y="278"/>
                </a:cubicBezTo>
                <a:cubicBezTo>
                  <a:pt x="179" y="260"/>
                  <a:pt x="94" y="244"/>
                  <a:pt x="0" y="277"/>
                </a:cubicBezTo>
                <a:cubicBezTo>
                  <a:pt x="64" y="156"/>
                  <a:pt x="154" y="67"/>
                  <a:pt x="277" y="37"/>
                </a:cubicBezTo>
                <a:cubicBezTo>
                  <a:pt x="277" y="37"/>
                  <a:pt x="399" y="0"/>
                  <a:pt x="466" y="92"/>
                </a:cubicBezTo>
                <a:cubicBezTo>
                  <a:pt x="335" y="95"/>
                  <a:pt x="208" y="140"/>
                  <a:pt x="97" y="204"/>
                </a:cubicBezTo>
                <a:cubicBezTo>
                  <a:pt x="235" y="135"/>
                  <a:pt x="353" y="111"/>
                  <a:pt x="474" y="114"/>
                </a:cubicBezTo>
                <a:close/>
              </a:path>
            </a:pathLst>
          </a:custGeom>
          <a:solidFill>
            <a:srgbClr val="2D695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p>
            <a:endParaRPr lang="en-US" sz="2400">
              <a:latin typeface="+mn-ea"/>
            </a:endParaRPr>
          </a:p>
        </p:txBody>
      </p:sp>
      <p:sp>
        <p:nvSpPr>
          <p:cNvPr id="23" name="Freeform 10"/>
          <p:cNvSpPr/>
          <p:nvPr/>
        </p:nvSpPr>
        <p:spPr bwMode="auto">
          <a:xfrm flipH="1">
            <a:off x="1885950" y="5030470"/>
            <a:ext cx="112395" cy="187960"/>
          </a:xfrm>
          <a:custGeom>
            <a:avLst/>
            <a:gdLst>
              <a:gd name="T0" fmla="*/ 82 w 134"/>
              <a:gd name="T1" fmla="*/ 210 h 210"/>
              <a:gd name="T2" fmla="*/ 124 w 134"/>
              <a:gd name="T3" fmla="*/ 133 h 210"/>
              <a:gd name="T4" fmla="*/ 132 w 134"/>
              <a:gd name="T5" fmla="*/ 0 h 210"/>
              <a:gd name="T6" fmla="*/ 9 w 134"/>
              <a:gd name="T7" fmla="*/ 133 h 210"/>
              <a:gd name="T8" fmla="*/ 74 w 134"/>
              <a:gd name="T9" fmla="*/ 210 h 210"/>
              <a:gd name="T10" fmla="*/ 102 w 134"/>
              <a:gd name="T11" fmla="*/ 37 h 210"/>
              <a:gd name="T12" fmla="*/ 82 w 134"/>
              <a:gd name="T13" fmla="*/ 210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4" h="210">
                <a:moveTo>
                  <a:pt x="82" y="210"/>
                </a:moveTo>
                <a:cubicBezTo>
                  <a:pt x="122" y="197"/>
                  <a:pt x="134" y="166"/>
                  <a:pt x="124" y="133"/>
                </a:cubicBezTo>
                <a:cubicBezTo>
                  <a:pt x="111" y="88"/>
                  <a:pt x="115" y="45"/>
                  <a:pt x="132" y="0"/>
                </a:cubicBezTo>
                <a:cubicBezTo>
                  <a:pt x="80" y="31"/>
                  <a:pt x="24" y="67"/>
                  <a:pt x="9" y="133"/>
                </a:cubicBezTo>
                <a:cubicBezTo>
                  <a:pt x="0" y="179"/>
                  <a:pt x="20" y="206"/>
                  <a:pt x="74" y="210"/>
                </a:cubicBezTo>
                <a:cubicBezTo>
                  <a:pt x="56" y="150"/>
                  <a:pt x="71" y="89"/>
                  <a:pt x="102" y="37"/>
                </a:cubicBezTo>
                <a:cubicBezTo>
                  <a:pt x="71" y="103"/>
                  <a:pt x="67" y="156"/>
                  <a:pt x="82" y="210"/>
                </a:cubicBezTo>
                <a:close/>
              </a:path>
            </a:pathLst>
          </a:custGeom>
          <a:solidFill>
            <a:srgbClr val="C2CBA2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p>
            <a:endParaRPr lang="en-US" sz="2400">
              <a:latin typeface="+mn-ea"/>
            </a:endParaRPr>
          </a:p>
        </p:txBody>
      </p:sp>
      <p:sp>
        <p:nvSpPr>
          <p:cNvPr id="25" name="Freeform 11"/>
          <p:cNvSpPr/>
          <p:nvPr/>
        </p:nvSpPr>
        <p:spPr bwMode="auto">
          <a:xfrm rot="20700000" flipH="1">
            <a:off x="1991995" y="5320030"/>
            <a:ext cx="314960" cy="453390"/>
          </a:xfrm>
          <a:custGeom>
            <a:avLst/>
            <a:gdLst>
              <a:gd name="T0" fmla="*/ 344 w 377"/>
              <a:gd name="T1" fmla="*/ 106 h 506"/>
              <a:gd name="T2" fmla="*/ 268 w 377"/>
              <a:gd name="T3" fmla="*/ 292 h 506"/>
              <a:gd name="T4" fmla="*/ 44 w 377"/>
              <a:gd name="T5" fmla="*/ 506 h 506"/>
              <a:gd name="T6" fmla="*/ 99 w 377"/>
              <a:gd name="T7" fmla="*/ 85 h 506"/>
              <a:gd name="T8" fmla="*/ 329 w 377"/>
              <a:gd name="T9" fmla="*/ 84 h 506"/>
              <a:gd name="T10" fmla="*/ 68 w 377"/>
              <a:gd name="T11" fmla="*/ 394 h 506"/>
              <a:gd name="T12" fmla="*/ 344 w 377"/>
              <a:gd name="T13" fmla="*/ 106 h 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77" h="506">
                <a:moveTo>
                  <a:pt x="344" y="106"/>
                </a:moveTo>
                <a:cubicBezTo>
                  <a:pt x="377" y="195"/>
                  <a:pt x="341" y="258"/>
                  <a:pt x="268" y="292"/>
                </a:cubicBezTo>
                <a:cubicBezTo>
                  <a:pt x="171" y="335"/>
                  <a:pt x="97" y="408"/>
                  <a:pt x="44" y="506"/>
                </a:cubicBezTo>
                <a:cubicBezTo>
                  <a:pt x="21" y="366"/>
                  <a:pt x="0" y="211"/>
                  <a:pt x="99" y="85"/>
                </a:cubicBezTo>
                <a:cubicBezTo>
                  <a:pt x="165" y="0"/>
                  <a:pt x="245" y="2"/>
                  <a:pt x="329" y="84"/>
                </a:cubicBezTo>
                <a:cubicBezTo>
                  <a:pt x="199" y="143"/>
                  <a:pt x="114" y="261"/>
                  <a:pt x="68" y="394"/>
                </a:cubicBezTo>
                <a:cubicBezTo>
                  <a:pt x="133" y="240"/>
                  <a:pt x="223" y="154"/>
                  <a:pt x="344" y="106"/>
                </a:cubicBezTo>
                <a:close/>
              </a:path>
            </a:pathLst>
          </a:custGeom>
          <a:solidFill>
            <a:srgbClr val="2D695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p>
            <a:endParaRPr lang="en-US" sz="2400">
              <a:latin typeface="+mn-ea"/>
            </a:endParaRPr>
          </a:p>
        </p:txBody>
      </p:sp>
      <p:pic>
        <p:nvPicPr>
          <p:cNvPr id="27" name="图片 26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702945"/>
            <a:ext cx="3261360" cy="19265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 flipH="1">
            <a:off x="-381000" y="723900"/>
            <a:ext cx="5808133" cy="6400800"/>
          </a:xfrm>
          <a:prstGeom prst="rect">
            <a:avLst/>
          </a:prstGeom>
        </p:spPr>
      </p:pic>
      <p:sp>
        <p:nvSpPr>
          <p:cNvPr id="10" name="PA-文本框 36"/>
          <p:cNvSpPr txBox="1"/>
          <p:nvPr>
            <p:custDataLst>
              <p:tags r:id="rId2"/>
            </p:custDataLst>
          </p:nvPr>
        </p:nvSpPr>
        <p:spPr>
          <a:xfrm>
            <a:off x="4302092" y="1484704"/>
            <a:ext cx="1292662" cy="217051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7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endParaRPr lang="zh-CN" altLang="en-US" sz="5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6156960" y="1711960"/>
            <a:ext cx="927100" cy="92710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6324600" y="1943100"/>
            <a:ext cx="50609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PA-文本框 36"/>
          <p:cNvSpPr txBox="1"/>
          <p:nvPr>
            <p:custDataLst>
              <p:tags r:id="rId6"/>
            </p:custDataLst>
          </p:nvPr>
        </p:nvSpPr>
        <p:spPr>
          <a:xfrm>
            <a:off x="7084060" y="1822450"/>
            <a:ext cx="39681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{title_1}</a:t>
            </a:r>
            <a:endParaRPr lang="en-US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6156960" y="2731135"/>
            <a:ext cx="927100" cy="9271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6324600" y="2962275"/>
            <a:ext cx="50609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PA-文本框 36"/>
          <p:cNvSpPr txBox="1"/>
          <p:nvPr>
            <p:custDataLst>
              <p:tags r:id="rId9"/>
            </p:custDataLst>
          </p:nvPr>
        </p:nvSpPr>
        <p:spPr>
          <a:xfrm>
            <a:off x="7084060" y="2842260"/>
            <a:ext cx="39681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{title_2}</a:t>
            </a:r>
            <a:endParaRPr lang="en-US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6156960" y="3750945"/>
            <a:ext cx="927100" cy="92710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11"/>
            </p:custDataLst>
          </p:nvPr>
        </p:nvSpPr>
        <p:spPr>
          <a:xfrm>
            <a:off x="6324600" y="3982085"/>
            <a:ext cx="50609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PA-文本框 36"/>
          <p:cNvSpPr txBox="1"/>
          <p:nvPr>
            <p:custDataLst>
              <p:tags r:id="rId12"/>
            </p:custDataLst>
          </p:nvPr>
        </p:nvSpPr>
        <p:spPr>
          <a:xfrm>
            <a:off x="7084060" y="3862070"/>
            <a:ext cx="39681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{title_3}</a:t>
            </a:r>
            <a:endParaRPr lang="en-US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5679756" y="1812242"/>
            <a:ext cx="0" cy="183572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-文本框 36"/>
          <p:cNvSpPr txBox="1"/>
          <p:nvPr>
            <p:custDataLst>
              <p:tags r:id="rId1"/>
            </p:custDataLst>
          </p:nvPr>
        </p:nvSpPr>
        <p:spPr>
          <a:xfrm>
            <a:off x="1114425" y="2742565"/>
            <a:ext cx="56000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6000" b="1" dirty="0">
                <a:solidFill>
                  <a:srgbClr val="4379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{title}</a:t>
            </a:r>
            <a:endParaRPr lang="en-US" altLang="zh-CN" sz="6000" b="1" dirty="0">
              <a:solidFill>
                <a:srgbClr val="4379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screen"/>
          <a:srcRect l="14868" t="11281" r="7474" b="12293"/>
          <a:stretch>
            <a:fillRect/>
          </a:stretch>
        </p:blipFill>
        <p:spPr>
          <a:xfrm>
            <a:off x="6734629" y="1671310"/>
            <a:ext cx="4542971" cy="4470861"/>
          </a:xfrm>
          <a:prstGeom prst="rect">
            <a:avLst/>
          </a:prstGeom>
        </p:spPr>
      </p:pic>
      <p:sp>
        <p:nvSpPr>
          <p:cNvPr id="18" name="Freeform 5"/>
          <p:cNvSpPr/>
          <p:nvPr/>
        </p:nvSpPr>
        <p:spPr bwMode="auto">
          <a:xfrm flipH="1">
            <a:off x="798830" y="4208780"/>
            <a:ext cx="434340" cy="362585"/>
          </a:xfrm>
          <a:custGeom>
            <a:avLst/>
            <a:gdLst>
              <a:gd name="T0" fmla="*/ 62 w 519"/>
              <a:gd name="T1" fmla="*/ 371 h 405"/>
              <a:gd name="T2" fmla="*/ 345 w 519"/>
              <a:gd name="T3" fmla="*/ 262 h 405"/>
              <a:gd name="T4" fmla="*/ 519 w 519"/>
              <a:gd name="T5" fmla="*/ 7 h 405"/>
              <a:gd name="T6" fmla="*/ 53 w 519"/>
              <a:gd name="T7" fmla="*/ 170 h 405"/>
              <a:gd name="T8" fmla="*/ 41 w 519"/>
              <a:gd name="T9" fmla="*/ 354 h 405"/>
              <a:gd name="T10" fmla="*/ 411 w 519"/>
              <a:gd name="T11" fmla="*/ 52 h 405"/>
              <a:gd name="T12" fmla="*/ 62 w 519"/>
              <a:gd name="T13" fmla="*/ 371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19" h="405">
                <a:moveTo>
                  <a:pt x="62" y="371"/>
                </a:moveTo>
                <a:cubicBezTo>
                  <a:pt x="184" y="405"/>
                  <a:pt x="299" y="379"/>
                  <a:pt x="345" y="262"/>
                </a:cubicBezTo>
                <a:cubicBezTo>
                  <a:pt x="393" y="143"/>
                  <a:pt x="435" y="58"/>
                  <a:pt x="519" y="7"/>
                </a:cubicBezTo>
                <a:cubicBezTo>
                  <a:pt x="332" y="0"/>
                  <a:pt x="160" y="28"/>
                  <a:pt x="53" y="170"/>
                </a:cubicBezTo>
                <a:cubicBezTo>
                  <a:pt x="0" y="241"/>
                  <a:pt x="7" y="303"/>
                  <a:pt x="41" y="354"/>
                </a:cubicBezTo>
                <a:cubicBezTo>
                  <a:pt x="129" y="217"/>
                  <a:pt x="262" y="118"/>
                  <a:pt x="411" y="52"/>
                </a:cubicBezTo>
                <a:cubicBezTo>
                  <a:pt x="241" y="142"/>
                  <a:pt x="139" y="244"/>
                  <a:pt x="62" y="371"/>
                </a:cubicBezTo>
                <a:close/>
              </a:path>
            </a:pathLst>
          </a:custGeom>
          <a:solidFill>
            <a:srgbClr val="C2CBA2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p>
            <a:endParaRPr lang="en-US" sz="2400">
              <a:latin typeface="+mn-ea"/>
            </a:endParaRPr>
          </a:p>
        </p:txBody>
      </p:sp>
      <p:sp>
        <p:nvSpPr>
          <p:cNvPr id="19" name="Freeform 6"/>
          <p:cNvSpPr/>
          <p:nvPr/>
        </p:nvSpPr>
        <p:spPr bwMode="auto">
          <a:xfrm flipH="1">
            <a:off x="1383030" y="4307205"/>
            <a:ext cx="369570" cy="291465"/>
          </a:xfrm>
          <a:custGeom>
            <a:avLst/>
            <a:gdLst>
              <a:gd name="T0" fmla="*/ 404 w 441"/>
              <a:gd name="T1" fmla="*/ 262 h 325"/>
              <a:gd name="T2" fmla="*/ 164 w 441"/>
              <a:gd name="T3" fmla="*/ 220 h 325"/>
              <a:gd name="T4" fmla="*/ 0 w 441"/>
              <a:gd name="T5" fmla="*/ 29 h 325"/>
              <a:gd name="T6" fmla="*/ 338 w 441"/>
              <a:gd name="T7" fmla="*/ 79 h 325"/>
              <a:gd name="T8" fmla="*/ 415 w 441"/>
              <a:gd name="T9" fmla="*/ 244 h 325"/>
              <a:gd name="T10" fmla="*/ 109 w 441"/>
              <a:gd name="T11" fmla="*/ 53 h 325"/>
              <a:gd name="T12" fmla="*/ 404 w 441"/>
              <a:gd name="T13" fmla="*/ 262 h 3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41" h="325">
                <a:moveTo>
                  <a:pt x="404" y="262"/>
                </a:moveTo>
                <a:cubicBezTo>
                  <a:pt x="322" y="325"/>
                  <a:pt x="221" y="320"/>
                  <a:pt x="164" y="220"/>
                </a:cubicBezTo>
                <a:cubicBezTo>
                  <a:pt x="123" y="144"/>
                  <a:pt x="82" y="76"/>
                  <a:pt x="0" y="29"/>
                </a:cubicBezTo>
                <a:cubicBezTo>
                  <a:pt x="126" y="0"/>
                  <a:pt x="241" y="8"/>
                  <a:pt x="338" y="79"/>
                </a:cubicBezTo>
                <a:cubicBezTo>
                  <a:pt x="338" y="79"/>
                  <a:pt x="441" y="140"/>
                  <a:pt x="415" y="244"/>
                </a:cubicBezTo>
                <a:cubicBezTo>
                  <a:pt x="334" y="154"/>
                  <a:pt x="226" y="93"/>
                  <a:pt x="109" y="53"/>
                </a:cubicBezTo>
                <a:cubicBezTo>
                  <a:pt x="244" y="109"/>
                  <a:pt x="333" y="175"/>
                  <a:pt x="404" y="262"/>
                </a:cubicBezTo>
                <a:close/>
              </a:path>
            </a:pathLst>
          </a:custGeom>
          <a:solidFill>
            <a:srgbClr val="2D695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p>
            <a:endParaRPr lang="en-US" sz="2400">
              <a:latin typeface="+mn-ea"/>
            </a:endParaRPr>
          </a:p>
        </p:txBody>
      </p:sp>
      <p:sp>
        <p:nvSpPr>
          <p:cNvPr id="20" name="Freeform 7"/>
          <p:cNvSpPr/>
          <p:nvPr/>
        </p:nvSpPr>
        <p:spPr bwMode="auto">
          <a:xfrm rot="21020969" flipH="1">
            <a:off x="1180465" y="4158615"/>
            <a:ext cx="986790" cy="1894840"/>
          </a:xfrm>
          <a:custGeom>
            <a:avLst/>
            <a:gdLst>
              <a:gd name="T0" fmla="*/ 890 w 1179"/>
              <a:gd name="T1" fmla="*/ 2115 h 2116"/>
              <a:gd name="T2" fmla="*/ 608 w 1179"/>
              <a:gd name="T3" fmla="*/ 1347 h 2116"/>
              <a:gd name="T4" fmla="*/ 538 w 1179"/>
              <a:gd name="T5" fmla="*/ 1241 h 2116"/>
              <a:gd name="T6" fmla="*/ 18 w 1179"/>
              <a:gd name="T7" fmla="*/ 1208 h 2116"/>
              <a:gd name="T8" fmla="*/ 226 w 1179"/>
              <a:gd name="T9" fmla="*/ 1109 h 2116"/>
              <a:gd name="T10" fmla="*/ 72 w 1179"/>
              <a:gd name="T11" fmla="*/ 824 h 2116"/>
              <a:gd name="T12" fmla="*/ 290 w 1179"/>
              <a:gd name="T13" fmla="*/ 1097 h 2116"/>
              <a:gd name="T14" fmla="*/ 479 w 1179"/>
              <a:gd name="T15" fmla="*/ 1122 h 2116"/>
              <a:gd name="T16" fmla="*/ 389 w 1179"/>
              <a:gd name="T17" fmla="*/ 754 h 2116"/>
              <a:gd name="T18" fmla="*/ 0 w 1179"/>
              <a:gd name="T19" fmla="*/ 547 h 2116"/>
              <a:gd name="T20" fmla="*/ 382 w 1179"/>
              <a:gd name="T21" fmla="*/ 671 h 2116"/>
              <a:gd name="T22" fmla="*/ 407 w 1179"/>
              <a:gd name="T23" fmla="*/ 295 h 2116"/>
              <a:gd name="T24" fmla="*/ 589 w 1179"/>
              <a:gd name="T25" fmla="*/ 1130 h 2116"/>
              <a:gd name="T26" fmla="*/ 549 w 1179"/>
              <a:gd name="T27" fmla="*/ 886 h 2116"/>
              <a:gd name="T28" fmla="*/ 629 w 1179"/>
              <a:gd name="T29" fmla="*/ 396 h 2116"/>
              <a:gd name="T30" fmla="*/ 520 w 1179"/>
              <a:gd name="T31" fmla="*/ 22 h 2116"/>
              <a:gd name="T32" fmla="*/ 680 w 1179"/>
              <a:gd name="T33" fmla="*/ 282 h 2116"/>
              <a:gd name="T34" fmla="*/ 873 w 1179"/>
              <a:gd name="T35" fmla="*/ 0 h 2116"/>
              <a:gd name="T36" fmla="*/ 644 w 1179"/>
              <a:gd name="T37" fmla="*/ 941 h 2116"/>
              <a:gd name="T38" fmla="*/ 821 w 1179"/>
              <a:gd name="T39" fmla="*/ 1360 h 2116"/>
              <a:gd name="T40" fmla="*/ 1166 w 1179"/>
              <a:gd name="T41" fmla="*/ 2116 h 2116"/>
              <a:gd name="T42" fmla="*/ 890 w 1179"/>
              <a:gd name="T43" fmla="*/ 2115 h 2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179" h="2116">
                <a:moveTo>
                  <a:pt x="890" y="2115"/>
                </a:moveTo>
                <a:cubicBezTo>
                  <a:pt x="936" y="1846"/>
                  <a:pt x="818" y="1627"/>
                  <a:pt x="608" y="1347"/>
                </a:cubicBezTo>
                <a:cubicBezTo>
                  <a:pt x="582" y="1314"/>
                  <a:pt x="559" y="1276"/>
                  <a:pt x="538" y="1241"/>
                </a:cubicBezTo>
                <a:cubicBezTo>
                  <a:pt x="417" y="1158"/>
                  <a:pt x="255" y="1128"/>
                  <a:pt x="18" y="1208"/>
                </a:cubicBezTo>
                <a:cubicBezTo>
                  <a:pt x="77" y="1159"/>
                  <a:pt x="150" y="1126"/>
                  <a:pt x="226" y="1109"/>
                </a:cubicBezTo>
                <a:cubicBezTo>
                  <a:pt x="126" y="1037"/>
                  <a:pt x="75" y="926"/>
                  <a:pt x="72" y="824"/>
                </a:cubicBezTo>
                <a:cubicBezTo>
                  <a:pt x="87" y="977"/>
                  <a:pt x="187" y="1057"/>
                  <a:pt x="290" y="1097"/>
                </a:cubicBezTo>
                <a:cubicBezTo>
                  <a:pt x="352" y="1093"/>
                  <a:pt x="416" y="1099"/>
                  <a:pt x="479" y="1122"/>
                </a:cubicBezTo>
                <a:cubicBezTo>
                  <a:pt x="431" y="1003"/>
                  <a:pt x="404" y="880"/>
                  <a:pt x="389" y="754"/>
                </a:cubicBezTo>
                <a:cubicBezTo>
                  <a:pt x="330" y="635"/>
                  <a:pt x="204" y="520"/>
                  <a:pt x="0" y="547"/>
                </a:cubicBezTo>
                <a:cubicBezTo>
                  <a:pt x="124" y="521"/>
                  <a:pt x="273" y="554"/>
                  <a:pt x="382" y="671"/>
                </a:cubicBezTo>
                <a:cubicBezTo>
                  <a:pt x="375" y="534"/>
                  <a:pt x="383" y="406"/>
                  <a:pt x="407" y="295"/>
                </a:cubicBezTo>
                <a:cubicBezTo>
                  <a:pt x="359" y="660"/>
                  <a:pt x="449" y="940"/>
                  <a:pt x="589" y="1130"/>
                </a:cubicBezTo>
                <a:cubicBezTo>
                  <a:pt x="566" y="1049"/>
                  <a:pt x="553" y="926"/>
                  <a:pt x="549" y="886"/>
                </a:cubicBezTo>
                <a:cubicBezTo>
                  <a:pt x="531" y="720"/>
                  <a:pt x="567" y="549"/>
                  <a:pt x="629" y="396"/>
                </a:cubicBezTo>
                <a:cubicBezTo>
                  <a:pt x="661" y="276"/>
                  <a:pt x="659" y="126"/>
                  <a:pt x="520" y="22"/>
                </a:cubicBezTo>
                <a:cubicBezTo>
                  <a:pt x="601" y="74"/>
                  <a:pt x="666" y="167"/>
                  <a:pt x="680" y="282"/>
                </a:cubicBezTo>
                <a:cubicBezTo>
                  <a:pt x="736" y="174"/>
                  <a:pt x="805" y="76"/>
                  <a:pt x="873" y="0"/>
                </a:cubicBezTo>
                <a:cubicBezTo>
                  <a:pt x="609" y="334"/>
                  <a:pt x="590" y="708"/>
                  <a:pt x="644" y="941"/>
                </a:cubicBezTo>
                <a:cubicBezTo>
                  <a:pt x="668" y="1046"/>
                  <a:pt x="739" y="1211"/>
                  <a:pt x="821" y="1360"/>
                </a:cubicBezTo>
                <a:cubicBezTo>
                  <a:pt x="1068" y="1587"/>
                  <a:pt x="1179" y="1851"/>
                  <a:pt x="1166" y="2116"/>
                </a:cubicBezTo>
                <a:cubicBezTo>
                  <a:pt x="890" y="2115"/>
                  <a:pt x="890" y="2115"/>
                  <a:pt x="890" y="211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p>
            <a:endParaRPr lang="en-US" sz="2400">
              <a:latin typeface="+mn-ea"/>
            </a:endParaRPr>
          </a:p>
        </p:txBody>
      </p:sp>
      <p:sp>
        <p:nvSpPr>
          <p:cNvPr id="21" name="Freeform 8"/>
          <p:cNvSpPr/>
          <p:nvPr/>
        </p:nvSpPr>
        <p:spPr bwMode="auto">
          <a:xfrm flipH="1">
            <a:off x="1549400" y="4571365"/>
            <a:ext cx="118110" cy="207645"/>
          </a:xfrm>
          <a:custGeom>
            <a:avLst/>
            <a:gdLst>
              <a:gd name="T0" fmla="*/ 55 w 141"/>
              <a:gd name="T1" fmla="*/ 228 h 232"/>
              <a:gd name="T2" fmla="*/ 17 w 141"/>
              <a:gd name="T3" fmla="*/ 141 h 232"/>
              <a:gd name="T4" fmla="*/ 26 w 141"/>
              <a:gd name="T5" fmla="*/ 0 h 232"/>
              <a:gd name="T6" fmla="*/ 137 w 141"/>
              <a:gd name="T7" fmla="*/ 157 h 232"/>
              <a:gd name="T8" fmla="*/ 69 w 141"/>
              <a:gd name="T9" fmla="*/ 228 h 232"/>
              <a:gd name="T10" fmla="*/ 51 w 141"/>
              <a:gd name="T11" fmla="*/ 43 h 232"/>
              <a:gd name="T12" fmla="*/ 55 w 141"/>
              <a:gd name="T13" fmla="*/ 228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1" h="232">
                <a:moveTo>
                  <a:pt x="55" y="228"/>
                </a:moveTo>
                <a:cubicBezTo>
                  <a:pt x="16" y="208"/>
                  <a:pt x="0" y="173"/>
                  <a:pt x="17" y="141"/>
                </a:cubicBezTo>
                <a:cubicBezTo>
                  <a:pt x="37" y="96"/>
                  <a:pt x="38" y="48"/>
                  <a:pt x="26" y="0"/>
                </a:cubicBezTo>
                <a:cubicBezTo>
                  <a:pt x="75" y="38"/>
                  <a:pt x="131" y="85"/>
                  <a:pt x="137" y="157"/>
                </a:cubicBezTo>
                <a:cubicBezTo>
                  <a:pt x="141" y="206"/>
                  <a:pt x="122" y="232"/>
                  <a:pt x="69" y="228"/>
                </a:cubicBezTo>
                <a:cubicBezTo>
                  <a:pt x="75" y="175"/>
                  <a:pt x="74" y="108"/>
                  <a:pt x="51" y="43"/>
                </a:cubicBezTo>
                <a:cubicBezTo>
                  <a:pt x="74" y="116"/>
                  <a:pt x="70" y="172"/>
                  <a:pt x="55" y="228"/>
                </a:cubicBezTo>
                <a:close/>
              </a:path>
            </a:pathLst>
          </a:custGeom>
          <a:solidFill>
            <a:srgbClr val="C2CBA2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p>
            <a:endParaRPr lang="en-US" sz="2400">
              <a:latin typeface="+mn-ea"/>
            </a:endParaRPr>
          </a:p>
        </p:txBody>
      </p:sp>
      <p:sp>
        <p:nvSpPr>
          <p:cNvPr id="22" name="Freeform 9"/>
          <p:cNvSpPr/>
          <p:nvPr/>
        </p:nvSpPr>
        <p:spPr bwMode="auto">
          <a:xfrm rot="20970480" flipH="1">
            <a:off x="1891665" y="4738370"/>
            <a:ext cx="396875" cy="270510"/>
          </a:xfrm>
          <a:custGeom>
            <a:avLst/>
            <a:gdLst>
              <a:gd name="T0" fmla="*/ 474 w 474"/>
              <a:gd name="T1" fmla="*/ 114 h 302"/>
              <a:gd name="T2" fmla="*/ 269 w 474"/>
              <a:gd name="T3" fmla="*/ 278 h 302"/>
              <a:gd name="T4" fmla="*/ 0 w 474"/>
              <a:gd name="T5" fmla="*/ 277 h 302"/>
              <a:gd name="T6" fmla="*/ 277 w 474"/>
              <a:gd name="T7" fmla="*/ 37 h 302"/>
              <a:gd name="T8" fmla="*/ 466 w 474"/>
              <a:gd name="T9" fmla="*/ 92 h 302"/>
              <a:gd name="T10" fmla="*/ 97 w 474"/>
              <a:gd name="T11" fmla="*/ 204 h 302"/>
              <a:gd name="T12" fmla="*/ 474 w 474"/>
              <a:gd name="T13" fmla="*/ 114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74" h="302">
                <a:moveTo>
                  <a:pt x="474" y="114"/>
                </a:moveTo>
                <a:cubicBezTo>
                  <a:pt x="466" y="226"/>
                  <a:pt x="392" y="302"/>
                  <a:pt x="269" y="278"/>
                </a:cubicBezTo>
                <a:cubicBezTo>
                  <a:pt x="179" y="260"/>
                  <a:pt x="94" y="244"/>
                  <a:pt x="0" y="277"/>
                </a:cubicBezTo>
                <a:cubicBezTo>
                  <a:pt x="64" y="156"/>
                  <a:pt x="154" y="67"/>
                  <a:pt x="277" y="37"/>
                </a:cubicBezTo>
                <a:cubicBezTo>
                  <a:pt x="277" y="37"/>
                  <a:pt x="399" y="0"/>
                  <a:pt x="466" y="92"/>
                </a:cubicBezTo>
                <a:cubicBezTo>
                  <a:pt x="335" y="95"/>
                  <a:pt x="208" y="140"/>
                  <a:pt x="97" y="204"/>
                </a:cubicBezTo>
                <a:cubicBezTo>
                  <a:pt x="235" y="135"/>
                  <a:pt x="353" y="111"/>
                  <a:pt x="474" y="114"/>
                </a:cubicBezTo>
                <a:close/>
              </a:path>
            </a:pathLst>
          </a:custGeom>
          <a:solidFill>
            <a:srgbClr val="2D695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p>
            <a:endParaRPr lang="en-US" sz="2400">
              <a:latin typeface="+mn-ea"/>
            </a:endParaRPr>
          </a:p>
        </p:txBody>
      </p:sp>
      <p:sp>
        <p:nvSpPr>
          <p:cNvPr id="23" name="Freeform 10"/>
          <p:cNvSpPr/>
          <p:nvPr/>
        </p:nvSpPr>
        <p:spPr bwMode="auto">
          <a:xfrm flipH="1">
            <a:off x="1886585" y="5030470"/>
            <a:ext cx="112395" cy="187960"/>
          </a:xfrm>
          <a:custGeom>
            <a:avLst/>
            <a:gdLst>
              <a:gd name="T0" fmla="*/ 82 w 134"/>
              <a:gd name="T1" fmla="*/ 210 h 210"/>
              <a:gd name="T2" fmla="*/ 124 w 134"/>
              <a:gd name="T3" fmla="*/ 133 h 210"/>
              <a:gd name="T4" fmla="*/ 132 w 134"/>
              <a:gd name="T5" fmla="*/ 0 h 210"/>
              <a:gd name="T6" fmla="*/ 9 w 134"/>
              <a:gd name="T7" fmla="*/ 133 h 210"/>
              <a:gd name="T8" fmla="*/ 74 w 134"/>
              <a:gd name="T9" fmla="*/ 210 h 210"/>
              <a:gd name="T10" fmla="*/ 102 w 134"/>
              <a:gd name="T11" fmla="*/ 37 h 210"/>
              <a:gd name="T12" fmla="*/ 82 w 134"/>
              <a:gd name="T13" fmla="*/ 210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4" h="210">
                <a:moveTo>
                  <a:pt x="82" y="210"/>
                </a:moveTo>
                <a:cubicBezTo>
                  <a:pt x="122" y="197"/>
                  <a:pt x="134" y="166"/>
                  <a:pt x="124" y="133"/>
                </a:cubicBezTo>
                <a:cubicBezTo>
                  <a:pt x="111" y="88"/>
                  <a:pt x="115" y="45"/>
                  <a:pt x="132" y="0"/>
                </a:cubicBezTo>
                <a:cubicBezTo>
                  <a:pt x="80" y="31"/>
                  <a:pt x="24" y="67"/>
                  <a:pt x="9" y="133"/>
                </a:cubicBezTo>
                <a:cubicBezTo>
                  <a:pt x="0" y="179"/>
                  <a:pt x="20" y="206"/>
                  <a:pt x="74" y="210"/>
                </a:cubicBezTo>
                <a:cubicBezTo>
                  <a:pt x="56" y="150"/>
                  <a:pt x="71" y="89"/>
                  <a:pt x="102" y="37"/>
                </a:cubicBezTo>
                <a:cubicBezTo>
                  <a:pt x="71" y="103"/>
                  <a:pt x="67" y="156"/>
                  <a:pt x="82" y="210"/>
                </a:cubicBezTo>
                <a:close/>
              </a:path>
            </a:pathLst>
          </a:custGeom>
          <a:solidFill>
            <a:srgbClr val="C2CBA2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p>
            <a:endParaRPr lang="en-US" sz="2400">
              <a:latin typeface="+mn-ea"/>
            </a:endParaRPr>
          </a:p>
        </p:txBody>
      </p:sp>
      <p:sp>
        <p:nvSpPr>
          <p:cNvPr id="25" name="Freeform 11"/>
          <p:cNvSpPr/>
          <p:nvPr/>
        </p:nvSpPr>
        <p:spPr bwMode="auto">
          <a:xfrm rot="20700000" flipH="1">
            <a:off x="1991995" y="5320030"/>
            <a:ext cx="314960" cy="453390"/>
          </a:xfrm>
          <a:custGeom>
            <a:avLst/>
            <a:gdLst>
              <a:gd name="T0" fmla="*/ 344 w 377"/>
              <a:gd name="T1" fmla="*/ 106 h 506"/>
              <a:gd name="T2" fmla="*/ 268 w 377"/>
              <a:gd name="T3" fmla="*/ 292 h 506"/>
              <a:gd name="T4" fmla="*/ 44 w 377"/>
              <a:gd name="T5" fmla="*/ 506 h 506"/>
              <a:gd name="T6" fmla="*/ 99 w 377"/>
              <a:gd name="T7" fmla="*/ 85 h 506"/>
              <a:gd name="T8" fmla="*/ 329 w 377"/>
              <a:gd name="T9" fmla="*/ 84 h 506"/>
              <a:gd name="T10" fmla="*/ 68 w 377"/>
              <a:gd name="T11" fmla="*/ 394 h 506"/>
              <a:gd name="T12" fmla="*/ 344 w 377"/>
              <a:gd name="T13" fmla="*/ 106 h 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77" h="506">
                <a:moveTo>
                  <a:pt x="344" y="106"/>
                </a:moveTo>
                <a:cubicBezTo>
                  <a:pt x="377" y="195"/>
                  <a:pt x="341" y="258"/>
                  <a:pt x="268" y="292"/>
                </a:cubicBezTo>
                <a:cubicBezTo>
                  <a:pt x="171" y="335"/>
                  <a:pt x="97" y="408"/>
                  <a:pt x="44" y="506"/>
                </a:cubicBezTo>
                <a:cubicBezTo>
                  <a:pt x="21" y="366"/>
                  <a:pt x="0" y="211"/>
                  <a:pt x="99" y="85"/>
                </a:cubicBezTo>
                <a:cubicBezTo>
                  <a:pt x="165" y="0"/>
                  <a:pt x="245" y="2"/>
                  <a:pt x="329" y="84"/>
                </a:cubicBezTo>
                <a:cubicBezTo>
                  <a:pt x="199" y="143"/>
                  <a:pt x="114" y="261"/>
                  <a:pt x="68" y="394"/>
                </a:cubicBezTo>
                <a:cubicBezTo>
                  <a:pt x="133" y="240"/>
                  <a:pt x="223" y="154"/>
                  <a:pt x="344" y="106"/>
                </a:cubicBezTo>
                <a:close/>
              </a:path>
            </a:pathLst>
          </a:custGeom>
          <a:solidFill>
            <a:srgbClr val="2D695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p>
            <a:endParaRPr lang="en-US" sz="2400">
              <a:latin typeface="+mn-ea"/>
            </a:endParaRPr>
          </a:p>
        </p:txBody>
      </p:sp>
      <p:pic>
        <p:nvPicPr>
          <p:cNvPr id="8" name="图片 7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702945"/>
            <a:ext cx="3261360" cy="19265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867410" y="464185"/>
            <a:ext cx="1136015" cy="1136015"/>
          </a:xfrm>
          <a:prstGeom prst="rect">
            <a:avLst/>
          </a:prstGeom>
        </p:spPr>
      </p:pic>
      <p:sp>
        <p:nvSpPr>
          <p:cNvPr id="3" name="PA-文本框 36"/>
          <p:cNvSpPr txBox="1"/>
          <p:nvPr>
            <p:custDataLst>
              <p:tags r:id="rId2"/>
            </p:custDataLst>
          </p:nvPr>
        </p:nvSpPr>
        <p:spPr>
          <a:xfrm>
            <a:off x="2003425" y="708660"/>
            <a:ext cx="3958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{sub_title}</a:t>
            </a:r>
            <a:endParaRPr lang="en-US" altLang="zh-CN" sz="3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066800" y="1876425"/>
            <a:ext cx="6407785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{desc_1}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066800" y="2306320"/>
            <a:ext cx="6407150" cy="45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kern="0" dirty="0">
                <a:solidFill>
                  <a:srgbClr val="000000">
                    <a:lumMod val="95000"/>
                    <a:lumOff val="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{content_1}</a:t>
            </a:r>
            <a:endParaRPr lang="en-US" altLang="zh-CN" kern="0" dirty="0">
              <a:solidFill>
                <a:srgbClr val="000000">
                  <a:lumMod val="95000"/>
                  <a:lumOff val="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865724" y="1957535"/>
            <a:ext cx="101600" cy="974205"/>
          </a:xfrm>
          <a:prstGeom prst="rect">
            <a:avLst/>
          </a:prstGeom>
          <a:solidFill>
            <a:srgbClr val="4379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066800" y="3321050"/>
            <a:ext cx="640715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{desc_2}</a:t>
            </a:r>
            <a:endParaRPr kumimoji="0" lang="zh-CN" altLang="en-US" sz="2200" b="1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1066800" y="3750945"/>
            <a:ext cx="6407150" cy="45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kern="0" dirty="0">
                <a:solidFill>
                  <a:srgbClr val="000000">
                    <a:lumMod val="95000"/>
                    <a:lumOff val="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{content_2}</a:t>
            </a:r>
            <a:endParaRPr lang="en-US" altLang="zh-CN" kern="0" dirty="0">
              <a:solidFill>
                <a:srgbClr val="000000">
                  <a:lumMod val="95000"/>
                  <a:lumOff val="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1066800" y="4765040"/>
            <a:ext cx="640715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{desc_3}</a:t>
            </a:r>
            <a:endParaRPr kumimoji="0" lang="zh-CN" altLang="en-US" sz="2200" b="1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1066800" y="5194935"/>
            <a:ext cx="6407150" cy="45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kern="0" dirty="0">
                <a:solidFill>
                  <a:srgbClr val="000000">
                    <a:lumMod val="95000"/>
                    <a:lumOff val="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{content_3}</a:t>
            </a:r>
            <a:endParaRPr lang="en-US" altLang="zh-CN" kern="0" dirty="0">
              <a:solidFill>
                <a:srgbClr val="000000">
                  <a:lumMod val="95000"/>
                  <a:lumOff val="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>
            <p:custDataLst>
              <p:tags r:id="rId10"/>
            </p:custDataLst>
          </p:nvPr>
        </p:nvSpPr>
        <p:spPr>
          <a:xfrm>
            <a:off x="865724" y="3401708"/>
            <a:ext cx="101600" cy="974205"/>
          </a:xfrm>
          <a:prstGeom prst="rect">
            <a:avLst/>
          </a:prstGeom>
          <a:solidFill>
            <a:srgbClr val="4379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11"/>
            </p:custDataLst>
          </p:nvPr>
        </p:nvSpPr>
        <p:spPr>
          <a:xfrm>
            <a:off x="865724" y="4794804"/>
            <a:ext cx="101600" cy="974205"/>
          </a:xfrm>
          <a:prstGeom prst="rect">
            <a:avLst/>
          </a:prstGeom>
          <a:solidFill>
            <a:srgbClr val="4379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134" y="1354223"/>
            <a:ext cx="5043714" cy="50437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6" grpId="0"/>
      <p:bldP spid="7" grpId="0"/>
      <p:bldP spid="8" grpId="0" bldLvl="0" animBg="1"/>
      <p:bldP spid="9" grpId="0"/>
      <p:bldP spid="10" grpId="0"/>
      <p:bldP spid="12" grpId="0"/>
      <p:bldP spid="13" grpId="0"/>
      <p:bldP spid="15" grpId="0" bldLvl="0" animBg="1"/>
      <p:bldP spid="16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îṥļîḑé-Rectangle 11"/>
          <p:cNvSpPr/>
          <p:nvPr>
            <p:custDataLst>
              <p:tags r:id="rId1"/>
            </p:custDataLst>
          </p:nvPr>
        </p:nvSpPr>
        <p:spPr>
          <a:xfrm rot="5400000">
            <a:off x="6250020" y="1799884"/>
            <a:ext cx="74111" cy="8927837"/>
          </a:xfrm>
          <a:prstGeom prst="rect">
            <a:avLst/>
          </a:prstGeom>
          <a:solidFill>
            <a:srgbClr val="43797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îṥļîḑé-Oval 8"/>
          <p:cNvSpPr/>
          <p:nvPr>
            <p:custDataLst>
              <p:tags r:id="rId2"/>
            </p:custDataLst>
          </p:nvPr>
        </p:nvSpPr>
        <p:spPr>
          <a:xfrm>
            <a:off x="3888514" y="1779856"/>
            <a:ext cx="800218" cy="800218"/>
          </a:xfrm>
          <a:prstGeom prst="ellipse">
            <a:avLst/>
          </a:prstGeom>
          <a:solidFill>
            <a:srgbClr val="43797C"/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wrap="none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ar-SA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1</a:t>
            </a:r>
            <a:endParaRPr kumimoji="0" lang="ar-SA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4" name="îṥļîḑé-Oval 16"/>
          <p:cNvSpPr/>
          <p:nvPr>
            <p:custDataLst>
              <p:tags r:id="rId3"/>
            </p:custDataLst>
          </p:nvPr>
        </p:nvSpPr>
        <p:spPr>
          <a:xfrm>
            <a:off x="3888560" y="3276704"/>
            <a:ext cx="800218" cy="800218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wrap="none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ar-SA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2</a:t>
            </a:r>
            <a:endParaRPr kumimoji="0" lang="ar-SA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" name="îṥļîḑé-Oval 22"/>
          <p:cNvSpPr/>
          <p:nvPr>
            <p:custDataLst>
              <p:tags r:id="rId4"/>
            </p:custDataLst>
          </p:nvPr>
        </p:nvSpPr>
        <p:spPr>
          <a:xfrm>
            <a:off x="3935950" y="4814039"/>
            <a:ext cx="800218" cy="800218"/>
          </a:xfrm>
          <a:prstGeom prst="ellipse">
            <a:avLst/>
          </a:prstGeom>
          <a:solidFill>
            <a:srgbClr val="2896CB"/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wrap="none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ar-SA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3</a:t>
            </a:r>
            <a:endParaRPr kumimoji="0" lang="ar-SA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867410" y="464185"/>
            <a:ext cx="1136015" cy="113601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4735830" y="1619250"/>
            <a:ext cx="6708775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{desc_1}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4688840" y="1955165"/>
            <a:ext cx="6659880" cy="45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lang="en-US" altLang="zh-CN" kern="0" dirty="0">
                <a:solidFill>
                  <a:srgbClr val="000000">
                    <a:lumMod val="95000"/>
                    <a:lumOff val="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{content_1}</a:t>
            </a:r>
            <a:endParaRPr lang="en-US" altLang="zh-CN" kern="0" dirty="0">
              <a:solidFill>
                <a:srgbClr val="000000">
                  <a:lumMod val="95000"/>
                  <a:lumOff val="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529590" y="2306320"/>
            <a:ext cx="3329305" cy="3329305"/>
          </a:xfrm>
          <a:prstGeom prst="rect">
            <a:avLst/>
          </a:prstGeom>
        </p:spPr>
      </p:pic>
      <p:sp>
        <p:nvSpPr>
          <p:cNvPr id="19" name="PA-文本框 36"/>
          <p:cNvSpPr txBox="1"/>
          <p:nvPr>
            <p:custDataLst>
              <p:tags r:id="rId9"/>
            </p:custDataLst>
          </p:nvPr>
        </p:nvSpPr>
        <p:spPr>
          <a:xfrm>
            <a:off x="2002790" y="709295"/>
            <a:ext cx="40925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{sub_title}</a:t>
            </a:r>
            <a:endParaRPr lang="en-US" altLang="zh-CN" sz="3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>
            <p:custDataLst>
              <p:tags r:id="rId10"/>
            </p:custDataLst>
          </p:nvPr>
        </p:nvSpPr>
        <p:spPr>
          <a:xfrm>
            <a:off x="4782820" y="3122930"/>
            <a:ext cx="670433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{desc_2}</a:t>
            </a:r>
            <a:endParaRPr kumimoji="0" lang="zh-CN" altLang="en-US" sz="2200" b="1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>
            <p:custDataLst>
              <p:tags r:id="rId11"/>
            </p:custDataLst>
          </p:nvPr>
        </p:nvSpPr>
        <p:spPr>
          <a:xfrm>
            <a:off x="4735830" y="3458845"/>
            <a:ext cx="6659880" cy="4508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lnSpc>
                <a:spcPct val="130000"/>
              </a:lnSpc>
              <a:defRPr/>
            </a:pPr>
            <a:r>
              <a:rPr lang="en-US" altLang="zh-CN" kern="0" dirty="0">
                <a:solidFill>
                  <a:srgbClr val="000000">
                    <a:lumMod val="95000"/>
                    <a:lumOff val="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{content_2}</a:t>
            </a:r>
            <a:endParaRPr lang="en-US" altLang="zh-CN" kern="0" dirty="0">
              <a:solidFill>
                <a:srgbClr val="000000">
                  <a:lumMod val="95000"/>
                  <a:lumOff val="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>
            <p:custDataLst>
              <p:tags r:id="rId12"/>
            </p:custDataLst>
          </p:nvPr>
        </p:nvSpPr>
        <p:spPr>
          <a:xfrm>
            <a:off x="4829810" y="4661535"/>
            <a:ext cx="6665595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{desc_3}</a:t>
            </a:r>
            <a:endParaRPr kumimoji="0" lang="zh-CN" altLang="en-US" sz="2200" b="1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>
            <p:custDataLst>
              <p:tags r:id="rId13"/>
            </p:custDataLst>
          </p:nvPr>
        </p:nvSpPr>
        <p:spPr>
          <a:xfrm>
            <a:off x="4782820" y="4997450"/>
            <a:ext cx="6659880" cy="45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lang="en-US" altLang="zh-CN" kern="0" dirty="0">
                <a:solidFill>
                  <a:srgbClr val="000000">
                    <a:lumMod val="95000"/>
                    <a:lumOff val="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{content_3}</a:t>
            </a:r>
            <a:endParaRPr lang="en-US" altLang="zh-CN" kern="0" dirty="0">
              <a:solidFill>
                <a:srgbClr val="000000">
                  <a:lumMod val="95000"/>
                  <a:lumOff val="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2" grpId="0" bldLvl="0" animBg="1"/>
      <p:bldP spid="3" grpId="0" bldLvl="0" animBg="1"/>
      <p:bldP spid="4" grpId="0" bldLvl="0" animBg="1"/>
      <p:bldP spid="5" grpId="0" bldLvl="0" animBg="1"/>
      <p:bldP spid="12" grpId="0"/>
      <p:bldP spid="13" grpId="0"/>
      <p:bldP spid="20" grpId="0"/>
      <p:bldP spid="21" grpId="0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867410" y="464185"/>
            <a:ext cx="1136015" cy="113601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screen"/>
          <a:stretch>
            <a:fillRect/>
          </a:stretch>
        </p:blipFill>
        <p:spPr>
          <a:xfrm>
            <a:off x="208190" y="1727200"/>
            <a:ext cx="4599436" cy="4599436"/>
          </a:xfrm>
          <a:prstGeom prst="rect">
            <a:avLst/>
          </a:prstGeom>
        </p:spPr>
      </p:pic>
      <p:sp>
        <p:nvSpPr>
          <p:cNvPr id="15" name="PA-文本框 36"/>
          <p:cNvSpPr txBox="1"/>
          <p:nvPr>
            <p:custDataLst>
              <p:tags r:id="rId4"/>
            </p:custDataLst>
          </p:nvPr>
        </p:nvSpPr>
        <p:spPr>
          <a:xfrm>
            <a:off x="2002790" y="709295"/>
            <a:ext cx="4093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{sub_title}</a:t>
            </a:r>
            <a:endParaRPr lang="en-US" altLang="zh-CN" sz="3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4845050" y="1823085"/>
            <a:ext cx="6407785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{desc_1}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4845050" y="2252980"/>
            <a:ext cx="6407150" cy="4508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kern="0" dirty="0">
                <a:solidFill>
                  <a:srgbClr val="000000">
                    <a:lumMod val="95000"/>
                    <a:lumOff val="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{content_1}</a:t>
            </a:r>
            <a:endParaRPr lang="en-US" altLang="zh-CN" kern="0" dirty="0">
              <a:solidFill>
                <a:srgbClr val="000000">
                  <a:lumMod val="95000"/>
                  <a:lumOff val="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>
            <p:custDataLst>
              <p:tags r:id="rId7"/>
            </p:custDataLst>
          </p:nvPr>
        </p:nvSpPr>
        <p:spPr>
          <a:xfrm>
            <a:off x="4643974" y="1904195"/>
            <a:ext cx="101600" cy="974205"/>
          </a:xfrm>
          <a:prstGeom prst="rect">
            <a:avLst/>
          </a:prstGeom>
          <a:solidFill>
            <a:srgbClr val="4379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8"/>
            </p:custDataLst>
          </p:nvPr>
        </p:nvSpPr>
        <p:spPr>
          <a:xfrm>
            <a:off x="4845050" y="3267710"/>
            <a:ext cx="640715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{desc_2}</a:t>
            </a:r>
            <a:endParaRPr kumimoji="0" lang="zh-CN" altLang="en-US" sz="2200" b="1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4845050" y="3697605"/>
            <a:ext cx="6407150" cy="4508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kern="0" dirty="0">
                <a:solidFill>
                  <a:srgbClr val="000000">
                    <a:lumMod val="95000"/>
                    <a:lumOff val="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{content_2}</a:t>
            </a:r>
            <a:endParaRPr lang="en-US" altLang="zh-CN" kern="0" dirty="0">
              <a:solidFill>
                <a:srgbClr val="000000">
                  <a:lumMod val="95000"/>
                  <a:lumOff val="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>
            <p:custDataLst>
              <p:tags r:id="rId10"/>
            </p:custDataLst>
          </p:nvPr>
        </p:nvSpPr>
        <p:spPr>
          <a:xfrm>
            <a:off x="4845050" y="4711700"/>
            <a:ext cx="640715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{desc_3}</a:t>
            </a:r>
            <a:endParaRPr kumimoji="0" lang="zh-CN" altLang="en-US" sz="2200" b="1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4845050" y="5141595"/>
            <a:ext cx="6407150" cy="4508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kern="0" dirty="0">
                <a:solidFill>
                  <a:srgbClr val="000000">
                    <a:lumMod val="95000"/>
                    <a:lumOff val="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{content_3}</a:t>
            </a:r>
            <a:endParaRPr lang="en-US" altLang="zh-CN" kern="0" dirty="0">
              <a:solidFill>
                <a:srgbClr val="000000">
                  <a:lumMod val="95000"/>
                  <a:lumOff val="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>
            <p:custDataLst>
              <p:tags r:id="rId12"/>
            </p:custDataLst>
          </p:nvPr>
        </p:nvSpPr>
        <p:spPr>
          <a:xfrm>
            <a:off x="4643974" y="3348368"/>
            <a:ext cx="101600" cy="974205"/>
          </a:xfrm>
          <a:prstGeom prst="rect">
            <a:avLst/>
          </a:prstGeom>
          <a:solidFill>
            <a:srgbClr val="4379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>
            <p:custDataLst>
              <p:tags r:id="rId13"/>
            </p:custDataLst>
          </p:nvPr>
        </p:nvSpPr>
        <p:spPr>
          <a:xfrm>
            <a:off x="4643974" y="4741464"/>
            <a:ext cx="101600" cy="974205"/>
          </a:xfrm>
          <a:prstGeom prst="rect">
            <a:avLst/>
          </a:prstGeom>
          <a:solidFill>
            <a:srgbClr val="4379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6" grpId="0"/>
      <p:bldP spid="17" grpId="0"/>
      <p:bldP spid="18" grpId="0" bldLvl="0" animBg="1"/>
      <p:bldP spid="19" grpId="0"/>
      <p:bldP spid="20" grpId="0"/>
      <p:bldP spid="21" grpId="0"/>
      <p:bldP spid="22" grpId="0"/>
      <p:bldP spid="23" grpId="0" bldLvl="0" animBg="1"/>
      <p:bldP spid="24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867410" y="464185"/>
            <a:ext cx="1136015" cy="1136015"/>
          </a:xfrm>
          <a:prstGeom prst="rect">
            <a:avLst/>
          </a:prstGeom>
        </p:spPr>
      </p:pic>
      <p:sp>
        <p:nvSpPr>
          <p:cNvPr id="15" name="PA-文本框 36"/>
          <p:cNvSpPr txBox="1"/>
          <p:nvPr>
            <p:custDataLst>
              <p:tags r:id="rId2"/>
            </p:custDataLst>
          </p:nvPr>
        </p:nvSpPr>
        <p:spPr>
          <a:xfrm>
            <a:off x="2002790" y="709295"/>
            <a:ext cx="34683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{sub_title}</a:t>
            </a:r>
            <a:endParaRPr lang="en-US" altLang="zh-CN" sz="3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îṥļîḑé-Rectangle 11"/>
          <p:cNvSpPr/>
          <p:nvPr>
            <p:custDataLst>
              <p:tags r:id="rId3"/>
            </p:custDataLst>
          </p:nvPr>
        </p:nvSpPr>
        <p:spPr>
          <a:xfrm rot="5400000">
            <a:off x="6067140" y="1834809"/>
            <a:ext cx="74111" cy="8927837"/>
          </a:xfrm>
          <a:prstGeom prst="rect">
            <a:avLst/>
          </a:prstGeom>
          <a:solidFill>
            <a:srgbClr val="43797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îṥļîḑé-Oval 8"/>
          <p:cNvSpPr/>
          <p:nvPr>
            <p:custDataLst>
              <p:tags r:id="rId4"/>
            </p:custDataLst>
          </p:nvPr>
        </p:nvSpPr>
        <p:spPr>
          <a:xfrm>
            <a:off x="2141629" y="1696036"/>
            <a:ext cx="800218" cy="800218"/>
          </a:xfrm>
          <a:prstGeom prst="ellipse">
            <a:avLst/>
          </a:prstGeom>
          <a:solidFill>
            <a:srgbClr val="43797C"/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wrap="none" anchor="ctr">
            <a:norm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ar-SA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1</a:t>
            </a:r>
            <a:endParaRPr kumimoji="0" lang="ar-SA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8" name="îṥļîḑé-Oval 16"/>
          <p:cNvSpPr/>
          <p:nvPr>
            <p:custDataLst>
              <p:tags r:id="rId5"/>
            </p:custDataLst>
          </p:nvPr>
        </p:nvSpPr>
        <p:spPr>
          <a:xfrm>
            <a:off x="1766390" y="3182089"/>
            <a:ext cx="800218" cy="800218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wrap="none" anchor="ctr">
            <a:norm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ar-SA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2</a:t>
            </a:r>
            <a:endParaRPr kumimoji="0" lang="ar-SA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9" name="îṥļîḑé-Oval 22"/>
          <p:cNvSpPr/>
          <p:nvPr>
            <p:custDataLst>
              <p:tags r:id="rId6"/>
            </p:custDataLst>
          </p:nvPr>
        </p:nvSpPr>
        <p:spPr>
          <a:xfrm>
            <a:off x="1388965" y="4676244"/>
            <a:ext cx="800218" cy="800218"/>
          </a:xfrm>
          <a:prstGeom prst="ellipse">
            <a:avLst/>
          </a:prstGeom>
          <a:solidFill>
            <a:srgbClr val="2896CB"/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wrap="none" anchor="ctr">
            <a:norm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ar-SA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3</a:t>
            </a:r>
            <a:endParaRPr kumimoji="0" lang="ar-SA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2988945" y="1621790"/>
            <a:ext cx="6708775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{desc_1}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2941955" y="1957705"/>
            <a:ext cx="6659880" cy="4508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lnSpc>
                <a:spcPct val="130000"/>
              </a:lnSpc>
              <a:defRPr/>
            </a:pPr>
            <a:r>
              <a:rPr lang="en-US" altLang="zh-CN" kern="0" dirty="0">
                <a:solidFill>
                  <a:srgbClr val="000000">
                    <a:lumMod val="95000"/>
                    <a:lumOff val="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{content_1}</a:t>
            </a:r>
            <a:endParaRPr lang="en-US" altLang="zh-CN" kern="0" dirty="0">
              <a:solidFill>
                <a:srgbClr val="000000">
                  <a:lumMod val="95000"/>
                  <a:lumOff val="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2660650" y="3125470"/>
            <a:ext cx="670433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{desc_2}</a:t>
            </a:r>
            <a:endParaRPr kumimoji="0" lang="zh-CN" altLang="en-US" sz="2200" b="1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>
            <p:custDataLst>
              <p:tags r:id="rId10"/>
            </p:custDataLst>
          </p:nvPr>
        </p:nvSpPr>
        <p:spPr>
          <a:xfrm>
            <a:off x="2613660" y="3461385"/>
            <a:ext cx="6659880" cy="4508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lnSpc>
                <a:spcPct val="130000"/>
              </a:lnSpc>
              <a:defRPr/>
            </a:pPr>
            <a:r>
              <a:rPr lang="en-US" altLang="zh-CN" kern="0" dirty="0">
                <a:solidFill>
                  <a:srgbClr val="000000">
                    <a:lumMod val="95000"/>
                    <a:lumOff val="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{content_2}</a:t>
            </a:r>
            <a:endParaRPr lang="en-US" altLang="zh-CN" kern="0" dirty="0">
              <a:solidFill>
                <a:srgbClr val="000000">
                  <a:lumMod val="95000"/>
                  <a:lumOff val="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2282825" y="4664075"/>
            <a:ext cx="6665595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{desc_3}</a:t>
            </a:r>
            <a:endParaRPr kumimoji="0" lang="zh-CN" altLang="en-US" sz="2200" b="1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12"/>
            </p:custDataLst>
          </p:nvPr>
        </p:nvSpPr>
        <p:spPr>
          <a:xfrm>
            <a:off x="2235835" y="4999990"/>
            <a:ext cx="6659880" cy="4508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lnSpc>
                <a:spcPct val="130000"/>
              </a:lnSpc>
              <a:defRPr/>
            </a:pPr>
            <a:r>
              <a:rPr lang="en-US" altLang="zh-CN" kern="0" dirty="0">
                <a:solidFill>
                  <a:srgbClr val="000000">
                    <a:lumMod val="95000"/>
                    <a:lumOff val="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{content_3}</a:t>
            </a:r>
            <a:endParaRPr lang="en-US" altLang="zh-CN" kern="0" dirty="0">
              <a:solidFill>
                <a:srgbClr val="000000">
                  <a:lumMod val="95000"/>
                  <a:lumOff val="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7" name="图片 26" descr="图片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41765" y="1515110"/>
            <a:ext cx="2152015" cy="4980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16" grpId="0" bldLvl="0" animBg="1"/>
      <p:bldP spid="17" grpId="0" bldLvl="0" animBg="1"/>
      <p:bldP spid="18" grpId="0" bldLvl="0" animBg="1"/>
      <p:bldP spid="19" grpId="0" bldLvl="0" animBg="1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867410" y="464185"/>
            <a:ext cx="1136015" cy="1136015"/>
          </a:xfrm>
          <a:prstGeom prst="rect">
            <a:avLst/>
          </a:prstGeom>
        </p:spPr>
      </p:pic>
      <p:sp>
        <p:nvSpPr>
          <p:cNvPr id="15" name="PA-文本框 36"/>
          <p:cNvSpPr txBox="1"/>
          <p:nvPr>
            <p:custDataLst>
              <p:tags r:id="rId2"/>
            </p:custDataLst>
          </p:nvPr>
        </p:nvSpPr>
        <p:spPr>
          <a:xfrm>
            <a:off x="2002790" y="709295"/>
            <a:ext cx="36645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{sub_title}</a:t>
            </a:r>
            <a:endParaRPr lang="en-US" altLang="zh-CN" sz="3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îṥļîḑé-Rectangle 11"/>
          <p:cNvSpPr/>
          <p:nvPr>
            <p:custDataLst>
              <p:tags r:id="rId3"/>
            </p:custDataLst>
          </p:nvPr>
        </p:nvSpPr>
        <p:spPr>
          <a:xfrm rot="5400000">
            <a:off x="5602955" y="1834809"/>
            <a:ext cx="74111" cy="8927837"/>
          </a:xfrm>
          <a:prstGeom prst="rect">
            <a:avLst/>
          </a:prstGeom>
          <a:solidFill>
            <a:srgbClr val="43797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îṥļîḑé-Oval 8"/>
          <p:cNvSpPr/>
          <p:nvPr>
            <p:custDataLst>
              <p:tags r:id="rId4"/>
            </p:custDataLst>
          </p:nvPr>
        </p:nvSpPr>
        <p:spPr>
          <a:xfrm>
            <a:off x="3562124" y="1838276"/>
            <a:ext cx="800218" cy="800218"/>
          </a:xfrm>
          <a:prstGeom prst="ellipse">
            <a:avLst/>
          </a:prstGeom>
          <a:solidFill>
            <a:srgbClr val="43797C"/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wrap="none" anchor="ctr">
            <a:norm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ar-SA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1</a:t>
            </a:r>
            <a:endParaRPr kumimoji="0" lang="ar-SA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8" name="îṥļîḑé-Oval 16"/>
          <p:cNvSpPr/>
          <p:nvPr>
            <p:custDataLst>
              <p:tags r:id="rId5"/>
            </p:custDataLst>
          </p:nvPr>
        </p:nvSpPr>
        <p:spPr>
          <a:xfrm>
            <a:off x="3993970" y="3335124"/>
            <a:ext cx="800218" cy="800218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wrap="none" anchor="ctr">
            <a:norm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ar-SA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2</a:t>
            </a:r>
            <a:endParaRPr kumimoji="0" lang="ar-SA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9" name="îṥļîḑé-Oval 22"/>
          <p:cNvSpPr/>
          <p:nvPr>
            <p:custDataLst>
              <p:tags r:id="rId6"/>
            </p:custDataLst>
          </p:nvPr>
        </p:nvSpPr>
        <p:spPr>
          <a:xfrm>
            <a:off x="3609560" y="4872459"/>
            <a:ext cx="800218" cy="800218"/>
          </a:xfrm>
          <a:prstGeom prst="ellipse">
            <a:avLst/>
          </a:prstGeom>
          <a:solidFill>
            <a:srgbClr val="2896CB"/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wrap="none" anchor="ctr">
            <a:norm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ar-SA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3</a:t>
            </a:r>
            <a:endParaRPr kumimoji="0" lang="ar-SA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4409440" y="1731645"/>
            <a:ext cx="6708775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{desc_1}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4362450" y="2067560"/>
            <a:ext cx="6659880" cy="4508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lnSpc>
                <a:spcPct val="130000"/>
              </a:lnSpc>
              <a:defRPr/>
            </a:pPr>
            <a:r>
              <a:rPr lang="en-US" altLang="zh-CN" kern="0" dirty="0">
                <a:solidFill>
                  <a:srgbClr val="000000">
                    <a:lumMod val="95000"/>
                    <a:lumOff val="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{content_1}</a:t>
            </a:r>
            <a:endParaRPr lang="en-US" altLang="zh-CN" kern="0" dirty="0">
              <a:solidFill>
                <a:srgbClr val="000000">
                  <a:lumMod val="95000"/>
                  <a:lumOff val="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4888230" y="3235325"/>
            <a:ext cx="670433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{desc_2}</a:t>
            </a:r>
            <a:endParaRPr kumimoji="0" lang="zh-CN" altLang="en-US" sz="2200" b="1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>
            <p:custDataLst>
              <p:tags r:id="rId10"/>
            </p:custDataLst>
          </p:nvPr>
        </p:nvSpPr>
        <p:spPr>
          <a:xfrm>
            <a:off x="4841240" y="3571240"/>
            <a:ext cx="6659880" cy="4508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lnSpc>
                <a:spcPct val="130000"/>
              </a:lnSpc>
              <a:defRPr/>
            </a:pPr>
            <a:r>
              <a:rPr lang="en-US" altLang="zh-CN" kern="0" dirty="0">
                <a:solidFill>
                  <a:srgbClr val="000000">
                    <a:lumMod val="95000"/>
                    <a:lumOff val="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{content_2}</a:t>
            </a:r>
            <a:endParaRPr lang="en-US" altLang="zh-CN" kern="0" dirty="0">
              <a:solidFill>
                <a:srgbClr val="000000">
                  <a:lumMod val="95000"/>
                  <a:lumOff val="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4503420" y="4773930"/>
            <a:ext cx="6665595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{desc_3}</a:t>
            </a:r>
            <a:endParaRPr kumimoji="0" lang="zh-CN" altLang="en-US" sz="2200" b="1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12"/>
            </p:custDataLst>
          </p:nvPr>
        </p:nvSpPr>
        <p:spPr>
          <a:xfrm>
            <a:off x="4456430" y="5109845"/>
            <a:ext cx="6659880" cy="4508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lnSpc>
                <a:spcPct val="130000"/>
              </a:lnSpc>
              <a:defRPr/>
            </a:pPr>
            <a:r>
              <a:rPr lang="en-US" altLang="zh-CN" kern="0" dirty="0">
                <a:solidFill>
                  <a:srgbClr val="000000">
                    <a:lumMod val="95000"/>
                    <a:lumOff val="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{content_3}</a:t>
            </a:r>
            <a:endParaRPr lang="en-US" altLang="zh-CN" kern="0" dirty="0">
              <a:solidFill>
                <a:srgbClr val="000000">
                  <a:lumMod val="95000"/>
                  <a:lumOff val="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3" cstate="screen"/>
          <a:stretch>
            <a:fillRect/>
          </a:stretch>
        </p:blipFill>
        <p:spPr>
          <a:xfrm>
            <a:off x="225184" y="1928090"/>
            <a:ext cx="3471333" cy="44631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16" grpId="0" bldLvl="0" animBg="1"/>
      <p:bldP spid="17" grpId="0" bldLvl="0" animBg="1"/>
      <p:bldP spid="18" grpId="0" bldLvl="0" animBg="1"/>
      <p:bldP spid="19" grpId="0" bldLvl="0" animBg="1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867410" y="464185"/>
            <a:ext cx="1136015" cy="1136015"/>
          </a:xfrm>
          <a:prstGeom prst="rect">
            <a:avLst/>
          </a:prstGeom>
        </p:spPr>
      </p:pic>
      <p:sp>
        <p:nvSpPr>
          <p:cNvPr id="15" name="PA-文本框 36"/>
          <p:cNvSpPr txBox="1"/>
          <p:nvPr>
            <p:custDataLst>
              <p:tags r:id="rId2"/>
            </p:custDataLst>
          </p:nvPr>
        </p:nvSpPr>
        <p:spPr>
          <a:xfrm>
            <a:off x="2002790" y="709295"/>
            <a:ext cx="3730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{sub_title}</a:t>
            </a:r>
            <a:endParaRPr lang="en-US" altLang="zh-CN" sz="3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676650" y="1741805"/>
            <a:ext cx="6407785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{desc_1}</a:t>
            </a:r>
            <a:endParaRPr kumimoji="0" lang="en-US" altLang="zh-CN" sz="2200" b="1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3676650" y="2171700"/>
            <a:ext cx="6407150" cy="4508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kern="0" dirty="0">
                <a:solidFill>
                  <a:srgbClr val="000000">
                    <a:lumMod val="95000"/>
                    <a:lumOff val="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{content_1}</a:t>
            </a:r>
            <a:endParaRPr lang="en-US" altLang="zh-CN" kern="0" dirty="0">
              <a:solidFill>
                <a:srgbClr val="000000">
                  <a:lumMod val="95000"/>
                  <a:lumOff val="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>
            <p:custDataLst>
              <p:tags r:id="rId5"/>
            </p:custDataLst>
          </p:nvPr>
        </p:nvSpPr>
        <p:spPr>
          <a:xfrm>
            <a:off x="3475574" y="1822915"/>
            <a:ext cx="101600" cy="974205"/>
          </a:xfrm>
          <a:prstGeom prst="rect">
            <a:avLst/>
          </a:prstGeom>
          <a:solidFill>
            <a:srgbClr val="4379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4246245" y="3267710"/>
            <a:ext cx="640715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{desc_2}</a:t>
            </a:r>
            <a:endParaRPr kumimoji="0" lang="zh-CN" altLang="en-US" sz="2200" b="1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4246245" y="3697605"/>
            <a:ext cx="6407150" cy="4508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kern="0" dirty="0">
                <a:solidFill>
                  <a:srgbClr val="000000">
                    <a:lumMod val="95000"/>
                    <a:lumOff val="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{content_2}</a:t>
            </a:r>
            <a:endParaRPr lang="en-US" altLang="zh-CN" kern="0" dirty="0">
              <a:solidFill>
                <a:srgbClr val="000000">
                  <a:lumMod val="95000"/>
                  <a:lumOff val="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4845050" y="4711700"/>
            <a:ext cx="6407150" cy="429895"/>
          </a:xfrm>
          <a:prstGeom prst="rect">
            <a:avLst/>
          </a:prstGeom>
          <a:noFill/>
        </p:spPr>
        <p:txBody>
          <a:bodyPr wrap="square" anchor="b">
            <a:spAutoFit/>
          </a:bodyPr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spc="3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{desc_3}</a:t>
            </a:r>
            <a:endParaRPr kumimoji="0" lang="zh-CN" altLang="en-US" sz="2200" b="1" i="0" u="none" strike="noStrike" kern="0" cap="none" spc="30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4845050" y="5141595"/>
            <a:ext cx="6407150" cy="4508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  <a:defRPr/>
            </a:pPr>
            <a:r>
              <a:rPr lang="en-US" altLang="zh-CN" kern="0" dirty="0">
                <a:solidFill>
                  <a:srgbClr val="000000">
                    <a:lumMod val="95000"/>
                    <a:lumOff val="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{content_3}</a:t>
            </a:r>
            <a:endParaRPr lang="en-US" altLang="zh-CN" kern="0" dirty="0">
              <a:solidFill>
                <a:srgbClr val="000000">
                  <a:lumMod val="95000"/>
                  <a:lumOff val="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>
            <p:custDataLst>
              <p:tags r:id="rId10"/>
            </p:custDataLst>
          </p:nvPr>
        </p:nvSpPr>
        <p:spPr>
          <a:xfrm>
            <a:off x="4045169" y="3348368"/>
            <a:ext cx="101600" cy="974205"/>
          </a:xfrm>
          <a:prstGeom prst="rect">
            <a:avLst/>
          </a:prstGeom>
          <a:solidFill>
            <a:srgbClr val="4379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>
            <p:custDataLst>
              <p:tags r:id="rId11"/>
            </p:custDataLst>
          </p:nvPr>
        </p:nvSpPr>
        <p:spPr>
          <a:xfrm>
            <a:off x="4643974" y="4741464"/>
            <a:ext cx="101600" cy="974205"/>
          </a:xfrm>
          <a:prstGeom prst="rect">
            <a:avLst/>
          </a:prstGeom>
          <a:solidFill>
            <a:srgbClr val="4379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2" cstate="screen"/>
          <a:stretch>
            <a:fillRect/>
          </a:stretch>
        </p:blipFill>
        <p:spPr>
          <a:xfrm>
            <a:off x="-492125" y="3070225"/>
            <a:ext cx="4738370" cy="35547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16" grpId="0"/>
      <p:bldP spid="17" grpId="0"/>
      <p:bldP spid="18" grpId="0" bldLvl="0" animBg="1"/>
      <p:bldP spid="19" grpId="0"/>
      <p:bldP spid="20" grpId="0"/>
      <p:bldP spid="21" grpId="0"/>
      <p:bldP spid="22" grpId="0"/>
      <p:bldP spid="23" grpId="0" bldLvl="0" animBg="1"/>
      <p:bldP spid="24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5"/>
          <p:cNvSpPr/>
          <p:nvPr/>
        </p:nvSpPr>
        <p:spPr bwMode="auto">
          <a:xfrm flipH="1">
            <a:off x="798830" y="4208780"/>
            <a:ext cx="434340" cy="362585"/>
          </a:xfrm>
          <a:custGeom>
            <a:avLst/>
            <a:gdLst>
              <a:gd name="T0" fmla="*/ 62 w 519"/>
              <a:gd name="T1" fmla="*/ 371 h 405"/>
              <a:gd name="T2" fmla="*/ 345 w 519"/>
              <a:gd name="T3" fmla="*/ 262 h 405"/>
              <a:gd name="T4" fmla="*/ 519 w 519"/>
              <a:gd name="T5" fmla="*/ 7 h 405"/>
              <a:gd name="T6" fmla="*/ 53 w 519"/>
              <a:gd name="T7" fmla="*/ 170 h 405"/>
              <a:gd name="T8" fmla="*/ 41 w 519"/>
              <a:gd name="T9" fmla="*/ 354 h 405"/>
              <a:gd name="T10" fmla="*/ 411 w 519"/>
              <a:gd name="T11" fmla="*/ 52 h 405"/>
              <a:gd name="T12" fmla="*/ 62 w 519"/>
              <a:gd name="T13" fmla="*/ 371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19" h="405">
                <a:moveTo>
                  <a:pt x="62" y="371"/>
                </a:moveTo>
                <a:cubicBezTo>
                  <a:pt x="184" y="405"/>
                  <a:pt x="299" y="379"/>
                  <a:pt x="345" y="262"/>
                </a:cubicBezTo>
                <a:cubicBezTo>
                  <a:pt x="393" y="143"/>
                  <a:pt x="435" y="58"/>
                  <a:pt x="519" y="7"/>
                </a:cubicBezTo>
                <a:cubicBezTo>
                  <a:pt x="332" y="0"/>
                  <a:pt x="160" y="28"/>
                  <a:pt x="53" y="170"/>
                </a:cubicBezTo>
                <a:cubicBezTo>
                  <a:pt x="0" y="241"/>
                  <a:pt x="7" y="303"/>
                  <a:pt x="41" y="354"/>
                </a:cubicBezTo>
                <a:cubicBezTo>
                  <a:pt x="129" y="217"/>
                  <a:pt x="262" y="118"/>
                  <a:pt x="411" y="52"/>
                </a:cubicBezTo>
                <a:cubicBezTo>
                  <a:pt x="241" y="142"/>
                  <a:pt x="139" y="244"/>
                  <a:pt x="62" y="371"/>
                </a:cubicBezTo>
                <a:close/>
              </a:path>
            </a:pathLst>
          </a:custGeom>
          <a:solidFill>
            <a:srgbClr val="C2CBA2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p>
            <a:endParaRPr lang="en-US" sz="2400">
              <a:latin typeface="+mn-ea"/>
            </a:endParaRPr>
          </a:p>
        </p:txBody>
      </p:sp>
      <p:sp>
        <p:nvSpPr>
          <p:cNvPr id="19" name="Freeform 6"/>
          <p:cNvSpPr/>
          <p:nvPr/>
        </p:nvSpPr>
        <p:spPr bwMode="auto">
          <a:xfrm flipH="1">
            <a:off x="1383030" y="4307205"/>
            <a:ext cx="369570" cy="291465"/>
          </a:xfrm>
          <a:custGeom>
            <a:avLst/>
            <a:gdLst>
              <a:gd name="T0" fmla="*/ 404 w 441"/>
              <a:gd name="T1" fmla="*/ 262 h 325"/>
              <a:gd name="T2" fmla="*/ 164 w 441"/>
              <a:gd name="T3" fmla="*/ 220 h 325"/>
              <a:gd name="T4" fmla="*/ 0 w 441"/>
              <a:gd name="T5" fmla="*/ 29 h 325"/>
              <a:gd name="T6" fmla="*/ 338 w 441"/>
              <a:gd name="T7" fmla="*/ 79 h 325"/>
              <a:gd name="T8" fmla="*/ 415 w 441"/>
              <a:gd name="T9" fmla="*/ 244 h 325"/>
              <a:gd name="T10" fmla="*/ 109 w 441"/>
              <a:gd name="T11" fmla="*/ 53 h 325"/>
              <a:gd name="T12" fmla="*/ 404 w 441"/>
              <a:gd name="T13" fmla="*/ 262 h 3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41" h="325">
                <a:moveTo>
                  <a:pt x="404" y="262"/>
                </a:moveTo>
                <a:cubicBezTo>
                  <a:pt x="322" y="325"/>
                  <a:pt x="221" y="320"/>
                  <a:pt x="164" y="220"/>
                </a:cubicBezTo>
                <a:cubicBezTo>
                  <a:pt x="123" y="144"/>
                  <a:pt x="82" y="76"/>
                  <a:pt x="0" y="29"/>
                </a:cubicBezTo>
                <a:cubicBezTo>
                  <a:pt x="126" y="0"/>
                  <a:pt x="241" y="8"/>
                  <a:pt x="338" y="79"/>
                </a:cubicBezTo>
                <a:cubicBezTo>
                  <a:pt x="338" y="79"/>
                  <a:pt x="441" y="140"/>
                  <a:pt x="415" y="244"/>
                </a:cubicBezTo>
                <a:cubicBezTo>
                  <a:pt x="334" y="154"/>
                  <a:pt x="226" y="93"/>
                  <a:pt x="109" y="53"/>
                </a:cubicBezTo>
                <a:cubicBezTo>
                  <a:pt x="244" y="109"/>
                  <a:pt x="333" y="175"/>
                  <a:pt x="404" y="262"/>
                </a:cubicBezTo>
                <a:close/>
              </a:path>
            </a:pathLst>
          </a:custGeom>
          <a:solidFill>
            <a:srgbClr val="2D695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p>
            <a:endParaRPr lang="en-US" sz="2400">
              <a:latin typeface="+mn-ea"/>
            </a:endParaRPr>
          </a:p>
        </p:txBody>
      </p:sp>
      <p:sp>
        <p:nvSpPr>
          <p:cNvPr id="20" name="Freeform 7"/>
          <p:cNvSpPr/>
          <p:nvPr/>
        </p:nvSpPr>
        <p:spPr bwMode="auto">
          <a:xfrm rot="21020969" flipH="1">
            <a:off x="1180465" y="4158615"/>
            <a:ext cx="986790" cy="1894840"/>
          </a:xfrm>
          <a:custGeom>
            <a:avLst/>
            <a:gdLst>
              <a:gd name="T0" fmla="*/ 890 w 1179"/>
              <a:gd name="T1" fmla="*/ 2115 h 2116"/>
              <a:gd name="T2" fmla="*/ 608 w 1179"/>
              <a:gd name="T3" fmla="*/ 1347 h 2116"/>
              <a:gd name="T4" fmla="*/ 538 w 1179"/>
              <a:gd name="T5" fmla="*/ 1241 h 2116"/>
              <a:gd name="T6" fmla="*/ 18 w 1179"/>
              <a:gd name="T7" fmla="*/ 1208 h 2116"/>
              <a:gd name="T8" fmla="*/ 226 w 1179"/>
              <a:gd name="T9" fmla="*/ 1109 h 2116"/>
              <a:gd name="T10" fmla="*/ 72 w 1179"/>
              <a:gd name="T11" fmla="*/ 824 h 2116"/>
              <a:gd name="T12" fmla="*/ 290 w 1179"/>
              <a:gd name="T13" fmla="*/ 1097 h 2116"/>
              <a:gd name="T14" fmla="*/ 479 w 1179"/>
              <a:gd name="T15" fmla="*/ 1122 h 2116"/>
              <a:gd name="T16" fmla="*/ 389 w 1179"/>
              <a:gd name="T17" fmla="*/ 754 h 2116"/>
              <a:gd name="T18" fmla="*/ 0 w 1179"/>
              <a:gd name="T19" fmla="*/ 547 h 2116"/>
              <a:gd name="T20" fmla="*/ 382 w 1179"/>
              <a:gd name="T21" fmla="*/ 671 h 2116"/>
              <a:gd name="T22" fmla="*/ 407 w 1179"/>
              <a:gd name="T23" fmla="*/ 295 h 2116"/>
              <a:gd name="T24" fmla="*/ 589 w 1179"/>
              <a:gd name="T25" fmla="*/ 1130 h 2116"/>
              <a:gd name="T26" fmla="*/ 549 w 1179"/>
              <a:gd name="T27" fmla="*/ 886 h 2116"/>
              <a:gd name="T28" fmla="*/ 629 w 1179"/>
              <a:gd name="T29" fmla="*/ 396 h 2116"/>
              <a:gd name="T30" fmla="*/ 520 w 1179"/>
              <a:gd name="T31" fmla="*/ 22 h 2116"/>
              <a:gd name="T32" fmla="*/ 680 w 1179"/>
              <a:gd name="T33" fmla="*/ 282 h 2116"/>
              <a:gd name="T34" fmla="*/ 873 w 1179"/>
              <a:gd name="T35" fmla="*/ 0 h 2116"/>
              <a:gd name="T36" fmla="*/ 644 w 1179"/>
              <a:gd name="T37" fmla="*/ 941 h 2116"/>
              <a:gd name="T38" fmla="*/ 821 w 1179"/>
              <a:gd name="T39" fmla="*/ 1360 h 2116"/>
              <a:gd name="T40" fmla="*/ 1166 w 1179"/>
              <a:gd name="T41" fmla="*/ 2116 h 2116"/>
              <a:gd name="T42" fmla="*/ 890 w 1179"/>
              <a:gd name="T43" fmla="*/ 2115 h 2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179" h="2116">
                <a:moveTo>
                  <a:pt x="890" y="2115"/>
                </a:moveTo>
                <a:cubicBezTo>
                  <a:pt x="936" y="1846"/>
                  <a:pt x="818" y="1627"/>
                  <a:pt x="608" y="1347"/>
                </a:cubicBezTo>
                <a:cubicBezTo>
                  <a:pt x="582" y="1314"/>
                  <a:pt x="559" y="1276"/>
                  <a:pt x="538" y="1241"/>
                </a:cubicBezTo>
                <a:cubicBezTo>
                  <a:pt x="417" y="1158"/>
                  <a:pt x="255" y="1128"/>
                  <a:pt x="18" y="1208"/>
                </a:cubicBezTo>
                <a:cubicBezTo>
                  <a:pt x="77" y="1159"/>
                  <a:pt x="150" y="1126"/>
                  <a:pt x="226" y="1109"/>
                </a:cubicBezTo>
                <a:cubicBezTo>
                  <a:pt x="126" y="1037"/>
                  <a:pt x="75" y="926"/>
                  <a:pt x="72" y="824"/>
                </a:cubicBezTo>
                <a:cubicBezTo>
                  <a:pt x="87" y="977"/>
                  <a:pt x="187" y="1057"/>
                  <a:pt x="290" y="1097"/>
                </a:cubicBezTo>
                <a:cubicBezTo>
                  <a:pt x="352" y="1093"/>
                  <a:pt x="416" y="1099"/>
                  <a:pt x="479" y="1122"/>
                </a:cubicBezTo>
                <a:cubicBezTo>
                  <a:pt x="431" y="1003"/>
                  <a:pt x="404" y="880"/>
                  <a:pt x="389" y="754"/>
                </a:cubicBezTo>
                <a:cubicBezTo>
                  <a:pt x="330" y="635"/>
                  <a:pt x="204" y="520"/>
                  <a:pt x="0" y="547"/>
                </a:cubicBezTo>
                <a:cubicBezTo>
                  <a:pt x="124" y="521"/>
                  <a:pt x="273" y="554"/>
                  <a:pt x="382" y="671"/>
                </a:cubicBezTo>
                <a:cubicBezTo>
                  <a:pt x="375" y="534"/>
                  <a:pt x="383" y="406"/>
                  <a:pt x="407" y="295"/>
                </a:cubicBezTo>
                <a:cubicBezTo>
                  <a:pt x="359" y="660"/>
                  <a:pt x="449" y="940"/>
                  <a:pt x="589" y="1130"/>
                </a:cubicBezTo>
                <a:cubicBezTo>
                  <a:pt x="566" y="1049"/>
                  <a:pt x="553" y="926"/>
                  <a:pt x="549" y="886"/>
                </a:cubicBezTo>
                <a:cubicBezTo>
                  <a:pt x="531" y="720"/>
                  <a:pt x="567" y="549"/>
                  <a:pt x="629" y="396"/>
                </a:cubicBezTo>
                <a:cubicBezTo>
                  <a:pt x="661" y="276"/>
                  <a:pt x="659" y="126"/>
                  <a:pt x="520" y="22"/>
                </a:cubicBezTo>
                <a:cubicBezTo>
                  <a:pt x="601" y="74"/>
                  <a:pt x="666" y="167"/>
                  <a:pt x="680" y="282"/>
                </a:cubicBezTo>
                <a:cubicBezTo>
                  <a:pt x="736" y="174"/>
                  <a:pt x="805" y="76"/>
                  <a:pt x="873" y="0"/>
                </a:cubicBezTo>
                <a:cubicBezTo>
                  <a:pt x="609" y="334"/>
                  <a:pt x="590" y="708"/>
                  <a:pt x="644" y="941"/>
                </a:cubicBezTo>
                <a:cubicBezTo>
                  <a:pt x="668" y="1046"/>
                  <a:pt x="739" y="1211"/>
                  <a:pt x="821" y="1360"/>
                </a:cubicBezTo>
                <a:cubicBezTo>
                  <a:pt x="1068" y="1587"/>
                  <a:pt x="1179" y="1851"/>
                  <a:pt x="1166" y="2116"/>
                </a:cubicBezTo>
                <a:cubicBezTo>
                  <a:pt x="890" y="2115"/>
                  <a:pt x="890" y="2115"/>
                  <a:pt x="890" y="211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p>
            <a:endParaRPr lang="en-US" sz="2400">
              <a:latin typeface="+mn-ea"/>
            </a:endParaRPr>
          </a:p>
        </p:txBody>
      </p:sp>
      <p:sp>
        <p:nvSpPr>
          <p:cNvPr id="21" name="Freeform 8"/>
          <p:cNvSpPr/>
          <p:nvPr/>
        </p:nvSpPr>
        <p:spPr bwMode="auto">
          <a:xfrm flipH="1">
            <a:off x="1549400" y="4571365"/>
            <a:ext cx="118110" cy="207645"/>
          </a:xfrm>
          <a:custGeom>
            <a:avLst/>
            <a:gdLst>
              <a:gd name="T0" fmla="*/ 55 w 141"/>
              <a:gd name="T1" fmla="*/ 228 h 232"/>
              <a:gd name="T2" fmla="*/ 17 w 141"/>
              <a:gd name="T3" fmla="*/ 141 h 232"/>
              <a:gd name="T4" fmla="*/ 26 w 141"/>
              <a:gd name="T5" fmla="*/ 0 h 232"/>
              <a:gd name="T6" fmla="*/ 137 w 141"/>
              <a:gd name="T7" fmla="*/ 157 h 232"/>
              <a:gd name="T8" fmla="*/ 69 w 141"/>
              <a:gd name="T9" fmla="*/ 228 h 232"/>
              <a:gd name="T10" fmla="*/ 51 w 141"/>
              <a:gd name="T11" fmla="*/ 43 h 232"/>
              <a:gd name="T12" fmla="*/ 55 w 141"/>
              <a:gd name="T13" fmla="*/ 228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1" h="232">
                <a:moveTo>
                  <a:pt x="55" y="228"/>
                </a:moveTo>
                <a:cubicBezTo>
                  <a:pt x="16" y="208"/>
                  <a:pt x="0" y="173"/>
                  <a:pt x="17" y="141"/>
                </a:cubicBezTo>
                <a:cubicBezTo>
                  <a:pt x="37" y="96"/>
                  <a:pt x="38" y="48"/>
                  <a:pt x="26" y="0"/>
                </a:cubicBezTo>
                <a:cubicBezTo>
                  <a:pt x="75" y="38"/>
                  <a:pt x="131" y="85"/>
                  <a:pt x="137" y="157"/>
                </a:cubicBezTo>
                <a:cubicBezTo>
                  <a:pt x="141" y="206"/>
                  <a:pt x="122" y="232"/>
                  <a:pt x="69" y="228"/>
                </a:cubicBezTo>
                <a:cubicBezTo>
                  <a:pt x="75" y="175"/>
                  <a:pt x="74" y="108"/>
                  <a:pt x="51" y="43"/>
                </a:cubicBezTo>
                <a:cubicBezTo>
                  <a:pt x="74" y="116"/>
                  <a:pt x="70" y="172"/>
                  <a:pt x="55" y="228"/>
                </a:cubicBezTo>
                <a:close/>
              </a:path>
            </a:pathLst>
          </a:custGeom>
          <a:solidFill>
            <a:srgbClr val="C2CBA2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p>
            <a:endParaRPr lang="en-US" sz="2400">
              <a:latin typeface="+mn-ea"/>
            </a:endParaRPr>
          </a:p>
        </p:txBody>
      </p:sp>
      <p:sp>
        <p:nvSpPr>
          <p:cNvPr id="22" name="Freeform 9"/>
          <p:cNvSpPr/>
          <p:nvPr/>
        </p:nvSpPr>
        <p:spPr bwMode="auto">
          <a:xfrm rot="20970480" flipH="1">
            <a:off x="1891665" y="4738370"/>
            <a:ext cx="396875" cy="270510"/>
          </a:xfrm>
          <a:custGeom>
            <a:avLst/>
            <a:gdLst>
              <a:gd name="T0" fmla="*/ 474 w 474"/>
              <a:gd name="T1" fmla="*/ 114 h 302"/>
              <a:gd name="T2" fmla="*/ 269 w 474"/>
              <a:gd name="T3" fmla="*/ 278 h 302"/>
              <a:gd name="T4" fmla="*/ 0 w 474"/>
              <a:gd name="T5" fmla="*/ 277 h 302"/>
              <a:gd name="T6" fmla="*/ 277 w 474"/>
              <a:gd name="T7" fmla="*/ 37 h 302"/>
              <a:gd name="T8" fmla="*/ 466 w 474"/>
              <a:gd name="T9" fmla="*/ 92 h 302"/>
              <a:gd name="T10" fmla="*/ 97 w 474"/>
              <a:gd name="T11" fmla="*/ 204 h 302"/>
              <a:gd name="T12" fmla="*/ 474 w 474"/>
              <a:gd name="T13" fmla="*/ 114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74" h="302">
                <a:moveTo>
                  <a:pt x="474" y="114"/>
                </a:moveTo>
                <a:cubicBezTo>
                  <a:pt x="466" y="226"/>
                  <a:pt x="392" y="302"/>
                  <a:pt x="269" y="278"/>
                </a:cubicBezTo>
                <a:cubicBezTo>
                  <a:pt x="179" y="260"/>
                  <a:pt x="94" y="244"/>
                  <a:pt x="0" y="277"/>
                </a:cubicBezTo>
                <a:cubicBezTo>
                  <a:pt x="64" y="156"/>
                  <a:pt x="154" y="67"/>
                  <a:pt x="277" y="37"/>
                </a:cubicBezTo>
                <a:cubicBezTo>
                  <a:pt x="277" y="37"/>
                  <a:pt x="399" y="0"/>
                  <a:pt x="466" y="92"/>
                </a:cubicBezTo>
                <a:cubicBezTo>
                  <a:pt x="335" y="95"/>
                  <a:pt x="208" y="140"/>
                  <a:pt x="97" y="204"/>
                </a:cubicBezTo>
                <a:cubicBezTo>
                  <a:pt x="235" y="135"/>
                  <a:pt x="353" y="111"/>
                  <a:pt x="474" y="114"/>
                </a:cubicBezTo>
                <a:close/>
              </a:path>
            </a:pathLst>
          </a:custGeom>
          <a:solidFill>
            <a:srgbClr val="2D695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p>
            <a:endParaRPr lang="en-US" sz="2400">
              <a:latin typeface="+mn-ea"/>
            </a:endParaRPr>
          </a:p>
        </p:txBody>
      </p:sp>
      <p:sp>
        <p:nvSpPr>
          <p:cNvPr id="23" name="Freeform 10"/>
          <p:cNvSpPr/>
          <p:nvPr/>
        </p:nvSpPr>
        <p:spPr bwMode="auto">
          <a:xfrm flipH="1">
            <a:off x="1886585" y="5030470"/>
            <a:ext cx="112395" cy="187960"/>
          </a:xfrm>
          <a:custGeom>
            <a:avLst/>
            <a:gdLst>
              <a:gd name="T0" fmla="*/ 82 w 134"/>
              <a:gd name="T1" fmla="*/ 210 h 210"/>
              <a:gd name="T2" fmla="*/ 124 w 134"/>
              <a:gd name="T3" fmla="*/ 133 h 210"/>
              <a:gd name="T4" fmla="*/ 132 w 134"/>
              <a:gd name="T5" fmla="*/ 0 h 210"/>
              <a:gd name="T6" fmla="*/ 9 w 134"/>
              <a:gd name="T7" fmla="*/ 133 h 210"/>
              <a:gd name="T8" fmla="*/ 74 w 134"/>
              <a:gd name="T9" fmla="*/ 210 h 210"/>
              <a:gd name="T10" fmla="*/ 102 w 134"/>
              <a:gd name="T11" fmla="*/ 37 h 210"/>
              <a:gd name="T12" fmla="*/ 82 w 134"/>
              <a:gd name="T13" fmla="*/ 210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4" h="210">
                <a:moveTo>
                  <a:pt x="82" y="210"/>
                </a:moveTo>
                <a:cubicBezTo>
                  <a:pt x="122" y="197"/>
                  <a:pt x="134" y="166"/>
                  <a:pt x="124" y="133"/>
                </a:cubicBezTo>
                <a:cubicBezTo>
                  <a:pt x="111" y="88"/>
                  <a:pt x="115" y="45"/>
                  <a:pt x="132" y="0"/>
                </a:cubicBezTo>
                <a:cubicBezTo>
                  <a:pt x="80" y="31"/>
                  <a:pt x="24" y="67"/>
                  <a:pt x="9" y="133"/>
                </a:cubicBezTo>
                <a:cubicBezTo>
                  <a:pt x="0" y="179"/>
                  <a:pt x="20" y="206"/>
                  <a:pt x="74" y="210"/>
                </a:cubicBezTo>
                <a:cubicBezTo>
                  <a:pt x="56" y="150"/>
                  <a:pt x="71" y="89"/>
                  <a:pt x="102" y="37"/>
                </a:cubicBezTo>
                <a:cubicBezTo>
                  <a:pt x="71" y="103"/>
                  <a:pt x="67" y="156"/>
                  <a:pt x="82" y="210"/>
                </a:cubicBezTo>
                <a:close/>
              </a:path>
            </a:pathLst>
          </a:custGeom>
          <a:solidFill>
            <a:srgbClr val="C2CBA2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p>
            <a:endParaRPr lang="en-US" sz="2400">
              <a:latin typeface="+mn-ea"/>
            </a:endParaRPr>
          </a:p>
        </p:txBody>
      </p:sp>
      <p:sp>
        <p:nvSpPr>
          <p:cNvPr id="25" name="Freeform 11"/>
          <p:cNvSpPr/>
          <p:nvPr/>
        </p:nvSpPr>
        <p:spPr bwMode="auto">
          <a:xfrm rot="20700000" flipH="1">
            <a:off x="1991995" y="5320030"/>
            <a:ext cx="314960" cy="453390"/>
          </a:xfrm>
          <a:custGeom>
            <a:avLst/>
            <a:gdLst>
              <a:gd name="T0" fmla="*/ 344 w 377"/>
              <a:gd name="T1" fmla="*/ 106 h 506"/>
              <a:gd name="T2" fmla="*/ 268 w 377"/>
              <a:gd name="T3" fmla="*/ 292 h 506"/>
              <a:gd name="T4" fmla="*/ 44 w 377"/>
              <a:gd name="T5" fmla="*/ 506 h 506"/>
              <a:gd name="T6" fmla="*/ 99 w 377"/>
              <a:gd name="T7" fmla="*/ 85 h 506"/>
              <a:gd name="T8" fmla="*/ 329 w 377"/>
              <a:gd name="T9" fmla="*/ 84 h 506"/>
              <a:gd name="T10" fmla="*/ 68 w 377"/>
              <a:gd name="T11" fmla="*/ 394 h 506"/>
              <a:gd name="T12" fmla="*/ 344 w 377"/>
              <a:gd name="T13" fmla="*/ 106 h 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77" h="506">
                <a:moveTo>
                  <a:pt x="344" y="106"/>
                </a:moveTo>
                <a:cubicBezTo>
                  <a:pt x="377" y="195"/>
                  <a:pt x="341" y="258"/>
                  <a:pt x="268" y="292"/>
                </a:cubicBezTo>
                <a:cubicBezTo>
                  <a:pt x="171" y="335"/>
                  <a:pt x="97" y="408"/>
                  <a:pt x="44" y="506"/>
                </a:cubicBezTo>
                <a:cubicBezTo>
                  <a:pt x="21" y="366"/>
                  <a:pt x="0" y="211"/>
                  <a:pt x="99" y="85"/>
                </a:cubicBezTo>
                <a:cubicBezTo>
                  <a:pt x="165" y="0"/>
                  <a:pt x="245" y="2"/>
                  <a:pt x="329" y="84"/>
                </a:cubicBezTo>
                <a:cubicBezTo>
                  <a:pt x="199" y="143"/>
                  <a:pt x="114" y="261"/>
                  <a:pt x="68" y="394"/>
                </a:cubicBezTo>
                <a:cubicBezTo>
                  <a:pt x="133" y="240"/>
                  <a:pt x="223" y="154"/>
                  <a:pt x="344" y="106"/>
                </a:cubicBezTo>
                <a:close/>
              </a:path>
            </a:pathLst>
          </a:custGeom>
          <a:solidFill>
            <a:srgbClr val="2D695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p>
            <a:endParaRPr lang="en-US" sz="240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screen"/>
          <a:stretch>
            <a:fillRect/>
          </a:stretch>
        </p:blipFill>
        <p:spPr>
          <a:xfrm>
            <a:off x="7522715" y="993592"/>
            <a:ext cx="4466630" cy="512899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2512695" y="3221990"/>
            <a:ext cx="2584450" cy="2584450"/>
          </a:xfrm>
          <a:prstGeom prst="rect">
            <a:avLst/>
          </a:prstGeom>
        </p:spPr>
      </p:pic>
      <p:sp>
        <p:nvSpPr>
          <p:cNvPr id="4" name="圆角矩形标注 3"/>
          <p:cNvSpPr/>
          <p:nvPr/>
        </p:nvSpPr>
        <p:spPr>
          <a:xfrm rot="20280000" flipH="1">
            <a:off x="6362700" y="1068070"/>
            <a:ext cx="3616325" cy="1085215"/>
          </a:xfrm>
          <a:prstGeom prst="wedgeRoundRectCallout">
            <a:avLst/>
          </a:prstGeom>
          <a:solidFill>
            <a:srgbClr val="43797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2000"/>
              <a:t>1. </a:t>
            </a:r>
            <a:r>
              <a:rPr lang="zh-CN" altLang="en-US" sz="2000"/>
              <a:t>多位数减法，遇到低位数不够减时，就向高位数去借</a:t>
            </a:r>
            <a:r>
              <a:rPr lang="en-US" altLang="zh-CN" sz="2000"/>
              <a:t>......</a:t>
            </a:r>
            <a:endParaRPr lang="en-US" altLang="zh-CN" sz="2000"/>
          </a:p>
        </p:txBody>
      </p:sp>
      <p:sp>
        <p:nvSpPr>
          <p:cNvPr id="8" name="圆角矩形标注 7"/>
          <p:cNvSpPr/>
          <p:nvPr/>
        </p:nvSpPr>
        <p:spPr>
          <a:xfrm rot="20940000">
            <a:off x="2480945" y="2340610"/>
            <a:ext cx="2422525" cy="1085215"/>
          </a:xfrm>
          <a:prstGeom prst="wedgeRoundRectCallout">
            <a:avLst/>
          </a:prstGeom>
          <a:solidFill>
            <a:srgbClr val="43797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2000"/>
              <a:t>2. </a:t>
            </a:r>
            <a:r>
              <a:rPr lang="zh-CN" sz="2000"/>
              <a:t>老</a:t>
            </a:r>
            <a:r>
              <a:rPr lang="zh-CN" altLang="en-US" sz="2000"/>
              <a:t>师，要是高位数不肯借怎么办？</a:t>
            </a:r>
            <a:endParaRPr lang="zh-CN" altLang="en-US" sz="2000"/>
          </a:p>
        </p:txBody>
      </p:sp>
      <p:pic>
        <p:nvPicPr>
          <p:cNvPr id="9" name="图片 8" descr="图片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702945"/>
            <a:ext cx="3261360" cy="19265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PA" val="v5.2.8"/>
  <p:tag name="RESOURCELIBID_ANIM" val="430"/>
</p:tagLst>
</file>

<file path=ppt/tags/tag2.xml><?xml version="1.0" encoding="utf-8"?>
<p:tagLst xmlns:p="http://schemas.openxmlformats.org/presentationml/2006/main">
  <p:tag name="PA" val="v5.2.8"/>
  <p:tag name="RESOURCELIBID_ANIM" val="430"/>
</p:tagLst>
</file>

<file path=ppt/tags/tag3.xml><?xml version="1.0" encoding="utf-8"?>
<p:tagLst xmlns:p="http://schemas.openxmlformats.org/presentationml/2006/main">
  <p:tag name="KSO_WM_DIAGRAM_VIRTUALLY_FRAME" val="{&quot;height&quot;:290.5602362204724,&quot;left&quot;:484.8,&quot;top&quot;:127.58976377952756,&quot;width&quot;:385.45}"/>
</p:tagLst>
</file>

<file path=ppt/tags/tag4.xml><?xml version="1.0" encoding="utf-8"?>
<p:tagLst xmlns:p="http://schemas.openxmlformats.org/presentationml/2006/main">
  <p:tag name="KSO_WM_DIAGRAM_VIRTUALLY_FRAME" val="{&quot;height&quot;:290.5602362204724,&quot;left&quot;:484.8,&quot;top&quot;:127.58976377952756,&quot;width&quot;:385.45}"/>
</p:tagLst>
</file>

<file path=ppt/tags/tag5.xml><?xml version="1.0" encoding="utf-8"?>
<p:tagLst xmlns:p="http://schemas.openxmlformats.org/presentationml/2006/main">
  <p:tag name="PA" val="v5.2.8"/>
  <p:tag name="RESOURCELIBID_ANIM" val="430"/>
  <p:tag name="KSO_WM_DIAGRAM_VIRTUALLY_FRAME" val="{&quot;height&quot;:290.5602362204724,&quot;left&quot;:484.8,&quot;top&quot;:127.58976377952756,&quot;width&quot;:385.45}"/>
</p:tagLst>
</file>

<file path=ppt/tags/tag6.xml><?xml version="1.0" encoding="utf-8"?>
<p:tagLst xmlns:p="http://schemas.openxmlformats.org/presentationml/2006/main">
  <p:tag name="KSO_WM_DIAGRAM_VIRTUALLY_FRAME" val="{&quot;height&quot;:290.5602362204724,&quot;left&quot;:484.8,&quot;top&quot;:127.58976377952756,&quot;width&quot;:385.45}"/>
</p:tagLst>
</file>

<file path=ppt/tags/tag7.xml><?xml version="1.0" encoding="utf-8"?>
<p:tagLst xmlns:p="http://schemas.openxmlformats.org/presentationml/2006/main">
  <p:tag name="KSO_WM_DIAGRAM_VIRTUALLY_FRAME" val="{&quot;height&quot;:290.5602362204724,&quot;left&quot;:484.8,&quot;top&quot;:127.58976377952756,&quot;width&quot;:385.45}"/>
</p:tagLst>
</file>

<file path=ppt/tags/tag8.xml><?xml version="1.0" encoding="utf-8"?>
<p:tagLst xmlns:p="http://schemas.openxmlformats.org/presentationml/2006/main">
  <p:tag name="PA" val="v5.2.8"/>
  <p:tag name="RESOURCELIBID_ANIM" val="430"/>
  <p:tag name="KSO_WM_DIAGRAM_VIRTUALLY_FRAME" val="{&quot;height&quot;:290.5602362204724,&quot;left&quot;:484.8,&quot;top&quot;:127.58976377952756,&quot;width&quot;:385.45}"/>
</p:tagLst>
</file>

<file path=ppt/tags/tag9.xml><?xml version="1.0" encoding="utf-8"?>
<p:tagLst xmlns:p="http://schemas.openxmlformats.org/presentationml/2006/main">
  <p:tag name="KSO_WM_DIAGRAM_VIRTUALLY_FRAME" val="{&quot;height&quot;:290.5602362204724,&quot;left&quot;:484.8,&quot;top&quot;:127.58976377952756,&quot;width&quot;:385.45}"/>
</p:tagLst>
</file>

<file path=ppt/tags/tag10.xml><?xml version="1.0" encoding="utf-8"?>
<p:tagLst xmlns:p="http://schemas.openxmlformats.org/presentationml/2006/main">
  <p:tag name="KSO_WM_DIAGRAM_VIRTUALLY_FRAME" val="{&quot;height&quot;:290.5602362204724,&quot;left&quot;:484.8,&quot;top&quot;:127.58976377952756,&quot;width&quot;:385.45}"/>
</p:tagLst>
</file>

<file path=ppt/tags/tag11.xml><?xml version="1.0" encoding="utf-8"?>
<p:tagLst xmlns:p="http://schemas.openxmlformats.org/presentationml/2006/main">
  <p:tag name="PA" val="v5.2.8"/>
  <p:tag name="RESOURCELIBID_ANIM" val="430"/>
  <p:tag name="KSO_WM_DIAGRAM_VIRTUALLY_FRAME" val="{&quot;height&quot;:290.5602362204724,&quot;left&quot;:484.8,&quot;top&quot;:127.58976377952756,&quot;width&quot;:385.45}"/>
</p:tagLst>
</file>

<file path=ppt/tags/tag12.xml><?xml version="1.0" encoding="utf-8"?>
<p:tagLst xmlns:p="http://schemas.openxmlformats.org/presentationml/2006/main">
  <p:tag name="PA" val="v5.2.8"/>
  <p:tag name="RESOURCELIBID_ANIM" val="430"/>
</p:tagLst>
</file>

<file path=ppt/tags/tag13.xml><?xml version="1.0" encoding="utf-8"?>
<p:tagLst xmlns:p="http://schemas.openxmlformats.org/presentationml/2006/main">
  <p:tag name="PA" val="v5.2.8"/>
  <p:tag name="RESOURCELIBID_ANIM" val="430"/>
</p:tagLst>
</file>

<file path=ppt/tags/tag14.xml><?xml version="1.0" encoding="utf-8"?>
<p:tagLst xmlns:p="http://schemas.openxmlformats.org/presentationml/2006/main">
  <p:tag name="KSO_WM_DIAGRAM_VIRTUALLY_FRAME" val="{&quot;height&quot;:344.05,&quot;left&quot;:68.16724409448818,&quot;top&quot;:147.75,&quot;width&quot;:526.2327559055118}"/>
</p:tagLst>
</file>

<file path=ppt/tags/tag15.xml><?xml version="1.0" encoding="utf-8"?>
<p:tagLst xmlns:p="http://schemas.openxmlformats.org/presentationml/2006/main">
  <p:tag name="KSO_WM_DIAGRAM_VIRTUALLY_FRAME" val="{&quot;height&quot;:344.05,&quot;left&quot;:68.16724409448818,&quot;top&quot;:147.75,&quot;width&quot;:526.2327559055118}"/>
</p:tagLst>
</file>

<file path=ppt/tags/tag16.xml><?xml version="1.0" encoding="utf-8"?>
<p:tagLst xmlns:p="http://schemas.openxmlformats.org/presentationml/2006/main">
  <p:tag name="KSO_WM_DIAGRAM_VIRTUALLY_FRAME" val="{&quot;height&quot;:344.05,&quot;left&quot;:68.16724409448818,&quot;top&quot;:147.75,&quot;width&quot;:526.2327559055118}"/>
</p:tagLst>
</file>

<file path=ppt/tags/tag17.xml><?xml version="1.0" encoding="utf-8"?>
<p:tagLst xmlns:p="http://schemas.openxmlformats.org/presentationml/2006/main">
  <p:tag name="KSO_WM_DIAGRAM_VIRTUALLY_FRAME" val="{&quot;height&quot;:344.05,&quot;left&quot;:68.16724409448818,&quot;top&quot;:147.75,&quot;width&quot;:526.2327559055118}"/>
</p:tagLst>
</file>

<file path=ppt/tags/tag18.xml><?xml version="1.0" encoding="utf-8"?>
<p:tagLst xmlns:p="http://schemas.openxmlformats.org/presentationml/2006/main">
  <p:tag name="KSO_WM_DIAGRAM_VIRTUALLY_FRAME" val="{&quot;height&quot;:344.05,&quot;left&quot;:68.16724409448818,&quot;top&quot;:147.75,&quot;width&quot;:526.2327559055118}"/>
</p:tagLst>
</file>

<file path=ppt/tags/tag19.xml><?xml version="1.0" encoding="utf-8"?>
<p:tagLst xmlns:p="http://schemas.openxmlformats.org/presentationml/2006/main">
  <p:tag name="KSO_WM_DIAGRAM_VIRTUALLY_FRAME" val="{&quot;height&quot;:344.05,&quot;left&quot;:68.16724409448818,&quot;top&quot;:147.75,&quot;width&quot;:526.2327559055118}"/>
</p:tagLst>
</file>

<file path=ppt/tags/tag20.xml><?xml version="1.0" encoding="utf-8"?>
<p:tagLst xmlns:p="http://schemas.openxmlformats.org/presentationml/2006/main">
  <p:tag name="KSO_WM_DIAGRAM_VIRTUALLY_FRAME" val="{&quot;height&quot;:344.05,&quot;left&quot;:68.16724409448818,&quot;top&quot;:147.75,&quot;width&quot;:526.2327559055118}"/>
</p:tagLst>
</file>

<file path=ppt/tags/tag21.xml><?xml version="1.0" encoding="utf-8"?>
<p:tagLst xmlns:p="http://schemas.openxmlformats.org/presentationml/2006/main">
  <p:tag name="KSO_WM_DIAGRAM_VIRTUALLY_FRAME" val="{&quot;height&quot;:344.05,&quot;left&quot;:68.16724409448818,&quot;top&quot;:147.75,&quot;width&quot;:526.2327559055118}"/>
</p:tagLst>
</file>

<file path=ppt/tags/tag22.xml><?xml version="1.0" encoding="utf-8"?>
<p:tagLst xmlns:p="http://schemas.openxmlformats.org/presentationml/2006/main">
  <p:tag name="KSO_WM_DIAGRAM_VIRTUALLY_FRAME" val="{&quot;height&quot;:344.05,&quot;left&quot;:68.16724409448818,&quot;top&quot;:147.75,&quot;width&quot;:526.2327559055118}"/>
</p:tagLst>
</file>

<file path=ppt/tags/tag23.xml><?xml version="1.0" encoding="utf-8"?>
<p:tagLst xmlns:p="http://schemas.openxmlformats.org/presentationml/2006/main">
  <p:tag name="KSO_WM_DIAGRAM_VIRTUALLY_FRAME" val="{&quot;height&quot;:379.26007874015755,&quot;left&quot;:143.55566929133857,&quot;top&quot;:116.87047244094488,&quot;width&quot;:759.5943307086615}"/>
</p:tagLst>
</file>

<file path=ppt/tags/tag24.xml><?xml version="1.0" encoding="utf-8"?>
<p:tagLst xmlns:p="http://schemas.openxmlformats.org/presentationml/2006/main">
  <p:tag name="KSO_WM_DIAGRAM_VIRTUALLY_FRAME" val="{&quot;height&quot;:379.26007874015755,&quot;left&quot;:143.55566929133857,&quot;top&quot;:116.87047244094488,&quot;width&quot;:761.5943307086615}"/>
</p:tagLst>
</file>

<file path=ppt/tags/tag25.xml><?xml version="1.0" encoding="utf-8"?>
<p:tagLst xmlns:p="http://schemas.openxmlformats.org/presentationml/2006/main">
  <p:tag name="KSO_WM_DIAGRAM_VIRTUALLY_FRAME" val="{&quot;height&quot;:379.26007874015755,&quot;left&quot;:143.55566929133857,&quot;top&quot;:116.87047244094488,&quot;width&quot;:761.5943307086615}"/>
</p:tagLst>
</file>

<file path=ppt/tags/tag26.xml><?xml version="1.0" encoding="utf-8"?>
<p:tagLst xmlns:p="http://schemas.openxmlformats.org/presentationml/2006/main">
  <p:tag name="KSO_WM_DIAGRAM_VIRTUALLY_FRAME" val="{&quot;height&quot;:379.26007874015755,&quot;left&quot;:143.55566929133857,&quot;top&quot;:116.87047244094488,&quot;width&quot;:761.5943307086615}"/>
</p:tagLst>
</file>

<file path=ppt/tags/tag27.xml><?xml version="1.0" encoding="utf-8"?>
<p:tagLst xmlns:p="http://schemas.openxmlformats.org/presentationml/2006/main">
  <p:tag name="KSO_WM_DIAGRAM_VIRTUALLY_FRAME" val="{&quot;height&quot;:379.26007874015755,&quot;left&quot;:143.55566929133857,&quot;top&quot;:116.87047244094488,&quot;width&quot;:761.5943307086615}"/>
</p:tagLst>
</file>

<file path=ppt/tags/tag28.xml><?xml version="1.0" encoding="utf-8"?>
<p:tagLst xmlns:p="http://schemas.openxmlformats.org/presentationml/2006/main">
  <p:tag name="KSO_WM_DIAGRAM_VIRTUALLY_FRAME" val="{&quot;height&quot;:379.26007874015755,&quot;left&quot;:143.55566929133857,&quot;top&quot;:116.87047244094488,&quot;width&quot;:761.5943307086615}"/>
</p:tagLst>
</file>

<file path=ppt/tags/tag29.xml><?xml version="1.0" encoding="utf-8"?>
<p:tagLst xmlns:p="http://schemas.openxmlformats.org/presentationml/2006/main">
  <p:tag name="PA" val="v5.2.8"/>
  <p:tag name="RESOURCELIBID_ANIM" val="430"/>
</p:tagLst>
</file>

<file path=ppt/tags/tag30.xml><?xml version="1.0" encoding="utf-8"?>
<p:tagLst xmlns:p="http://schemas.openxmlformats.org/presentationml/2006/main">
  <p:tag name="KSO_WM_DIAGRAM_VIRTUALLY_FRAME" val="{&quot;height&quot;:379.26007874015755,&quot;left&quot;:143.55566929133857,&quot;top&quot;:116.87047244094488,&quot;width&quot;:761.5943307086615}"/>
</p:tagLst>
</file>

<file path=ppt/tags/tag31.xml><?xml version="1.0" encoding="utf-8"?>
<p:tagLst xmlns:p="http://schemas.openxmlformats.org/presentationml/2006/main">
  <p:tag name="KSO_WM_DIAGRAM_VIRTUALLY_FRAME" val="{&quot;height&quot;:379.26007874015755,&quot;left&quot;:143.55566929133857,&quot;top&quot;:116.87047244094488,&quot;width&quot;:761.5943307086615}"/>
</p:tagLst>
</file>

<file path=ppt/tags/tag32.xml><?xml version="1.0" encoding="utf-8"?>
<p:tagLst xmlns:p="http://schemas.openxmlformats.org/presentationml/2006/main">
  <p:tag name="KSO_WM_DIAGRAM_VIRTUALLY_FRAME" val="{&quot;height&quot;:379.26007874015755,&quot;left&quot;:143.55566929133857,&quot;top&quot;:116.87047244094488,&quot;width&quot;:761.5943307086615}"/>
</p:tagLst>
</file>

<file path=ppt/tags/tag33.xml><?xml version="1.0" encoding="utf-8"?>
<p:tagLst xmlns:p="http://schemas.openxmlformats.org/presentationml/2006/main">
  <p:tag name="KSO_WM_DIAGRAM_VIRTUALLY_FRAME" val="{&quot;height&quot;:379.26007874015755,&quot;left&quot;:143.55566929133857,&quot;top&quot;:116.87047244094488,&quot;width&quot;:761.5943307086615}"/>
</p:tagLst>
</file>

<file path=ppt/tags/tag34.xml><?xml version="1.0" encoding="utf-8"?>
<p:tagLst xmlns:p="http://schemas.openxmlformats.org/presentationml/2006/main">
  <p:tag name="KSO_WM_DIAGRAM_VIRTUALLY_FRAME" val="{&quot;height&quot;:362.1603149606299,&quot;left&quot;:83.14811023622048,&quot;top&quot;:136,&quot;width&quot;:775.3632283464566}"/>
</p:tagLst>
</file>

<file path=ppt/tags/tag35.xml><?xml version="1.0" encoding="utf-8"?>
<p:tagLst xmlns:p="http://schemas.openxmlformats.org/presentationml/2006/main">
  <p:tag name="PA" val="v5.2.8"/>
  <p:tag name="RESOURCELIBID_ANIM" val="430"/>
</p:tagLst>
</file>

<file path=ppt/tags/tag36.xml><?xml version="1.0" encoding="utf-8"?>
<p:tagLst xmlns:p="http://schemas.openxmlformats.org/presentationml/2006/main">
  <p:tag name="KSO_WM_DIAGRAM_VIRTUALLY_FRAME" val="{&quot;height&quot;:344.05,&quot;left&quot;:68.16724409448818,&quot;top&quot;:147.75,&quot;width&quot;:526.2327559055118}"/>
</p:tagLst>
</file>

<file path=ppt/tags/tag37.xml><?xml version="1.0" encoding="utf-8"?>
<p:tagLst xmlns:p="http://schemas.openxmlformats.org/presentationml/2006/main">
  <p:tag name="KSO_WM_DIAGRAM_VIRTUALLY_FRAME" val="{&quot;height&quot;:344.05,&quot;left&quot;:68.16724409448818,&quot;top&quot;:147.75,&quot;width&quot;:526.2327559055118}"/>
</p:tagLst>
</file>

<file path=ppt/tags/tag38.xml><?xml version="1.0" encoding="utf-8"?>
<p:tagLst xmlns:p="http://schemas.openxmlformats.org/presentationml/2006/main">
  <p:tag name="KSO_WM_DIAGRAM_VIRTUALLY_FRAME" val="{&quot;height&quot;:344.05,&quot;left&quot;:68.16724409448818,&quot;top&quot;:147.75,&quot;width&quot;:526.2327559055118}"/>
</p:tagLst>
</file>

<file path=ppt/tags/tag39.xml><?xml version="1.0" encoding="utf-8"?>
<p:tagLst xmlns:p="http://schemas.openxmlformats.org/presentationml/2006/main">
  <p:tag name="KSO_WM_DIAGRAM_VIRTUALLY_FRAME" val="{&quot;height&quot;:344.05,&quot;left&quot;:68.16724409448818,&quot;top&quot;:147.75,&quot;width&quot;:526.2327559055118}"/>
</p:tagLst>
</file>

<file path=ppt/tags/tag40.xml><?xml version="1.0" encoding="utf-8"?>
<p:tagLst xmlns:p="http://schemas.openxmlformats.org/presentationml/2006/main">
  <p:tag name="KSO_WM_DIAGRAM_VIRTUALLY_FRAME" val="{&quot;height&quot;:344.05,&quot;left&quot;:68.16724409448818,&quot;top&quot;:147.75,&quot;width&quot;:526.2327559055118}"/>
</p:tagLst>
</file>

<file path=ppt/tags/tag41.xml><?xml version="1.0" encoding="utf-8"?>
<p:tagLst xmlns:p="http://schemas.openxmlformats.org/presentationml/2006/main">
  <p:tag name="KSO_WM_DIAGRAM_VIRTUALLY_FRAME" val="{&quot;height&quot;:344.05,&quot;left&quot;:68.16724409448818,&quot;top&quot;:147.75,&quot;width&quot;:526.2327559055118}"/>
</p:tagLst>
</file>

<file path=ppt/tags/tag42.xml><?xml version="1.0" encoding="utf-8"?>
<p:tagLst xmlns:p="http://schemas.openxmlformats.org/presentationml/2006/main">
  <p:tag name="KSO_WM_DIAGRAM_VIRTUALLY_FRAME" val="{&quot;height&quot;:344.05,&quot;left&quot;:68.16724409448818,&quot;top&quot;:147.75,&quot;width&quot;:526.2327559055118}"/>
</p:tagLst>
</file>

<file path=ppt/tags/tag43.xml><?xml version="1.0" encoding="utf-8"?>
<p:tagLst xmlns:p="http://schemas.openxmlformats.org/presentationml/2006/main">
  <p:tag name="KSO_WM_DIAGRAM_VIRTUALLY_FRAME" val="{&quot;height&quot;:344.05,&quot;left&quot;:68.16724409448818,&quot;top&quot;:147.75,&quot;width&quot;:526.2327559055118}"/>
</p:tagLst>
</file>

<file path=ppt/tags/tag44.xml><?xml version="1.0" encoding="utf-8"?>
<p:tagLst xmlns:p="http://schemas.openxmlformats.org/presentationml/2006/main">
  <p:tag name="KSO_WM_DIAGRAM_VIRTUALLY_FRAME" val="{&quot;height&quot;:344.05,&quot;left&quot;:68.16724409448818,&quot;top&quot;:147.75,&quot;width&quot;:526.2327559055118}"/>
</p:tagLst>
</file>

<file path=ppt/tags/tag45.xml><?xml version="1.0" encoding="utf-8"?>
<p:tagLst xmlns:p="http://schemas.openxmlformats.org/presentationml/2006/main">
  <p:tag name="PA" val="v5.2.8"/>
  <p:tag name="RESOURCELIBID_ANIM" val="430"/>
</p:tagLst>
</file>

<file path=ppt/tags/tag46.xml><?xml version="1.0" encoding="utf-8"?>
<p:tagLst xmlns:p="http://schemas.openxmlformats.org/presentationml/2006/main">
  <p:tag name="KSO_WM_DIAGRAM_VIRTUALLY_FRAME" val="{&quot;height&quot;:379.26007874015755,&quot;left&quot;:143.55566929133857,&quot;top&quot;:116.87047244094488,&quot;width&quot;:759.5943307086615}"/>
</p:tagLst>
</file>

<file path=ppt/tags/tag47.xml><?xml version="1.0" encoding="utf-8"?>
<p:tagLst xmlns:p="http://schemas.openxmlformats.org/presentationml/2006/main">
  <p:tag name="KSO_WM_DIAGRAM_VIRTUALLY_FRAME" val="{&quot;height&quot;:379.26007874015755,&quot;left&quot;:105.63220472440943,&quot;top&quot;:116.87047244094488,&quot;width&quot;:799.5177952755905}"/>
</p:tagLst>
</file>

<file path=ppt/tags/tag48.xml><?xml version="1.0" encoding="utf-8"?>
<p:tagLst xmlns:p="http://schemas.openxmlformats.org/presentationml/2006/main">
  <p:tag name="KSO_WM_DIAGRAM_VIRTUALLY_FRAME" val="{&quot;height&quot;:379.26007874015755,&quot;left&quot;:105.63220472440943,&quot;top&quot;:116.87047244094488,&quot;width&quot;:799.5177952755905}"/>
</p:tagLst>
</file>

<file path=ppt/tags/tag49.xml><?xml version="1.0" encoding="utf-8"?>
<p:tagLst xmlns:p="http://schemas.openxmlformats.org/presentationml/2006/main">
  <p:tag name="KSO_WM_DIAGRAM_VIRTUALLY_FRAME" val="{&quot;height&quot;:379.26007874015755,&quot;left&quot;:105.63220472440943,&quot;top&quot;:116.87047244094488,&quot;width&quot;:799.5177952755905}"/>
</p:tagLst>
</file>

<file path=ppt/tags/tag50.xml><?xml version="1.0" encoding="utf-8"?>
<p:tagLst xmlns:p="http://schemas.openxmlformats.org/presentationml/2006/main">
  <p:tag name="KSO_WM_DIAGRAM_VIRTUALLY_FRAME" val="{&quot;height&quot;:379.26007874015755,&quot;left&quot;:105.63220472440943,&quot;top&quot;:116.87047244094488,&quot;width&quot;:799.5177952755905}"/>
</p:tagLst>
</file>

<file path=ppt/tags/tag51.xml><?xml version="1.0" encoding="utf-8"?>
<p:tagLst xmlns:p="http://schemas.openxmlformats.org/presentationml/2006/main">
  <p:tag name="KSO_WM_DIAGRAM_VIRTUALLY_FRAME" val="{&quot;height&quot;:379.26007874015755,&quot;left&quot;:105.63220472440943,&quot;top&quot;:116.87047244094488,&quot;width&quot;:799.5177952755905}"/>
</p:tagLst>
</file>

<file path=ppt/tags/tag52.xml><?xml version="1.0" encoding="utf-8"?>
<p:tagLst xmlns:p="http://schemas.openxmlformats.org/presentationml/2006/main">
  <p:tag name="KSO_WM_DIAGRAM_VIRTUALLY_FRAME" val="{&quot;height&quot;:379.26007874015755,&quot;left&quot;:105.63220472440943,&quot;top&quot;:116.87047244094488,&quot;width&quot;:799.5177952755905}"/>
</p:tagLst>
</file>

<file path=ppt/tags/tag53.xml><?xml version="1.0" encoding="utf-8"?>
<p:tagLst xmlns:p="http://schemas.openxmlformats.org/presentationml/2006/main">
  <p:tag name="KSO_WM_DIAGRAM_VIRTUALLY_FRAME" val="{&quot;height&quot;:379.26007874015755,&quot;left&quot;:105.63220472440943,&quot;top&quot;:116.87047244094488,&quot;width&quot;:799.5177952755905}"/>
</p:tagLst>
</file>

<file path=ppt/tags/tag54.xml><?xml version="1.0" encoding="utf-8"?>
<p:tagLst xmlns:p="http://schemas.openxmlformats.org/presentationml/2006/main">
  <p:tag name="KSO_WM_DIAGRAM_VIRTUALLY_FRAME" val="{&quot;height&quot;:379.26007874015755,&quot;left&quot;:105.63220472440943,&quot;top&quot;:116.87047244094488,&quot;width&quot;:799.5177952755905}"/>
</p:tagLst>
</file>

<file path=ppt/tags/tag55.xml><?xml version="1.0" encoding="utf-8"?>
<p:tagLst xmlns:p="http://schemas.openxmlformats.org/presentationml/2006/main">
  <p:tag name="KSO_WM_DIAGRAM_VIRTUALLY_FRAME" val="{&quot;height&quot;:379.26007874015755,&quot;left&quot;:105.63220472440943,&quot;top&quot;:116.87047244094488,&quot;width&quot;:799.5177952755905}"/>
</p:tagLst>
</file>

<file path=ppt/tags/tag56.xml><?xml version="1.0" encoding="utf-8"?>
<p:tagLst xmlns:p="http://schemas.openxmlformats.org/presentationml/2006/main">
  <p:tag name="PA" val="v5.2.8"/>
  <p:tag name="RESOURCELIBID_ANIM" val="430"/>
</p:tagLst>
</file>

<file path=ppt/tags/tag57.xml><?xml version="1.0" encoding="utf-8"?>
<p:tagLst xmlns:p="http://schemas.openxmlformats.org/presentationml/2006/main">
  <p:tag name="KSO_WM_DIAGRAM_VIRTUALLY_FRAME" val="{&quot;height&quot;:379.26007874015755,&quot;left&quot;:143.55566929133857,&quot;top&quot;:116.87047244094488,&quot;width&quot;:759.5943307086615}"/>
</p:tagLst>
</file>

<file path=ppt/tags/tag58.xml><?xml version="1.0" encoding="utf-8"?>
<p:tagLst xmlns:p="http://schemas.openxmlformats.org/presentationml/2006/main">
  <p:tag name="KSO_WM_DIAGRAM_VIRTUALLY_FRAME" val="{&quot;height&quot;:379.26007874015755,&quot;left&quot;:105.63220472440943,&quot;top&quot;:116.87047244094488,&quot;width&quot;:807.1677952755906}"/>
</p:tagLst>
</file>

<file path=ppt/tags/tag59.xml><?xml version="1.0" encoding="utf-8"?>
<p:tagLst xmlns:p="http://schemas.openxmlformats.org/presentationml/2006/main">
  <p:tag name="KSO_WM_DIAGRAM_VIRTUALLY_FRAME" val="{&quot;height&quot;:379.26007874015755,&quot;left&quot;:105.63220472440943,&quot;top&quot;:116.87047244094488,&quot;width&quot;:807.1677952755906}"/>
</p:tagLst>
</file>

<file path=ppt/tags/tag60.xml><?xml version="1.0" encoding="utf-8"?>
<p:tagLst xmlns:p="http://schemas.openxmlformats.org/presentationml/2006/main">
  <p:tag name="KSO_WM_DIAGRAM_VIRTUALLY_FRAME" val="{&quot;height&quot;:379.26007874015755,&quot;left&quot;:105.63220472440943,&quot;top&quot;:116.87047244094488,&quot;width&quot;:807.1677952755906}"/>
</p:tagLst>
</file>

<file path=ppt/tags/tag61.xml><?xml version="1.0" encoding="utf-8"?>
<p:tagLst xmlns:p="http://schemas.openxmlformats.org/presentationml/2006/main">
  <p:tag name="KSO_WM_DIAGRAM_VIRTUALLY_FRAME" val="{&quot;height&quot;:379.26007874015755,&quot;left&quot;:105.63220472440943,&quot;top&quot;:116.87047244094488,&quot;width&quot;:807.1677952755906}"/>
</p:tagLst>
</file>

<file path=ppt/tags/tag62.xml><?xml version="1.0" encoding="utf-8"?>
<p:tagLst xmlns:p="http://schemas.openxmlformats.org/presentationml/2006/main">
  <p:tag name="KSO_WM_DIAGRAM_VIRTUALLY_FRAME" val="{&quot;height&quot;:379.26007874015755,&quot;left&quot;:105.63220472440943,&quot;top&quot;:116.87047244094488,&quot;width&quot;:807.1677952755906}"/>
</p:tagLst>
</file>

<file path=ppt/tags/tag63.xml><?xml version="1.0" encoding="utf-8"?>
<p:tagLst xmlns:p="http://schemas.openxmlformats.org/presentationml/2006/main">
  <p:tag name="KSO_WM_DIAGRAM_VIRTUALLY_FRAME" val="{&quot;height&quot;:379.26007874015755,&quot;left&quot;:105.63220472440943,&quot;top&quot;:116.87047244094488,&quot;width&quot;:807.1677952755906}"/>
</p:tagLst>
</file>

<file path=ppt/tags/tag64.xml><?xml version="1.0" encoding="utf-8"?>
<p:tagLst xmlns:p="http://schemas.openxmlformats.org/presentationml/2006/main">
  <p:tag name="KSO_WM_DIAGRAM_VIRTUALLY_FRAME" val="{&quot;height&quot;:379.26007874015755,&quot;left&quot;:105.63220472440943,&quot;top&quot;:116.87047244094488,&quot;width&quot;:807.1677952755906}"/>
</p:tagLst>
</file>

<file path=ppt/tags/tag65.xml><?xml version="1.0" encoding="utf-8"?>
<p:tagLst xmlns:p="http://schemas.openxmlformats.org/presentationml/2006/main">
  <p:tag name="KSO_WM_DIAGRAM_VIRTUALLY_FRAME" val="{&quot;height&quot;:379.26007874015755,&quot;left&quot;:105.63220472440943,&quot;top&quot;:116.87047244094488,&quot;width&quot;:807.1677952755906}"/>
</p:tagLst>
</file>

<file path=ppt/tags/tag66.xml><?xml version="1.0" encoding="utf-8"?>
<p:tagLst xmlns:p="http://schemas.openxmlformats.org/presentationml/2006/main">
  <p:tag name="KSO_WM_DIAGRAM_VIRTUALLY_FRAME" val="{&quot;height&quot;:379.26007874015755,&quot;left&quot;:105.63220472440943,&quot;top&quot;:116.87047244094488,&quot;width&quot;:807.1677952755906}"/>
</p:tagLst>
</file>

<file path=ppt/tags/tag67.xml><?xml version="1.0" encoding="utf-8"?>
<p:tagLst xmlns:p="http://schemas.openxmlformats.org/presentationml/2006/main">
  <p:tag name="PA" val="v5.2.8"/>
  <p:tag name="RESOURCELIBID_ANIM" val="430"/>
</p:tagLst>
</file>

<file path=ppt/tags/tag68.xml><?xml version="1.0" encoding="utf-8"?>
<p:tagLst xmlns:p="http://schemas.openxmlformats.org/presentationml/2006/main">
  <p:tag name="KSO_WM_DIAGRAM_VIRTUALLY_FRAME" val="{&quot;height&quot;:354.65,&quot;left&quot;:68.16724409448818,&quot;top&quot;:137.15,&quot;width&quot;:817.8827559055119}"/>
</p:tagLst>
</file>

<file path=ppt/tags/tag69.xml><?xml version="1.0" encoding="utf-8"?>
<p:tagLst xmlns:p="http://schemas.openxmlformats.org/presentationml/2006/main">
  <p:tag name="KSO_WM_DIAGRAM_VIRTUALLY_FRAME" val="{&quot;height&quot;:354.65,&quot;left&quot;:68.16724409448818,&quot;top&quot;:137.15,&quot;width&quot;:817.8827559055119}"/>
</p:tagLst>
</file>

<file path=ppt/tags/tag70.xml><?xml version="1.0" encoding="utf-8"?>
<p:tagLst xmlns:p="http://schemas.openxmlformats.org/presentationml/2006/main">
  <p:tag name="KSO_WM_DIAGRAM_VIRTUALLY_FRAME" val="{&quot;height&quot;:354.65,&quot;left&quot;:68.16724409448818,&quot;top&quot;:137.15,&quot;width&quot;:817.8827559055119}"/>
</p:tagLst>
</file>

<file path=ppt/tags/tag71.xml><?xml version="1.0" encoding="utf-8"?>
<p:tagLst xmlns:p="http://schemas.openxmlformats.org/presentationml/2006/main">
  <p:tag name="KSO_WM_DIAGRAM_VIRTUALLY_FRAME" val="{&quot;height&quot;:354.65,&quot;left&quot;:68.16724409448818,&quot;top&quot;:137.15,&quot;width&quot;:817.8827559055119}"/>
</p:tagLst>
</file>

<file path=ppt/tags/tag72.xml><?xml version="1.0" encoding="utf-8"?>
<p:tagLst xmlns:p="http://schemas.openxmlformats.org/presentationml/2006/main">
  <p:tag name="KSO_WM_DIAGRAM_VIRTUALLY_FRAME" val="{&quot;height&quot;:354.65,&quot;left&quot;:68.16724409448818,&quot;top&quot;:137.15,&quot;width&quot;:817.8827559055119}"/>
</p:tagLst>
</file>

<file path=ppt/tags/tag73.xml><?xml version="1.0" encoding="utf-8"?>
<p:tagLst xmlns:p="http://schemas.openxmlformats.org/presentationml/2006/main">
  <p:tag name="KSO_WM_DIAGRAM_VIRTUALLY_FRAME" val="{&quot;height&quot;:354.65,&quot;left&quot;:68.16724409448818,&quot;top&quot;:137.15,&quot;width&quot;:817.8827559055119}"/>
</p:tagLst>
</file>

<file path=ppt/tags/tag74.xml><?xml version="1.0" encoding="utf-8"?>
<p:tagLst xmlns:p="http://schemas.openxmlformats.org/presentationml/2006/main">
  <p:tag name="KSO_WM_DIAGRAM_VIRTUALLY_FRAME" val="{&quot;height&quot;:354.65,&quot;left&quot;:68.16724409448818,&quot;top&quot;:137.15,&quot;width&quot;:817.8827559055119}"/>
</p:tagLst>
</file>

<file path=ppt/tags/tag75.xml><?xml version="1.0" encoding="utf-8"?>
<p:tagLst xmlns:p="http://schemas.openxmlformats.org/presentationml/2006/main">
  <p:tag name="KSO_WM_DIAGRAM_VIRTUALLY_FRAME" val="{&quot;height&quot;:354.65,&quot;left&quot;:68.16724409448818,&quot;top&quot;:137.15,&quot;width&quot;:817.8827559055119}"/>
</p:tagLst>
</file>

<file path=ppt/tags/tag76.xml><?xml version="1.0" encoding="utf-8"?>
<p:tagLst xmlns:p="http://schemas.openxmlformats.org/presentationml/2006/main">
  <p:tag name="KSO_WM_DIAGRAM_VIRTUALLY_FRAME" val="{&quot;height&quot;:354.65,&quot;left&quot;:68.16724409448818,&quot;top&quot;:137.15,&quot;width&quot;:817.8827559055119}"/>
</p:tagLst>
</file>

<file path=ppt/tags/tag77.xml><?xml version="1.0" encoding="utf-8"?>
<p:tagLst xmlns:p="http://schemas.openxmlformats.org/presentationml/2006/main">
  <p:tag name="KSO_WM_DIAGRAM_VIRTUALLY_FRAME" val="{&quot;height&quot;:403.85811023622045,&quot;left&quot;:103.08511811023622,&quot;top&quot;:81.2855905511811,&quot;width&quot;:762.7552755905514}"/>
</p:tagLst>
</file>

<file path=ppt/tags/tag78.xml><?xml version="1.0" encoding="utf-8"?>
<p:tagLst xmlns:p="http://schemas.openxmlformats.org/presentationml/2006/main">
  <p:tag name="KSO_WM_DIAGRAM_VIRTUALLY_FRAME" val="{&quot;height&quot;:358.4387401574803,&quot;left&quot;:136.7791338582677,&quot;top&quot;:106.73173228346457,&quot;width&quot;:665.714251968504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</Words>
  <Application>WPS 演示</Application>
  <PresentationFormat>宽屏</PresentationFormat>
  <Paragraphs>124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等线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swing</cp:lastModifiedBy>
  <cp:revision>53</cp:revision>
  <dcterms:created xsi:type="dcterms:W3CDTF">2020-07-08T03:42:00Z</dcterms:created>
  <dcterms:modified xsi:type="dcterms:W3CDTF">2025-04-17T12:36:51Z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23E9AC67C27640129386F169FA2CDC9B_12</vt:lpwstr>
  </property>
  <property fmtid="{D5CDD505-2E9C-101B-9397-08002B2CF9AE}" pid="3" name="KSOProductBuildVer">
    <vt:lpwstr>2052-12.1.0.20784</vt:lpwstr>
  </property>
</Properties>
</file>